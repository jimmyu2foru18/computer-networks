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8" r:id="rId4"/>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Lst>
  <p:sldSz cy="6858000" cx="12192000"/>
  <p:notesSz cx="6858000" cy="9144000"/>
  <p:embeddedFontLst>
    <p:embeddedFont>
      <p:font typeface="Tahoma"/>
      <p:regular r:id="rId116"/>
      <p:bold r:id="rId117"/>
    </p:embeddedFont>
    <p:embeddedFont>
      <p:font typeface="Gill Sans"/>
      <p:regular r:id="rId118"/>
      <p:bold r:id="rId1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4656">
          <p15:clr>
            <a:srgbClr val="A4A3A4"/>
          </p15:clr>
        </p15:guide>
        <p15:guide id="2" orient="horz" pos="331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656"/>
        <p:guide pos="3312"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9" Type="http://schemas.openxmlformats.org/officeDocument/2006/relationships/slide" Target="slides/slide103.xml"/><Relationship Id="rId108" Type="http://schemas.openxmlformats.org/officeDocument/2006/relationships/slide" Target="slides/slide102.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font" Target="fonts/GillSans-regular.fntdata"/><Relationship Id="rId117" Type="http://schemas.openxmlformats.org/officeDocument/2006/relationships/font" Target="fonts/Tahoma-bold.fntdata"/><Relationship Id="rId116" Type="http://schemas.openxmlformats.org/officeDocument/2006/relationships/font" Target="fonts/Tahoma-regular.fntdata"/><Relationship Id="rId115" Type="http://schemas.openxmlformats.org/officeDocument/2006/relationships/slide" Target="slides/slide109.xml"/><Relationship Id="rId119" Type="http://schemas.openxmlformats.org/officeDocument/2006/relationships/font" Target="fonts/GillSans-bold.fntdata"/><Relationship Id="rId15" Type="http://schemas.openxmlformats.org/officeDocument/2006/relationships/slide" Target="slides/slide9.xml"/><Relationship Id="rId110" Type="http://schemas.openxmlformats.org/officeDocument/2006/relationships/slide" Target="slides/slide104.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14" Type="http://schemas.openxmlformats.org/officeDocument/2006/relationships/slide" Target="slides/slide108.xml"/><Relationship Id="rId18" Type="http://schemas.openxmlformats.org/officeDocument/2006/relationships/slide" Target="slides/slide12.xml"/><Relationship Id="rId113" Type="http://schemas.openxmlformats.org/officeDocument/2006/relationships/slide" Target="slides/slide107.xml"/><Relationship Id="rId112" Type="http://schemas.openxmlformats.org/officeDocument/2006/relationships/slide" Target="slides/slide106.xml"/><Relationship Id="rId111" Type="http://schemas.openxmlformats.org/officeDocument/2006/relationships/slide" Target="slides/slide105.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 name="Google Shape;5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Version History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8.0  (May 2020)</a:t>
            </a:r>
            <a:endParaRPr/>
          </a:p>
          <a:p>
            <a:pPr indent="-171450" lvl="0" marL="171450" rtl="0" algn="l">
              <a:spcBef>
                <a:spcPts val="0"/>
              </a:spcBef>
              <a:spcAft>
                <a:spcPts val="0"/>
              </a:spcAft>
              <a:buClr>
                <a:schemeClr val="dk1"/>
              </a:buClr>
              <a:buSzPts val="1200"/>
              <a:buFont typeface="Arial"/>
              <a:buChar char="•"/>
            </a:pPr>
            <a:r>
              <a:rPr lang="en-US"/>
              <a:t>All slides reformatted for 16:9 aspect ratio</a:t>
            </a:r>
            <a:endParaRPr/>
          </a:p>
          <a:p>
            <a:pPr indent="-171450" lvl="0" marL="171450" rtl="0" algn="l">
              <a:spcBef>
                <a:spcPts val="0"/>
              </a:spcBef>
              <a:spcAft>
                <a:spcPts val="0"/>
              </a:spcAft>
              <a:buClr>
                <a:schemeClr val="dk1"/>
              </a:buClr>
              <a:buSzPts val="1200"/>
              <a:buFont typeface="Arial"/>
              <a:buChar char="•"/>
            </a:pPr>
            <a:r>
              <a:rPr lang="en-US"/>
              <a:t>All slides updated to 8</a:t>
            </a:r>
            <a:r>
              <a:rPr baseline="30000" lang="en-US"/>
              <a:t>th</a:t>
            </a:r>
            <a:r>
              <a:rPr lang="en-US"/>
              <a:t> edition material</a:t>
            </a:r>
            <a:endParaRPr/>
          </a:p>
          <a:p>
            <a:pPr indent="-171450" lvl="0" marL="171450" rtl="0" algn="l">
              <a:spcBef>
                <a:spcPts val="0"/>
              </a:spcBef>
              <a:spcAft>
                <a:spcPts val="0"/>
              </a:spcAft>
              <a:buClr>
                <a:schemeClr val="dk1"/>
              </a:buClr>
              <a:buSzPts val="1200"/>
              <a:buFont typeface="Arial"/>
              <a:buChar char="•"/>
            </a:pPr>
            <a:r>
              <a:rPr lang="en-US"/>
              <a:t>Use of Calibri font, rather that Gill Sans MT</a:t>
            </a:r>
            <a:endParaRPr/>
          </a:p>
          <a:p>
            <a:pPr indent="-171450" lvl="0" marL="171450" rtl="0" algn="l">
              <a:spcBef>
                <a:spcPts val="0"/>
              </a:spcBef>
              <a:spcAft>
                <a:spcPts val="0"/>
              </a:spcAft>
              <a:buClr>
                <a:schemeClr val="dk1"/>
              </a:buClr>
              <a:buSzPts val="1200"/>
              <a:buFont typeface="Arial"/>
              <a:buChar char="•"/>
            </a:pPr>
            <a:r>
              <a:rPr lang="en-US"/>
              <a:t>Add LOTS more animation throughout</a:t>
            </a:r>
            <a:endParaRPr/>
          </a:p>
          <a:p>
            <a:pPr indent="-171450" lvl="0" marL="171450" rtl="0" algn="l">
              <a:spcBef>
                <a:spcPts val="0"/>
              </a:spcBef>
              <a:spcAft>
                <a:spcPts val="0"/>
              </a:spcAft>
              <a:buClr>
                <a:schemeClr val="dk1"/>
              </a:buClr>
              <a:buSzPts val="1200"/>
              <a:buFont typeface="Arial"/>
              <a:buChar char="•"/>
            </a:pPr>
            <a:r>
              <a:rPr lang="en-US"/>
              <a:t>lighter header font</a:t>
            </a:r>
            <a:endParaRPr/>
          </a:p>
          <a:p>
            <a:pPr indent="-171450" lvl="0" marL="171450" rtl="0" algn="l">
              <a:spcBef>
                <a:spcPts val="0"/>
              </a:spcBef>
              <a:spcAft>
                <a:spcPts val="0"/>
              </a:spcAft>
              <a:buClr>
                <a:schemeClr val="dk1"/>
              </a:buClr>
              <a:buSzPts val="1200"/>
              <a:buFont typeface="Arial"/>
              <a:buChar char="•"/>
            </a:pPr>
            <a:r>
              <a:rPr lang="en-US"/>
              <a:t>Updated datacenter slides, day-in-the-life</a:t>
            </a:r>
            <a:endParaRPr/>
          </a:p>
          <a:p>
            <a:pPr indent="-95250" lvl="0" marL="171450" rtl="0" algn="l">
              <a:spcBef>
                <a:spcPts val="0"/>
              </a:spcBef>
              <a:spcAft>
                <a:spcPts val="0"/>
              </a:spcAft>
              <a:buClr>
                <a:schemeClr val="dk1"/>
              </a:buClr>
              <a:buSzPts val="1200"/>
              <a:buFont typeface="Arial"/>
              <a:buNone/>
            </a:pPr>
            <a:r>
              <a:t/>
            </a:r>
            <a:endParaRPr/>
          </a:p>
          <a:p>
            <a:pPr indent="0" lvl="0" marL="0" rtl="0" algn="l">
              <a:spcBef>
                <a:spcPts val="0"/>
              </a:spcBef>
              <a:spcAft>
                <a:spcPts val="0"/>
              </a:spcAft>
              <a:buClr>
                <a:schemeClr val="dk1"/>
              </a:buClr>
              <a:buSzPts val="1200"/>
              <a:buFont typeface="Arial"/>
              <a:buNone/>
            </a:pPr>
            <a:r>
              <a:rPr lang="en-US"/>
              <a:t>8.2 (July 2023): changes from 8.0</a:t>
            </a:r>
            <a:endParaRPr/>
          </a:p>
          <a:p>
            <a:pPr indent="-171450" lvl="0" marL="171450" rtl="0" algn="l">
              <a:spcBef>
                <a:spcPts val="0"/>
              </a:spcBef>
              <a:spcAft>
                <a:spcPts val="0"/>
              </a:spcAft>
              <a:buClr>
                <a:schemeClr val="dk1"/>
              </a:buClr>
              <a:buSzPts val="1200"/>
              <a:buFont typeface="Arial"/>
              <a:buChar char="•"/>
            </a:pPr>
            <a:r>
              <a:rPr lang="en-US"/>
              <a:t>Minor updates throughout, including removal of master/slave</a:t>
            </a:r>
            <a:endParaRPr/>
          </a:p>
          <a:p>
            <a:pPr indent="-171450" lvl="0" marL="171450" rtl="0" algn="l">
              <a:spcBef>
                <a:spcPts val="0"/>
              </a:spcBef>
              <a:spcAft>
                <a:spcPts val="0"/>
              </a:spcAft>
              <a:buClr>
                <a:schemeClr val="dk1"/>
              </a:buClr>
              <a:buSzPts val="1200"/>
              <a:buFont typeface="Arial"/>
              <a:buChar char="•"/>
            </a:pPr>
            <a:r>
              <a:rPr lang="en-US"/>
              <a:t>A few new slides added (transportation analogy, UMass LAN example, extended LANs)</a:t>
            </a:r>
            <a:endParaRPr/>
          </a:p>
          <a:p>
            <a:pPr indent="-171450" lvl="0" marL="171450" rtl="0" algn="l">
              <a:spcBef>
                <a:spcPts val="0"/>
              </a:spcBef>
              <a:spcAft>
                <a:spcPts val="0"/>
              </a:spcAft>
              <a:buClr>
                <a:schemeClr val="dk1"/>
              </a:buClr>
              <a:buSzPts val="1200"/>
              <a:buFont typeface="Arial"/>
              <a:buChar char="•"/>
            </a:pPr>
            <a:r>
              <a:rPr lang="en-US"/>
              <a:t>Couple of not-used slides now hidden. </a:t>
            </a:r>
            <a:endParaRPr/>
          </a:p>
          <a:p>
            <a:pPr indent="-95250" lvl="0" marL="171450" rtl="0" algn="l">
              <a:spcBef>
                <a:spcPts val="0"/>
              </a:spcBef>
              <a:spcAft>
                <a:spcPts val="0"/>
              </a:spcAft>
              <a:buClr>
                <a:schemeClr val="dk1"/>
              </a:buClr>
              <a:buSzPts val="1200"/>
              <a:buFont typeface="Arial"/>
              <a:buNone/>
            </a:pPr>
            <a:r>
              <a:t/>
            </a:r>
            <a:endParaRPr/>
          </a:p>
          <a:p>
            <a:pPr indent="-171450" lvl="0" marL="171450" rtl="0" algn="l">
              <a:spcBef>
                <a:spcPts val="0"/>
              </a:spcBef>
              <a:spcAft>
                <a:spcPts val="0"/>
              </a:spcAft>
              <a:buClr>
                <a:schemeClr val="dk1"/>
              </a:buClr>
              <a:buSzPts val="1200"/>
              <a:buFont typeface="Arial"/>
              <a:buChar char="•"/>
            </a:pPr>
            <a:r>
              <a:rPr lang="en-US"/>
              <a:t>8.3 </a:t>
            </a:r>
            <a:endParaRPr/>
          </a:p>
          <a:p>
            <a:pPr indent="-171450" lvl="0" marL="171450" rtl="0" algn="l">
              <a:spcBef>
                <a:spcPts val="0"/>
              </a:spcBef>
              <a:spcAft>
                <a:spcPts val="0"/>
              </a:spcAft>
              <a:buClr>
                <a:schemeClr val="dk1"/>
              </a:buClr>
              <a:buSzPts val="1200"/>
              <a:buFont typeface="Arial"/>
              <a:buChar char="•"/>
            </a:pPr>
            <a:r>
              <a:rPr lang="en-US"/>
              <a:t>Hide some slides</a:t>
            </a:r>
            <a:endParaRPr/>
          </a:p>
        </p:txBody>
      </p:sp>
      <p:sp>
        <p:nvSpPr>
          <p:cNvPr id="60" name="Google Shape;60;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 name="Google Shape;6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 name="Google Shape;7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 name="Google Shape;7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 name="Google Shape;8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 name="Google Shape;8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 name="Google Shape;9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6" name="Google Shape;64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7" name="Google Shape;64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4" name="Google Shape;75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6" name="Google Shape;77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 </a:t>
            </a:r>
            <a:r>
              <a:rPr b="0" i="0" lang="en-US" sz="1200" u="none" cap="none" strike="noStrike">
                <a:solidFill>
                  <a:srgbClr val="C00000"/>
                </a:solidFill>
                <a:latin typeface="Calibri"/>
                <a:ea typeface="Calibri"/>
                <a:cs typeface="Calibri"/>
                <a:sym typeface="Calibri"/>
              </a:rPr>
              <a:t>reliable delivery between adjacent nodes</a:t>
            </a:r>
            <a:endParaRPr/>
          </a:p>
          <a:p>
            <a:pPr indent="-171450" lvl="0" marL="171450" rtl="0" algn="l">
              <a:spcBef>
                <a:spcPts val="0"/>
              </a:spcBef>
              <a:spcAft>
                <a:spcPts val="0"/>
              </a:spcAft>
              <a:buClr>
                <a:schemeClr val="dk1"/>
              </a:buClr>
              <a:buSzPts val="1200"/>
              <a:buFont typeface="Calibri"/>
              <a:buChar char="-"/>
            </a:pPr>
            <a:r>
              <a:rPr lang="en-US"/>
              <a:t>Not always</a:t>
            </a:r>
            <a:endParaRPr/>
          </a:p>
          <a:p>
            <a:pPr indent="-171450" lvl="0" marL="171450" rtl="0" algn="l">
              <a:spcBef>
                <a:spcPts val="0"/>
              </a:spcBef>
              <a:spcAft>
                <a:spcPts val="0"/>
              </a:spcAft>
              <a:buClr>
                <a:schemeClr val="dk1"/>
              </a:buClr>
              <a:buSzPts val="1200"/>
              <a:buFont typeface="Calibri"/>
              <a:buChar char="-"/>
            </a:pPr>
            <a:r>
              <a:rPr lang="en-US"/>
              <a:t>Rdt likes we studied in transport layer</a:t>
            </a:r>
            <a:endParaRPr/>
          </a:p>
          <a:p>
            <a:pPr indent="-171450" lvl="0" marL="171450" rtl="0" algn="l">
              <a:spcBef>
                <a:spcPts val="0"/>
              </a:spcBef>
              <a:spcAft>
                <a:spcPts val="0"/>
              </a:spcAft>
              <a:buClr>
                <a:schemeClr val="dk1"/>
              </a:buClr>
              <a:buSzPts val="1200"/>
              <a:buFont typeface="Calibri"/>
              <a:buChar char="-"/>
            </a:pPr>
            <a:r>
              <a:rPr lang="en-US"/>
              <a:t>Reliable is not as important is correctness.  How is correctness assured?</a:t>
            </a:r>
            <a:endParaRPr/>
          </a:p>
          <a:p>
            <a:pPr indent="-95250" lvl="0" marL="171450" rtl="0" algn="l">
              <a:spcBef>
                <a:spcPts val="0"/>
              </a:spcBef>
              <a:spcAft>
                <a:spcPts val="0"/>
              </a:spcAft>
              <a:buClr>
                <a:schemeClr val="dk1"/>
              </a:buClr>
              <a:buSzPts val="1200"/>
              <a:buFont typeface="Calibri"/>
              <a:buNone/>
            </a:pPr>
            <a:r>
              <a:t/>
            </a:r>
            <a:endParaRPr/>
          </a:p>
          <a:p>
            <a:pPr indent="-171450" lvl="0" marL="171450" rtl="0" algn="l">
              <a:spcBef>
                <a:spcPts val="0"/>
              </a:spcBef>
              <a:spcAft>
                <a:spcPts val="0"/>
              </a:spcAft>
              <a:buClr>
                <a:schemeClr val="dk1"/>
              </a:buClr>
              <a:buSzPts val="1200"/>
              <a:buFont typeface="Calibri"/>
              <a:buChar char="-"/>
            </a:pPr>
            <a:r>
              <a:rPr lang="en-US"/>
              <a:t>Wireless is subjected to noise, interference and has high bit error rate.</a:t>
            </a:r>
            <a:endParaRPr/>
          </a:p>
          <a:p>
            <a:pPr indent="-171450" lvl="0" marL="171450" rtl="0" algn="l">
              <a:spcBef>
                <a:spcPts val="0"/>
              </a:spcBef>
              <a:spcAft>
                <a:spcPts val="0"/>
              </a:spcAft>
              <a:buClr>
                <a:schemeClr val="dk1"/>
              </a:buClr>
              <a:buSzPts val="1200"/>
              <a:buFont typeface="Calibri"/>
              <a:buChar char="-"/>
            </a:pPr>
            <a:r>
              <a:rPr lang="en-US"/>
              <a:t>Why </a:t>
            </a:r>
            <a:endParaRPr/>
          </a:p>
          <a:p>
            <a:pPr indent="-95250" lvl="0" marL="171450" rtl="0" algn="l">
              <a:spcBef>
                <a:spcPts val="0"/>
              </a:spcBef>
              <a:spcAft>
                <a:spcPts val="0"/>
              </a:spcAft>
              <a:buClr>
                <a:schemeClr val="dk1"/>
              </a:buClr>
              <a:buSzPts val="1200"/>
              <a:buFont typeface="Calibri"/>
              <a:buNone/>
            </a:pPr>
            <a:r>
              <a:t/>
            </a:r>
            <a:endParaRPr/>
          </a:p>
          <a:p>
            <a:pPr indent="-95250" lvl="0" marL="171450" rtl="0" algn="l">
              <a:spcBef>
                <a:spcPts val="0"/>
              </a:spcBef>
              <a:spcAft>
                <a:spcPts val="0"/>
              </a:spcAft>
              <a:buClr>
                <a:schemeClr val="dk1"/>
              </a:buClr>
              <a:buSzPts val="1200"/>
              <a:buFont typeface="Calibri"/>
              <a:buNone/>
            </a:pPr>
            <a:r>
              <a:t/>
            </a:r>
            <a:endParaRPr/>
          </a:p>
        </p:txBody>
      </p:sp>
      <p:sp>
        <p:nvSpPr>
          <p:cNvPr id="777" name="Google Shape;777;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5" name="Google Shape;104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Times"/>
              <a:buNone/>
            </a:pPr>
            <a:r>
              <a:rPr lang="en-US" sz="1800">
                <a:latin typeface="Times"/>
                <a:ea typeface="Times"/>
                <a:cs typeface="Times"/>
                <a:sym typeface="Times"/>
              </a:rPr>
              <a:t>Error detection in the link layer is usually more sophisticated and is implemented in hardware. Error correction is similar to error detection, except that a receiver not only detects when bit errors have occurred in the frame but also deter- mines exactly where in the frame the errors have occurred (and then corrects these errors). </a:t>
            </a:r>
            <a:endParaRPr/>
          </a:p>
          <a:p>
            <a:pPr indent="0" lvl="0" marL="0" rtl="0" algn="l">
              <a:spcBef>
                <a:spcPts val="0"/>
              </a:spcBef>
              <a:spcAft>
                <a:spcPts val="0"/>
              </a:spcAft>
              <a:buNone/>
            </a:pPr>
            <a:r>
              <a:t/>
            </a:r>
            <a:endParaRPr/>
          </a:p>
        </p:txBody>
      </p:sp>
      <p:sp>
        <p:nvSpPr>
          <p:cNvPr id="1046" name="Google Shape;104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2" name="Shape 1312"/>
        <p:cNvGrpSpPr/>
        <p:nvPr/>
      </p:nvGrpSpPr>
      <p:grpSpPr>
        <a:xfrm>
          <a:off x="0" y="0"/>
          <a:ext cx="0" cy="0"/>
          <a:chOff x="0" y="0"/>
          <a:chExt cx="0" cy="0"/>
        </a:xfrm>
      </p:grpSpPr>
      <p:sp>
        <p:nvSpPr>
          <p:cNvPr id="1313" name="Google Shape;131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4" name="Google Shape;131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Times"/>
              <a:buNone/>
            </a:pPr>
            <a:r>
              <a:rPr lang="en-US" sz="1800">
                <a:latin typeface="Times"/>
                <a:ea typeface="Times"/>
                <a:cs typeface="Times"/>
                <a:sym typeface="Times"/>
              </a:rPr>
              <a:t>The Ethernet capabilities are either integrated into the motherboard chipset or implemented via a low-cost dedicated Ethernet chip. For the most part, the link layer is implemented on a chip called the </a:t>
            </a:r>
            <a:r>
              <a:rPr b="1" lang="en-US" sz="1800">
                <a:latin typeface="Times"/>
                <a:ea typeface="Times"/>
                <a:cs typeface="Times"/>
                <a:sym typeface="Times"/>
              </a:rPr>
              <a:t>network adapter</a:t>
            </a:r>
            <a:r>
              <a:rPr lang="en-US" sz="1800">
                <a:latin typeface="Times"/>
                <a:ea typeface="Times"/>
                <a:cs typeface="Times"/>
                <a:sym typeface="Times"/>
              </a:rPr>
              <a:t>, also sometimes known as a </a:t>
            </a:r>
            <a:r>
              <a:rPr b="1" lang="en-US" sz="1800">
                <a:latin typeface="Times"/>
                <a:ea typeface="Times"/>
                <a:cs typeface="Times"/>
                <a:sym typeface="Times"/>
              </a:rPr>
              <a:t>network interface controller (NIC)</a:t>
            </a:r>
            <a:r>
              <a:rPr lang="en-US" sz="1800">
                <a:latin typeface="Times"/>
                <a:ea typeface="Times"/>
                <a:cs typeface="Times"/>
                <a:sym typeface="Times"/>
              </a:rPr>
              <a:t>. The network adapter implements many link layer services including framing, link access, error detection, and so on. Thus, much of a link-layer controller’s functionality is implemented in hardware. For example, Intel’s 700 series adapters [Intel 2020] implements the Ethernet protocols we’ll study in Section 6.5; the Atheros AR5006 [Atheros 2020] controller implements the 802.11 WiFi protocols we’ll study in Chapter 7. </a:t>
            </a:r>
            <a:endParaRPr/>
          </a:p>
          <a:p>
            <a:pPr indent="0" lvl="0" marL="0" rtl="0" algn="l">
              <a:spcBef>
                <a:spcPts val="0"/>
              </a:spcBef>
              <a:spcAft>
                <a:spcPts val="0"/>
              </a:spcAft>
              <a:buNone/>
            </a:pPr>
            <a:r>
              <a:t/>
            </a:r>
            <a:endParaRPr/>
          </a:p>
          <a:p>
            <a:pPr indent="0" lvl="0" marL="0" marR="0" rtl="0" algn="l">
              <a:lnSpc>
                <a:spcPct val="100000"/>
              </a:lnSpc>
              <a:spcBef>
                <a:spcPts val="0"/>
              </a:spcBef>
              <a:spcAft>
                <a:spcPts val="0"/>
              </a:spcAft>
              <a:buClr>
                <a:schemeClr val="dk1"/>
              </a:buClr>
              <a:buSzPts val="1800"/>
              <a:buFont typeface="Times"/>
              <a:buNone/>
            </a:pPr>
            <a:r>
              <a:rPr lang="en-US" sz="1800">
                <a:latin typeface="Times"/>
                <a:ea typeface="Times"/>
                <a:cs typeface="Times"/>
                <a:sym typeface="Times"/>
              </a:rPr>
              <a:t>Figure 6.2 shows that while most of the link layer is implemented in hardware, part of the link layer is implemented in software that runs on the host’s CPU. The software components of the link layer implement higher-level link-layer functionality such as assembling link-layer addressing information and activating the controller hardware. On the receiving side, link-layer software responds to con- troller interrupts (for example, due to the receipt of one or more frames), handling error conditions and passing a datagram up to the network layer. Thus, the link layer is a combination of hardware and software </a:t>
            </a:r>
            <a:endParaRPr/>
          </a:p>
          <a:p>
            <a:pPr indent="0" lvl="0" marL="0" marR="0" rtl="0" algn="l">
              <a:lnSpc>
                <a:spcPct val="100000"/>
              </a:lnSpc>
              <a:spcBef>
                <a:spcPts val="0"/>
              </a:spcBef>
              <a:spcAft>
                <a:spcPts val="0"/>
              </a:spcAft>
              <a:buClr>
                <a:schemeClr val="dk1"/>
              </a:buClr>
              <a:buSzPts val="1200"/>
              <a:buFont typeface="Calibri"/>
              <a:buNone/>
            </a:pPr>
            <a:r>
              <a:t/>
            </a:r>
            <a:endParaRPr/>
          </a:p>
          <a:p>
            <a:pPr indent="0" lvl="0" marL="0" rtl="0" algn="l">
              <a:spcBef>
                <a:spcPts val="0"/>
              </a:spcBef>
              <a:spcAft>
                <a:spcPts val="0"/>
              </a:spcAft>
              <a:buNone/>
            </a:pPr>
            <a:r>
              <a:t/>
            </a:r>
            <a:endParaRPr/>
          </a:p>
        </p:txBody>
      </p:sp>
      <p:sp>
        <p:nvSpPr>
          <p:cNvPr id="1315" name="Google Shape;1315;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0" name="Shape 1360"/>
        <p:cNvGrpSpPr/>
        <p:nvPr/>
      </p:nvGrpSpPr>
      <p:grpSpPr>
        <a:xfrm>
          <a:off x="0" y="0"/>
          <a:ext cx="0" cy="0"/>
          <a:chOff x="0" y="0"/>
          <a:chExt cx="0" cy="0"/>
        </a:xfrm>
      </p:grpSpPr>
      <p:sp>
        <p:nvSpPr>
          <p:cNvPr id="1361" name="Google Shape;136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2" name="Google Shape;136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3" name="Google Shape;136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6" name="Shape 1446"/>
        <p:cNvGrpSpPr/>
        <p:nvPr/>
      </p:nvGrpSpPr>
      <p:grpSpPr>
        <a:xfrm>
          <a:off x="0" y="0"/>
          <a:ext cx="0" cy="0"/>
          <a:chOff x="0" y="0"/>
          <a:chExt cx="0" cy="0"/>
        </a:xfrm>
      </p:grpSpPr>
      <p:sp>
        <p:nvSpPr>
          <p:cNvPr id="1447" name="Google Shape;144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8" name="Google Shape;144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9" name="Google Shape;1449;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6" name="Shape 1456"/>
        <p:cNvGrpSpPr/>
        <p:nvPr/>
      </p:nvGrpSpPr>
      <p:grpSpPr>
        <a:xfrm>
          <a:off x="0" y="0"/>
          <a:ext cx="0" cy="0"/>
          <a:chOff x="0" y="0"/>
          <a:chExt cx="0" cy="0"/>
        </a:xfrm>
      </p:grpSpPr>
      <p:sp>
        <p:nvSpPr>
          <p:cNvPr id="1457" name="Google Shape;145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8" name="Google Shape;1458;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9" name="Google Shape;1459;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9" name="Shape 1509"/>
        <p:cNvGrpSpPr/>
        <p:nvPr/>
      </p:nvGrpSpPr>
      <p:grpSpPr>
        <a:xfrm>
          <a:off x="0" y="0"/>
          <a:ext cx="0" cy="0"/>
          <a:chOff x="0" y="0"/>
          <a:chExt cx="0" cy="0"/>
        </a:xfrm>
      </p:grpSpPr>
      <p:sp>
        <p:nvSpPr>
          <p:cNvPr id="1510" name="Google Shape;1510;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1" name="Google Shape;151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0" name="Shape 1590"/>
        <p:cNvGrpSpPr/>
        <p:nvPr/>
      </p:nvGrpSpPr>
      <p:grpSpPr>
        <a:xfrm>
          <a:off x="0" y="0"/>
          <a:ext cx="0" cy="0"/>
          <a:chOff x="0" y="0"/>
          <a:chExt cx="0" cy="0"/>
        </a:xfrm>
      </p:grpSpPr>
      <p:sp>
        <p:nvSpPr>
          <p:cNvPr id="1591" name="Google Shape;159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2" name="Google Shape;1592;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3" name="Google Shape;1593;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0" name="Shape 1600"/>
        <p:cNvGrpSpPr/>
        <p:nvPr/>
      </p:nvGrpSpPr>
      <p:grpSpPr>
        <a:xfrm>
          <a:off x="0" y="0"/>
          <a:ext cx="0" cy="0"/>
          <a:chOff x="0" y="0"/>
          <a:chExt cx="0" cy="0"/>
        </a:xfrm>
      </p:grpSpPr>
      <p:sp>
        <p:nvSpPr>
          <p:cNvPr id="1601" name="Google Shape;160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2" name="Google Shape;1602;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3" name="Google Shape;1603;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4" name="Shape 1634"/>
        <p:cNvGrpSpPr/>
        <p:nvPr/>
      </p:nvGrpSpPr>
      <p:grpSpPr>
        <a:xfrm>
          <a:off x="0" y="0"/>
          <a:ext cx="0" cy="0"/>
          <a:chOff x="0" y="0"/>
          <a:chExt cx="0" cy="0"/>
        </a:xfrm>
      </p:grpSpPr>
      <p:sp>
        <p:nvSpPr>
          <p:cNvPr id="1635" name="Google Shape;163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6" name="Google Shape;1636;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7" name="Google Shape;1637;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7" name="Shape 1687"/>
        <p:cNvGrpSpPr/>
        <p:nvPr/>
      </p:nvGrpSpPr>
      <p:grpSpPr>
        <a:xfrm>
          <a:off x="0" y="0"/>
          <a:ext cx="0" cy="0"/>
          <a:chOff x="0" y="0"/>
          <a:chExt cx="0" cy="0"/>
        </a:xfrm>
      </p:grpSpPr>
      <p:sp>
        <p:nvSpPr>
          <p:cNvPr id="1688" name="Google Shape;168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9" name="Google Shape;1689;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0" name="Google Shape;1690;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7" name="Shape 1697"/>
        <p:cNvGrpSpPr/>
        <p:nvPr/>
      </p:nvGrpSpPr>
      <p:grpSpPr>
        <a:xfrm>
          <a:off x="0" y="0"/>
          <a:ext cx="0" cy="0"/>
          <a:chOff x="0" y="0"/>
          <a:chExt cx="0" cy="0"/>
        </a:xfrm>
      </p:grpSpPr>
      <p:sp>
        <p:nvSpPr>
          <p:cNvPr id="1698" name="Google Shape;169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9" name="Google Shape;1699;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0" name="Google Shape;1700;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6" name="Shape 1996"/>
        <p:cNvGrpSpPr/>
        <p:nvPr/>
      </p:nvGrpSpPr>
      <p:grpSpPr>
        <a:xfrm>
          <a:off x="0" y="0"/>
          <a:ext cx="0" cy="0"/>
          <a:chOff x="0" y="0"/>
          <a:chExt cx="0" cy="0"/>
        </a:xfrm>
      </p:grpSpPr>
      <p:sp>
        <p:nvSpPr>
          <p:cNvPr id="1997" name="Google Shape;199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8" name="Google Shape;199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9" name="Google Shape;1999;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7" name="Shape 2007"/>
        <p:cNvGrpSpPr/>
        <p:nvPr/>
      </p:nvGrpSpPr>
      <p:grpSpPr>
        <a:xfrm>
          <a:off x="0" y="0"/>
          <a:ext cx="0" cy="0"/>
          <a:chOff x="0" y="0"/>
          <a:chExt cx="0" cy="0"/>
        </a:xfrm>
      </p:grpSpPr>
      <p:sp>
        <p:nvSpPr>
          <p:cNvPr id="2008" name="Google Shape;2008;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9" name="Google Shape;2009;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0" name="Google Shape;2010;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5" name="Shape 2015"/>
        <p:cNvGrpSpPr/>
        <p:nvPr/>
      </p:nvGrpSpPr>
      <p:grpSpPr>
        <a:xfrm>
          <a:off x="0" y="0"/>
          <a:ext cx="0" cy="0"/>
          <a:chOff x="0" y="0"/>
          <a:chExt cx="0" cy="0"/>
        </a:xfrm>
      </p:grpSpPr>
      <p:sp>
        <p:nvSpPr>
          <p:cNvPr id="2016" name="Google Shape;2016;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7" name="Google Shape;2017;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8" name="Google Shape;2018;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3" name="Shape 2023"/>
        <p:cNvGrpSpPr/>
        <p:nvPr/>
      </p:nvGrpSpPr>
      <p:grpSpPr>
        <a:xfrm>
          <a:off x="0" y="0"/>
          <a:ext cx="0" cy="0"/>
          <a:chOff x="0" y="0"/>
          <a:chExt cx="0" cy="0"/>
        </a:xfrm>
      </p:grpSpPr>
      <p:sp>
        <p:nvSpPr>
          <p:cNvPr id="2024" name="Google Shape;2024;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5" name="Google Shape;2025;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6" name="Google Shape;2026;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8" name="Shape 2068"/>
        <p:cNvGrpSpPr/>
        <p:nvPr/>
      </p:nvGrpSpPr>
      <p:grpSpPr>
        <a:xfrm>
          <a:off x="0" y="0"/>
          <a:ext cx="0" cy="0"/>
          <a:chOff x="0" y="0"/>
          <a:chExt cx="0" cy="0"/>
        </a:xfrm>
      </p:grpSpPr>
      <p:sp>
        <p:nvSpPr>
          <p:cNvPr id="2069" name="Google Shape;2069;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0" name="Google Shape;2070;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1" name="Google Shape;2071;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8" name="Shape 2108"/>
        <p:cNvGrpSpPr/>
        <p:nvPr/>
      </p:nvGrpSpPr>
      <p:grpSpPr>
        <a:xfrm>
          <a:off x="0" y="0"/>
          <a:ext cx="0" cy="0"/>
          <a:chOff x="0" y="0"/>
          <a:chExt cx="0" cy="0"/>
        </a:xfrm>
      </p:grpSpPr>
      <p:sp>
        <p:nvSpPr>
          <p:cNvPr id="2109" name="Google Shape;2109;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0" name="Google Shape;2110;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1" name="Google Shape;2111;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7" name="Shape 2117"/>
        <p:cNvGrpSpPr/>
        <p:nvPr/>
      </p:nvGrpSpPr>
      <p:grpSpPr>
        <a:xfrm>
          <a:off x="0" y="0"/>
          <a:ext cx="0" cy="0"/>
          <a:chOff x="0" y="0"/>
          <a:chExt cx="0" cy="0"/>
        </a:xfrm>
      </p:grpSpPr>
      <p:sp>
        <p:nvSpPr>
          <p:cNvPr id="2118" name="Google Shape;2118;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9" name="Google Shape;2119;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0" name="Google Shape;2120;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4" name="Shape 2144"/>
        <p:cNvGrpSpPr/>
        <p:nvPr/>
      </p:nvGrpSpPr>
      <p:grpSpPr>
        <a:xfrm>
          <a:off x="0" y="0"/>
          <a:ext cx="0" cy="0"/>
          <a:chOff x="0" y="0"/>
          <a:chExt cx="0" cy="0"/>
        </a:xfrm>
      </p:grpSpPr>
      <p:sp>
        <p:nvSpPr>
          <p:cNvPr id="2145" name="Google Shape;2145;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6" name="Google Shape;2146;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Times"/>
              <a:buNone/>
            </a:pPr>
            <a:r>
              <a:rPr lang="en-US" sz="1800">
                <a:latin typeface="Times"/>
                <a:ea typeface="Times"/>
                <a:cs typeface="Times"/>
                <a:sym typeface="Times"/>
              </a:rPr>
              <a:t>Slotted ALOHA would appear to have many advantages. Unlike channel partitioning, slotted ALOHA allows a node to transmit continuously at the full rate, </a:t>
            </a:r>
            <a:r>
              <a:rPr i="1" lang="en-US" sz="1800">
                <a:latin typeface="Times"/>
                <a:ea typeface="Times"/>
                <a:cs typeface="Times"/>
                <a:sym typeface="Times"/>
              </a:rPr>
              <a:t>R</a:t>
            </a:r>
            <a:r>
              <a:rPr lang="en-US" sz="1800">
                <a:latin typeface="Times"/>
                <a:ea typeface="Times"/>
                <a:cs typeface="Times"/>
                <a:sym typeface="Times"/>
              </a:rPr>
              <a:t>, when that node is the only active node. (A node is said to be active if it has frames to send.) Slotted ALOHA is also highly decentralized, because each node detects collisions and independently decides when to retransmit. (Slotted ALOHA does, however, require the slots to be synchronized in the nodes; shortly we’ll discuss an unslotted version of the ALOHA protocol, as well as CSMA protocols, none of which require such synchronization.) Slotted ALOHA is also an extremely simple protocol. </a:t>
            </a:r>
            <a:endParaRPr/>
          </a:p>
          <a:p>
            <a:pPr indent="0" lvl="0" marL="0" rtl="0" algn="l">
              <a:spcBef>
                <a:spcPts val="0"/>
              </a:spcBef>
              <a:spcAft>
                <a:spcPts val="0"/>
              </a:spcAft>
              <a:buNone/>
            </a:pPr>
            <a:r>
              <a:t/>
            </a:r>
            <a:endParaRPr/>
          </a:p>
        </p:txBody>
      </p:sp>
      <p:sp>
        <p:nvSpPr>
          <p:cNvPr id="2147" name="Google Shape;2147;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7" name="Shape 2207"/>
        <p:cNvGrpSpPr/>
        <p:nvPr/>
      </p:nvGrpSpPr>
      <p:grpSpPr>
        <a:xfrm>
          <a:off x="0" y="0"/>
          <a:ext cx="0" cy="0"/>
          <a:chOff x="0" y="0"/>
          <a:chExt cx="0" cy="0"/>
        </a:xfrm>
      </p:grpSpPr>
      <p:sp>
        <p:nvSpPr>
          <p:cNvPr id="2208" name="Google Shape;2208;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9" name="Google Shape;2209;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Times"/>
              <a:buNone/>
            </a:pPr>
            <a:r>
              <a:rPr lang="en-US" sz="1800">
                <a:latin typeface="Times"/>
                <a:ea typeface="Times"/>
                <a:cs typeface="Times"/>
                <a:sym typeface="Times"/>
              </a:rPr>
              <a:t>Suppose there are </a:t>
            </a:r>
            <a:r>
              <a:rPr i="1" lang="en-US" sz="1800">
                <a:latin typeface="Times"/>
                <a:ea typeface="Times"/>
                <a:cs typeface="Times"/>
                <a:sym typeface="Times"/>
              </a:rPr>
              <a:t>N </a:t>
            </a:r>
            <a:r>
              <a:rPr lang="en-US" sz="1800">
                <a:latin typeface="Times"/>
                <a:ea typeface="Times"/>
                <a:cs typeface="Times"/>
                <a:sym typeface="Times"/>
              </a:rPr>
              <a:t>nodes. Then the probability that a given slot is a successful slot is the probability that one of the nodes transmits and that the remaining </a:t>
            </a:r>
            <a:r>
              <a:rPr i="1" lang="en-US" sz="1800">
                <a:latin typeface="Times"/>
                <a:ea typeface="Times"/>
                <a:cs typeface="Times"/>
                <a:sym typeface="Times"/>
              </a:rPr>
              <a:t>N </a:t>
            </a:r>
            <a:r>
              <a:rPr lang="en-US" sz="1800">
                <a:latin typeface="Arial"/>
                <a:ea typeface="Arial"/>
                <a:cs typeface="Arial"/>
                <a:sym typeface="Arial"/>
              </a:rPr>
              <a:t>- </a:t>
            </a:r>
            <a:r>
              <a:rPr lang="en-US" sz="1800">
                <a:latin typeface="Times"/>
                <a:ea typeface="Times"/>
                <a:cs typeface="Times"/>
                <a:sym typeface="Times"/>
              </a:rPr>
              <a:t>1 nodes do not transmit. The probability that a given node transmits is </a:t>
            </a:r>
            <a:r>
              <a:rPr i="1" lang="en-US" sz="1800">
                <a:latin typeface="Times"/>
                <a:ea typeface="Times"/>
                <a:cs typeface="Times"/>
                <a:sym typeface="Times"/>
              </a:rPr>
              <a:t>p; </a:t>
            </a:r>
            <a:r>
              <a:rPr lang="en-US" sz="1800">
                <a:latin typeface="Times"/>
                <a:ea typeface="Times"/>
                <a:cs typeface="Times"/>
                <a:sym typeface="Times"/>
              </a:rPr>
              <a:t>the probability that the remaining nodes do not transmit is (1 </a:t>
            </a:r>
            <a:r>
              <a:rPr lang="en-US" sz="1800">
                <a:latin typeface="Arial"/>
                <a:ea typeface="Arial"/>
                <a:cs typeface="Arial"/>
                <a:sym typeface="Arial"/>
              </a:rPr>
              <a:t>- </a:t>
            </a:r>
            <a:r>
              <a:rPr i="1" lang="en-US" sz="1800">
                <a:latin typeface="Times"/>
                <a:ea typeface="Times"/>
                <a:cs typeface="Times"/>
                <a:sym typeface="Times"/>
              </a:rPr>
              <a:t>p</a:t>
            </a:r>
            <a:r>
              <a:rPr lang="en-US" sz="1800">
                <a:latin typeface="Times"/>
                <a:ea typeface="Times"/>
                <a:cs typeface="Times"/>
                <a:sym typeface="Times"/>
              </a:rPr>
              <a:t>)</a:t>
            </a:r>
            <a:r>
              <a:rPr i="1" lang="en-US" sz="1800">
                <a:latin typeface="Times"/>
                <a:ea typeface="Times"/>
                <a:cs typeface="Times"/>
                <a:sym typeface="Times"/>
              </a:rPr>
              <a:t>N</a:t>
            </a:r>
            <a:r>
              <a:rPr lang="en-US" sz="1800">
                <a:latin typeface="Arial"/>
                <a:ea typeface="Arial"/>
                <a:cs typeface="Arial"/>
                <a:sym typeface="Arial"/>
              </a:rPr>
              <a:t>-</a:t>
            </a:r>
            <a:r>
              <a:rPr lang="en-US" sz="1800">
                <a:latin typeface="Times"/>
                <a:ea typeface="Times"/>
                <a:cs typeface="Times"/>
                <a:sym typeface="Times"/>
              </a:rPr>
              <a:t>1. Therefore, the probability a given node has a success is </a:t>
            </a:r>
            <a:r>
              <a:rPr i="1" lang="en-US" sz="1800">
                <a:latin typeface="Times"/>
                <a:ea typeface="Times"/>
                <a:cs typeface="Times"/>
                <a:sym typeface="Times"/>
              </a:rPr>
              <a:t>p</a:t>
            </a:r>
            <a:r>
              <a:rPr lang="en-US" sz="1800">
                <a:latin typeface="Times"/>
                <a:ea typeface="Times"/>
                <a:cs typeface="Times"/>
                <a:sym typeface="Times"/>
              </a:rPr>
              <a:t>(1 </a:t>
            </a:r>
            <a:r>
              <a:rPr lang="en-US" sz="1800">
                <a:latin typeface="Arial"/>
                <a:ea typeface="Arial"/>
                <a:cs typeface="Arial"/>
                <a:sym typeface="Arial"/>
              </a:rPr>
              <a:t>- </a:t>
            </a:r>
            <a:r>
              <a:rPr i="1" lang="en-US" sz="1800">
                <a:latin typeface="Times"/>
                <a:ea typeface="Times"/>
                <a:cs typeface="Times"/>
                <a:sym typeface="Times"/>
              </a:rPr>
              <a:t>p</a:t>
            </a:r>
            <a:r>
              <a:rPr lang="en-US" sz="1800">
                <a:latin typeface="Times"/>
                <a:ea typeface="Times"/>
                <a:cs typeface="Times"/>
                <a:sym typeface="Times"/>
              </a:rPr>
              <a:t>)</a:t>
            </a:r>
            <a:r>
              <a:rPr i="1" lang="en-US" sz="1800">
                <a:latin typeface="Times"/>
                <a:ea typeface="Times"/>
                <a:cs typeface="Times"/>
                <a:sym typeface="Times"/>
              </a:rPr>
              <a:t>N</a:t>
            </a:r>
            <a:r>
              <a:rPr lang="en-US" sz="1800">
                <a:latin typeface="Arial"/>
                <a:ea typeface="Arial"/>
                <a:cs typeface="Arial"/>
                <a:sym typeface="Arial"/>
              </a:rPr>
              <a:t>-</a:t>
            </a:r>
            <a:r>
              <a:rPr lang="en-US" sz="1800">
                <a:latin typeface="Times"/>
                <a:ea typeface="Times"/>
                <a:cs typeface="Times"/>
                <a:sym typeface="Times"/>
              </a:rPr>
              <a:t>1. Because there are </a:t>
            </a:r>
            <a:r>
              <a:rPr i="1" lang="en-US" sz="1800">
                <a:latin typeface="Times"/>
                <a:ea typeface="Times"/>
                <a:cs typeface="Times"/>
                <a:sym typeface="Times"/>
              </a:rPr>
              <a:t>N </a:t>
            </a:r>
            <a:r>
              <a:rPr lang="en-US" sz="1800">
                <a:latin typeface="Times"/>
                <a:ea typeface="Times"/>
                <a:cs typeface="Times"/>
                <a:sym typeface="Times"/>
              </a:rPr>
              <a:t>nodes, the probability that any one of the </a:t>
            </a:r>
            <a:r>
              <a:rPr i="1" lang="en-US" sz="1800">
                <a:latin typeface="Times"/>
                <a:ea typeface="Times"/>
                <a:cs typeface="Times"/>
                <a:sym typeface="Times"/>
              </a:rPr>
              <a:t>N </a:t>
            </a:r>
            <a:r>
              <a:rPr lang="en-US" sz="1800">
                <a:latin typeface="Times"/>
                <a:ea typeface="Times"/>
                <a:cs typeface="Times"/>
                <a:sym typeface="Times"/>
              </a:rPr>
              <a:t>nodes has a success is </a:t>
            </a:r>
            <a:r>
              <a:rPr i="1" lang="en-US" sz="1800">
                <a:latin typeface="Times"/>
                <a:ea typeface="Times"/>
                <a:cs typeface="Times"/>
                <a:sym typeface="Times"/>
              </a:rPr>
              <a:t>Np</a:t>
            </a:r>
            <a:r>
              <a:rPr lang="en-US" sz="1800">
                <a:latin typeface="Times"/>
                <a:ea typeface="Times"/>
                <a:cs typeface="Times"/>
                <a:sym typeface="Times"/>
              </a:rPr>
              <a:t>(1 </a:t>
            </a:r>
            <a:r>
              <a:rPr lang="en-US" sz="1800">
                <a:latin typeface="Arial"/>
                <a:ea typeface="Arial"/>
                <a:cs typeface="Arial"/>
                <a:sym typeface="Arial"/>
              </a:rPr>
              <a:t>- </a:t>
            </a:r>
            <a:r>
              <a:rPr i="1" lang="en-US" sz="1800">
                <a:latin typeface="Times"/>
                <a:ea typeface="Times"/>
                <a:cs typeface="Times"/>
                <a:sym typeface="Times"/>
              </a:rPr>
              <a:t>p</a:t>
            </a:r>
            <a:r>
              <a:rPr lang="en-US" sz="1800">
                <a:latin typeface="Times"/>
                <a:ea typeface="Times"/>
                <a:cs typeface="Times"/>
                <a:sym typeface="Times"/>
              </a:rPr>
              <a:t>)</a:t>
            </a:r>
            <a:r>
              <a:rPr i="1" lang="en-US" sz="1800">
                <a:latin typeface="Times"/>
                <a:ea typeface="Times"/>
                <a:cs typeface="Times"/>
                <a:sym typeface="Times"/>
              </a:rPr>
              <a:t>N </a:t>
            </a:r>
            <a:r>
              <a:rPr lang="en-US" sz="1800">
                <a:latin typeface="Arial"/>
                <a:ea typeface="Arial"/>
                <a:cs typeface="Arial"/>
                <a:sym typeface="Arial"/>
              </a:rPr>
              <a:t>- </a:t>
            </a:r>
            <a:r>
              <a:rPr lang="en-US" sz="1800">
                <a:latin typeface="Times"/>
                <a:ea typeface="Times"/>
                <a:cs typeface="Times"/>
                <a:sym typeface="Times"/>
              </a:rPr>
              <a:t>1. </a:t>
            </a:r>
            <a:endParaRPr/>
          </a:p>
          <a:p>
            <a:pPr indent="0" lvl="0" marL="0" rtl="0" algn="l">
              <a:spcBef>
                <a:spcPts val="0"/>
              </a:spcBef>
              <a:spcAft>
                <a:spcPts val="0"/>
              </a:spcAft>
              <a:buNone/>
            </a:pPr>
            <a:r>
              <a:t/>
            </a:r>
            <a:endParaRPr/>
          </a:p>
          <a:p>
            <a:pPr indent="0" lvl="0" marL="0" marR="0" rtl="0" algn="l">
              <a:lnSpc>
                <a:spcPct val="100000"/>
              </a:lnSpc>
              <a:spcBef>
                <a:spcPts val="0"/>
              </a:spcBef>
              <a:spcAft>
                <a:spcPts val="0"/>
              </a:spcAft>
              <a:buClr>
                <a:schemeClr val="dk1"/>
              </a:buClr>
              <a:buSzPts val="1800"/>
              <a:buFont typeface="Times"/>
              <a:buNone/>
            </a:pPr>
            <a:r>
              <a:rPr lang="en-US" sz="1800">
                <a:latin typeface="Times"/>
                <a:ea typeface="Times"/>
                <a:cs typeface="Times"/>
                <a:sym typeface="Times"/>
              </a:rPr>
              <a:t>only 37 percent of the slots do useful work. Thus, the effective transmission rate of the channel is not </a:t>
            </a:r>
            <a:r>
              <a:rPr i="1" lang="en-US" sz="1800">
                <a:latin typeface="Times"/>
                <a:ea typeface="Times"/>
                <a:cs typeface="Times"/>
                <a:sym typeface="Times"/>
              </a:rPr>
              <a:t>R </a:t>
            </a:r>
            <a:r>
              <a:rPr lang="en-US" sz="1800">
                <a:latin typeface="Times"/>
                <a:ea typeface="Times"/>
                <a:cs typeface="Times"/>
                <a:sym typeface="Times"/>
              </a:rPr>
              <a:t>bps but only 0.37 </a:t>
            </a:r>
            <a:r>
              <a:rPr i="1" lang="en-US" sz="1800">
                <a:latin typeface="Times"/>
                <a:ea typeface="Times"/>
                <a:cs typeface="Times"/>
                <a:sym typeface="Times"/>
              </a:rPr>
              <a:t>R </a:t>
            </a:r>
            <a:r>
              <a:rPr lang="en-US" sz="1800">
                <a:latin typeface="Times"/>
                <a:ea typeface="Times"/>
                <a:cs typeface="Times"/>
                <a:sym typeface="Times"/>
              </a:rPr>
              <a:t>bps! A similar analysis also shows that 37 percent of the slots go empty and 26 percent of slots have collisions. </a:t>
            </a:r>
            <a:endParaRPr/>
          </a:p>
          <a:p>
            <a:pPr indent="0" lvl="0" marL="0" rtl="0" algn="l">
              <a:spcBef>
                <a:spcPts val="0"/>
              </a:spcBef>
              <a:spcAft>
                <a:spcPts val="0"/>
              </a:spcAft>
              <a:buNone/>
            </a:pPr>
            <a:r>
              <a:t/>
            </a:r>
            <a:endParaRPr/>
          </a:p>
        </p:txBody>
      </p:sp>
      <p:sp>
        <p:nvSpPr>
          <p:cNvPr id="2210" name="Google Shape;2210;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6" name="Shape 2216"/>
        <p:cNvGrpSpPr/>
        <p:nvPr/>
      </p:nvGrpSpPr>
      <p:grpSpPr>
        <a:xfrm>
          <a:off x="0" y="0"/>
          <a:ext cx="0" cy="0"/>
          <a:chOff x="0" y="0"/>
          <a:chExt cx="0" cy="0"/>
        </a:xfrm>
      </p:grpSpPr>
      <p:sp>
        <p:nvSpPr>
          <p:cNvPr id="2217" name="Google Shape;2217;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8" name="Google Shape;2218;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9" name="Google Shape;2219;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4" name="Shape 2244"/>
        <p:cNvGrpSpPr/>
        <p:nvPr/>
      </p:nvGrpSpPr>
      <p:grpSpPr>
        <a:xfrm>
          <a:off x="0" y="0"/>
          <a:ext cx="0" cy="0"/>
          <a:chOff x="0" y="0"/>
          <a:chExt cx="0" cy="0"/>
        </a:xfrm>
      </p:grpSpPr>
      <p:sp>
        <p:nvSpPr>
          <p:cNvPr id="2245" name="Google Shape;2245;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6" name="Google Shape;2246;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7" name="Google Shape;2247;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3" name="Shape 2253"/>
        <p:cNvGrpSpPr/>
        <p:nvPr/>
      </p:nvGrpSpPr>
      <p:grpSpPr>
        <a:xfrm>
          <a:off x="0" y="0"/>
          <a:ext cx="0" cy="0"/>
          <a:chOff x="0" y="0"/>
          <a:chExt cx="0" cy="0"/>
        </a:xfrm>
      </p:grpSpPr>
      <p:sp>
        <p:nvSpPr>
          <p:cNvPr id="2254" name="Google Shape;2254;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5" name="Google Shape;2255;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6" name="Google Shape;2256;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6" name="Shape 2286"/>
        <p:cNvGrpSpPr/>
        <p:nvPr/>
      </p:nvGrpSpPr>
      <p:grpSpPr>
        <a:xfrm>
          <a:off x="0" y="0"/>
          <a:ext cx="0" cy="0"/>
          <a:chOff x="0" y="0"/>
          <a:chExt cx="0" cy="0"/>
        </a:xfrm>
      </p:grpSpPr>
      <p:sp>
        <p:nvSpPr>
          <p:cNvPr id="2287" name="Google Shape;2287;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8" name="Google Shape;2288;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9" name="Google Shape;2289;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6" name="Shape 2316"/>
        <p:cNvGrpSpPr/>
        <p:nvPr/>
      </p:nvGrpSpPr>
      <p:grpSpPr>
        <a:xfrm>
          <a:off x="0" y="0"/>
          <a:ext cx="0" cy="0"/>
          <a:chOff x="0" y="0"/>
          <a:chExt cx="0" cy="0"/>
        </a:xfrm>
      </p:grpSpPr>
      <p:sp>
        <p:nvSpPr>
          <p:cNvPr id="2317" name="Google Shape;2317;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8" name="Google Shape;2318;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Times"/>
              <a:buNone/>
            </a:pPr>
            <a:r>
              <a:rPr lang="en-US" sz="1800">
                <a:latin typeface="Times"/>
                <a:ea typeface="Times"/>
                <a:cs typeface="Times"/>
                <a:sym typeface="Times"/>
              </a:rPr>
              <a:t>For Ethernet, the actual amount of time a node waits is K </a:t>
            </a:r>
            <a:r>
              <a:rPr lang="en-US" sz="1800">
                <a:latin typeface="Arial"/>
                <a:ea typeface="Arial"/>
                <a:cs typeface="Arial"/>
                <a:sym typeface="Arial"/>
              </a:rPr>
              <a:t># </a:t>
            </a:r>
            <a:r>
              <a:rPr lang="en-US" sz="1800">
                <a:latin typeface="Times"/>
                <a:ea typeface="Times"/>
                <a:cs typeface="Times"/>
                <a:sym typeface="Times"/>
              </a:rPr>
              <a:t>512 bit times (i.e., </a:t>
            </a:r>
            <a:r>
              <a:rPr i="1" lang="en-US" sz="1800">
                <a:latin typeface="Times"/>
                <a:ea typeface="Times"/>
                <a:cs typeface="Times"/>
                <a:sym typeface="Times"/>
              </a:rPr>
              <a:t>K </a:t>
            </a:r>
            <a:r>
              <a:rPr lang="en-US" sz="1800">
                <a:latin typeface="Times"/>
                <a:ea typeface="Times"/>
                <a:cs typeface="Times"/>
                <a:sym typeface="Times"/>
              </a:rPr>
              <a:t>times the amount of time needed to send 512 bits into the Ethernet) and the maxi- mum value that </a:t>
            </a:r>
            <a:r>
              <a:rPr i="1" lang="en-US" sz="1800">
                <a:latin typeface="Times"/>
                <a:ea typeface="Times"/>
                <a:cs typeface="Times"/>
                <a:sym typeface="Times"/>
              </a:rPr>
              <a:t>n </a:t>
            </a:r>
            <a:r>
              <a:rPr lang="en-US" sz="1800">
                <a:latin typeface="Times"/>
                <a:ea typeface="Times"/>
                <a:cs typeface="Times"/>
                <a:sym typeface="Times"/>
              </a:rPr>
              <a:t>can take is capped at 10. </a:t>
            </a:r>
            <a:endParaRPr/>
          </a:p>
          <a:p>
            <a:pPr indent="0" lvl="0" marL="0" rtl="0" algn="l">
              <a:spcBef>
                <a:spcPts val="0"/>
              </a:spcBef>
              <a:spcAft>
                <a:spcPts val="0"/>
              </a:spcAft>
              <a:buNone/>
            </a:pPr>
            <a:r>
              <a:t/>
            </a:r>
            <a:endParaRPr/>
          </a:p>
        </p:txBody>
      </p:sp>
      <p:sp>
        <p:nvSpPr>
          <p:cNvPr id="2319" name="Google Shape;2319;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5" name="Shape 2325"/>
        <p:cNvGrpSpPr/>
        <p:nvPr/>
      </p:nvGrpSpPr>
      <p:grpSpPr>
        <a:xfrm>
          <a:off x="0" y="0"/>
          <a:ext cx="0" cy="0"/>
          <a:chOff x="0" y="0"/>
          <a:chExt cx="0" cy="0"/>
        </a:xfrm>
      </p:grpSpPr>
      <p:sp>
        <p:nvSpPr>
          <p:cNvPr id="2326" name="Google Shape;2326;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7" name="Google Shape;2327;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Times"/>
              <a:buNone/>
            </a:pPr>
            <a:r>
              <a:rPr lang="en-US" sz="1800">
                <a:latin typeface="Times"/>
                <a:ea typeface="Times"/>
                <a:cs typeface="Times"/>
                <a:sym typeface="Times"/>
              </a:rPr>
              <a:t>let </a:t>
            </a:r>
            <a:r>
              <a:rPr i="1" lang="en-US" sz="1800">
                <a:latin typeface="Times"/>
                <a:ea typeface="Times"/>
                <a:cs typeface="Times"/>
                <a:sym typeface="Times"/>
              </a:rPr>
              <a:t>d</a:t>
            </a:r>
            <a:r>
              <a:rPr lang="en-US" sz="1800">
                <a:latin typeface="Times"/>
                <a:ea typeface="Times"/>
                <a:cs typeface="Times"/>
                <a:sym typeface="Times"/>
              </a:rPr>
              <a:t>prop denote the maximum time it takes signal energy to propagate between any two adapters. Let </a:t>
            </a:r>
            <a:r>
              <a:rPr i="1" lang="en-US" sz="1800">
                <a:latin typeface="Times"/>
                <a:ea typeface="Times"/>
                <a:cs typeface="Times"/>
                <a:sym typeface="Times"/>
              </a:rPr>
              <a:t>d</a:t>
            </a:r>
            <a:r>
              <a:rPr lang="en-US" sz="1800">
                <a:latin typeface="Times"/>
                <a:ea typeface="Times"/>
                <a:cs typeface="Times"/>
                <a:sym typeface="Times"/>
              </a:rPr>
              <a:t>trans be the time to transmit a maximum-size frame (approximately 1.2 msecs for a 10 Mbps Ethernet).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328" name="Google Shape;2328;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4" name="Shape 2334"/>
        <p:cNvGrpSpPr/>
        <p:nvPr/>
      </p:nvGrpSpPr>
      <p:grpSpPr>
        <a:xfrm>
          <a:off x="0" y="0"/>
          <a:ext cx="0" cy="0"/>
          <a:chOff x="0" y="0"/>
          <a:chExt cx="0" cy="0"/>
        </a:xfrm>
      </p:grpSpPr>
      <p:sp>
        <p:nvSpPr>
          <p:cNvPr id="2335" name="Google Shape;2335;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6" name="Google Shape;2336;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7" name="Google Shape;2337;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3" name="Shape 2343"/>
        <p:cNvGrpSpPr/>
        <p:nvPr/>
      </p:nvGrpSpPr>
      <p:grpSpPr>
        <a:xfrm>
          <a:off x="0" y="0"/>
          <a:ext cx="0" cy="0"/>
          <a:chOff x="0" y="0"/>
          <a:chExt cx="0" cy="0"/>
        </a:xfrm>
      </p:grpSpPr>
      <p:sp>
        <p:nvSpPr>
          <p:cNvPr id="2344" name="Google Shape;2344;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5" name="Google Shape;2345;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Times"/>
              <a:buNone/>
            </a:pPr>
            <a:r>
              <a:rPr lang="en-US" sz="1800">
                <a:latin typeface="Times"/>
                <a:ea typeface="Times"/>
                <a:cs typeface="Times"/>
                <a:sym typeface="Times"/>
              </a:rPr>
              <a:t>The first drawback is that the protocol introduces a polling delay—the amount of time required to notify a node that it can transmit. If, for example, only one node is active, then the node will transmit at a rate less than </a:t>
            </a:r>
            <a:r>
              <a:rPr i="1" lang="en-US" sz="1800">
                <a:latin typeface="Times"/>
                <a:ea typeface="Times"/>
                <a:cs typeface="Times"/>
                <a:sym typeface="Times"/>
              </a:rPr>
              <a:t>R </a:t>
            </a:r>
            <a:r>
              <a:rPr lang="en-US" sz="1800">
                <a:latin typeface="Times"/>
                <a:ea typeface="Times"/>
                <a:cs typeface="Times"/>
                <a:sym typeface="Times"/>
              </a:rPr>
              <a:t>bps, as the master node must poll each of the inactive nodes in turn each time the active node has sent its maximum number of frames. The second drawback, which is potentially more serious, is that if the master node fails, the entire channel becomes inoperative. The Bluetooth protocol, which we will study in Section 6.3, is an example of a polling protocol. </a:t>
            </a:r>
            <a:endParaRPr/>
          </a:p>
          <a:p>
            <a:pPr indent="0" lvl="0" marL="0" rtl="0" algn="l">
              <a:spcBef>
                <a:spcPts val="0"/>
              </a:spcBef>
              <a:spcAft>
                <a:spcPts val="0"/>
              </a:spcAft>
              <a:buNone/>
            </a:pPr>
            <a:r>
              <a:t/>
            </a:r>
            <a:endParaRPr/>
          </a:p>
        </p:txBody>
      </p:sp>
      <p:sp>
        <p:nvSpPr>
          <p:cNvPr id="2346" name="Google Shape;2346;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4" name="Shape 2384"/>
        <p:cNvGrpSpPr/>
        <p:nvPr/>
      </p:nvGrpSpPr>
      <p:grpSpPr>
        <a:xfrm>
          <a:off x="0" y="0"/>
          <a:ext cx="0" cy="0"/>
          <a:chOff x="0" y="0"/>
          <a:chExt cx="0" cy="0"/>
        </a:xfrm>
      </p:grpSpPr>
      <p:sp>
        <p:nvSpPr>
          <p:cNvPr id="2385" name="Google Shape;2385;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6" name="Google Shape;2386;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Times"/>
              <a:buNone/>
            </a:pPr>
            <a:r>
              <a:rPr lang="en-US" sz="1800">
                <a:latin typeface="Times"/>
                <a:ea typeface="Times"/>
                <a:cs typeface="Times"/>
                <a:sym typeface="Times"/>
              </a:rPr>
              <a:t>no master node </a:t>
            </a:r>
            <a:endParaRPr/>
          </a:p>
          <a:p>
            <a:pPr indent="0" lvl="0" marL="0" rtl="0" algn="l">
              <a:spcBef>
                <a:spcPts val="0"/>
              </a:spcBef>
              <a:spcAft>
                <a:spcPts val="0"/>
              </a:spcAft>
              <a:buNone/>
            </a:pPr>
            <a:r>
              <a:t/>
            </a:r>
            <a:endParaRPr/>
          </a:p>
          <a:p>
            <a:pPr indent="0" lvl="0" marL="0" marR="0" rtl="0" algn="l">
              <a:lnSpc>
                <a:spcPct val="100000"/>
              </a:lnSpc>
              <a:spcBef>
                <a:spcPts val="0"/>
              </a:spcBef>
              <a:spcAft>
                <a:spcPts val="0"/>
              </a:spcAft>
              <a:buClr>
                <a:schemeClr val="dk1"/>
              </a:buClr>
              <a:buSzPts val="1800"/>
              <a:buFont typeface="Times"/>
              <a:buNone/>
            </a:pPr>
            <a:r>
              <a:rPr lang="en-US" sz="1800">
                <a:latin typeface="Times"/>
                <a:ea typeface="Times"/>
                <a:cs typeface="Times"/>
                <a:sym typeface="Times"/>
              </a:rPr>
              <a:t>But it has its problems as well. For example, the failure of one node can crash the entire channel. Or if a node accidentally neglects to release the token, then some recovery procedure must be invoked to get the token back in circulation. </a:t>
            </a:r>
            <a:endParaRPr/>
          </a:p>
          <a:p>
            <a:pPr indent="0" lvl="0" marL="0" rtl="0" algn="l">
              <a:spcBef>
                <a:spcPts val="0"/>
              </a:spcBef>
              <a:spcAft>
                <a:spcPts val="0"/>
              </a:spcAft>
              <a:buNone/>
            </a:pPr>
            <a:r>
              <a:t/>
            </a:r>
            <a:endParaRPr/>
          </a:p>
        </p:txBody>
      </p:sp>
      <p:sp>
        <p:nvSpPr>
          <p:cNvPr id="2387" name="Google Shape;2387;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9" name="Shape 2409"/>
        <p:cNvGrpSpPr/>
        <p:nvPr/>
      </p:nvGrpSpPr>
      <p:grpSpPr>
        <a:xfrm>
          <a:off x="0" y="0"/>
          <a:ext cx="0" cy="0"/>
          <a:chOff x="0" y="0"/>
          <a:chExt cx="0" cy="0"/>
        </a:xfrm>
      </p:grpSpPr>
      <p:sp>
        <p:nvSpPr>
          <p:cNvPr id="2410" name="Google Shape;2410;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1" name="Google Shape;2411;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6" name="Shape 2586"/>
        <p:cNvGrpSpPr/>
        <p:nvPr/>
      </p:nvGrpSpPr>
      <p:grpSpPr>
        <a:xfrm>
          <a:off x="0" y="0"/>
          <a:ext cx="0" cy="0"/>
          <a:chOff x="0" y="0"/>
          <a:chExt cx="0" cy="0"/>
        </a:xfrm>
      </p:grpSpPr>
      <p:sp>
        <p:nvSpPr>
          <p:cNvPr id="2587" name="Google Shape;2587;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88" name="Google Shape;2588;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9" name="Google Shape;2589;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6" name="Shape 2716"/>
        <p:cNvGrpSpPr/>
        <p:nvPr/>
      </p:nvGrpSpPr>
      <p:grpSpPr>
        <a:xfrm>
          <a:off x="0" y="0"/>
          <a:ext cx="0" cy="0"/>
          <a:chOff x="0" y="0"/>
          <a:chExt cx="0" cy="0"/>
        </a:xfrm>
      </p:grpSpPr>
      <p:sp>
        <p:nvSpPr>
          <p:cNvPr id="2717" name="Google Shape;2717;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18" name="Google Shape;2718;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9" name="Google Shape;2719;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4" name="Shape 2724"/>
        <p:cNvGrpSpPr/>
        <p:nvPr/>
      </p:nvGrpSpPr>
      <p:grpSpPr>
        <a:xfrm>
          <a:off x="0" y="0"/>
          <a:ext cx="0" cy="0"/>
          <a:chOff x="0" y="0"/>
          <a:chExt cx="0" cy="0"/>
        </a:xfrm>
      </p:grpSpPr>
      <p:sp>
        <p:nvSpPr>
          <p:cNvPr id="2725" name="Google Shape;2725;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6" name="Google Shape;2726;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7" name="Google Shape;2727;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4" name="Shape 2734"/>
        <p:cNvGrpSpPr/>
        <p:nvPr/>
      </p:nvGrpSpPr>
      <p:grpSpPr>
        <a:xfrm>
          <a:off x="0" y="0"/>
          <a:ext cx="0" cy="0"/>
          <a:chOff x="0" y="0"/>
          <a:chExt cx="0" cy="0"/>
        </a:xfrm>
      </p:grpSpPr>
      <p:sp>
        <p:nvSpPr>
          <p:cNvPr id="2735" name="Google Shape;2735;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6" name="Google Shape;2736;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7" name="Google Shape;2737;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7" name="Shape 2747"/>
        <p:cNvGrpSpPr/>
        <p:nvPr/>
      </p:nvGrpSpPr>
      <p:grpSpPr>
        <a:xfrm>
          <a:off x="0" y="0"/>
          <a:ext cx="0" cy="0"/>
          <a:chOff x="0" y="0"/>
          <a:chExt cx="0" cy="0"/>
        </a:xfrm>
      </p:grpSpPr>
      <p:sp>
        <p:nvSpPr>
          <p:cNvPr id="2748" name="Google Shape;2748;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49" name="Google Shape;2749;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0" name="Google Shape;2750;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9" name="Shape 2789"/>
        <p:cNvGrpSpPr/>
        <p:nvPr/>
      </p:nvGrpSpPr>
      <p:grpSpPr>
        <a:xfrm>
          <a:off x="0" y="0"/>
          <a:ext cx="0" cy="0"/>
          <a:chOff x="0" y="0"/>
          <a:chExt cx="0" cy="0"/>
        </a:xfrm>
      </p:grpSpPr>
      <p:sp>
        <p:nvSpPr>
          <p:cNvPr id="2790" name="Google Shape;2790;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91" name="Google Shape;2791;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2" name="Google Shape;2792;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7" name="Shape 2797"/>
        <p:cNvGrpSpPr/>
        <p:nvPr/>
      </p:nvGrpSpPr>
      <p:grpSpPr>
        <a:xfrm>
          <a:off x="0" y="0"/>
          <a:ext cx="0" cy="0"/>
          <a:chOff x="0" y="0"/>
          <a:chExt cx="0" cy="0"/>
        </a:xfrm>
      </p:grpSpPr>
      <p:sp>
        <p:nvSpPr>
          <p:cNvPr id="2798" name="Google Shape;2798;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99" name="Google Shape;2799;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0" name="Google Shape;2800;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5" name="Shape 2855"/>
        <p:cNvGrpSpPr/>
        <p:nvPr/>
      </p:nvGrpSpPr>
      <p:grpSpPr>
        <a:xfrm>
          <a:off x="0" y="0"/>
          <a:ext cx="0" cy="0"/>
          <a:chOff x="0" y="0"/>
          <a:chExt cx="0" cy="0"/>
        </a:xfrm>
      </p:grpSpPr>
      <p:sp>
        <p:nvSpPr>
          <p:cNvPr id="2856" name="Google Shape;2856;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57" name="Google Shape;2857;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58" name="Google Shape;2858;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7" name="Shape 2927"/>
        <p:cNvGrpSpPr/>
        <p:nvPr/>
      </p:nvGrpSpPr>
      <p:grpSpPr>
        <a:xfrm>
          <a:off x="0" y="0"/>
          <a:ext cx="0" cy="0"/>
          <a:chOff x="0" y="0"/>
          <a:chExt cx="0" cy="0"/>
        </a:xfrm>
      </p:grpSpPr>
      <p:sp>
        <p:nvSpPr>
          <p:cNvPr id="2928" name="Google Shape;2928;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29" name="Google Shape;2929;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0" name="Google Shape;2930;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7" name="Shape 2997"/>
        <p:cNvGrpSpPr/>
        <p:nvPr/>
      </p:nvGrpSpPr>
      <p:grpSpPr>
        <a:xfrm>
          <a:off x="0" y="0"/>
          <a:ext cx="0" cy="0"/>
          <a:chOff x="0" y="0"/>
          <a:chExt cx="0" cy="0"/>
        </a:xfrm>
      </p:grpSpPr>
      <p:sp>
        <p:nvSpPr>
          <p:cNvPr id="2998" name="Google Shape;2998;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99" name="Google Shape;2999;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0" name="Google Shape;3000;p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3" name="Shape 3063"/>
        <p:cNvGrpSpPr/>
        <p:nvPr/>
      </p:nvGrpSpPr>
      <p:grpSpPr>
        <a:xfrm>
          <a:off x="0" y="0"/>
          <a:ext cx="0" cy="0"/>
          <a:chOff x="0" y="0"/>
          <a:chExt cx="0" cy="0"/>
        </a:xfrm>
      </p:grpSpPr>
      <p:sp>
        <p:nvSpPr>
          <p:cNvPr id="3064" name="Google Shape;3064;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65" name="Google Shape;3065;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6" name="Google Shape;3066;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0" name="Shape 3130"/>
        <p:cNvGrpSpPr/>
        <p:nvPr/>
      </p:nvGrpSpPr>
      <p:grpSpPr>
        <a:xfrm>
          <a:off x="0" y="0"/>
          <a:ext cx="0" cy="0"/>
          <a:chOff x="0" y="0"/>
          <a:chExt cx="0" cy="0"/>
        </a:xfrm>
      </p:grpSpPr>
      <p:sp>
        <p:nvSpPr>
          <p:cNvPr id="3131" name="Google Shape;3131;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32" name="Google Shape;3132;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3" name="Google Shape;3133;p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8" name="Shape 3228"/>
        <p:cNvGrpSpPr/>
        <p:nvPr/>
      </p:nvGrpSpPr>
      <p:grpSpPr>
        <a:xfrm>
          <a:off x="0" y="0"/>
          <a:ext cx="0" cy="0"/>
          <a:chOff x="0" y="0"/>
          <a:chExt cx="0" cy="0"/>
        </a:xfrm>
      </p:grpSpPr>
      <p:sp>
        <p:nvSpPr>
          <p:cNvPr id="3229" name="Google Shape;3229;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30" name="Google Shape;3230;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1" name="Google Shape;3231;p5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1" name="Shape 3331"/>
        <p:cNvGrpSpPr/>
        <p:nvPr/>
      </p:nvGrpSpPr>
      <p:grpSpPr>
        <a:xfrm>
          <a:off x="0" y="0"/>
          <a:ext cx="0" cy="0"/>
          <a:chOff x="0" y="0"/>
          <a:chExt cx="0" cy="0"/>
        </a:xfrm>
      </p:grpSpPr>
      <p:sp>
        <p:nvSpPr>
          <p:cNvPr id="3332" name="Google Shape;3332;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33" name="Google Shape;3333;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34" name="Google Shape;3334;p5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5" name="Shape 3425"/>
        <p:cNvGrpSpPr/>
        <p:nvPr/>
      </p:nvGrpSpPr>
      <p:grpSpPr>
        <a:xfrm>
          <a:off x="0" y="0"/>
          <a:ext cx="0" cy="0"/>
          <a:chOff x="0" y="0"/>
          <a:chExt cx="0" cy="0"/>
        </a:xfrm>
      </p:grpSpPr>
      <p:sp>
        <p:nvSpPr>
          <p:cNvPr id="3426" name="Google Shape;3426;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27" name="Google Shape;3427;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28" name="Google Shape;3428;p5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5" name="Shape 3525"/>
        <p:cNvGrpSpPr/>
        <p:nvPr/>
      </p:nvGrpSpPr>
      <p:grpSpPr>
        <a:xfrm>
          <a:off x="0" y="0"/>
          <a:ext cx="0" cy="0"/>
          <a:chOff x="0" y="0"/>
          <a:chExt cx="0" cy="0"/>
        </a:xfrm>
      </p:grpSpPr>
      <p:sp>
        <p:nvSpPr>
          <p:cNvPr id="3526" name="Google Shape;3526;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27" name="Google Shape;3527;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28" name="Google Shape;3528;p5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6" name="Shape 3616"/>
        <p:cNvGrpSpPr/>
        <p:nvPr/>
      </p:nvGrpSpPr>
      <p:grpSpPr>
        <a:xfrm>
          <a:off x="0" y="0"/>
          <a:ext cx="0" cy="0"/>
          <a:chOff x="0" y="0"/>
          <a:chExt cx="0" cy="0"/>
        </a:xfrm>
      </p:grpSpPr>
      <p:sp>
        <p:nvSpPr>
          <p:cNvPr id="3617" name="Google Shape;3617;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18" name="Google Shape;3618;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19" name="Google Shape;3619;p5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6" name="Shape 3626"/>
        <p:cNvGrpSpPr/>
        <p:nvPr/>
      </p:nvGrpSpPr>
      <p:grpSpPr>
        <a:xfrm>
          <a:off x="0" y="0"/>
          <a:ext cx="0" cy="0"/>
          <a:chOff x="0" y="0"/>
          <a:chExt cx="0" cy="0"/>
        </a:xfrm>
      </p:grpSpPr>
      <p:sp>
        <p:nvSpPr>
          <p:cNvPr id="3627" name="Google Shape;3627;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28" name="Google Shape;3628;p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29" name="Google Shape;3629;p5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9" name="Shape 3639"/>
        <p:cNvGrpSpPr/>
        <p:nvPr/>
      </p:nvGrpSpPr>
      <p:grpSpPr>
        <a:xfrm>
          <a:off x="0" y="0"/>
          <a:ext cx="0" cy="0"/>
          <a:chOff x="0" y="0"/>
          <a:chExt cx="0" cy="0"/>
        </a:xfrm>
      </p:grpSpPr>
      <p:sp>
        <p:nvSpPr>
          <p:cNvPr id="3640" name="Google Shape;3640;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41" name="Google Shape;3641;p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42" name="Google Shape;3642;p5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9" name="Shape 3709"/>
        <p:cNvGrpSpPr/>
        <p:nvPr/>
      </p:nvGrpSpPr>
      <p:grpSpPr>
        <a:xfrm>
          <a:off x="0" y="0"/>
          <a:ext cx="0" cy="0"/>
          <a:chOff x="0" y="0"/>
          <a:chExt cx="0" cy="0"/>
        </a:xfrm>
      </p:grpSpPr>
      <p:sp>
        <p:nvSpPr>
          <p:cNvPr id="3710" name="Google Shape;3710;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11" name="Google Shape;3711;p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12" name="Google Shape;3712;p5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2" name="Shape 3732"/>
        <p:cNvGrpSpPr/>
        <p:nvPr/>
      </p:nvGrpSpPr>
      <p:grpSpPr>
        <a:xfrm>
          <a:off x="0" y="0"/>
          <a:ext cx="0" cy="0"/>
          <a:chOff x="0" y="0"/>
          <a:chExt cx="0" cy="0"/>
        </a:xfrm>
      </p:grpSpPr>
      <p:sp>
        <p:nvSpPr>
          <p:cNvPr id="3733" name="Google Shape;3733;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34" name="Google Shape;3734;p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35" name="Google Shape;3735;p5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7" name="Shape 3757"/>
        <p:cNvGrpSpPr/>
        <p:nvPr/>
      </p:nvGrpSpPr>
      <p:grpSpPr>
        <a:xfrm>
          <a:off x="0" y="0"/>
          <a:ext cx="0" cy="0"/>
          <a:chOff x="0" y="0"/>
          <a:chExt cx="0" cy="0"/>
        </a:xfrm>
      </p:grpSpPr>
      <p:sp>
        <p:nvSpPr>
          <p:cNvPr id="3758" name="Google Shape;3758;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59" name="Google Shape;3759;p5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60" name="Google Shape;3760;p5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5" name="Shape 3765"/>
        <p:cNvGrpSpPr/>
        <p:nvPr/>
      </p:nvGrpSpPr>
      <p:grpSpPr>
        <a:xfrm>
          <a:off x="0" y="0"/>
          <a:ext cx="0" cy="0"/>
          <a:chOff x="0" y="0"/>
          <a:chExt cx="0" cy="0"/>
        </a:xfrm>
      </p:grpSpPr>
      <p:sp>
        <p:nvSpPr>
          <p:cNvPr id="3766" name="Google Shape;3766;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67" name="Google Shape;3767;p6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68" name="Google Shape;3768;p6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2" name="Shape 3802"/>
        <p:cNvGrpSpPr/>
        <p:nvPr/>
      </p:nvGrpSpPr>
      <p:grpSpPr>
        <a:xfrm>
          <a:off x="0" y="0"/>
          <a:ext cx="0" cy="0"/>
          <a:chOff x="0" y="0"/>
          <a:chExt cx="0" cy="0"/>
        </a:xfrm>
      </p:grpSpPr>
      <p:sp>
        <p:nvSpPr>
          <p:cNvPr id="3803" name="Google Shape;3803;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04" name="Google Shape;3804;p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05" name="Google Shape;3805;p6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2" name="Shape 3812"/>
        <p:cNvGrpSpPr/>
        <p:nvPr/>
      </p:nvGrpSpPr>
      <p:grpSpPr>
        <a:xfrm>
          <a:off x="0" y="0"/>
          <a:ext cx="0" cy="0"/>
          <a:chOff x="0" y="0"/>
          <a:chExt cx="0" cy="0"/>
        </a:xfrm>
      </p:grpSpPr>
      <p:sp>
        <p:nvSpPr>
          <p:cNvPr id="3813" name="Google Shape;3813;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14" name="Google Shape;3814;p6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15" name="Google Shape;3815;p6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0" name="Shape 3820"/>
        <p:cNvGrpSpPr/>
        <p:nvPr/>
      </p:nvGrpSpPr>
      <p:grpSpPr>
        <a:xfrm>
          <a:off x="0" y="0"/>
          <a:ext cx="0" cy="0"/>
          <a:chOff x="0" y="0"/>
          <a:chExt cx="0" cy="0"/>
        </a:xfrm>
      </p:grpSpPr>
      <p:sp>
        <p:nvSpPr>
          <p:cNvPr id="3821" name="Google Shape;3821;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22" name="Google Shape;3822;p6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23" name="Google Shape;3823;p6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9" name="Shape 3879"/>
        <p:cNvGrpSpPr/>
        <p:nvPr/>
      </p:nvGrpSpPr>
      <p:grpSpPr>
        <a:xfrm>
          <a:off x="0" y="0"/>
          <a:ext cx="0" cy="0"/>
          <a:chOff x="0" y="0"/>
          <a:chExt cx="0" cy="0"/>
        </a:xfrm>
      </p:grpSpPr>
      <p:sp>
        <p:nvSpPr>
          <p:cNvPr id="3880" name="Google Shape;3880;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81" name="Google Shape;3881;p6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82" name="Google Shape;3882;p6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0" name="Shape 3940"/>
        <p:cNvGrpSpPr/>
        <p:nvPr/>
      </p:nvGrpSpPr>
      <p:grpSpPr>
        <a:xfrm>
          <a:off x="0" y="0"/>
          <a:ext cx="0" cy="0"/>
          <a:chOff x="0" y="0"/>
          <a:chExt cx="0" cy="0"/>
        </a:xfrm>
      </p:grpSpPr>
      <p:sp>
        <p:nvSpPr>
          <p:cNvPr id="3941" name="Google Shape;3941;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42" name="Google Shape;3942;p6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43" name="Google Shape;3943;p6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7" name="Shape 3997"/>
        <p:cNvGrpSpPr/>
        <p:nvPr/>
      </p:nvGrpSpPr>
      <p:grpSpPr>
        <a:xfrm>
          <a:off x="0" y="0"/>
          <a:ext cx="0" cy="0"/>
          <a:chOff x="0" y="0"/>
          <a:chExt cx="0" cy="0"/>
        </a:xfrm>
      </p:grpSpPr>
      <p:sp>
        <p:nvSpPr>
          <p:cNvPr id="3998" name="Google Shape;3998;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99" name="Google Shape;3999;p6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00" name="Google Shape;4000;p6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5" name="Shape 4075"/>
        <p:cNvGrpSpPr/>
        <p:nvPr/>
      </p:nvGrpSpPr>
      <p:grpSpPr>
        <a:xfrm>
          <a:off x="0" y="0"/>
          <a:ext cx="0" cy="0"/>
          <a:chOff x="0" y="0"/>
          <a:chExt cx="0" cy="0"/>
        </a:xfrm>
      </p:grpSpPr>
      <p:sp>
        <p:nvSpPr>
          <p:cNvPr id="4076" name="Google Shape;4076;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77" name="Google Shape;4077;p6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78" name="Google Shape;4078;p6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3" name="Shape 4083"/>
        <p:cNvGrpSpPr/>
        <p:nvPr/>
      </p:nvGrpSpPr>
      <p:grpSpPr>
        <a:xfrm>
          <a:off x="0" y="0"/>
          <a:ext cx="0" cy="0"/>
          <a:chOff x="0" y="0"/>
          <a:chExt cx="0" cy="0"/>
        </a:xfrm>
      </p:grpSpPr>
      <p:sp>
        <p:nvSpPr>
          <p:cNvPr id="4084" name="Google Shape;4084;p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85" name="Google Shape;4085;p6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86" name="Google Shape;4086;p6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6" name="Shape 4196"/>
        <p:cNvGrpSpPr/>
        <p:nvPr/>
      </p:nvGrpSpPr>
      <p:grpSpPr>
        <a:xfrm>
          <a:off x="0" y="0"/>
          <a:ext cx="0" cy="0"/>
          <a:chOff x="0" y="0"/>
          <a:chExt cx="0" cy="0"/>
        </a:xfrm>
      </p:grpSpPr>
      <p:sp>
        <p:nvSpPr>
          <p:cNvPr id="4197" name="Google Shape;4197;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98" name="Google Shape;4198;p6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99" name="Google Shape;4199;p6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6" name="Shape 4296"/>
        <p:cNvGrpSpPr/>
        <p:nvPr/>
      </p:nvGrpSpPr>
      <p:grpSpPr>
        <a:xfrm>
          <a:off x="0" y="0"/>
          <a:ext cx="0" cy="0"/>
          <a:chOff x="0" y="0"/>
          <a:chExt cx="0" cy="0"/>
        </a:xfrm>
      </p:grpSpPr>
      <p:sp>
        <p:nvSpPr>
          <p:cNvPr id="4297" name="Google Shape;4297;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98" name="Google Shape;4298;p7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99" name="Google Shape;4299;p7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7" name="Shape 4397"/>
        <p:cNvGrpSpPr/>
        <p:nvPr/>
      </p:nvGrpSpPr>
      <p:grpSpPr>
        <a:xfrm>
          <a:off x="0" y="0"/>
          <a:ext cx="0" cy="0"/>
          <a:chOff x="0" y="0"/>
          <a:chExt cx="0" cy="0"/>
        </a:xfrm>
      </p:grpSpPr>
      <p:sp>
        <p:nvSpPr>
          <p:cNvPr id="4398" name="Google Shape;4398;p7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99" name="Google Shape;4399;p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1" name="Shape 4651"/>
        <p:cNvGrpSpPr/>
        <p:nvPr/>
      </p:nvGrpSpPr>
      <p:grpSpPr>
        <a:xfrm>
          <a:off x="0" y="0"/>
          <a:ext cx="0" cy="0"/>
          <a:chOff x="0" y="0"/>
          <a:chExt cx="0" cy="0"/>
        </a:xfrm>
      </p:grpSpPr>
      <p:sp>
        <p:nvSpPr>
          <p:cNvPr id="4652" name="Google Shape;4652;p7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53" name="Google Shape;4653;p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5" name="Shape 4925"/>
        <p:cNvGrpSpPr/>
        <p:nvPr/>
      </p:nvGrpSpPr>
      <p:grpSpPr>
        <a:xfrm>
          <a:off x="0" y="0"/>
          <a:ext cx="0" cy="0"/>
          <a:chOff x="0" y="0"/>
          <a:chExt cx="0" cy="0"/>
        </a:xfrm>
      </p:grpSpPr>
      <p:sp>
        <p:nvSpPr>
          <p:cNvPr id="4926" name="Google Shape;4926;p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27" name="Google Shape;4927;p7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28" name="Google Shape;4928;p7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9" name="Shape 4999"/>
        <p:cNvGrpSpPr/>
        <p:nvPr/>
      </p:nvGrpSpPr>
      <p:grpSpPr>
        <a:xfrm>
          <a:off x="0" y="0"/>
          <a:ext cx="0" cy="0"/>
          <a:chOff x="0" y="0"/>
          <a:chExt cx="0" cy="0"/>
        </a:xfrm>
      </p:grpSpPr>
      <p:sp>
        <p:nvSpPr>
          <p:cNvPr id="5000" name="Google Shape;5000;p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01" name="Google Shape;5001;p7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02" name="Google Shape;5002;p7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9" name="Shape 5009"/>
        <p:cNvGrpSpPr/>
        <p:nvPr/>
      </p:nvGrpSpPr>
      <p:grpSpPr>
        <a:xfrm>
          <a:off x="0" y="0"/>
          <a:ext cx="0" cy="0"/>
          <a:chOff x="0" y="0"/>
          <a:chExt cx="0" cy="0"/>
        </a:xfrm>
      </p:grpSpPr>
      <p:sp>
        <p:nvSpPr>
          <p:cNvPr id="5010" name="Google Shape;5010;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11" name="Google Shape;5011;p7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12" name="Google Shape;5012;p7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8" name="Shape 5198"/>
        <p:cNvGrpSpPr/>
        <p:nvPr/>
      </p:nvGrpSpPr>
      <p:grpSpPr>
        <a:xfrm>
          <a:off x="0" y="0"/>
          <a:ext cx="0" cy="0"/>
          <a:chOff x="0" y="0"/>
          <a:chExt cx="0" cy="0"/>
        </a:xfrm>
      </p:grpSpPr>
      <p:sp>
        <p:nvSpPr>
          <p:cNvPr id="5199" name="Google Shape;5199;p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00" name="Google Shape;5200;p7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01" name="Google Shape;5201;p7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8" name="Shape 5398"/>
        <p:cNvGrpSpPr/>
        <p:nvPr/>
      </p:nvGrpSpPr>
      <p:grpSpPr>
        <a:xfrm>
          <a:off x="0" y="0"/>
          <a:ext cx="0" cy="0"/>
          <a:chOff x="0" y="0"/>
          <a:chExt cx="0" cy="0"/>
        </a:xfrm>
      </p:grpSpPr>
      <p:sp>
        <p:nvSpPr>
          <p:cNvPr id="5399" name="Google Shape;5399;p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00" name="Google Shape;5400;p7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01" name="Google Shape;5401;p7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9" name="Shape 5559"/>
        <p:cNvGrpSpPr/>
        <p:nvPr/>
      </p:nvGrpSpPr>
      <p:grpSpPr>
        <a:xfrm>
          <a:off x="0" y="0"/>
          <a:ext cx="0" cy="0"/>
          <a:chOff x="0" y="0"/>
          <a:chExt cx="0" cy="0"/>
        </a:xfrm>
      </p:grpSpPr>
      <p:sp>
        <p:nvSpPr>
          <p:cNvPr id="5560" name="Google Shape;5560;p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61" name="Google Shape;5561;p7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62" name="Google Shape;5562;p7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3" name="Shape 5643"/>
        <p:cNvGrpSpPr/>
        <p:nvPr/>
      </p:nvGrpSpPr>
      <p:grpSpPr>
        <a:xfrm>
          <a:off x="0" y="0"/>
          <a:ext cx="0" cy="0"/>
          <a:chOff x="0" y="0"/>
          <a:chExt cx="0" cy="0"/>
        </a:xfrm>
      </p:grpSpPr>
      <p:sp>
        <p:nvSpPr>
          <p:cNvPr id="5644" name="Google Shape;5644;p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45" name="Google Shape;5645;p7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46" name="Google Shape;5646;p7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2" name="Shape 5762"/>
        <p:cNvGrpSpPr/>
        <p:nvPr/>
      </p:nvGrpSpPr>
      <p:grpSpPr>
        <a:xfrm>
          <a:off x="0" y="0"/>
          <a:ext cx="0" cy="0"/>
          <a:chOff x="0" y="0"/>
          <a:chExt cx="0" cy="0"/>
        </a:xfrm>
      </p:grpSpPr>
      <p:sp>
        <p:nvSpPr>
          <p:cNvPr id="5763" name="Google Shape;5763;p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64" name="Google Shape;5764;p8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65" name="Google Shape;5765;p8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2" name="Shape 5812"/>
        <p:cNvGrpSpPr/>
        <p:nvPr/>
      </p:nvGrpSpPr>
      <p:grpSpPr>
        <a:xfrm>
          <a:off x="0" y="0"/>
          <a:ext cx="0" cy="0"/>
          <a:chOff x="0" y="0"/>
          <a:chExt cx="0" cy="0"/>
        </a:xfrm>
      </p:grpSpPr>
      <p:sp>
        <p:nvSpPr>
          <p:cNvPr id="5813" name="Google Shape;5813;p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14" name="Google Shape;5814;p8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15" name="Google Shape;5815;p8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4" name="Shape 5964"/>
        <p:cNvGrpSpPr/>
        <p:nvPr/>
      </p:nvGrpSpPr>
      <p:grpSpPr>
        <a:xfrm>
          <a:off x="0" y="0"/>
          <a:ext cx="0" cy="0"/>
          <a:chOff x="0" y="0"/>
          <a:chExt cx="0" cy="0"/>
        </a:xfrm>
      </p:grpSpPr>
      <p:sp>
        <p:nvSpPr>
          <p:cNvPr id="5965" name="Google Shape;5965;p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66" name="Google Shape;5966;p8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67" name="Google Shape;5967;p8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4" name="Shape 5974"/>
        <p:cNvGrpSpPr/>
        <p:nvPr/>
      </p:nvGrpSpPr>
      <p:grpSpPr>
        <a:xfrm>
          <a:off x="0" y="0"/>
          <a:ext cx="0" cy="0"/>
          <a:chOff x="0" y="0"/>
          <a:chExt cx="0" cy="0"/>
        </a:xfrm>
      </p:grpSpPr>
      <p:sp>
        <p:nvSpPr>
          <p:cNvPr id="5975" name="Google Shape;5975;p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76" name="Google Shape;5976;p8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77" name="Google Shape;5977;p8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8" name="Shape 6008"/>
        <p:cNvGrpSpPr/>
        <p:nvPr/>
      </p:nvGrpSpPr>
      <p:grpSpPr>
        <a:xfrm>
          <a:off x="0" y="0"/>
          <a:ext cx="0" cy="0"/>
          <a:chOff x="0" y="0"/>
          <a:chExt cx="0" cy="0"/>
        </a:xfrm>
      </p:grpSpPr>
      <p:sp>
        <p:nvSpPr>
          <p:cNvPr id="6009" name="Google Shape;6009;p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10" name="Google Shape;6010;p8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11" name="Google Shape;6011;p8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6" name="Shape 6016"/>
        <p:cNvGrpSpPr/>
        <p:nvPr/>
      </p:nvGrpSpPr>
      <p:grpSpPr>
        <a:xfrm>
          <a:off x="0" y="0"/>
          <a:ext cx="0" cy="0"/>
          <a:chOff x="0" y="0"/>
          <a:chExt cx="0" cy="0"/>
        </a:xfrm>
      </p:grpSpPr>
      <p:sp>
        <p:nvSpPr>
          <p:cNvPr id="6017" name="Google Shape;6017;p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18" name="Google Shape;6018;p8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19" name="Google Shape;6019;p8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8" name="Shape 6098"/>
        <p:cNvGrpSpPr/>
        <p:nvPr/>
      </p:nvGrpSpPr>
      <p:grpSpPr>
        <a:xfrm>
          <a:off x="0" y="0"/>
          <a:ext cx="0" cy="0"/>
          <a:chOff x="0" y="0"/>
          <a:chExt cx="0" cy="0"/>
        </a:xfrm>
      </p:grpSpPr>
      <p:sp>
        <p:nvSpPr>
          <p:cNvPr id="6099" name="Google Shape;6099;p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00" name="Google Shape;6100;p8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01" name="Google Shape;6101;p8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5" name="Shape 6195"/>
        <p:cNvGrpSpPr/>
        <p:nvPr/>
      </p:nvGrpSpPr>
      <p:grpSpPr>
        <a:xfrm>
          <a:off x="0" y="0"/>
          <a:ext cx="0" cy="0"/>
          <a:chOff x="0" y="0"/>
          <a:chExt cx="0" cy="0"/>
        </a:xfrm>
      </p:grpSpPr>
      <p:sp>
        <p:nvSpPr>
          <p:cNvPr id="6196" name="Google Shape;6196;p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97" name="Google Shape;6197;p8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98" name="Google Shape;6198;p8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8" name="Shape 6278"/>
        <p:cNvGrpSpPr/>
        <p:nvPr/>
      </p:nvGrpSpPr>
      <p:grpSpPr>
        <a:xfrm>
          <a:off x="0" y="0"/>
          <a:ext cx="0" cy="0"/>
          <a:chOff x="0" y="0"/>
          <a:chExt cx="0" cy="0"/>
        </a:xfrm>
      </p:grpSpPr>
      <p:sp>
        <p:nvSpPr>
          <p:cNvPr id="6279" name="Google Shape;6279;p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80" name="Google Shape;6280;p8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81" name="Google Shape;6281;p8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4" name="Shape 6404"/>
        <p:cNvGrpSpPr/>
        <p:nvPr/>
      </p:nvGrpSpPr>
      <p:grpSpPr>
        <a:xfrm>
          <a:off x="0" y="0"/>
          <a:ext cx="0" cy="0"/>
          <a:chOff x="0" y="0"/>
          <a:chExt cx="0" cy="0"/>
        </a:xfrm>
      </p:grpSpPr>
      <p:sp>
        <p:nvSpPr>
          <p:cNvPr id="6405" name="Google Shape;6405;p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06" name="Google Shape;6406;p8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07" name="Google Shape;6407;p8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4" name="Shape 6414"/>
        <p:cNvGrpSpPr/>
        <p:nvPr/>
      </p:nvGrpSpPr>
      <p:grpSpPr>
        <a:xfrm>
          <a:off x="0" y="0"/>
          <a:ext cx="0" cy="0"/>
          <a:chOff x="0" y="0"/>
          <a:chExt cx="0" cy="0"/>
        </a:xfrm>
      </p:grpSpPr>
      <p:sp>
        <p:nvSpPr>
          <p:cNvPr id="6415" name="Google Shape;6415;p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16" name="Google Shape;6416;p9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17" name="Google Shape;6417;p9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5" name="Shape 6425"/>
        <p:cNvGrpSpPr/>
        <p:nvPr/>
      </p:nvGrpSpPr>
      <p:grpSpPr>
        <a:xfrm>
          <a:off x="0" y="0"/>
          <a:ext cx="0" cy="0"/>
          <a:chOff x="0" y="0"/>
          <a:chExt cx="0" cy="0"/>
        </a:xfrm>
      </p:grpSpPr>
      <p:sp>
        <p:nvSpPr>
          <p:cNvPr id="6426" name="Google Shape;6426;p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27" name="Google Shape;6427;p9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28" name="Google Shape;6428;p9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5" name="Shape 7545"/>
        <p:cNvGrpSpPr/>
        <p:nvPr/>
      </p:nvGrpSpPr>
      <p:grpSpPr>
        <a:xfrm>
          <a:off x="0" y="0"/>
          <a:ext cx="0" cy="0"/>
          <a:chOff x="0" y="0"/>
          <a:chExt cx="0" cy="0"/>
        </a:xfrm>
      </p:grpSpPr>
      <p:sp>
        <p:nvSpPr>
          <p:cNvPr id="7546" name="Google Shape;7546;p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47" name="Google Shape;7547;p9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48" name="Google Shape;7548;p9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5" name="Shape 7555"/>
        <p:cNvGrpSpPr/>
        <p:nvPr/>
      </p:nvGrpSpPr>
      <p:grpSpPr>
        <a:xfrm>
          <a:off x="0" y="0"/>
          <a:ext cx="0" cy="0"/>
          <a:chOff x="0" y="0"/>
          <a:chExt cx="0" cy="0"/>
        </a:xfrm>
      </p:grpSpPr>
      <p:sp>
        <p:nvSpPr>
          <p:cNvPr id="7556" name="Google Shape;7556;p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57" name="Google Shape;7557;p9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58" name="Google Shape;7558;p9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8" name="Shape 7808"/>
        <p:cNvGrpSpPr/>
        <p:nvPr/>
      </p:nvGrpSpPr>
      <p:grpSpPr>
        <a:xfrm>
          <a:off x="0" y="0"/>
          <a:ext cx="0" cy="0"/>
          <a:chOff x="0" y="0"/>
          <a:chExt cx="0" cy="0"/>
        </a:xfrm>
      </p:grpSpPr>
      <p:sp>
        <p:nvSpPr>
          <p:cNvPr id="7809" name="Google Shape;7809;p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10" name="Google Shape;7810;p9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11" name="Google Shape;7811;p9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2" name="Shape 8962"/>
        <p:cNvGrpSpPr/>
        <p:nvPr/>
      </p:nvGrpSpPr>
      <p:grpSpPr>
        <a:xfrm>
          <a:off x="0" y="0"/>
          <a:ext cx="0" cy="0"/>
          <a:chOff x="0" y="0"/>
          <a:chExt cx="0" cy="0"/>
        </a:xfrm>
      </p:grpSpPr>
      <p:sp>
        <p:nvSpPr>
          <p:cNvPr id="8963" name="Google Shape;8963;p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64" name="Google Shape;8964;p9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65" name="Google Shape;8965;p9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1" name="Shape 8971"/>
        <p:cNvGrpSpPr/>
        <p:nvPr/>
      </p:nvGrpSpPr>
      <p:grpSpPr>
        <a:xfrm>
          <a:off x="0" y="0"/>
          <a:ext cx="0" cy="0"/>
          <a:chOff x="0" y="0"/>
          <a:chExt cx="0" cy="0"/>
        </a:xfrm>
      </p:grpSpPr>
      <p:sp>
        <p:nvSpPr>
          <p:cNvPr id="8972" name="Google Shape;8972;p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73" name="Google Shape;8973;p9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Repeat after each reveal</a:t>
            </a:r>
            <a:r>
              <a:rPr b="1" lang="en-US"/>
              <a:t>: no protocol</a:t>
            </a:r>
            <a:endParaRPr/>
          </a:p>
          <a:p>
            <a:pPr indent="0" lvl="0" marL="0" marR="0" rtl="0" algn="l">
              <a:lnSpc>
                <a:spcPct val="100000"/>
              </a:lnSpc>
              <a:spcBef>
                <a:spcPts val="0"/>
              </a:spcBef>
              <a:spcAft>
                <a:spcPts val="0"/>
              </a:spcAft>
              <a:buClr>
                <a:schemeClr val="dk1"/>
              </a:buClr>
              <a:buSzPts val="1200"/>
              <a:buFont typeface="Calibri"/>
              <a:buNone/>
            </a:pPr>
            <a:r>
              <a:t/>
            </a:r>
            <a:endParaRPr b="1"/>
          </a:p>
          <a:p>
            <a:pPr indent="0" lvl="0" marL="0" marR="0" rtl="0" algn="l">
              <a:lnSpc>
                <a:spcPct val="100000"/>
              </a:lnSpc>
              <a:spcBef>
                <a:spcPts val="0"/>
              </a:spcBef>
              <a:spcAft>
                <a:spcPts val="0"/>
              </a:spcAft>
              <a:buClr>
                <a:schemeClr val="dk1"/>
              </a:buClr>
              <a:buSzPts val="1200"/>
              <a:buFont typeface="Calibri"/>
              <a:buNone/>
            </a:pPr>
            <a:r>
              <a:rPr lang="en-US"/>
              <a:t>Coflows: “a </a:t>
            </a:r>
            <a:r>
              <a:rPr i="1" lang="en-US">
                <a:solidFill>
                  <a:srgbClr val="C00000"/>
                </a:solidFill>
              </a:rPr>
              <a:t>collection of flows </a:t>
            </a:r>
            <a:r>
              <a:rPr lang="en-US"/>
              <a:t>between two groups of machines with associated semantics and a collective objective”; [Sigcomm’13, Sigcomm’15, Sigcomm’18].  Not unlike multiprocessor scheduling in the 1980’s</a:t>
            </a:r>
            <a:endParaRPr/>
          </a:p>
          <a:p>
            <a:pPr indent="0" lvl="0" marL="0" rtl="0" algn="l">
              <a:spcBef>
                <a:spcPts val="0"/>
              </a:spcBef>
              <a:spcAft>
                <a:spcPts val="0"/>
              </a:spcAft>
              <a:buNone/>
            </a:pPr>
            <a:r>
              <a:t/>
            </a:r>
            <a:endParaRPr/>
          </a:p>
        </p:txBody>
      </p:sp>
      <p:sp>
        <p:nvSpPr>
          <p:cNvPr id="8974" name="Google Shape;8974;p9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5" name="Shape 8985"/>
        <p:cNvGrpSpPr/>
        <p:nvPr/>
      </p:nvGrpSpPr>
      <p:grpSpPr>
        <a:xfrm>
          <a:off x="0" y="0"/>
          <a:ext cx="0" cy="0"/>
          <a:chOff x="0" y="0"/>
          <a:chExt cx="0" cy="0"/>
        </a:xfrm>
      </p:grpSpPr>
      <p:sp>
        <p:nvSpPr>
          <p:cNvPr id="8986" name="Google Shape;8986;p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87" name="Google Shape;8987;p9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88" name="Google Shape;8988;p9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95" name="Shape 8995"/>
        <p:cNvGrpSpPr/>
        <p:nvPr/>
      </p:nvGrpSpPr>
      <p:grpSpPr>
        <a:xfrm>
          <a:off x="0" y="0"/>
          <a:ext cx="0" cy="0"/>
          <a:chOff x="0" y="0"/>
          <a:chExt cx="0" cy="0"/>
        </a:xfrm>
      </p:grpSpPr>
      <p:sp>
        <p:nvSpPr>
          <p:cNvPr id="8996" name="Google Shape;8996;p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97" name="Google Shape;8997;p9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98" name="Google Shape;8998;p9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03" name="Shape 9003"/>
        <p:cNvGrpSpPr/>
        <p:nvPr/>
      </p:nvGrpSpPr>
      <p:grpSpPr>
        <a:xfrm>
          <a:off x="0" y="0"/>
          <a:ext cx="0" cy="0"/>
          <a:chOff x="0" y="0"/>
          <a:chExt cx="0" cy="0"/>
        </a:xfrm>
      </p:grpSpPr>
      <p:sp>
        <p:nvSpPr>
          <p:cNvPr id="9004" name="Google Shape;9004;p9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05" name="Google Shape;9005;p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29" name="Shape 9229"/>
        <p:cNvGrpSpPr/>
        <p:nvPr/>
      </p:nvGrpSpPr>
      <p:grpSpPr>
        <a:xfrm>
          <a:off x="0" y="0"/>
          <a:ext cx="0" cy="0"/>
          <a:chOff x="0" y="0"/>
          <a:chExt cx="0" cy="0"/>
        </a:xfrm>
      </p:grpSpPr>
      <p:sp>
        <p:nvSpPr>
          <p:cNvPr id="9230" name="Google Shape;9230;p10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31" name="Google Shape;9231;p1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29" name="Shape 9429"/>
        <p:cNvGrpSpPr/>
        <p:nvPr/>
      </p:nvGrpSpPr>
      <p:grpSpPr>
        <a:xfrm>
          <a:off x="0" y="0"/>
          <a:ext cx="0" cy="0"/>
          <a:chOff x="0" y="0"/>
          <a:chExt cx="0" cy="0"/>
        </a:xfrm>
      </p:grpSpPr>
      <p:sp>
        <p:nvSpPr>
          <p:cNvPr id="9430" name="Google Shape;9430;p10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31" name="Google Shape;9431;p1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27" name="Shape 9627"/>
        <p:cNvGrpSpPr/>
        <p:nvPr/>
      </p:nvGrpSpPr>
      <p:grpSpPr>
        <a:xfrm>
          <a:off x="0" y="0"/>
          <a:ext cx="0" cy="0"/>
          <a:chOff x="0" y="0"/>
          <a:chExt cx="0" cy="0"/>
        </a:xfrm>
      </p:grpSpPr>
      <p:sp>
        <p:nvSpPr>
          <p:cNvPr id="9628" name="Google Shape;9628;p10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29" name="Google Shape;9629;p1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76" name="Shape 9776"/>
        <p:cNvGrpSpPr/>
        <p:nvPr/>
      </p:nvGrpSpPr>
      <p:grpSpPr>
        <a:xfrm>
          <a:off x="0" y="0"/>
          <a:ext cx="0" cy="0"/>
          <a:chOff x="0" y="0"/>
          <a:chExt cx="0" cy="0"/>
        </a:xfrm>
      </p:grpSpPr>
      <p:sp>
        <p:nvSpPr>
          <p:cNvPr id="9777" name="Google Shape;9777;p10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78" name="Google Shape;9778;p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76" name="Shape 10076"/>
        <p:cNvGrpSpPr/>
        <p:nvPr/>
      </p:nvGrpSpPr>
      <p:grpSpPr>
        <a:xfrm>
          <a:off x="0" y="0"/>
          <a:ext cx="0" cy="0"/>
          <a:chOff x="0" y="0"/>
          <a:chExt cx="0" cy="0"/>
        </a:xfrm>
      </p:grpSpPr>
      <p:sp>
        <p:nvSpPr>
          <p:cNvPr id="10077" name="Google Shape;10077;p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78" name="Google Shape;10078;p10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79" name="Google Shape;10079;p10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0" name="Shape 10390"/>
        <p:cNvGrpSpPr/>
        <p:nvPr/>
      </p:nvGrpSpPr>
      <p:grpSpPr>
        <a:xfrm>
          <a:off x="0" y="0"/>
          <a:ext cx="0" cy="0"/>
          <a:chOff x="0" y="0"/>
          <a:chExt cx="0" cy="0"/>
        </a:xfrm>
      </p:grpSpPr>
      <p:sp>
        <p:nvSpPr>
          <p:cNvPr id="10391" name="Google Shape;10391;p1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92" name="Google Shape;10392;p10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93" name="Google Shape;10393;p10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28" name="Shape 10728"/>
        <p:cNvGrpSpPr/>
        <p:nvPr/>
      </p:nvGrpSpPr>
      <p:grpSpPr>
        <a:xfrm>
          <a:off x="0" y="0"/>
          <a:ext cx="0" cy="0"/>
          <a:chOff x="0" y="0"/>
          <a:chExt cx="0" cy="0"/>
        </a:xfrm>
      </p:grpSpPr>
      <p:sp>
        <p:nvSpPr>
          <p:cNvPr id="10729" name="Google Shape;10729;p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30" name="Google Shape;10730;p10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31" name="Google Shape;10731;p10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36" name="Shape 10736"/>
        <p:cNvGrpSpPr/>
        <p:nvPr/>
      </p:nvGrpSpPr>
      <p:grpSpPr>
        <a:xfrm>
          <a:off x="0" y="0"/>
          <a:ext cx="0" cy="0"/>
          <a:chOff x="0" y="0"/>
          <a:chExt cx="0" cy="0"/>
        </a:xfrm>
      </p:grpSpPr>
      <p:sp>
        <p:nvSpPr>
          <p:cNvPr id="10737" name="Google Shape;10737;p1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38" name="Google Shape;10738;p10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39" name="Google Shape;10739;p10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44" name="Shape 10744"/>
        <p:cNvGrpSpPr/>
        <p:nvPr/>
      </p:nvGrpSpPr>
      <p:grpSpPr>
        <a:xfrm>
          <a:off x="0" y="0"/>
          <a:ext cx="0" cy="0"/>
          <a:chOff x="0" y="0"/>
          <a:chExt cx="0" cy="0"/>
        </a:xfrm>
      </p:grpSpPr>
      <p:sp>
        <p:nvSpPr>
          <p:cNvPr id="10745" name="Google Shape;10745;p1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46" name="Google Shape;10746;p10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47" name="Google Shape;10747;p10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51" name="Shape 10751"/>
        <p:cNvGrpSpPr/>
        <p:nvPr/>
      </p:nvGrpSpPr>
      <p:grpSpPr>
        <a:xfrm>
          <a:off x="0" y="0"/>
          <a:ext cx="0" cy="0"/>
          <a:chOff x="0" y="0"/>
          <a:chExt cx="0" cy="0"/>
        </a:xfrm>
      </p:grpSpPr>
      <p:sp>
        <p:nvSpPr>
          <p:cNvPr id="10752" name="Google Shape;10752;p1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53" name="Google Shape;10753;p10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54" name="Google Shape;10754;p10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 name="Shape 13"/>
        <p:cNvGrpSpPr/>
        <p:nvPr/>
      </p:nvGrpSpPr>
      <p:grpSpPr>
        <a:xfrm>
          <a:off x="0" y="0"/>
          <a:ext cx="0" cy="0"/>
          <a:chOff x="0" y="0"/>
          <a:chExt cx="0" cy="0"/>
        </a:xfrm>
      </p:grpSpPr>
      <p:sp>
        <p:nvSpPr>
          <p:cNvPr id="14" name="Google Shape;14;p2"/>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Link Layer: 6-</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6" name="Shape 16"/>
        <p:cNvGrpSpPr/>
        <p:nvPr/>
      </p:nvGrpSpPr>
      <p:grpSpPr>
        <a:xfrm>
          <a:off x="0" y="0"/>
          <a:ext cx="0" cy="0"/>
          <a:chOff x="0" y="0"/>
          <a:chExt cx="0" cy="0"/>
        </a:xfrm>
      </p:grpSpPr>
      <p:sp>
        <p:nvSpPr>
          <p:cNvPr id="17" name="Google Shape;17;p3"/>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 name="Google Shape;19;p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Link Layer: 6-</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1" name="Shape 21"/>
        <p:cNvGrpSpPr/>
        <p:nvPr/>
      </p:nvGrpSpPr>
      <p:grpSpPr>
        <a:xfrm>
          <a:off x="0" y="0"/>
          <a:ext cx="0" cy="0"/>
          <a:chOff x="0" y="0"/>
          <a:chExt cx="0" cy="0"/>
        </a:xfrm>
      </p:grpSpPr>
      <p:sp>
        <p:nvSpPr>
          <p:cNvPr id="22" name="Google Shape;22;p4"/>
          <p:cNvSpPr txBox="1"/>
          <p:nvPr>
            <p:ph idx="1" type="body"/>
          </p:nvPr>
        </p:nvSpPr>
        <p:spPr>
          <a:xfrm>
            <a:off x="838200" y="1724027"/>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 name="Google Shape;23;p4"/>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Link Layer: 6-</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 name="Shape 25"/>
        <p:cNvGrpSpPr/>
        <p:nvPr/>
      </p:nvGrpSpPr>
      <p:grpSpPr>
        <a:xfrm>
          <a:off x="0" y="0"/>
          <a:ext cx="0" cy="0"/>
          <a:chOff x="0" y="0"/>
          <a:chExt cx="0" cy="0"/>
        </a:xfrm>
      </p:grpSpPr>
      <p:sp>
        <p:nvSpPr>
          <p:cNvPr id="26" name="Google Shape;26;p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0000A3"/>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SzPts val="2400"/>
              <a:buNone/>
              <a:defRPr sz="2400"/>
            </a:lvl1pPr>
            <a:lvl2pPr lvl="1" algn="ctr">
              <a:lnSpc>
                <a:spcPct val="90000"/>
              </a:lnSpc>
              <a:spcBef>
                <a:spcPts val="500"/>
              </a:spcBef>
              <a:spcAft>
                <a:spcPts val="0"/>
              </a:spcAft>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8" name="Google Shape;28;p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100">
                <a:solidFill>
                  <a:srgbClr val="7F7F7F"/>
                </a:solidFill>
                <a:latin typeface="Calibri"/>
                <a:ea typeface="Calibri"/>
                <a:cs typeface="Calibri"/>
                <a:sym typeface="Calibri"/>
              </a:defRPr>
            </a:lvl1pPr>
            <a:lvl2pPr indent="0" lvl="1" marL="0" algn="r">
              <a:spcBef>
                <a:spcPts val="0"/>
              </a:spcBef>
              <a:buNone/>
              <a:defRPr sz="1100">
                <a:solidFill>
                  <a:srgbClr val="7F7F7F"/>
                </a:solidFill>
                <a:latin typeface="Calibri"/>
                <a:ea typeface="Calibri"/>
                <a:cs typeface="Calibri"/>
                <a:sym typeface="Calibri"/>
              </a:defRPr>
            </a:lvl2pPr>
            <a:lvl3pPr indent="0" lvl="2" marL="0" algn="r">
              <a:spcBef>
                <a:spcPts val="0"/>
              </a:spcBef>
              <a:buNone/>
              <a:defRPr sz="1100">
                <a:solidFill>
                  <a:srgbClr val="7F7F7F"/>
                </a:solidFill>
                <a:latin typeface="Calibri"/>
                <a:ea typeface="Calibri"/>
                <a:cs typeface="Calibri"/>
                <a:sym typeface="Calibri"/>
              </a:defRPr>
            </a:lvl3pPr>
            <a:lvl4pPr indent="0" lvl="3" marL="0" algn="r">
              <a:spcBef>
                <a:spcPts val="0"/>
              </a:spcBef>
              <a:buNone/>
              <a:defRPr sz="1100">
                <a:solidFill>
                  <a:srgbClr val="7F7F7F"/>
                </a:solidFill>
                <a:latin typeface="Calibri"/>
                <a:ea typeface="Calibri"/>
                <a:cs typeface="Calibri"/>
                <a:sym typeface="Calibri"/>
              </a:defRPr>
            </a:lvl4pPr>
            <a:lvl5pPr indent="0" lvl="4" marL="0" algn="r">
              <a:spcBef>
                <a:spcPts val="0"/>
              </a:spcBef>
              <a:buNone/>
              <a:defRPr sz="1100">
                <a:solidFill>
                  <a:srgbClr val="7F7F7F"/>
                </a:solidFill>
                <a:latin typeface="Calibri"/>
                <a:ea typeface="Calibri"/>
                <a:cs typeface="Calibri"/>
                <a:sym typeface="Calibri"/>
              </a:defRPr>
            </a:lvl5pPr>
            <a:lvl6pPr indent="0" lvl="5" marL="0" algn="r">
              <a:spcBef>
                <a:spcPts val="0"/>
              </a:spcBef>
              <a:buNone/>
              <a:defRPr sz="1100">
                <a:solidFill>
                  <a:srgbClr val="7F7F7F"/>
                </a:solidFill>
                <a:latin typeface="Calibri"/>
                <a:ea typeface="Calibri"/>
                <a:cs typeface="Calibri"/>
                <a:sym typeface="Calibri"/>
              </a:defRPr>
            </a:lvl6pPr>
            <a:lvl7pPr indent="0" lvl="6" marL="0" algn="r">
              <a:spcBef>
                <a:spcPts val="0"/>
              </a:spcBef>
              <a:buNone/>
              <a:defRPr sz="1100">
                <a:solidFill>
                  <a:srgbClr val="7F7F7F"/>
                </a:solidFill>
                <a:latin typeface="Calibri"/>
                <a:ea typeface="Calibri"/>
                <a:cs typeface="Calibri"/>
                <a:sym typeface="Calibri"/>
              </a:defRPr>
            </a:lvl7pPr>
            <a:lvl8pPr indent="0" lvl="7" marL="0" algn="r">
              <a:spcBef>
                <a:spcPts val="0"/>
              </a:spcBef>
              <a:buNone/>
              <a:defRPr sz="1100">
                <a:solidFill>
                  <a:srgbClr val="7F7F7F"/>
                </a:solidFill>
                <a:latin typeface="Calibri"/>
                <a:ea typeface="Calibri"/>
                <a:cs typeface="Calibri"/>
                <a:sym typeface="Calibri"/>
              </a:defRPr>
            </a:lvl8pPr>
            <a:lvl9pPr indent="0" lvl="8" marL="0" algn="r">
              <a:spcBef>
                <a:spcPts val="0"/>
              </a:spcBef>
              <a:buNone/>
              <a:defRPr sz="1100">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Link Layer: 6-</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29" name="Shape 29"/>
        <p:cNvGrpSpPr/>
        <p:nvPr/>
      </p:nvGrpSpPr>
      <p:grpSpPr>
        <a:xfrm>
          <a:off x="0" y="0"/>
          <a:ext cx="0" cy="0"/>
          <a:chOff x="0" y="0"/>
          <a:chExt cx="0" cy="0"/>
        </a:xfrm>
      </p:grpSpPr>
      <p:sp>
        <p:nvSpPr>
          <p:cNvPr id="30" name="Google Shape;30;p6"/>
          <p:cNvSpPr txBox="1"/>
          <p:nvPr>
            <p:ph idx="1" type="body"/>
          </p:nvPr>
        </p:nvSpPr>
        <p:spPr>
          <a:xfrm>
            <a:off x="838200" y="1724027"/>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6"/>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100">
                <a:solidFill>
                  <a:srgbClr val="7F7F7F"/>
                </a:solidFill>
                <a:latin typeface="Calibri"/>
                <a:ea typeface="Calibri"/>
                <a:cs typeface="Calibri"/>
                <a:sym typeface="Calibri"/>
              </a:defRPr>
            </a:lvl1pPr>
            <a:lvl2pPr indent="0" lvl="1" marL="0" algn="r">
              <a:spcBef>
                <a:spcPts val="0"/>
              </a:spcBef>
              <a:buNone/>
              <a:defRPr sz="1100">
                <a:solidFill>
                  <a:srgbClr val="7F7F7F"/>
                </a:solidFill>
                <a:latin typeface="Calibri"/>
                <a:ea typeface="Calibri"/>
                <a:cs typeface="Calibri"/>
                <a:sym typeface="Calibri"/>
              </a:defRPr>
            </a:lvl2pPr>
            <a:lvl3pPr indent="0" lvl="2" marL="0" algn="r">
              <a:spcBef>
                <a:spcPts val="0"/>
              </a:spcBef>
              <a:buNone/>
              <a:defRPr sz="1100">
                <a:solidFill>
                  <a:srgbClr val="7F7F7F"/>
                </a:solidFill>
                <a:latin typeface="Calibri"/>
                <a:ea typeface="Calibri"/>
                <a:cs typeface="Calibri"/>
                <a:sym typeface="Calibri"/>
              </a:defRPr>
            </a:lvl3pPr>
            <a:lvl4pPr indent="0" lvl="3" marL="0" algn="r">
              <a:spcBef>
                <a:spcPts val="0"/>
              </a:spcBef>
              <a:buNone/>
              <a:defRPr sz="1100">
                <a:solidFill>
                  <a:srgbClr val="7F7F7F"/>
                </a:solidFill>
                <a:latin typeface="Calibri"/>
                <a:ea typeface="Calibri"/>
                <a:cs typeface="Calibri"/>
                <a:sym typeface="Calibri"/>
              </a:defRPr>
            </a:lvl4pPr>
            <a:lvl5pPr indent="0" lvl="4" marL="0" algn="r">
              <a:spcBef>
                <a:spcPts val="0"/>
              </a:spcBef>
              <a:buNone/>
              <a:defRPr sz="1100">
                <a:solidFill>
                  <a:srgbClr val="7F7F7F"/>
                </a:solidFill>
                <a:latin typeface="Calibri"/>
                <a:ea typeface="Calibri"/>
                <a:cs typeface="Calibri"/>
                <a:sym typeface="Calibri"/>
              </a:defRPr>
            </a:lvl5pPr>
            <a:lvl6pPr indent="0" lvl="5" marL="0" algn="r">
              <a:spcBef>
                <a:spcPts val="0"/>
              </a:spcBef>
              <a:buNone/>
              <a:defRPr sz="1100">
                <a:solidFill>
                  <a:srgbClr val="7F7F7F"/>
                </a:solidFill>
                <a:latin typeface="Calibri"/>
                <a:ea typeface="Calibri"/>
                <a:cs typeface="Calibri"/>
                <a:sym typeface="Calibri"/>
              </a:defRPr>
            </a:lvl6pPr>
            <a:lvl7pPr indent="0" lvl="6" marL="0" algn="r">
              <a:spcBef>
                <a:spcPts val="0"/>
              </a:spcBef>
              <a:buNone/>
              <a:defRPr sz="1100">
                <a:solidFill>
                  <a:srgbClr val="7F7F7F"/>
                </a:solidFill>
                <a:latin typeface="Calibri"/>
                <a:ea typeface="Calibri"/>
                <a:cs typeface="Calibri"/>
                <a:sym typeface="Calibri"/>
              </a:defRPr>
            </a:lvl7pPr>
            <a:lvl8pPr indent="0" lvl="7" marL="0" algn="r">
              <a:spcBef>
                <a:spcPts val="0"/>
              </a:spcBef>
              <a:buNone/>
              <a:defRPr sz="1100">
                <a:solidFill>
                  <a:srgbClr val="7F7F7F"/>
                </a:solidFill>
                <a:latin typeface="Calibri"/>
                <a:ea typeface="Calibri"/>
                <a:cs typeface="Calibri"/>
                <a:sym typeface="Calibri"/>
              </a:defRPr>
            </a:lvl8pPr>
            <a:lvl9pPr indent="0" lvl="8" marL="0" algn="r">
              <a:spcBef>
                <a:spcPts val="0"/>
              </a:spcBef>
              <a:buNone/>
              <a:defRPr sz="1100">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8"/>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Link Layer </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2" name="Shape 42"/>
        <p:cNvGrpSpPr/>
        <p:nvPr/>
      </p:nvGrpSpPr>
      <p:grpSpPr>
        <a:xfrm>
          <a:off x="0" y="0"/>
          <a:ext cx="0" cy="0"/>
          <a:chOff x="0" y="0"/>
          <a:chExt cx="0" cy="0"/>
        </a:xfrm>
      </p:grpSpPr>
      <p:sp>
        <p:nvSpPr>
          <p:cNvPr id="43" name="Google Shape;43;p9"/>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0000A3"/>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9"/>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SzPts val="2400"/>
              <a:buNone/>
              <a:defRPr sz="2400"/>
            </a:lvl1pPr>
            <a:lvl2pPr lvl="1" algn="ctr">
              <a:lnSpc>
                <a:spcPct val="90000"/>
              </a:lnSpc>
              <a:spcBef>
                <a:spcPts val="500"/>
              </a:spcBef>
              <a:spcAft>
                <a:spcPts val="0"/>
              </a:spcAft>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45" name="Google Shape;45;p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100">
                <a:solidFill>
                  <a:srgbClr val="7F7F7F"/>
                </a:solidFill>
                <a:latin typeface="Calibri"/>
                <a:ea typeface="Calibri"/>
                <a:cs typeface="Calibri"/>
                <a:sym typeface="Calibri"/>
              </a:defRPr>
            </a:lvl1pPr>
            <a:lvl2pPr indent="0" lvl="1" marL="0" algn="r">
              <a:spcBef>
                <a:spcPts val="0"/>
              </a:spcBef>
              <a:buNone/>
              <a:defRPr sz="1100">
                <a:solidFill>
                  <a:srgbClr val="7F7F7F"/>
                </a:solidFill>
                <a:latin typeface="Calibri"/>
                <a:ea typeface="Calibri"/>
                <a:cs typeface="Calibri"/>
                <a:sym typeface="Calibri"/>
              </a:defRPr>
            </a:lvl2pPr>
            <a:lvl3pPr indent="0" lvl="2" marL="0" algn="r">
              <a:spcBef>
                <a:spcPts val="0"/>
              </a:spcBef>
              <a:buNone/>
              <a:defRPr sz="1100">
                <a:solidFill>
                  <a:srgbClr val="7F7F7F"/>
                </a:solidFill>
                <a:latin typeface="Calibri"/>
                <a:ea typeface="Calibri"/>
                <a:cs typeface="Calibri"/>
                <a:sym typeface="Calibri"/>
              </a:defRPr>
            </a:lvl3pPr>
            <a:lvl4pPr indent="0" lvl="3" marL="0" algn="r">
              <a:spcBef>
                <a:spcPts val="0"/>
              </a:spcBef>
              <a:buNone/>
              <a:defRPr sz="1100">
                <a:solidFill>
                  <a:srgbClr val="7F7F7F"/>
                </a:solidFill>
                <a:latin typeface="Calibri"/>
                <a:ea typeface="Calibri"/>
                <a:cs typeface="Calibri"/>
                <a:sym typeface="Calibri"/>
              </a:defRPr>
            </a:lvl4pPr>
            <a:lvl5pPr indent="0" lvl="4" marL="0" algn="r">
              <a:spcBef>
                <a:spcPts val="0"/>
              </a:spcBef>
              <a:buNone/>
              <a:defRPr sz="1100">
                <a:solidFill>
                  <a:srgbClr val="7F7F7F"/>
                </a:solidFill>
                <a:latin typeface="Calibri"/>
                <a:ea typeface="Calibri"/>
                <a:cs typeface="Calibri"/>
                <a:sym typeface="Calibri"/>
              </a:defRPr>
            </a:lvl5pPr>
            <a:lvl6pPr indent="0" lvl="5" marL="0" algn="r">
              <a:spcBef>
                <a:spcPts val="0"/>
              </a:spcBef>
              <a:buNone/>
              <a:defRPr sz="1100">
                <a:solidFill>
                  <a:srgbClr val="7F7F7F"/>
                </a:solidFill>
                <a:latin typeface="Calibri"/>
                <a:ea typeface="Calibri"/>
                <a:cs typeface="Calibri"/>
                <a:sym typeface="Calibri"/>
              </a:defRPr>
            </a:lvl6pPr>
            <a:lvl7pPr indent="0" lvl="6" marL="0" algn="r">
              <a:spcBef>
                <a:spcPts val="0"/>
              </a:spcBef>
              <a:buNone/>
              <a:defRPr sz="1100">
                <a:solidFill>
                  <a:srgbClr val="7F7F7F"/>
                </a:solidFill>
                <a:latin typeface="Calibri"/>
                <a:ea typeface="Calibri"/>
                <a:cs typeface="Calibri"/>
                <a:sym typeface="Calibri"/>
              </a:defRPr>
            </a:lvl7pPr>
            <a:lvl8pPr indent="0" lvl="7" marL="0" algn="r">
              <a:spcBef>
                <a:spcPts val="0"/>
              </a:spcBef>
              <a:buNone/>
              <a:defRPr sz="1100">
                <a:solidFill>
                  <a:srgbClr val="7F7F7F"/>
                </a:solidFill>
                <a:latin typeface="Calibri"/>
                <a:ea typeface="Calibri"/>
                <a:cs typeface="Calibri"/>
                <a:sym typeface="Calibri"/>
              </a:defRPr>
            </a:lvl8pPr>
            <a:lvl9pPr indent="0" lvl="8" marL="0" algn="r">
              <a:spcBef>
                <a:spcPts val="0"/>
              </a:spcBef>
              <a:buNone/>
              <a:defRPr sz="1100">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Link Layer </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46" name="Shape 46"/>
        <p:cNvGrpSpPr/>
        <p:nvPr/>
      </p:nvGrpSpPr>
      <p:grpSpPr>
        <a:xfrm>
          <a:off x="0" y="0"/>
          <a:ext cx="0" cy="0"/>
          <a:chOff x="0" y="0"/>
          <a:chExt cx="0" cy="0"/>
        </a:xfrm>
      </p:grpSpPr>
      <p:sp>
        <p:nvSpPr>
          <p:cNvPr id="47" name="Google Shape;47;p10"/>
          <p:cNvSpPr txBox="1"/>
          <p:nvPr>
            <p:ph idx="1" type="body"/>
          </p:nvPr>
        </p:nvSpPr>
        <p:spPr>
          <a:xfrm>
            <a:off x="838200" y="1724027"/>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10"/>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1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100">
                <a:solidFill>
                  <a:srgbClr val="7F7F7F"/>
                </a:solidFill>
                <a:latin typeface="Calibri"/>
                <a:ea typeface="Calibri"/>
                <a:cs typeface="Calibri"/>
                <a:sym typeface="Calibri"/>
              </a:defRPr>
            </a:lvl1pPr>
            <a:lvl2pPr indent="0" lvl="1" marL="0" algn="r">
              <a:spcBef>
                <a:spcPts val="0"/>
              </a:spcBef>
              <a:buNone/>
              <a:defRPr sz="1100">
                <a:solidFill>
                  <a:srgbClr val="7F7F7F"/>
                </a:solidFill>
                <a:latin typeface="Calibri"/>
                <a:ea typeface="Calibri"/>
                <a:cs typeface="Calibri"/>
                <a:sym typeface="Calibri"/>
              </a:defRPr>
            </a:lvl2pPr>
            <a:lvl3pPr indent="0" lvl="2" marL="0" algn="r">
              <a:spcBef>
                <a:spcPts val="0"/>
              </a:spcBef>
              <a:buNone/>
              <a:defRPr sz="1100">
                <a:solidFill>
                  <a:srgbClr val="7F7F7F"/>
                </a:solidFill>
                <a:latin typeface="Calibri"/>
                <a:ea typeface="Calibri"/>
                <a:cs typeface="Calibri"/>
                <a:sym typeface="Calibri"/>
              </a:defRPr>
            </a:lvl3pPr>
            <a:lvl4pPr indent="0" lvl="3" marL="0" algn="r">
              <a:spcBef>
                <a:spcPts val="0"/>
              </a:spcBef>
              <a:buNone/>
              <a:defRPr sz="1100">
                <a:solidFill>
                  <a:srgbClr val="7F7F7F"/>
                </a:solidFill>
                <a:latin typeface="Calibri"/>
                <a:ea typeface="Calibri"/>
                <a:cs typeface="Calibri"/>
                <a:sym typeface="Calibri"/>
              </a:defRPr>
            </a:lvl4pPr>
            <a:lvl5pPr indent="0" lvl="4" marL="0" algn="r">
              <a:spcBef>
                <a:spcPts val="0"/>
              </a:spcBef>
              <a:buNone/>
              <a:defRPr sz="1100">
                <a:solidFill>
                  <a:srgbClr val="7F7F7F"/>
                </a:solidFill>
                <a:latin typeface="Calibri"/>
                <a:ea typeface="Calibri"/>
                <a:cs typeface="Calibri"/>
                <a:sym typeface="Calibri"/>
              </a:defRPr>
            </a:lvl5pPr>
            <a:lvl6pPr indent="0" lvl="5" marL="0" algn="r">
              <a:spcBef>
                <a:spcPts val="0"/>
              </a:spcBef>
              <a:buNone/>
              <a:defRPr sz="1100">
                <a:solidFill>
                  <a:srgbClr val="7F7F7F"/>
                </a:solidFill>
                <a:latin typeface="Calibri"/>
                <a:ea typeface="Calibri"/>
                <a:cs typeface="Calibri"/>
                <a:sym typeface="Calibri"/>
              </a:defRPr>
            </a:lvl6pPr>
            <a:lvl7pPr indent="0" lvl="6" marL="0" algn="r">
              <a:spcBef>
                <a:spcPts val="0"/>
              </a:spcBef>
              <a:buNone/>
              <a:defRPr sz="1100">
                <a:solidFill>
                  <a:srgbClr val="7F7F7F"/>
                </a:solidFill>
                <a:latin typeface="Calibri"/>
                <a:ea typeface="Calibri"/>
                <a:cs typeface="Calibri"/>
                <a:sym typeface="Calibri"/>
              </a:defRPr>
            </a:lvl7pPr>
            <a:lvl8pPr indent="0" lvl="7" marL="0" algn="r">
              <a:spcBef>
                <a:spcPts val="0"/>
              </a:spcBef>
              <a:buNone/>
              <a:defRPr sz="1100">
                <a:solidFill>
                  <a:srgbClr val="7F7F7F"/>
                </a:solidFill>
                <a:latin typeface="Calibri"/>
                <a:ea typeface="Calibri"/>
                <a:cs typeface="Calibri"/>
                <a:sym typeface="Calibri"/>
              </a:defRPr>
            </a:lvl8pPr>
            <a:lvl9pPr indent="0" lvl="8" marL="0" algn="r">
              <a:spcBef>
                <a:spcPts val="0"/>
              </a:spcBef>
              <a:buNone/>
              <a:defRPr sz="1100">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Link Layer </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11"/>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1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100">
                <a:solidFill>
                  <a:srgbClr val="7F7F7F"/>
                </a:solidFill>
                <a:latin typeface="Calibri"/>
                <a:ea typeface="Calibri"/>
                <a:cs typeface="Calibri"/>
                <a:sym typeface="Calibri"/>
              </a:defRPr>
            </a:lvl1pPr>
            <a:lvl2pPr indent="0" lvl="1" marL="0" algn="r">
              <a:spcBef>
                <a:spcPts val="0"/>
              </a:spcBef>
              <a:buNone/>
              <a:defRPr sz="1100">
                <a:solidFill>
                  <a:srgbClr val="7F7F7F"/>
                </a:solidFill>
                <a:latin typeface="Calibri"/>
                <a:ea typeface="Calibri"/>
                <a:cs typeface="Calibri"/>
                <a:sym typeface="Calibri"/>
              </a:defRPr>
            </a:lvl2pPr>
            <a:lvl3pPr indent="0" lvl="2" marL="0" algn="r">
              <a:spcBef>
                <a:spcPts val="0"/>
              </a:spcBef>
              <a:buNone/>
              <a:defRPr sz="1100">
                <a:solidFill>
                  <a:srgbClr val="7F7F7F"/>
                </a:solidFill>
                <a:latin typeface="Calibri"/>
                <a:ea typeface="Calibri"/>
                <a:cs typeface="Calibri"/>
                <a:sym typeface="Calibri"/>
              </a:defRPr>
            </a:lvl3pPr>
            <a:lvl4pPr indent="0" lvl="3" marL="0" algn="r">
              <a:spcBef>
                <a:spcPts val="0"/>
              </a:spcBef>
              <a:buNone/>
              <a:defRPr sz="1100">
                <a:solidFill>
                  <a:srgbClr val="7F7F7F"/>
                </a:solidFill>
                <a:latin typeface="Calibri"/>
                <a:ea typeface="Calibri"/>
                <a:cs typeface="Calibri"/>
                <a:sym typeface="Calibri"/>
              </a:defRPr>
            </a:lvl4pPr>
            <a:lvl5pPr indent="0" lvl="4" marL="0" algn="r">
              <a:spcBef>
                <a:spcPts val="0"/>
              </a:spcBef>
              <a:buNone/>
              <a:defRPr sz="1100">
                <a:solidFill>
                  <a:srgbClr val="7F7F7F"/>
                </a:solidFill>
                <a:latin typeface="Calibri"/>
                <a:ea typeface="Calibri"/>
                <a:cs typeface="Calibri"/>
                <a:sym typeface="Calibri"/>
              </a:defRPr>
            </a:lvl5pPr>
            <a:lvl6pPr indent="0" lvl="5" marL="0" algn="r">
              <a:spcBef>
                <a:spcPts val="0"/>
              </a:spcBef>
              <a:buNone/>
              <a:defRPr sz="1100">
                <a:solidFill>
                  <a:srgbClr val="7F7F7F"/>
                </a:solidFill>
                <a:latin typeface="Calibri"/>
                <a:ea typeface="Calibri"/>
                <a:cs typeface="Calibri"/>
                <a:sym typeface="Calibri"/>
              </a:defRPr>
            </a:lvl6pPr>
            <a:lvl7pPr indent="0" lvl="6" marL="0" algn="r">
              <a:spcBef>
                <a:spcPts val="0"/>
              </a:spcBef>
              <a:buNone/>
              <a:defRPr sz="1100">
                <a:solidFill>
                  <a:srgbClr val="7F7F7F"/>
                </a:solidFill>
                <a:latin typeface="Calibri"/>
                <a:ea typeface="Calibri"/>
                <a:cs typeface="Calibri"/>
                <a:sym typeface="Calibri"/>
              </a:defRPr>
            </a:lvl7pPr>
            <a:lvl8pPr indent="0" lvl="7" marL="0" algn="r">
              <a:spcBef>
                <a:spcPts val="0"/>
              </a:spcBef>
              <a:buNone/>
              <a:defRPr sz="1100">
                <a:solidFill>
                  <a:srgbClr val="7F7F7F"/>
                </a:solidFill>
                <a:latin typeface="Calibri"/>
                <a:ea typeface="Calibri"/>
                <a:cs typeface="Calibri"/>
                <a:sym typeface="Calibri"/>
              </a:defRPr>
            </a:lvl8pPr>
            <a:lvl9pPr indent="0" lvl="8" marL="0" algn="r">
              <a:spcBef>
                <a:spcPts val="0"/>
              </a:spcBef>
              <a:buNone/>
              <a:defRPr sz="1100">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Link Layer </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53" name="Shape 53"/>
        <p:cNvGrpSpPr/>
        <p:nvPr/>
      </p:nvGrpSpPr>
      <p:grpSpPr>
        <a:xfrm>
          <a:off x="0" y="0"/>
          <a:ext cx="0" cy="0"/>
          <a:chOff x="0" y="0"/>
          <a:chExt cx="0" cy="0"/>
        </a:xfrm>
      </p:grpSpPr>
      <p:sp>
        <p:nvSpPr>
          <p:cNvPr id="54" name="Google Shape;54;p12"/>
          <p:cNvSpPr txBox="1"/>
          <p:nvPr>
            <p:ph idx="1" type="body"/>
          </p:nvPr>
        </p:nvSpPr>
        <p:spPr>
          <a:xfrm>
            <a:off x="838200" y="1724027"/>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 name="Google Shape;55;p12"/>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100">
                <a:solidFill>
                  <a:srgbClr val="7F7F7F"/>
                </a:solidFill>
                <a:latin typeface="Calibri"/>
                <a:ea typeface="Calibri"/>
                <a:cs typeface="Calibri"/>
                <a:sym typeface="Calibri"/>
              </a:defRPr>
            </a:lvl1pPr>
            <a:lvl2pPr indent="0" lvl="1" marL="0" algn="r">
              <a:spcBef>
                <a:spcPts val="0"/>
              </a:spcBef>
              <a:buNone/>
              <a:defRPr sz="1100">
                <a:solidFill>
                  <a:srgbClr val="7F7F7F"/>
                </a:solidFill>
                <a:latin typeface="Calibri"/>
                <a:ea typeface="Calibri"/>
                <a:cs typeface="Calibri"/>
                <a:sym typeface="Calibri"/>
              </a:defRPr>
            </a:lvl2pPr>
            <a:lvl3pPr indent="0" lvl="2" marL="0" algn="r">
              <a:spcBef>
                <a:spcPts val="0"/>
              </a:spcBef>
              <a:buNone/>
              <a:defRPr sz="1100">
                <a:solidFill>
                  <a:srgbClr val="7F7F7F"/>
                </a:solidFill>
                <a:latin typeface="Calibri"/>
                <a:ea typeface="Calibri"/>
                <a:cs typeface="Calibri"/>
                <a:sym typeface="Calibri"/>
              </a:defRPr>
            </a:lvl3pPr>
            <a:lvl4pPr indent="0" lvl="3" marL="0" algn="r">
              <a:spcBef>
                <a:spcPts val="0"/>
              </a:spcBef>
              <a:buNone/>
              <a:defRPr sz="1100">
                <a:solidFill>
                  <a:srgbClr val="7F7F7F"/>
                </a:solidFill>
                <a:latin typeface="Calibri"/>
                <a:ea typeface="Calibri"/>
                <a:cs typeface="Calibri"/>
                <a:sym typeface="Calibri"/>
              </a:defRPr>
            </a:lvl4pPr>
            <a:lvl5pPr indent="0" lvl="4" marL="0" algn="r">
              <a:spcBef>
                <a:spcPts val="0"/>
              </a:spcBef>
              <a:buNone/>
              <a:defRPr sz="1100">
                <a:solidFill>
                  <a:srgbClr val="7F7F7F"/>
                </a:solidFill>
                <a:latin typeface="Calibri"/>
                <a:ea typeface="Calibri"/>
                <a:cs typeface="Calibri"/>
                <a:sym typeface="Calibri"/>
              </a:defRPr>
            </a:lvl5pPr>
            <a:lvl6pPr indent="0" lvl="5" marL="0" algn="r">
              <a:spcBef>
                <a:spcPts val="0"/>
              </a:spcBef>
              <a:buNone/>
              <a:defRPr sz="1100">
                <a:solidFill>
                  <a:srgbClr val="7F7F7F"/>
                </a:solidFill>
                <a:latin typeface="Calibri"/>
                <a:ea typeface="Calibri"/>
                <a:cs typeface="Calibri"/>
                <a:sym typeface="Calibri"/>
              </a:defRPr>
            </a:lvl6pPr>
            <a:lvl7pPr indent="0" lvl="6" marL="0" algn="r">
              <a:spcBef>
                <a:spcPts val="0"/>
              </a:spcBef>
              <a:buNone/>
              <a:defRPr sz="1100">
                <a:solidFill>
                  <a:srgbClr val="7F7F7F"/>
                </a:solidFill>
                <a:latin typeface="Calibri"/>
                <a:ea typeface="Calibri"/>
                <a:cs typeface="Calibri"/>
                <a:sym typeface="Calibri"/>
              </a:defRPr>
            </a:lvl7pPr>
            <a:lvl8pPr indent="0" lvl="7" marL="0" algn="r">
              <a:spcBef>
                <a:spcPts val="0"/>
              </a:spcBef>
              <a:buNone/>
              <a:defRPr sz="1100">
                <a:solidFill>
                  <a:srgbClr val="7F7F7F"/>
                </a:solidFill>
                <a:latin typeface="Calibri"/>
                <a:ea typeface="Calibri"/>
                <a:cs typeface="Calibri"/>
                <a:sym typeface="Calibri"/>
              </a:defRPr>
            </a:lvl8pPr>
            <a:lvl9pPr indent="0" lvl="8" marL="0" algn="r">
              <a:spcBef>
                <a:spcPts val="0"/>
              </a:spcBef>
              <a:buNone/>
              <a:defRPr sz="1100">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Link Layer </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Layout" Target="../slideLayouts/slideLayout7.xml"/><Relationship Id="rId3" Type="http://schemas.openxmlformats.org/officeDocument/2006/relationships/slideLayout" Target="../slideLayouts/slideLayout8.xml"/><Relationship Id="rId4" Type="http://schemas.openxmlformats.org/officeDocument/2006/relationships/slideLayout" Target="../slideLayouts/slideLayout9.xml"/><Relationship Id="rId5" Type="http://schemas.openxmlformats.org/officeDocument/2006/relationships/slideLayout" Target="../slideLayouts/slideLayout10.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0000A3"/>
              </a:buClr>
              <a:buSzPts val="4400"/>
              <a:buFont typeface="Calibri"/>
              <a:buNone/>
              <a:defRPr b="1" i="0" sz="4400" u="none" cap="none" strike="noStrike">
                <a:solidFill>
                  <a:srgbClr val="0000A3"/>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rgbClr val="0000A3"/>
              </a:buClr>
              <a:buSzPts val="2800"/>
              <a:buFont typeface="Noto Sans Symbols"/>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rgbClr val="0000A8"/>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100" u="none" cap="none" strike="noStrike">
                <a:solidFill>
                  <a:srgbClr val="7F7F7F"/>
                </a:solidFill>
                <a:latin typeface="Calibri"/>
                <a:ea typeface="Calibri"/>
                <a:cs typeface="Calibri"/>
                <a:sym typeface="Calibri"/>
              </a:defRPr>
            </a:lvl1pPr>
            <a:lvl2pPr indent="0" lvl="1" marL="0" marR="0" rtl="0" algn="r">
              <a:spcBef>
                <a:spcPts val="0"/>
              </a:spcBef>
              <a:buNone/>
              <a:defRPr b="0" i="0" sz="1100" u="none" cap="none" strike="noStrike">
                <a:solidFill>
                  <a:srgbClr val="7F7F7F"/>
                </a:solidFill>
                <a:latin typeface="Calibri"/>
                <a:ea typeface="Calibri"/>
                <a:cs typeface="Calibri"/>
                <a:sym typeface="Calibri"/>
              </a:defRPr>
            </a:lvl2pPr>
            <a:lvl3pPr indent="0" lvl="2" marL="0" marR="0" rtl="0" algn="r">
              <a:spcBef>
                <a:spcPts val="0"/>
              </a:spcBef>
              <a:buNone/>
              <a:defRPr b="0" i="0" sz="1100" u="none" cap="none" strike="noStrike">
                <a:solidFill>
                  <a:srgbClr val="7F7F7F"/>
                </a:solidFill>
                <a:latin typeface="Calibri"/>
                <a:ea typeface="Calibri"/>
                <a:cs typeface="Calibri"/>
                <a:sym typeface="Calibri"/>
              </a:defRPr>
            </a:lvl3pPr>
            <a:lvl4pPr indent="0" lvl="3" marL="0" marR="0" rtl="0" algn="r">
              <a:spcBef>
                <a:spcPts val="0"/>
              </a:spcBef>
              <a:buNone/>
              <a:defRPr b="0" i="0" sz="1100" u="none" cap="none" strike="noStrike">
                <a:solidFill>
                  <a:srgbClr val="7F7F7F"/>
                </a:solidFill>
                <a:latin typeface="Calibri"/>
                <a:ea typeface="Calibri"/>
                <a:cs typeface="Calibri"/>
                <a:sym typeface="Calibri"/>
              </a:defRPr>
            </a:lvl4pPr>
            <a:lvl5pPr indent="0" lvl="4" marL="0" marR="0" rtl="0" algn="r">
              <a:spcBef>
                <a:spcPts val="0"/>
              </a:spcBef>
              <a:buNone/>
              <a:defRPr b="0" i="0" sz="1100" u="none" cap="none" strike="noStrike">
                <a:solidFill>
                  <a:srgbClr val="7F7F7F"/>
                </a:solidFill>
                <a:latin typeface="Calibri"/>
                <a:ea typeface="Calibri"/>
                <a:cs typeface="Calibri"/>
                <a:sym typeface="Calibri"/>
              </a:defRPr>
            </a:lvl5pPr>
            <a:lvl6pPr indent="0" lvl="5" marL="0" marR="0" rtl="0" algn="r">
              <a:spcBef>
                <a:spcPts val="0"/>
              </a:spcBef>
              <a:buNone/>
              <a:defRPr b="0" i="0" sz="1100" u="none" cap="none" strike="noStrike">
                <a:solidFill>
                  <a:srgbClr val="7F7F7F"/>
                </a:solidFill>
                <a:latin typeface="Calibri"/>
                <a:ea typeface="Calibri"/>
                <a:cs typeface="Calibri"/>
                <a:sym typeface="Calibri"/>
              </a:defRPr>
            </a:lvl6pPr>
            <a:lvl7pPr indent="0" lvl="6" marL="0" marR="0" rtl="0" algn="r">
              <a:spcBef>
                <a:spcPts val="0"/>
              </a:spcBef>
              <a:buNone/>
              <a:defRPr b="0" i="0" sz="1100" u="none" cap="none" strike="noStrike">
                <a:solidFill>
                  <a:srgbClr val="7F7F7F"/>
                </a:solidFill>
                <a:latin typeface="Calibri"/>
                <a:ea typeface="Calibri"/>
                <a:cs typeface="Calibri"/>
                <a:sym typeface="Calibri"/>
              </a:defRPr>
            </a:lvl7pPr>
            <a:lvl8pPr indent="0" lvl="7" marL="0" marR="0" rtl="0" algn="r">
              <a:spcBef>
                <a:spcPts val="0"/>
              </a:spcBef>
              <a:buNone/>
              <a:defRPr b="0" i="0" sz="1100" u="none" cap="none" strike="noStrike">
                <a:solidFill>
                  <a:srgbClr val="7F7F7F"/>
                </a:solidFill>
                <a:latin typeface="Calibri"/>
                <a:ea typeface="Calibri"/>
                <a:cs typeface="Calibri"/>
                <a:sym typeface="Calibri"/>
              </a:defRPr>
            </a:lvl8pPr>
            <a:lvl9pPr indent="0" lvl="8" marL="0" marR="0" rt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Link Layer: 6-</a:t>
            </a: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Lst>
  <mc:AlternateContent>
    <mc:Choice Requires="p14">
      <p:transition spd="slow" p14:dur="700">
        <p:fade/>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 name="Shape 33"/>
        <p:cNvGrpSpPr/>
        <p:nvPr/>
      </p:nvGrpSpPr>
      <p:grpSpPr>
        <a:xfrm>
          <a:off x="0" y="0"/>
          <a:ext cx="0" cy="0"/>
          <a:chOff x="0" y="0"/>
          <a:chExt cx="0" cy="0"/>
        </a:xfrm>
      </p:grpSpPr>
      <p:sp>
        <p:nvSpPr>
          <p:cNvPr id="34" name="Google Shape;34;p7"/>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0000A3"/>
              </a:buClr>
              <a:buSzPts val="4400"/>
              <a:buFont typeface="Calibri"/>
              <a:buNone/>
              <a:defRPr b="1" i="0" sz="4400" u="none" cap="none" strike="noStrike">
                <a:solidFill>
                  <a:srgbClr val="0000A3"/>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5" name="Google Shape;35;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rgbClr val="0000A3"/>
              </a:buClr>
              <a:buSzPts val="2800"/>
              <a:buFont typeface="Noto Sans Symbols"/>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rgbClr val="0000A8"/>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6" name="Google Shape;36;p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100" u="none" cap="none" strike="noStrike">
                <a:solidFill>
                  <a:srgbClr val="7F7F7F"/>
                </a:solidFill>
                <a:latin typeface="Calibri"/>
                <a:ea typeface="Calibri"/>
                <a:cs typeface="Calibri"/>
                <a:sym typeface="Calibri"/>
              </a:defRPr>
            </a:lvl1pPr>
            <a:lvl2pPr indent="0" lvl="1" marL="0" marR="0" rtl="0" algn="r">
              <a:spcBef>
                <a:spcPts val="0"/>
              </a:spcBef>
              <a:buNone/>
              <a:defRPr b="0" i="0" sz="1100" u="none" cap="none" strike="noStrike">
                <a:solidFill>
                  <a:srgbClr val="7F7F7F"/>
                </a:solidFill>
                <a:latin typeface="Calibri"/>
                <a:ea typeface="Calibri"/>
                <a:cs typeface="Calibri"/>
                <a:sym typeface="Calibri"/>
              </a:defRPr>
            </a:lvl2pPr>
            <a:lvl3pPr indent="0" lvl="2" marL="0" marR="0" rtl="0" algn="r">
              <a:spcBef>
                <a:spcPts val="0"/>
              </a:spcBef>
              <a:buNone/>
              <a:defRPr b="0" i="0" sz="1100" u="none" cap="none" strike="noStrike">
                <a:solidFill>
                  <a:srgbClr val="7F7F7F"/>
                </a:solidFill>
                <a:latin typeface="Calibri"/>
                <a:ea typeface="Calibri"/>
                <a:cs typeface="Calibri"/>
                <a:sym typeface="Calibri"/>
              </a:defRPr>
            </a:lvl3pPr>
            <a:lvl4pPr indent="0" lvl="3" marL="0" marR="0" rtl="0" algn="r">
              <a:spcBef>
                <a:spcPts val="0"/>
              </a:spcBef>
              <a:buNone/>
              <a:defRPr b="0" i="0" sz="1100" u="none" cap="none" strike="noStrike">
                <a:solidFill>
                  <a:srgbClr val="7F7F7F"/>
                </a:solidFill>
                <a:latin typeface="Calibri"/>
                <a:ea typeface="Calibri"/>
                <a:cs typeface="Calibri"/>
                <a:sym typeface="Calibri"/>
              </a:defRPr>
            </a:lvl4pPr>
            <a:lvl5pPr indent="0" lvl="4" marL="0" marR="0" rtl="0" algn="r">
              <a:spcBef>
                <a:spcPts val="0"/>
              </a:spcBef>
              <a:buNone/>
              <a:defRPr b="0" i="0" sz="1100" u="none" cap="none" strike="noStrike">
                <a:solidFill>
                  <a:srgbClr val="7F7F7F"/>
                </a:solidFill>
                <a:latin typeface="Calibri"/>
                <a:ea typeface="Calibri"/>
                <a:cs typeface="Calibri"/>
                <a:sym typeface="Calibri"/>
              </a:defRPr>
            </a:lvl5pPr>
            <a:lvl6pPr indent="0" lvl="5" marL="0" marR="0" rtl="0" algn="r">
              <a:spcBef>
                <a:spcPts val="0"/>
              </a:spcBef>
              <a:buNone/>
              <a:defRPr b="0" i="0" sz="1100" u="none" cap="none" strike="noStrike">
                <a:solidFill>
                  <a:srgbClr val="7F7F7F"/>
                </a:solidFill>
                <a:latin typeface="Calibri"/>
                <a:ea typeface="Calibri"/>
                <a:cs typeface="Calibri"/>
                <a:sym typeface="Calibri"/>
              </a:defRPr>
            </a:lvl6pPr>
            <a:lvl7pPr indent="0" lvl="6" marL="0" marR="0" rtl="0" algn="r">
              <a:spcBef>
                <a:spcPts val="0"/>
              </a:spcBef>
              <a:buNone/>
              <a:defRPr b="0" i="0" sz="1100" u="none" cap="none" strike="noStrike">
                <a:solidFill>
                  <a:srgbClr val="7F7F7F"/>
                </a:solidFill>
                <a:latin typeface="Calibri"/>
                <a:ea typeface="Calibri"/>
                <a:cs typeface="Calibri"/>
                <a:sym typeface="Calibri"/>
              </a:defRPr>
            </a:lvl7pPr>
            <a:lvl8pPr indent="0" lvl="7" marL="0" marR="0" rtl="0" algn="r">
              <a:spcBef>
                <a:spcPts val="0"/>
              </a:spcBef>
              <a:buNone/>
              <a:defRPr b="0" i="0" sz="1100" u="none" cap="none" strike="noStrike">
                <a:solidFill>
                  <a:srgbClr val="7F7F7F"/>
                </a:solidFill>
                <a:latin typeface="Calibri"/>
                <a:ea typeface="Calibri"/>
                <a:cs typeface="Calibri"/>
                <a:sym typeface="Calibri"/>
              </a:defRPr>
            </a:lvl8pPr>
            <a:lvl9pPr indent="0" lvl="8" marL="0" marR="0" rt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Link Layer </a:t>
            </a: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3" r:id="rId1"/>
    <p:sldLayoutId id="2147483654" r:id="rId2"/>
    <p:sldLayoutId id="2147483655" r:id="rId3"/>
    <p:sldLayoutId id="2147483656" r:id="rId4"/>
    <p:sldLayoutId id="2147483657" r:id="rId5"/>
  </p:sldLayoutIdLst>
  <mc:AlternateContent>
    <mc:Choice Requires="p14">
      <p:transition spd="slow" p14:dur="700">
        <p:fade/>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20" Type="http://schemas.openxmlformats.org/officeDocument/2006/relationships/image" Target="../media/image19.png"/><Relationship Id="rId11" Type="http://schemas.openxmlformats.org/officeDocument/2006/relationships/image" Target="../media/image22.png"/><Relationship Id="rId22" Type="http://schemas.openxmlformats.org/officeDocument/2006/relationships/image" Target="../media/image24.png"/><Relationship Id="rId10" Type="http://schemas.openxmlformats.org/officeDocument/2006/relationships/image" Target="../media/image5.png"/><Relationship Id="rId21" Type="http://schemas.openxmlformats.org/officeDocument/2006/relationships/image" Target="../media/image29.png"/><Relationship Id="rId13" Type="http://schemas.openxmlformats.org/officeDocument/2006/relationships/image" Target="../media/image10.png"/><Relationship Id="rId12" Type="http://schemas.openxmlformats.org/officeDocument/2006/relationships/image" Target="../media/image7.png"/><Relationship Id="rId23" Type="http://schemas.openxmlformats.org/officeDocument/2006/relationships/image" Target="../media/image27.png"/><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4.png"/><Relationship Id="rId9" Type="http://schemas.openxmlformats.org/officeDocument/2006/relationships/image" Target="../media/image8.png"/><Relationship Id="rId15" Type="http://schemas.openxmlformats.org/officeDocument/2006/relationships/image" Target="../media/image28.png"/><Relationship Id="rId14" Type="http://schemas.openxmlformats.org/officeDocument/2006/relationships/image" Target="../media/image43.png"/><Relationship Id="rId17" Type="http://schemas.openxmlformats.org/officeDocument/2006/relationships/image" Target="../media/image38.png"/><Relationship Id="rId16" Type="http://schemas.openxmlformats.org/officeDocument/2006/relationships/image" Target="../media/image26.png"/><Relationship Id="rId5" Type="http://schemas.openxmlformats.org/officeDocument/2006/relationships/image" Target="../media/image3.png"/><Relationship Id="rId19" Type="http://schemas.openxmlformats.org/officeDocument/2006/relationships/image" Target="../media/image16.png"/><Relationship Id="rId6" Type="http://schemas.openxmlformats.org/officeDocument/2006/relationships/image" Target="../media/image14.png"/><Relationship Id="rId18" Type="http://schemas.openxmlformats.org/officeDocument/2006/relationships/image" Target="../media/image17.png"/><Relationship Id="rId7" Type="http://schemas.openxmlformats.org/officeDocument/2006/relationships/image" Target="../media/image13.png"/><Relationship Id="rId8"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14.png"/><Relationship Id="rId9" Type="http://schemas.openxmlformats.org/officeDocument/2006/relationships/image" Target="../media/image26.png"/><Relationship Id="rId5" Type="http://schemas.openxmlformats.org/officeDocument/2006/relationships/image" Target="../media/image7.png"/><Relationship Id="rId6" Type="http://schemas.openxmlformats.org/officeDocument/2006/relationships/image" Target="../media/image10.png"/><Relationship Id="rId7" Type="http://schemas.openxmlformats.org/officeDocument/2006/relationships/image" Target="../media/image43.png"/><Relationship Id="rId8" Type="http://schemas.openxmlformats.org/officeDocument/2006/relationships/image" Target="../media/image2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40.png"/><Relationship Id="rId4" Type="http://schemas.openxmlformats.org/officeDocument/2006/relationships/image" Target="../media/image31.png"/><Relationship Id="rId9" Type="http://schemas.openxmlformats.org/officeDocument/2006/relationships/image" Target="../media/image55.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36.png"/><Relationship Id="rId8" Type="http://schemas.openxmlformats.org/officeDocument/2006/relationships/image" Target="../media/image50.png"/></Relationships>
</file>

<file path=ppt/slides/_rels/slide7.xml.rels><?xml version="1.0" encoding="UTF-8" standalone="yes"?><Relationships xmlns="http://schemas.openxmlformats.org/package/2006/relationships"><Relationship Id="rId11" Type="http://schemas.openxmlformats.org/officeDocument/2006/relationships/image" Target="../media/image45.png"/><Relationship Id="rId10" Type="http://schemas.openxmlformats.org/officeDocument/2006/relationships/image" Target="../media/image70.png"/><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24.png"/><Relationship Id="rId4" Type="http://schemas.openxmlformats.org/officeDocument/2006/relationships/image" Target="../media/image22.png"/><Relationship Id="rId9" Type="http://schemas.openxmlformats.org/officeDocument/2006/relationships/image" Target="../media/image14.png"/><Relationship Id="rId5" Type="http://schemas.openxmlformats.org/officeDocument/2006/relationships/image" Target="../media/image12.png"/><Relationship Id="rId6" Type="http://schemas.openxmlformats.org/officeDocument/2006/relationships/image" Target="../media/image8.png"/><Relationship Id="rId7" Type="http://schemas.openxmlformats.org/officeDocument/2006/relationships/image" Target="../media/image17.png"/><Relationship Id="rId8" Type="http://schemas.openxmlformats.org/officeDocument/2006/relationships/image" Target="../media/image4.png"/></Relationships>
</file>

<file path=ppt/slides/_rels/slide8.xml.rels><?xml version="1.0" encoding="UTF-8" standalone="yes"?><Relationships xmlns="http://schemas.openxmlformats.org/package/2006/relationships"><Relationship Id="rId11" Type="http://schemas.openxmlformats.org/officeDocument/2006/relationships/image" Target="../media/image45.png"/><Relationship Id="rId10" Type="http://schemas.openxmlformats.org/officeDocument/2006/relationships/image" Target="../media/image70.png"/><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24.png"/><Relationship Id="rId4" Type="http://schemas.openxmlformats.org/officeDocument/2006/relationships/image" Target="../media/image22.png"/><Relationship Id="rId9" Type="http://schemas.openxmlformats.org/officeDocument/2006/relationships/image" Target="../media/image14.png"/><Relationship Id="rId5" Type="http://schemas.openxmlformats.org/officeDocument/2006/relationships/image" Target="../media/image12.png"/><Relationship Id="rId6" Type="http://schemas.openxmlformats.org/officeDocument/2006/relationships/image" Target="../media/image8.png"/><Relationship Id="rId7" Type="http://schemas.openxmlformats.org/officeDocument/2006/relationships/image" Target="../media/image17.png"/><Relationship Id="rId8"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57.png"/><Relationship Id="rId4" Type="http://schemas.openxmlformats.org/officeDocument/2006/relationships/image" Target="../media/image59.png"/><Relationship Id="rId5" Type="http://schemas.openxmlformats.org/officeDocument/2006/relationships/image" Target="../media/image5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6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jpg"/></Relationships>
</file>

<file path=ppt/slides/_rels/slide18.xml.rels><?xml version="1.0" encoding="UTF-8" standalone="yes"?><Relationships xmlns="http://schemas.openxmlformats.org/package/2006/relationships"><Relationship Id="rId11" Type="http://schemas.openxmlformats.org/officeDocument/2006/relationships/image" Target="../media/image12.png"/><Relationship Id="rId10" Type="http://schemas.openxmlformats.org/officeDocument/2006/relationships/image" Target="../media/image22.png"/><Relationship Id="rId12" Type="http://schemas.openxmlformats.org/officeDocument/2006/relationships/image" Target="../media/image8.png"/><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51.gif"/><Relationship Id="rId4" Type="http://schemas.openxmlformats.org/officeDocument/2006/relationships/image" Target="../media/image53.jpg"/><Relationship Id="rId9" Type="http://schemas.openxmlformats.org/officeDocument/2006/relationships/image" Target="../media/image24.png"/><Relationship Id="rId5" Type="http://schemas.openxmlformats.org/officeDocument/2006/relationships/image" Target="../media/image52.png"/><Relationship Id="rId6" Type="http://schemas.openxmlformats.org/officeDocument/2006/relationships/image" Target="../media/image29.png"/><Relationship Id="rId7" Type="http://schemas.openxmlformats.org/officeDocument/2006/relationships/image" Target="../media/image14.png"/><Relationship Id="rId8" Type="http://schemas.openxmlformats.org/officeDocument/2006/relationships/image" Target="../media/image5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6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65.png"/><Relationship Id="rId4" Type="http://schemas.openxmlformats.org/officeDocument/2006/relationships/image" Target="../media/image5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68.png"/><Relationship Id="rId4" Type="http://schemas.openxmlformats.org/officeDocument/2006/relationships/image" Target="../media/image5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6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5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5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71.png"/><Relationship Id="rId4" Type="http://schemas.openxmlformats.org/officeDocument/2006/relationships/image" Target="../media/image59.png"/><Relationship Id="rId5" Type="http://schemas.openxmlformats.org/officeDocument/2006/relationships/image" Target="../media/image70.png"/><Relationship Id="rId6" Type="http://schemas.openxmlformats.org/officeDocument/2006/relationships/image" Target="../media/image45.png"/><Relationship Id="rId7" Type="http://schemas.openxmlformats.org/officeDocument/2006/relationships/image" Target="../media/image6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67.png"/><Relationship Id="rId4" Type="http://schemas.openxmlformats.org/officeDocument/2006/relationships/image" Target="../media/image69.png"/><Relationship Id="rId5" Type="http://schemas.openxmlformats.org/officeDocument/2006/relationships/image" Target="../media/image70.png"/><Relationship Id="rId6" Type="http://schemas.openxmlformats.org/officeDocument/2006/relationships/image" Target="../media/image4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5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5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5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5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5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59.png"/><Relationship Id="rId4" Type="http://schemas.openxmlformats.org/officeDocument/2006/relationships/image" Target="../media/image7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59.png"/><Relationship Id="rId4" Type="http://schemas.openxmlformats.org/officeDocument/2006/relationships/image" Target="../media/image7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59.png"/><Relationship Id="rId4" Type="http://schemas.openxmlformats.org/officeDocument/2006/relationships/image" Target="../media/image7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59.png"/><Relationship Id="rId4" Type="http://schemas.openxmlformats.org/officeDocument/2006/relationships/image" Target="../media/image7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59.png"/><Relationship Id="rId4" Type="http://schemas.openxmlformats.org/officeDocument/2006/relationships/image" Target="../media/image7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59.png"/><Relationship Id="rId4" Type="http://schemas.openxmlformats.org/officeDocument/2006/relationships/image" Target="../media/image7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1.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79.png"/><Relationship Id="rId4" Type="http://schemas.openxmlformats.org/officeDocument/2006/relationships/image" Target="../media/image7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59.png"/><Relationship Id="rId4" Type="http://schemas.openxmlformats.org/officeDocument/2006/relationships/image" Target="../media/image73.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1.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59.png"/><Relationship Id="rId4" Type="http://schemas.openxmlformats.org/officeDocument/2006/relationships/image" Target="../media/image73.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59.png"/><Relationship Id="rId4" Type="http://schemas.openxmlformats.org/officeDocument/2006/relationships/image" Target="../media/image73.png"/><Relationship Id="rId5" Type="http://schemas.openxmlformats.org/officeDocument/2006/relationships/image" Target="../media/image78.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59.png"/><Relationship Id="rId4" Type="http://schemas.openxmlformats.org/officeDocument/2006/relationships/image" Target="../media/image73.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59.png"/><Relationship Id="rId4" Type="http://schemas.openxmlformats.org/officeDocument/2006/relationships/image" Target="../media/image73.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59.png"/><Relationship Id="rId4" Type="http://schemas.openxmlformats.org/officeDocument/2006/relationships/image" Target="../media/image73.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76.png"/><Relationship Id="rId4" Type="http://schemas.openxmlformats.org/officeDocument/2006/relationships/image" Target="../media/image80.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76.png"/><Relationship Id="rId4" Type="http://schemas.openxmlformats.org/officeDocument/2006/relationships/image" Target="../media/image80.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image" Target="../media/image73.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 Id="rId3" Type="http://schemas.openxmlformats.org/officeDocument/2006/relationships/image" Target="../media/image1.jp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 Id="rId3" Type="http://schemas.openxmlformats.org/officeDocument/2006/relationships/image" Target="../media/image76.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 Id="rId3" Type="http://schemas.openxmlformats.org/officeDocument/2006/relationships/image" Target="../media/image76.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 Id="rId3" Type="http://schemas.openxmlformats.org/officeDocument/2006/relationships/image" Target="../media/image73.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 Id="rId3" Type="http://schemas.openxmlformats.org/officeDocument/2006/relationships/image" Target="../media/image73.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 Id="rId3" Type="http://schemas.openxmlformats.org/officeDocument/2006/relationships/image" Target="../media/image73.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 Id="rId3" Type="http://schemas.openxmlformats.org/officeDocument/2006/relationships/image" Target="../media/image73.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 Id="rId3" Type="http://schemas.openxmlformats.org/officeDocument/2006/relationships/image" Target="../media/image1.jp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 Id="rId3" Type="http://schemas.openxmlformats.org/officeDocument/2006/relationships/image" Target="../media/image1.jp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 Id="rId3" Type="http://schemas.openxmlformats.org/officeDocument/2006/relationships/image" Target="../media/image81.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 Id="rId3" Type="http://schemas.openxmlformats.org/officeDocument/2006/relationships/image" Target="../media/image83.jp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 Id="rId3" Type="http://schemas.openxmlformats.org/officeDocument/2006/relationships/image" Target="../media/image82.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 Id="rId3" Type="http://schemas.openxmlformats.org/officeDocument/2006/relationships/image" Target="../media/image84.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 Id="rId3" Type="http://schemas.openxmlformats.org/officeDocument/2006/relationships/image" Target="../media/image1.jp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 Id="rId3" Type="http://schemas.openxmlformats.org/officeDocument/2006/relationships/image" Target="../media/image87.png"/><Relationship Id="rId4" Type="http://schemas.openxmlformats.org/officeDocument/2006/relationships/image" Target="../media/image12.png"/><Relationship Id="rId5" Type="http://schemas.openxmlformats.org/officeDocument/2006/relationships/image" Target="../media/image8.png"/><Relationship Id="rId6" Type="http://schemas.openxmlformats.org/officeDocument/2006/relationships/image" Target="../media/image86.png"/><Relationship Id="rId7" Type="http://schemas.openxmlformats.org/officeDocument/2006/relationships/image" Target="../media/image61.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 Id="rId3" Type="http://schemas.openxmlformats.org/officeDocument/2006/relationships/image" Target="../media/image12.png"/><Relationship Id="rId4" Type="http://schemas.openxmlformats.org/officeDocument/2006/relationships/image" Target="../media/image8.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 Id="rId3" Type="http://schemas.openxmlformats.org/officeDocument/2006/relationships/image" Target="../media/image13.png"/><Relationship Id="rId4" Type="http://schemas.openxmlformats.org/officeDocument/2006/relationships/image" Target="../media/image12.png"/><Relationship Id="rId5" Type="http://schemas.openxmlformats.org/officeDocument/2006/relationships/image" Target="../media/image8.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 Id="rId3" Type="http://schemas.openxmlformats.org/officeDocument/2006/relationships/image" Target="../media/image12.png"/><Relationship Id="rId4" Type="http://schemas.openxmlformats.org/officeDocument/2006/relationships/image" Target="../media/image8.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 Id="rId3" Type="http://schemas.openxmlformats.org/officeDocument/2006/relationships/image" Target="../media/image12.png"/><Relationship Id="rId4" Type="http://schemas.openxmlformats.org/officeDocument/2006/relationships/image" Target="../media/image8.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 Id="rId3" Type="http://schemas.openxmlformats.org/officeDocument/2006/relationships/image" Target="../media/image12.png"/><Relationship Id="rId4" Type="http://schemas.openxmlformats.org/officeDocument/2006/relationships/image" Target="../media/image8.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 Id="rId3" Type="http://schemas.openxmlformats.org/officeDocument/2006/relationships/image" Target="../media/image12.png"/><Relationship Id="rId4" Type="http://schemas.openxmlformats.org/officeDocument/2006/relationships/image" Target="../media/image8.png"/><Relationship Id="rId5" Type="http://schemas.openxmlformats.org/officeDocument/2006/relationships/image" Target="../media/image86.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3"/>
          <p:cNvSpPr/>
          <p:nvPr/>
        </p:nvSpPr>
        <p:spPr>
          <a:xfrm>
            <a:off x="7981312" y="4289908"/>
            <a:ext cx="3981504" cy="2860675"/>
          </a:xfrm>
          <a:prstGeom prst="rect">
            <a:avLst/>
          </a:prstGeom>
          <a:no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rPr b="0" i="1" lang="en-US" sz="2800" u="none" cap="none" strike="noStrike">
                <a:solidFill>
                  <a:srgbClr val="0000A3"/>
                </a:solidFill>
                <a:latin typeface="Calibri"/>
                <a:ea typeface="Calibri"/>
                <a:cs typeface="Calibri"/>
                <a:sym typeface="Calibri"/>
              </a:rPr>
              <a:t>Computer Networking: A Top-Down Approach </a:t>
            </a:r>
            <a:br>
              <a:rPr b="0" i="0" lang="en-US" sz="2800" u="none" cap="none" strike="noStrike">
                <a:solidFill>
                  <a:srgbClr val="008000"/>
                </a:solidFill>
                <a:latin typeface="Calibri"/>
                <a:ea typeface="Calibri"/>
                <a:cs typeface="Calibri"/>
                <a:sym typeface="Calibri"/>
              </a:rPr>
            </a:br>
            <a:r>
              <a:rPr b="0" i="0" lang="en-US" sz="1800" u="none" cap="none" strike="noStrike">
                <a:solidFill>
                  <a:schemeClr val="dk1"/>
                </a:solidFill>
                <a:latin typeface="Calibri"/>
                <a:ea typeface="Calibri"/>
                <a:cs typeface="Calibri"/>
                <a:sym typeface="Calibri"/>
              </a:rPr>
              <a:t>8</a:t>
            </a:r>
            <a:r>
              <a:rPr b="0" baseline="30000" i="0" lang="en-US" sz="1800" u="none" cap="none" strike="noStrike">
                <a:solidFill>
                  <a:schemeClr val="dk1"/>
                </a:solidFill>
                <a:latin typeface="Calibri"/>
                <a:ea typeface="Calibri"/>
                <a:cs typeface="Calibri"/>
                <a:sym typeface="Calibri"/>
              </a:rPr>
              <a:t>th</a:t>
            </a:r>
            <a:r>
              <a:rPr b="0" i="0" lang="en-US" sz="1800" u="none" cap="none" strike="noStrike">
                <a:solidFill>
                  <a:schemeClr val="dk1"/>
                </a:solidFill>
                <a:latin typeface="Calibri"/>
                <a:ea typeface="Calibri"/>
                <a:cs typeface="Calibri"/>
                <a:sym typeface="Calibri"/>
              </a:rPr>
              <a:t> edition </a:t>
            </a:r>
            <a:br>
              <a:rPr b="0" i="0" lang="en-US" sz="1800" u="none" cap="none" strike="noStrike">
                <a:solidFill>
                  <a:schemeClr val="dk1"/>
                </a:solidFill>
                <a:latin typeface="Calibri"/>
                <a:ea typeface="Calibri"/>
                <a:cs typeface="Calibri"/>
                <a:sym typeface="Calibri"/>
              </a:rPr>
            </a:br>
            <a:r>
              <a:rPr b="0" i="0" lang="en-US" sz="1800" u="none" cap="none" strike="noStrike">
                <a:solidFill>
                  <a:schemeClr val="dk1"/>
                </a:solidFill>
                <a:latin typeface="Calibri"/>
                <a:ea typeface="Calibri"/>
                <a:cs typeface="Calibri"/>
                <a:sym typeface="Calibri"/>
              </a:rPr>
              <a:t>Jim Kurose, Keith Ross</a:t>
            </a:r>
            <a:br>
              <a:rPr b="0" i="0" lang="en-US" sz="1800" u="none" cap="none" strike="noStrike">
                <a:solidFill>
                  <a:schemeClr val="dk1"/>
                </a:solidFill>
                <a:latin typeface="Calibri"/>
                <a:ea typeface="Calibri"/>
                <a:cs typeface="Calibri"/>
                <a:sym typeface="Calibri"/>
              </a:rPr>
            </a:br>
            <a:r>
              <a:rPr b="0" i="0" lang="en-US" sz="1800" u="none" cap="none" strike="noStrike">
                <a:solidFill>
                  <a:schemeClr val="dk1"/>
                </a:solidFill>
                <a:latin typeface="Calibri"/>
                <a:ea typeface="Calibri"/>
                <a:cs typeface="Calibri"/>
                <a:sym typeface="Calibri"/>
              </a:rPr>
              <a:t>Pearson, 2020</a:t>
            </a:r>
            <a:endParaRPr b="0" i="0" sz="2000" u="none" cap="none" strike="noStrike">
              <a:solidFill>
                <a:schemeClr val="dk1"/>
              </a:solidFill>
              <a:latin typeface="Calibri"/>
              <a:ea typeface="Calibri"/>
              <a:cs typeface="Calibri"/>
              <a:sym typeface="Calibri"/>
            </a:endParaRPr>
          </a:p>
        </p:txBody>
      </p:sp>
      <p:sp>
        <p:nvSpPr>
          <p:cNvPr id="63" name="Google Shape;63;p13"/>
          <p:cNvSpPr/>
          <p:nvPr/>
        </p:nvSpPr>
        <p:spPr>
          <a:xfrm>
            <a:off x="1325034" y="561975"/>
            <a:ext cx="5127523" cy="1939685"/>
          </a:xfrm>
          <a:prstGeom prst="rect">
            <a:avLst/>
          </a:prstGeom>
          <a:no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rPr b="1" i="0" lang="en-US" sz="5400" u="none" cap="none" strike="noStrike">
                <a:solidFill>
                  <a:srgbClr val="000099"/>
                </a:solidFill>
                <a:latin typeface="Calibri"/>
                <a:ea typeface="Calibri"/>
                <a:cs typeface="Calibri"/>
                <a:sym typeface="Calibri"/>
              </a:rPr>
              <a:t>Chapter 6</a:t>
            </a:r>
            <a:br>
              <a:rPr b="1" i="0" lang="en-US" sz="6000" u="none" cap="none" strike="noStrike">
                <a:solidFill>
                  <a:srgbClr val="000099"/>
                </a:solidFill>
                <a:latin typeface="Calibri"/>
                <a:ea typeface="Calibri"/>
                <a:cs typeface="Calibri"/>
                <a:sym typeface="Calibri"/>
              </a:rPr>
            </a:br>
            <a:r>
              <a:rPr b="1" i="0" lang="en-US" sz="5400" u="none" cap="none" strike="noStrike">
                <a:solidFill>
                  <a:srgbClr val="000099"/>
                </a:solidFill>
                <a:latin typeface="Calibri"/>
                <a:ea typeface="Calibri"/>
                <a:cs typeface="Calibri"/>
                <a:sym typeface="Calibri"/>
              </a:rPr>
              <a:t>The Link Layer </a:t>
            </a:r>
            <a:endParaRPr/>
          </a:p>
          <a:p>
            <a:pPr indent="0" lvl="0" marL="0" marR="0" rtl="0" algn="l">
              <a:lnSpc>
                <a:spcPct val="85000"/>
              </a:lnSpc>
              <a:spcBef>
                <a:spcPts val="0"/>
              </a:spcBef>
              <a:spcAft>
                <a:spcPts val="0"/>
              </a:spcAft>
              <a:buNone/>
            </a:pPr>
            <a:r>
              <a:rPr b="1" i="0" lang="en-US" sz="5400" u="none" cap="none" strike="noStrike">
                <a:solidFill>
                  <a:srgbClr val="000099"/>
                </a:solidFill>
                <a:latin typeface="Calibri"/>
                <a:ea typeface="Calibri"/>
                <a:cs typeface="Calibri"/>
                <a:sym typeface="Calibri"/>
              </a:rPr>
              <a:t>and LANs</a:t>
            </a:r>
            <a:endParaRPr/>
          </a:p>
        </p:txBody>
      </p:sp>
      <p:sp>
        <p:nvSpPr>
          <p:cNvPr id="64" name="Google Shape;64;p13"/>
          <p:cNvSpPr txBox="1"/>
          <p:nvPr/>
        </p:nvSpPr>
        <p:spPr>
          <a:xfrm>
            <a:off x="1350014" y="2647662"/>
            <a:ext cx="5378450" cy="16296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A note on the use of these PowerPoint slides:</a:t>
            </a:r>
            <a:endParaRPr/>
          </a:p>
          <a:p>
            <a:pPr indent="0" lvl="0" marL="0" marR="0" rtl="0" algn="l">
              <a:spcBef>
                <a:spcPts val="0"/>
              </a:spcBef>
              <a:spcAft>
                <a:spcPts val="0"/>
              </a:spcAft>
              <a:buNone/>
            </a:pPr>
            <a:r>
              <a:rPr b="0" i="0" lang="en-US" sz="1400" u="none" cap="none" strike="noStrike">
                <a:solidFill>
                  <a:schemeClr val="dk1"/>
                </a:solidFill>
                <a:latin typeface="Calibri"/>
                <a:ea typeface="Calibri"/>
                <a:cs typeface="Calibri"/>
                <a:sym typeface="Calibri"/>
              </a:rPr>
              <a:t>We’re making these slides freely available to all (faculty, students, readers). They’re in PowerPoint form so you see the animations; and can add, modify, and delete slides  (including this one) and slide content to suit your needs. They obviously represent a </a:t>
            </a:r>
            <a:r>
              <a:rPr b="0" i="1" lang="en-US" sz="1400" u="none" cap="none" strike="noStrike">
                <a:solidFill>
                  <a:schemeClr val="dk1"/>
                </a:solidFill>
                <a:latin typeface="Calibri"/>
                <a:ea typeface="Calibri"/>
                <a:cs typeface="Calibri"/>
                <a:sym typeface="Calibri"/>
              </a:rPr>
              <a:t>lot</a:t>
            </a:r>
            <a:r>
              <a:rPr b="0" i="0" lang="en-US" sz="1400" u="none" cap="none" strike="noStrike">
                <a:solidFill>
                  <a:schemeClr val="dk1"/>
                </a:solidFill>
                <a:latin typeface="Calibri"/>
                <a:ea typeface="Calibri"/>
                <a:cs typeface="Calibri"/>
                <a:sym typeface="Calibri"/>
              </a:rPr>
              <a:t> of work on our part. In return for use, we only ask the following:</a:t>
            </a:r>
            <a:endParaRPr/>
          </a:p>
          <a:p>
            <a:pPr indent="0" lvl="0" marL="0" marR="0" rtl="0" algn="l">
              <a:lnSpc>
                <a:spcPct val="85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65" name="Google Shape;65;p13"/>
          <p:cNvSpPr txBox="1"/>
          <p:nvPr/>
        </p:nvSpPr>
        <p:spPr>
          <a:xfrm>
            <a:off x="1325035" y="3894603"/>
            <a:ext cx="5378450" cy="2636171"/>
          </a:xfrm>
          <a:prstGeom prst="rect">
            <a:avLst/>
          </a:prstGeom>
          <a:noFill/>
          <a:ln>
            <a:noFill/>
          </a:ln>
        </p:spPr>
        <p:txBody>
          <a:bodyPr anchorCtr="0" anchor="t" bIns="45700" lIns="91425" spcFirstLastPara="1" rIns="91425" wrap="square" tIns="45700">
            <a:spAutoFit/>
          </a:bodyPr>
          <a:lstStyle/>
          <a:p>
            <a:pPr indent="-173038" lvl="0" marL="173038" marR="0" rtl="0" algn="l">
              <a:lnSpc>
                <a:spcPct val="85000"/>
              </a:lnSpc>
              <a:spcBef>
                <a:spcPts val="0"/>
              </a:spcBef>
              <a:spcAft>
                <a:spcPts val="0"/>
              </a:spcAft>
              <a:buNone/>
            </a:pPr>
            <a:r>
              <a:t/>
            </a:r>
            <a:endParaRPr b="0" i="0" sz="1400" u="none" cap="none" strike="noStrike">
              <a:solidFill>
                <a:schemeClr val="dk1"/>
              </a:solidFill>
              <a:latin typeface="Gill Sans"/>
              <a:ea typeface="Gill Sans"/>
              <a:cs typeface="Gill Sans"/>
              <a:sym typeface="Gill Sans"/>
            </a:endParaRPr>
          </a:p>
          <a:p>
            <a:pPr indent="-168275" lvl="0" marL="290513" marR="0" rtl="0" algn="l">
              <a:spcBef>
                <a:spcPts val="0"/>
              </a:spcBef>
              <a:spcAft>
                <a:spcPts val="0"/>
              </a:spcAft>
              <a:buClr>
                <a:srgbClr val="0000A8"/>
              </a:buClr>
              <a:buSzPts val="1050"/>
              <a:buFont typeface="Noto Sans Symbols"/>
              <a:buChar char="▪"/>
            </a:pPr>
            <a:r>
              <a:rPr b="0" i="0" lang="en-US" sz="1400" u="none" cap="none" strike="noStrike">
                <a:solidFill>
                  <a:schemeClr val="dk1"/>
                </a:solidFill>
                <a:latin typeface="Calibri"/>
                <a:ea typeface="Calibri"/>
                <a:cs typeface="Calibri"/>
                <a:sym typeface="Calibri"/>
              </a:rPr>
              <a:t>If you use these slides (e.g., in a class) that you mention their source (after all, we’d like people to use our book!)</a:t>
            </a:r>
            <a:endParaRPr/>
          </a:p>
          <a:p>
            <a:pPr indent="-168275" lvl="0" marL="290513" marR="0" rtl="0" algn="l">
              <a:spcBef>
                <a:spcPts val="0"/>
              </a:spcBef>
              <a:spcAft>
                <a:spcPts val="0"/>
              </a:spcAft>
              <a:buClr>
                <a:srgbClr val="0000A8"/>
              </a:buClr>
              <a:buSzPts val="1050"/>
              <a:buFont typeface="Noto Sans Symbols"/>
              <a:buChar char="▪"/>
            </a:pPr>
            <a:r>
              <a:rPr b="0" i="0" lang="en-US" sz="1400" u="none" cap="none" strike="noStrike">
                <a:solidFill>
                  <a:schemeClr val="dk1"/>
                </a:solidFill>
                <a:latin typeface="Calibri"/>
                <a:ea typeface="Calibri"/>
                <a:cs typeface="Calibri"/>
                <a:sym typeface="Calibri"/>
              </a:rPr>
              <a:t>If you post any slides on a www site, that you note that they are adapted from (or perhaps identical to) our slides, and note our copyright of this material.</a:t>
            </a:r>
            <a:endParaRPr/>
          </a:p>
          <a:p>
            <a:pPr indent="-173038" lvl="0" marL="173038" marR="0" rtl="0" algn="l">
              <a:lnSpc>
                <a:spcPct val="85000"/>
              </a:lnSpc>
              <a:spcBef>
                <a:spcPts val="0"/>
              </a:spcBef>
              <a:spcAft>
                <a:spcPts val="0"/>
              </a:spcAft>
              <a:buClr>
                <a:schemeClr val="accent2"/>
              </a:buClr>
              <a:buSzPts val="1400"/>
              <a:buFont typeface="Noto Sans Symbols"/>
              <a:buNone/>
            </a:pPr>
            <a:r>
              <a:t/>
            </a:r>
            <a:endParaRPr b="0" i="0" sz="1400" u="none" cap="none" strike="noStrike">
              <a:solidFill>
                <a:schemeClr val="dk1"/>
              </a:solidFill>
              <a:latin typeface="Calibri"/>
              <a:ea typeface="Calibri"/>
              <a:cs typeface="Calibri"/>
              <a:sym typeface="Calibri"/>
            </a:endParaRPr>
          </a:p>
          <a:p>
            <a:pPr indent="0" lvl="0" marL="15875" marR="0" rtl="0" algn="l">
              <a:lnSpc>
                <a:spcPct val="85000"/>
              </a:lnSpc>
              <a:spcBef>
                <a:spcPts val="0"/>
              </a:spcBef>
              <a:spcAft>
                <a:spcPts val="0"/>
              </a:spcAft>
              <a:buClr>
                <a:schemeClr val="accent2"/>
              </a:buClr>
              <a:buSzPts val="1400"/>
              <a:buFont typeface="Noto Sans Symbols"/>
              <a:buNone/>
            </a:pPr>
            <a:r>
              <a:rPr b="0" i="0" lang="en-US" sz="1400" u="none" cap="none" strike="noStrike">
                <a:solidFill>
                  <a:schemeClr val="dk1"/>
                </a:solidFill>
                <a:latin typeface="Calibri"/>
                <a:ea typeface="Calibri"/>
                <a:cs typeface="Calibri"/>
                <a:sym typeface="Calibri"/>
              </a:rPr>
              <a:t>For a revision history, see the slide note for this page. </a:t>
            </a:r>
            <a:endParaRPr/>
          </a:p>
          <a:p>
            <a:pPr indent="0" lvl="0" marL="15875" marR="0" rtl="0" algn="l">
              <a:lnSpc>
                <a:spcPct val="85000"/>
              </a:lnSpc>
              <a:spcBef>
                <a:spcPts val="0"/>
              </a:spcBef>
              <a:spcAft>
                <a:spcPts val="0"/>
              </a:spcAft>
              <a:buClr>
                <a:schemeClr val="accent2"/>
              </a:buClr>
              <a:buSzPts val="1400"/>
              <a:buFont typeface="Noto Sans Symbols"/>
              <a:buNone/>
            </a:pPr>
            <a:r>
              <a:t/>
            </a:r>
            <a:endParaRPr b="0" i="0" sz="1400" u="none" cap="none" strike="noStrike">
              <a:solidFill>
                <a:schemeClr val="dk1"/>
              </a:solidFill>
              <a:latin typeface="Calibri"/>
              <a:ea typeface="Calibri"/>
              <a:cs typeface="Calibri"/>
              <a:sym typeface="Calibri"/>
            </a:endParaRPr>
          </a:p>
          <a:p>
            <a:pPr indent="0" lvl="0" marL="15875" marR="0" rtl="0" algn="l">
              <a:lnSpc>
                <a:spcPct val="85000"/>
              </a:lnSpc>
              <a:spcBef>
                <a:spcPts val="0"/>
              </a:spcBef>
              <a:spcAft>
                <a:spcPts val="0"/>
              </a:spcAft>
              <a:buClr>
                <a:schemeClr val="accent2"/>
              </a:buClr>
              <a:buSzPts val="1400"/>
              <a:buFont typeface="Noto Sans Symbols"/>
              <a:buNone/>
            </a:pPr>
            <a:r>
              <a:rPr b="0" i="0" lang="en-US" sz="1400" u="none" cap="none" strike="noStrike">
                <a:solidFill>
                  <a:schemeClr val="dk1"/>
                </a:solidFill>
                <a:latin typeface="Calibri"/>
                <a:ea typeface="Calibri"/>
                <a:cs typeface="Calibri"/>
                <a:sym typeface="Calibri"/>
              </a:rPr>
              <a:t>Thanks and enjoy!  JFK/KWR</a:t>
            </a:r>
            <a:endParaRPr/>
          </a:p>
          <a:p>
            <a:pPr indent="-173038" lvl="0" marL="173038" marR="0" rtl="0" algn="l">
              <a:lnSpc>
                <a:spcPct val="85000"/>
              </a:lnSpc>
              <a:spcBef>
                <a:spcPts val="0"/>
              </a:spcBef>
              <a:spcAft>
                <a:spcPts val="0"/>
              </a:spcAft>
              <a:buNone/>
            </a:pPr>
            <a:r>
              <a:t/>
            </a:r>
            <a:endParaRPr b="0" i="0" sz="1400" u="none" cap="none" strike="noStrike">
              <a:solidFill>
                <a:schemeClr val="dk1"/>
              </a:solidFill>
              <a:latin typeface="Calibri"/>
              <a:ea typeface="Calibri"/>
              <a:cs typeface="Calibri"/>
              <a:sym typeface="Calibri"/>
            </a:endParaRPr>
          </a:p>
          <a:p>
            <a:pPr indent="-173038" lvl="0" marL="173038" marR="0" rtl="0" algn="l">
              <a:lnSpc>
                <a:spcPct val="85000"/>
              </a:lnSpc>
              <a:spcBef>
                <a:spcPts val="0"/>
              </a:spcBef>
              <a:spcAft>
                <a:spcPts val="0"/>
              </a:spcAft>
              <a:buNone/>
            </a:pPr>
            <a:r>
              <a:rPr b="0" i="0" lang="en-US" sz="1400" u="none" cap="none" strike="noStrike">
                <a:solidFill>
                  <a:schemeClr val="dk1"/>
                </a:solidFill>
                <a:latin typeface="Calibri"/>
                <a:ea typeface="Calibri"/>
                <a:cs typeface="Calibri"/>
                <a:sym typeface="Calibri"/>
              </a:rPr>
              <a:t>     All material copyright 1996-2023</a:t>
            </a:r>
            <a:endParaRPr/>
          </a:p>
          <a:p>
            <a:pPr indent="-173038" lvl="0" marL="173038" marR="0" rtl="0" algn="l">
              <a:lnSpc>
                <a:spcPct val="85000"/>
              </a:lnSpc>
              <a:spcBef>
                <a:spcPts val="0"/>
              </a:spcBef>
              <a:spcAft>
                <a:spcPts val="0"/>
              </a:spcAft>
              <a:buNone/>
            </a:pPr>
            <a:r>
              <a:rPr b="0" i="0" lang="en-US" sz="1400" u="none" cap="none" strike="noStrike">
                <a:solidFill>
                  <a:schemeClr val="dk1"/>
                </a:solidFill>
                <a:latin typeface="Calibri"/>
                <a:ea typeface="Calibri"/>
                <a:cs typeface="Calibri"/>
                <a:sym typeface="Calibri"/>
              </a:rPr>
              <a:t>     J.F Kurose and K.W. Ross, All Rights Reserved</a:t>
            </a:r>
            <a:endParaRPr b="0" i="0" sz="1200" u="none" cap="none" strike="noStrike">
              <a:solidFill>
                <a:schemeClr val="dk1"/>
              </a:solidFill>
              <a:latin typeface="Calibri"/>
              <a:ea typeface="Calibri"/>
              <a:cs typeface="Calibri"/>
              <a:sym typeface="Calibri"/>
            </a:endParaRPr>
          </a:p>
        </p:txBody>
      </p:sp>
      <p:pic>
        <p:nvPicPr>
          <p:cNvPr descr="A picture containing outdoor, water, bridge, building&#10;&#10;Description automatically generated" id="66" name="Google Shape;66;p13"/>
          <p:cNvPicPr preferRelativeResize="0"/>
          <p:nvPr/>
        </p:nvPicPr>
        <p:blipFill rotWithShape="1">
          <a:blip r:embed="rId3">
            <a:alphaModFix/>
          </a:blip>
          <a:srcRect b="0" l="0" r="0" t="0"/>
          <a:stretch/>
        </p:blipFill>
        <p:spPr>
          <a:xfrm>
            <a:off x="8135257" y="887185"/>
            <a:ext cx="3040743" cy="3800929"/>
          </a:xfrm>
          <a:prstGeom prst="rect">
            <a:avLst/>
          </a:prstGeom>
          <a:noFill/>
          <a:ln>
            <a:noFill/>
          </a:ln>
          <a:effectLst>
            <a:outerShdw blurRad="50800" rotWithShape="0" algn="bl" dir="18900000" dist="38100">
              <a:srgbClr val="000000">
                <a:alpha val="40000"/>
              </a:srgbClr>
            </a:outerShdw>
          </a:effectLst>
        </p:spPr>
      </p:pic>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4"/>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Link layer and LANs: our goals</a:t>
            </a:r>
            <a:endParaRPr/>
          </a:p>
        </p:txBody>
      </p:sp>
      <p:sp>
        <p:nvSpPr>
          <p:cNvPr id="73" name="Google Shape;73;p14"/>
          <p:cNvSpPr txBox="1"/>
          <p:nvPr>
            <p:ph idx="1" type="body"/>
          </p:nvPr>
        </p:nvSpPr>
        <p:spPr>
          <a:xfrm>
            <a:off x="838200" y="1572572"/>
            <a:ext cx="5181600" cy="4698465"/>
          </a:xfrm>
          <a:prstGeom prst="rect">
            <a:avLst/>
          </a:prstGeom>
          <a:noFill/>
          <a:ln>
            <a:noFill/>
          </a:ln>
        </p:spPr>
        <p:txBody>
          <a:bodyPr anchorCtr="0" anchor="t" bIns="45700" lIns="91425" spcFirstLastPara="1" rIns="91425" wrap="square" tIns="45700">
            <a:normAutofit/>
          </a:bodyPr>
          <a:lstStyle/>
          <a:p>
            <a:pPr indent="-212725" lvl="0" marL="342900" rtl="0" algn="l">
              <a:lnSpc>
                <a:spcPct val="90000"/>
              </a:lnSpc>
              <a:spcBef>
                <a:spcPts val="0"/>
              </a:spcBef>
              <a:spcAft>
                <a:spcPts val="0"/>
              </a:spcAft>
              <a:buSzPts val="3200"/>
              <a:buFont typeface="Noto Sans Symbols"/>
              <a:buChar char="▪"/>
            </a:pPr>
            <a:r>
              <a:rPr lang="en-US" sz="3200"/>
              <a:t>understand principles behind link layer services:</a:t>
            </a:r>
            <a:endParaRPr/>
          </a:p>
          <a:p>
            <a:pPr indent="-317500" lvl="1" marL="688975" rtl="0" algn="l">
              <a:lnSpc>
                <a:spcPct val="100000"/>
              </a:lnSpc>
              <a:spcBef>
                <a:spcPts val="500"/>
              </a:spcBef>
              <a:spcAft>
                <a:spcPts val="0"/>
              </a:spcAft>
              <a:buSzPts val="2800"/>
              <a:buChar char="•"/>
            </a:pPr>
            <a:r>
              <a:rPr lang="en-US" sz="2800"/>
              <a:t>error detection, correction</a:t>
            </a:r>
            <a:endParaRPr/>
          </a:p>
          <a:p>
            <a:pPr indent="-317500" lvl="1" marL="688975" rtl="0" algn="l">
              <a:lnSpc>
                <a:spcPct val="100000"/>
              </a:lnSpc>
              <a:spcBef>
                <a:spcPts val="500"/>
              </a:spcBef>
              <a:spcAft>
                <a:spcPts val="0"/>
              </a:spcAft>
              <a:buSzPts val="2800"/>
              <a:buChar char="•"/>
            </a:pPr>
            <a:r>
              <a:rPr lang="en-US" sz="2800"/>
              <a:t>sharing a broadcast channel: multiple access</a:t>
            </a:r>
            <a:endParaRPr/>
          </a:p>
          <a:p>
            <a:pPr indent="-317500" lvl="1" marL="688975" rtl="0" algn="l">
              <a:lnSpc>
                <a:spcPct val="100000"/>
              </a:lnSpc>
              <a:spcBef>
                <a:spcPts val="500"/>
              </a:spcBef>
              <a:spcAft>
                <a:spcPts val="0"/>
              </a:spcAft>
              <a:buSzPts val="2800"/>
              <a:buChar char="•"/>
            </a:pPr>
            <a:r>
              <a:rPr lang="en-US" sz="2800"/>
              <a:t>link layer addressing</a:t>
            </a:r>
            <a:endParaRPr/>
          </a:p>
          <a:p>
            <a:pPr indent="-317500" lvl="1" marL="688975" rtl="0" algn="l">
              <a:lnSpc>
                <a:spcPct val="100000"/>
              </a:lnSpc>
              <a:spcBef>
                <a:spcPts val="500"/>
              </a:spcBef>
              <a:spcAft>
                <a:spcPts val="0"/>
              </a:spcAft>
              <a:buSzPts val="2800"/>
              <a:buChar char="•"/>
            </a:pPr>
            <a:r>
              <a:rPr lang="en-US" sz="2800"/>
              <a:t>local area networks: Ethernet, VLANs</a:t>
            </a:r>
            <a:endParaRPr/>
          </a:p>
          <a:p>
            <a:pPr indent="-212725" lvl="0" marL="342900" rtl="0" algn="l">
              <a:lnSpc>
                <a:spcPct val="90000"/>
              </a:lnSpc>
              <a:spcBef>
                <a:spcPts val="1000"/>
              </a:spcBef>
              <a:spcAft>
                <a:spcPts val="0"/>
              </a:spcAft>
              <a:buSzPts val="3200"/>
              <a:buFont typeface="Noto Sans Symbols"/>
              <a:buChar char="▪"/>
            </a:pPr>
            <a:r>
              <a:rPr lang="en-US" sz="3200"/>
              <a:t>datacenter networks</a:t>
            </a:r>
            <a:endParaRPr/>
          </a:p>
          <a:p>
            <a:pPr indent="0" lvl="0" marL="130175" rtl="0" algn="l">
              <a:lnSpc>
                <a:spcPct val="90000"/>
              </a:lnSpc>
              <a:spcBef>
                <a:spcPts val="1000"/>
              </a:spcBef>
              <a:spcAft>
                <a:spcPts val="0"/>
              </a:spcAft>
              <a:buSzPts val="2800"/>
              <a:buNone/>
            </a:pPr>
            <a:r>
              <a:t/>
            </a:r>
            <a:endParaRPr/>
          </a:p>
        </p:txBody>
      </p:sp>
      <p:sp>
        <p:nvSpPr>
          <p:cNvPr id="74" name="Google Shape;74;p14"/>
          <p:cNvSpPr txBox="1"/>
          <p:nvPr>
            <p:ph idx="2" type="body"/>
          </p:nvPr>
        </p:nvSpPr>
        <p:spPr>
          <a:xfrm>
            <a:off x="6304934" y="1602070"/>
            <a:ext cx="5584371" cy="4351338"/>
          </a:xfrm>
          <a:prstGeom prst="rect">
            <a:avLst/>
          </a:prstGeom>
          <a:noFill/>
          <a:ln>
            <a:noFill/>
          </a:ln>
        </p:spPr>
        <p:txBody>
          <a:bodyPr anchorCtr="0" anchor="t" bIns="45700" lIns="91425" spcFirstLastPara="1" rIns="91425" wrap="square" tIns="45700">
            <a:normAutofit/>
          </a:bodyPr>
          <a:lstStyle/>
          <a:p>
            <a:pPr indent="-277813" lvl="0" marL="407988" rtl="0" algn="l">
              <a:lnSpc>
                <a:spcPct val="90000"/>
              </a:lnSpc>
              <a:spcBef>
                <a:spcPts val="0"/>
              </a:spcBef>
              <a:spcAft>
                <a:spcPts val="0"/>
              </a:spcAft>
              <a:buSzPts val="3200"/>
              <a:buChar char="▪"/>
            </a:pPr>
            <a:r>
              <a:rPr lang="en-US" sz="3200"/>
              <a:t>instantiation, implementation of various link layer technologies</a:t>
            </a:r>
            <a:endParaRPr sz="2800"/>
          </a:p>
        </p:txBody>
      </p:sp>
      <p:pic>
        <p:nvPicPr>
          <p:cNvPr descr="A train crossing a bridge over a body of water&#10;&#10;Description automatically generated" id="75" name="Google Shape;75;p14"/>
          <p:cNvPicPr preferRelativeResize="0"/>
          <p:nvPr/>
        </p:nvPicPr>
        <p:blipFill rotWithShape="1">
          <a:blip r:embed="rId3">
            <a:alphaModFix/>
          </a:blip>
          <a:srcRect b="0" l="0" r="0" t="0"/>
          <a:stretch/>
        </p:blipFill>
        <p:spPr>
          <a:xfrm>
            <a:off x="6657543" y="3498941"/>
            <a:ext cx="3102316" cy="2326737"/>
          </a:xfrm>
          <a:prstGeom prst="rect">
            <a:avLst/>
          </a:prstGeom>
          <a:noFill/>
          <a:ln>
            <a:noFill/>
          </a:ln>
          <a:effectLst>
            <a:outerShdw blurRad="50800" rotWithShape="0" algn="bl" dir="18900000" dist="38100">
              <a:srgbClr val="000000">
                <a:alpha val="40000"/>
              </a:srgbClr>
            </a:outerShdw>
          </a:effectLst>
        </p:spPr>
      </p:pic>
      <p:sp>
        <p:nvSpPr>
          <p:cNvPr id="76" name="Google Shape;76;p1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Link Layer: 6-</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
                                            <p:txEl>
                                              <p:pRg end="0" st="0"/>
                                            </p:txEl>
                                          </p:spTgt>
                                        </p:tgtEl>
                                        <p:attrNameLst>
                                          <p:attrName>style.visibility</p:attrName>
                                        </p:attrNameLst>
                                      </p:cBhvr>
                                      <p:to>
                                        <p:strVal val="visible"/>
                                      </p:to>
                                    </p:set>
                                    <p:animEffect filter="fade" transition="in">
                                      <p:cBhvr>
                                        <p:cTn dur="500"/>
                                        <p:tgtEl>
                                          <p:spTgt spid="7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
                                            <p:txEl>
                                              <p:pRg end="1" st="1"/>
                                            </p:txEl>
                                          </p:spTgt>
                                        </p:tgtEl>
                                        <p:attrNameLst>
                                          <p:attrName>style.visibility</p:attrName>
                                        </p:attrNameLst>
                                      </p:cBhvr>
                                      <p:to>
                                        <p:strVal val="visible"/>
                                      </p:to>
                                    </p:set>
                                    <p:animEffect filter="fade" transition="in">
                                      <p:cBhvr>
                                        <p:cTn dur="500"/>
                                        <p:tgtEl>
                                          <p:spTgt spid="7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
                                            <p:txEl>
                                              <p:pRg end="2" st="2"/>
                                            </p:txEl>
                                          </p:spTgt>
                                        </p:tgtEl>
                                        <p:attrNameLst>
                                          <p:attrName>style.visibility</p:attrName>
                                        </p:attrNameLst>
                                      </p:cBhvr>
                                      <p:to>
                                        <p:strVal val="visible"/>
                                      </p:to>
                                    </p:set>
                                    <p:animEffect filter="fade" transition="in">
                                      <p:cBhvr>
                                        <p:cTn dur="500"/>
                                        <p:tgtEl>
                                          <p:spTgt spid="7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
                                            <p:txEl>
                                              <p:pRg end="3" st="3"/>
                                            </p:txEl>
                                          </p:spTgt>
                                        </p:tgtEl>
                                        <p:attrNameLst>
                                          <p:attrName>style.visibility</p:attrName>
                                        </p:attrNameLst>
                                      </p:cBhvr>
                                      <p:to>
                                        <p:strVal val="visible"/>
                                      </p:to>
                                    </p:set>
                                    <p:animEffect filter="fade" transition="in">
                                      <p:cBhvr>
                                        <p:cTn dur="500"/>
                                        <p:tgtEl>
                                          <p:spTgt spid="7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
                                            <p:txEl>
                                              <p:pRg end="4" st="4"/>
                                            </p:txEl>
                                          </p:spTgt>
                                        </p:tgtEl>
                                        <p:attrNameLst>
                                          <p:attrName>style.visibility</p:attrName>
                                        </p:attrNameLst>
                                      </p:cBhvr>
                                      <p:to>
                                        <p:strVal val="visible"/>
                                      </p:to>
                                    </p:set>
                                    <p:animEffect filter="fade" transition="in">
                                      <p:cBhvr>
                                        <p:cTn dur="500"/>
                                        <p:tgtEl>
                                          <p:spTgt spid="7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
                                            <p:txEl>
                                              <p:pRg end="5" st="5"/>
                                            </p:txEl>
                                          </p:spTgt>
                                        </p:tgtEl>
                                        <p:attrNameLst>
                                          <p:attrName>style.visibility</p:attrName>
                                        </p:attrNameLst>
                                      </p:cBhvr>
                                      <p:to>
                                        <p:strVal val="visible"/>
                                      </p:to>
                                    </p:set>
                                    <p:animEffect filter="fade" transition="in">
                                      <p:cBhvr>
                                        <p:cTn dur="500"/>
                                        <p:tgtEl>
                                          <p:spTgt spid="7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
                                            <p:txEl>
                                              <p:pRg end="6" st="6"/>
                                            </p:txEl>
                                          </p:spTgt>
                                        </p:tgtEl>
                                        <p:attrNameLst>
                                          <p:attrName>style.visibility</p:attrName>
                                        </p:attrNameLst>
                                      </p:cBhvr>
                                      <p:to>
                                        <p:strVal val="visible"/>
                                      </p:to>
                                    </p:set>
                                    <p:animEffect filter="fade" transition="in">
                                      <p:cBhvr>
                                        <p:cTn dur="500"/>
                                        <p:tgtEl>
                                          <p:spTgt spid="7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
                                            <p:txEl>
                                              <p:pRg end="0" st="0"/>
                                            </p:txEl>
                                          </p:spTgt>
                                        </p:tgtEl>
                                        <p:attrNameLst>
                                          <p:attrName>style.visibility</p:attrName>
                                        </p:attrNameLst>
                                      </p:cBhvr>
                                      <p:to>
                                        <p:strVal val="visible"/>
                                      </p:to>
                                    </p:set>
                                    <p:animEffect filter="fade" transition="in">
                                      <p:cBhvr>
                                        <p:cTn dur="500"/>
                                        <p:tgtEl>
                                          <p:spTgt spid="74">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5"/>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Link layer, LANs: roadmap</a:t>
            </a:r>
            <a:endParaRPr sz="4400"/>
          </a:p>
        </p:txBody>
      </p:sp>
      <p:pic>
        <p:nvPicPr>
          <p:cNvPr descr="A train crossing a bridge over a body of water&#10;&#10;Description automatically generated" id="83" name="Google Shape;83;p15"/>
          <p:cNvPicPr preferRelativeResize="0"/>
          <p:nvPr/>
        </p:nvPicPr>
        <p:blipFill rotWithShape="1">
          <a:blip r:embed="rId3">
            <a:alphaModFix/>
          </a:blip>
          <a:srcRect b="0" l="0" r="0" t="0"/>
          <a:stretch/>
        </p:blipFill>
        <p:spPr>
          <a:xfrm>
            <a:off x="7239434" y="1891814"/>
            <a:ext cx="3102316" cy="2326737"/>
          </a:xfrm>
          <a:prstGeom prst="rect">
            <a:avLst/>
          </a:prstGeom>
          <a:noFill/>
          <a:ln>
            <a:noFill/>
          </a:ln>
          <a:effectLst>
            <a:outerShdw blurRad="50800" rotWithShape="0" algn="bl" dir="18900000" dist="38100">
              <a:srgbClr val="000000">
                <a:alpha val="40000"/>
              </a:srgbClr>
            </a:outerShdw>
          </a:effectLst>
        </p:spPr>
      </p:pic>
      <p:sp>
        <p:nvSpPr>
          <p:cNvPr id="84" name="Google Shape;84;p15"/>
          <p:cNvSpPr txBox="1"/>
          <p:nvPr/>
        </p:nvSpPr>
        <p:spPr>
          <a:xfrm>
            <a:off x="6553857" y="4906563"/>
            <a:ext cx="5066531" cy="981619"/>
          </a:xfrm>
          <a:prstGeom prst="rect">
            <a:avLst/>
          </a:prstGeom>
          <a:noFill/>
          <a:ln>
            <a:noFill/>
          </a:ln>
        </p:spPr>
        <p:txBody>
          <a:bodyPr anchorCtr="0" anchor="t" bIns="45700" lIns="91425" spcFirstLastPara="1" rIns="91425" wrap="square" tIns="45700">
            <a:normAutofit/>
          </a:bodyPr>
          <a:lstStyle/>
          <a:p>
            <a:pPr indent="-333375" lvl="0" marL="457200"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chemeClr val="dk1"/>
                </a:solidFill>
                <a:latin typeface="Calibri"/>
                <a:ea typeface="Calibri"/>
                <a:cs typeface="Calibri"/>
                <a:sym typeface="Calibri"/>
              </a:rPr>
              <a:t>a day in the life of a web request</a:t>
            </a:r>
            <a:endParaRPr/>
          </a:p>
          <a:p>
            <a:pPr indent="-79375" lvl="1" marL="695325" marR="0" rtl="0" algn="l">
              <a:lnSpc>
                <a:spcPct val="90000"/>
              </a:lnSpc>
              <a:spcBef>
                <a:spcPts val="500"/>
              </a:spcBef>
              <a:spcAft>
                <a:spcPts val="0"/>
              </a:spcAft>
              <a:buClr>
                <a:srgbClr val="0000A8"/>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85" name="Google Shape;85;p15"/>
          <p:cNvSpPr txBox="1"/>
          <p:nvPr/>
        </p:nvSpPr>
        <p:spPr>
          <a:xfrm>
            <a:off x="980265" y="1388119"/>
            <a:ext cx="5571867" cy="5039185"/>
          </a:xfrm>
          <a:prstGeom prst="rect">
            <a:avLst/>
          </a:prstGeom>
          <a:noFill/>
          <a:ln>
            <a:noFill/>
          </a:ln>
        </p:spPr>
        <p:txBody>
          <a:bodyPr anchorCtr="0" anchor="t" bIns="45700" lIns="91425" spcFirstLastPara="1" rIns="91425" wrap="square" tIns="45700">
            <a:noAutofit/>
          </a:bodyPr>
          <a:lstStyle/>
          <a:p>
            <a:pPr indent="-274638" lvl="0" marL="285750" marR="0" rtl="0" algn="l">
              <a:lnSpc>
                <a:spcPct val="90000"/>
              </a:lnSpc>
              <a:spcBef>
                <a:spcPts val="0"/>
              </a:spcBef>
              <a:spcAft>
                <a:spcPts val="0"/>
              </a:spcAft>
              <a:buClr>
                <a:srgbClr val="0000A8"/>
              </a:buClr>
              <a:buSzPts val="3600"/>
              <a:buFont typeface="Noto Sans Symbols"/>
              <a:buChar char="▪"/>
            </a:pPr>
            <a:r>
              <a:rPr b="0" i="0" lang="en-US" sz="3600" u="none" cap="none" strike="noStrike">
                <a:solidFill>
                  <a:srgbClr val="C00000"/>
                </a:solidFill>
                <a:latin typeface="Calibri"/>
                <a:ea typeface="Calibri"/>
                <a:cs typeface="Calibri"/>
                <a:sym typeface="Calibri"/>
              </a:rPr>
              <a:t>introduction</a:t>
            </a:r>
            <a:endParaRPr/>
          </a:p>
          <a:p>
            <a:pPr indent="-274638" lvl="0" marL="285750" marR="0" rtl="0" algn="l">
              <a:lnSpc>
                <a:spcPct val="90000"/>
              </a:lnSpc>
              <a:spcBef>
                <a:spcPts val="600"/>
              </a:spcBef>
              <a:spcAft>
                <a:spcPts val="0"/>
              </a:spcAft>
              <a:buClr>
                <a:srgbClr val="0000A8"/>
              </a:buClr>
              <a:buSzPts val="2800"/>
              <a:buFont typeface="Noto Sans Symbols"/>
              <a:buChar char="▪"/>
            </a:pPr>
            <a:r>
              <a:rPr b="0" i="0" lang="en-US" sz="2800" u="none" cap="none" strike="noStrike">
                <a:solidFill>
                  <a:schemeClr val="dk1"/>
                </a:solidFill>
                <a:latin typeface="Calibri"/>
                <a:ea typeface="Calibri"/>
                <a:cs typeface="Calibri"/>
                <a:sym typeface="Calibri"/>
              </a:rPr>
              <a:t>error detection, correction </a:t>
            </a:r>
            <a:endParaRPr/>
          </a:p>
          <a:p>
            <a:pPr indent="-274638" lvl="0" marL="285750" marR="0" rtl="0" algn="l">
              <a:lnSpc>
                <a:spcPct val="90000"/>
              </a:lnSpc>
              <a:spcBef>
                <a:spcPts val="600"/>
              </a:spcBef>
              <a:spcAft>
                <a:spcPts val="0"/>
              </a:spcAft>
              <a:buClr>
                <a:srgbClr val="0000A8"/>
              </a:buClr>
              <a:buSzPts val="2800"/>
              <a:buFont typeface="Noto Sans Symbols"/>
              <a:buChar char="▪"/>
            </a:pPr>
            <a:r>
              <a:rPr b="0" i="0" lang="en-US" sz="2800" u="none" cap="none" strike="noStrike">
                <a:solidFill>
                  <a:schemeClr val="dk1"/>
                </a:solidFill>
                <a:latin typeface="Calibri"/>
                <a:ea typeface="Calibri"/>
                <a:cs typeface="Calibri"/>
                <a:sym typeface="Calibri"/>
              </a:rPr>
              <a:t>multiple access protocols</a:t>
            </a:r>
            <a:endParaRPr/>
          </a:p>
          <a:p>
            <a:pPr indent="-274638" lvl="0" marL="285750" marR="0" rtl="0" algn="l">
              <a:lnSpc>
                <a:spcPct val="90000"/>
              </a:lnSpc>
              <a:spcBef>
                <a:spcPts val="600"/>
              </a:spcBef>
              <a:spcAft>
                <a:spcPts val="0"/>
              </a:spcAft>
              <a:buClr>
                <a:srgbClr val="0000A8"/>
              </a:buClr>
              <a:buSzPts val="2800"/>
              <a:buFont typeface="Noto Sans Symbols"/>
              <a:buChar char="▪"/>
            </a:pPr>
            <a:r>
              <a:rPr b="0" i="0" lang="en-US" sz="2800" u="none" cap="none" strike="noStrike">
                <a:solidFill>
                  <a:schemeClr val="dk1"/>
                </a:solidFill>
                <a:latin typeface="Calibri"/>
                <a:ea typeface="Calibri"/>
                <a:cs typeface="Calibri"/>
                <a:sym typeface="Calibri"/>
              </a:rPr>
              <a:t>LANs</a:t>
            </a:r>
            <a:endParaRPr/>
          </a:p>
          <a:p>
            <a:pPr indent="-274638" lvl="1" marL="628650" marR="0" rtl="0" algn="l">
              <a:lnSpc>
                <a:spcPct val="90000"/>
              </a:lnSpc>
              <a:spcBef>
                <a:spcPts val="6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addressing, ARP</a:t>
            </a:r>
            <a:endParaRPr/>
          </a:p>
          <a:p>
            <a:pPr indent="-274638" lvl="1" marL="628650" marR="0" rtl="0" algn="l">
              <a:lnSpc>
                <a:spcPct val="90000"/>
              </a:lnSpc>
              <a:spcBef>
                <a:spcPts val="6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Ethernet</a:t>
            </a:r>
            <a:endParaRPr/>
          </a:p>
          <a:p>
            <a:pPr indent="-274638" lvl="1" marL="628650" marR="0" rtl="0" algn="l">
              <a:lnSpc>
                <a:spcPct val="90000"/>
              </a:lnSpc>
              <a:spcBef>
                <a:spcPts val="6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switches</a:t>
            </a:r>
            <a:endParaRPr/>
          </a:p>
          <a:p>
            <a:pPr indent="-274638" lvl="1" marL="628650" marR="0" rtl="0" algn="l">
              <a:lnSpc>
                <a:spcPct val="90000"/>
              </a:lnSpc>
              <a:spcBef>
                <a:spcPts val="6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VLANs</a:t>
            </a:r>
            <a:endParaRPr/>
          </a:p>
          <a:p>
            <a:pPr indent="-274638" lvl="0" marL="285750" marR="0" rtl="0" algn="l">
              <a:lnSpc>
                <a:spcPct val="90000"/>
              </a:lnSpc>
              <a:spcBef>
                <a:spcPts val="600"/>
              </a:spcBef>
              <a:spcAft>
                <a:spcPts val="0"/>
              </a:spcAft>
              <a:buClr>
                <a:srgbClr val="0000A3"/>
              </a:buClr>
              <a:buSzPts val="2800"/>
              <a:buFont typeface="Noto Sans Symbols"/>
              <a:buChar char="▪"/>
            </a:pPr>
            <a:r>
              <a:rPr b="0" i="0" lang="en-US" sz="2800" u="none" cap="none" strike="noStrike">
                <a:solidFill>
                  <a:schemeClr val="dk1"/>
                </a:solidFill>
                <a:latin typeface="Calibri"/>
                <a:ea typeface="Calibri"/>
                <a:cs typeface="Calibri"/>
                <a:sym typeface="Calibri"/>
              </a:rPr>
              <a:t>link virtualization: MPLS</a:t>
            </a:r>
            <a:endParaRPr/>
          </a:p>
          <a:p>
            <a:pPr indent="-274638" lvl="0" marL="285750" marR="0" rtl="0" algn="l">
              <a:lnSpc>
                <a:spcPct val="90000"/>
              </a:lnSpc>
              <a:spcBef>
                <a:spcPts val="600"/>
              </a:spcBef>
              <a:spcAft>
                <a:spcPts val="0"/>
              </a:spcAft>
              <a:buClr>
                <a:srgbClr val="0000A3"/>
              </a:buClr>
              <a:buSzPts val="2800"/>
              <a:buFont typeface="Noto Sans Symbols"/>
              <a:buChar char="▪"/>
            </a:pPr>
            <a:r>
              <a:rPr b="0" i="0" lang="en-US" sz="2800" u="none" cap="none" strike="noStrike">
                <a:solidFill>
                  <a:schemeClr val="dk1"/>
                </a:solidFill>
                <a:latin typeface="Calibri"/>
                <a:ea typeface="Calibri"/>
                <a:cs typeface="Calibri"/>
                <a:sym typeface="Calibri"/>
              </a:rPr>
              <a:t>data center networking</a:t>
            </a:r>
            <a:endParaRPr/>
          </a:p>
          <a:p>
            <a:pPr indent="-71438" lvl="0" marL="285750" marR="0" rtl="0" algn="l">
              <a:lnSpc>
                <a:spcPct val="90000"/>
              </a:lnSpc>
              <a:spcBef>
                <a:spcPts val="600"/>
              </a:spcBef>
              <a:spcAft>
                <a:spcPts val="0"/>
              </a:spcAft>
              <a:buClr>
                <a:srgbClr val="0000A3"/>
              </a:buClr>
              <a:buSzPts val="3200"/>
              <a:buFont typeface="Noto Sans Symbols"/>
              <a:buNone/>
            </a:pPr>
            <a:r>
              <a:t/>
            </a:r>
            <a:endParaRPr b="0" i="0" sz="3200" u="none" cap="none" strike="noStrike">
              <a:solidFill>
                <a:schemeClr val="dk1"/>
              </a:solidFill>
              <a:latin typeface="Calibri"/>
              <a:ea typeface="Calibri"/>
              <a:cs typeface="Calibri"/>
              <a:sym typeface="Calibri"/>
            </a:endParaRPr>
          </a:p>
          <a:p>
            <a:pPr indent="-96837" lvl="1" marL="628650" marR="0" rtl="0" algn="l">
              <a:lnSpc>
                <a:spcPct val="90000"/>
              </a:lnSpc>
              <a:spcBef>
                <a:spcPts val="600"/>
              </a:spcBef>
              <a:spcAft>
                <a:spcPts val="0"/>
              </a:spcAft>
              <a:buClr>
                <a:srgbClr val="0000A8"/>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86" name="Google Shape;86;p1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Link Layer: 6-</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
                                            <p:txEl>
                                              <p:pRg end="0" st="0"/>
                                            </p:txEl>
                                          </p:spTgt>
                                        </p:tgtEl>
                                        <p:attrNameLst>
                                          <p:attrName>style.visibility</p:attrName>
                                        </p:attrNameLst>
                                      </p:cBhvr>
                                      <p:to>
                                        <p:strVal val="visible"/>
                                      </p:to>
                                    </p:set>
                                    <p:animEffect filter="fade" transition="in">
                                      <p:cBhvr>
                                        <p:cTn dur="500"/>
                                        <p:tgtEl>
                                          <p:spTgt spid="8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
                                            <p:txEl>
                                              <p:pRg end="1" st="1"/>
                                            </p:txEl>
                                          </p:spTgt>
                                        </p:tgtEl>
                                        <p:attrNameLst>
                                          <p:attrName>style.visibility</p:attrName>
                                        </p:attrNameLst>
                                      </p:cBhvr>
                                      <p:to>
                                        <p:strVal val="visible"/>
                                      </p:to>
                                    </p:set>
                                    <p:animEffect filter="fade" transition="in">
                                      <p:cBhvr>
                                        <p:cTn dur="500"/>
                                        <p:tgtEl>
                                          <p:spTgt spid="8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
                                            <p:txEl>
                                              <p:pRg end="2" st="2"/>
                                            </p:txEl>
                                          </p:spTgt>
                                        </p:tgtEl>
                                        <p:attrNameLst>
                                          <p:attrName>style.visibility</p:attrName>
                                        </p:attrNameLst>
                                      </p:cBhvr>
                                      <p:to>
                                        <p:strVal val="visible"/>
                                      </p:to>
                                    </p:set>
                                    <p:animEffect filter="fade" transition="in">
                                      <p:cBhvr>
                                        <p:cTn dur="500"/>
                                        <p:tgtEl>
                                          <p:spTgt spid="8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
                                            <p:txEl>
                                              <p:pRg end="3" st="3"/>
                                            </p:txEl>
                                          </p:spTgt>
                                        </p:tgtEl>
                                        <p:attrNameLst>
                                          <p:attrName>style.visibility</p:attrName>
                                        </p:attrNameLst>
                                      </p:cBhvr>
                                      <p:to>
                                        <p:strVal val="visible"/>
                                      </p:to>
                                    </p:set>
                                    <p:animEffect filter="fade" transition="in">
                                      <p:cBhvr>
                                        <p:cTn dur="500"/>
                                        <p:tgtEl>
                                          <p:spTgt spid="8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
                                            <p:txEl>
                                              <p:pRg end="4" st="4"/>
                                            </p:txEl>
                                          </p:spTgt>
                                        </p:tgtEl>
                                        <p:attrNameLst>
                                          <p:attrName>style.visibility</p:attrName>
                                        </p:attrNameLst>
                                      </p:cBhvr>
                                      <p:to>
                                        <p:strVal val="visible"/>
                                      </p:to>
                                    </p:set>
                                    <p:animEffect filter="fade" transition="in">
                                      <p:cBhvr>
                                        <p:cTn dur="500"/>
                                        <p:tgtEl>
                                          <p:spTgt spid="8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
                                            <p:txEl>
                                              <p:pRg end="5" st="5"/>
                                            </p:txEl>
                                          </p:spTgt>
                                        </p:tgtEl>
                                        <p:attrNameLst>
                                          <p:attrName>style.visibility</p:attrName>
                                        </p:attrNameLst>
                                      </p:cBhvr>
                                      <p:to>
                                        <p:strVal val="visible"/>
                                      </p:to>
                                    </p:set>
                                    <p:animEffect filter="fade" transition="in">
                                      <p:cBhvr>
                                        <p:cTn dur="500"/>
                                        <p:tgtEl>
                                          <p:spTgt spid="8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
                                            <p:txEl>
                                              <p:pRg end="6" st="6"/>
                                            </p:txEl>
                                          </p:spTgt>
                                        </p:tgtEl>
                                        <p:attrNameLst>
                                          <p:attrName>style.visibility</p:attrName>
                                        </p:attrNameLst>
                                      </p:cBhvr>
                                      <p:to>
                                        <p:strVal val="visible"/>
                                      </p:to>
                                    </p:set>
                                    <p:animEffect filter="fade" transition="in">
                                      <p:cBhvr>
                                        <p:cTn dur="500"/>
                                        <p:tgtEl>
                                          <p:spTgt spid="8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
                                            <p:txEl>
                                              <p:pRg end="7" st="7"/>
                                            </p:txEl>
                                          </p:spTgt>
                                        </p:tgtEl>
                                        <p:attrNameLst>
                                          <p:attrName>style.visibility</p:attrName>
                                        </p:attrNameLst>
                                      </p:cBhvr>
                                      <p:to>
                                        <p:strVal val="visible"/>
                                      </p:to>
                                    </p:set>
                                    <p:animEffect filter="fade" transition="in">
                                      <p:cBhvr>
                                        <p:cTn dur="500"/>
                                        <p:tgtEl>
                                          <p:spTgt spid="8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
                                            <p:txEl>
                                              <p:pRg end="8" st="8"/>
                                            </p:txEl>
                                          </p:spTgt>
                                        </p:tgtEl>
                                        <p:attrNameLst>
                                          <p:attrName>style.visibility</p:attrName>
                                        </p:attrNameLst>
                                      </p:cBhvr>
                                      <p:to>
                                        <p:strVal val="visible"/>
                                      </p:to>
                                    </p:set>
                                    <p:animEffect filter="fade" transition="in">
                                      <p:cBhvr>
                                        <p:cTn dur="500"/>
                                        <p:tgtEl>
                                          <p:spTgt spid="85">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
                                            <p:txEl>
                                              <p:pRg end="9" st="9"/>
                                            </p:txEl>
                                          </p:spTgt>
                                        </p:tgtEl>
                                        <p:attrNameLst>
                                          <p:attrName>style.visibility</p:attrName>
                                        </p:attrNameLst>
                                      </p:cBhvr>
                                      <p:to>
                                        <p:strVal val="visible"/>
                                      </p:to>
                                    </p:set>
                                    <p:animEffect filter="fade" transition="in">
                                      <p:cBhvr>
                                        <p:cTn dur="500"/>
                                        <p:tgtEl>
                                          <p:spTgt spid="85">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
                                            <p:txEl>
                                              <p:pRg end="10" st="10"/>
                                            </p:txEl>
                                          </p:spTgt>
                                        </p:tgtEl>
                                        <p:attrNameLst>
                                          <p:attrName>style.visibility</p:attrName>
                                        </p:attrNameLst>
                                      </p:cBhvr>
                                      <p:to>
                                        <p:strVal val="visible"/>
                                      </p:to>
                                    </p:set>
                                    <p:animEffect filter="fade" transition="in">
                                      <p:cBhvr>
                                        <p:cTn dur="500"/>
                                        <p:tgtEl>
                                          <p:spTgt spid="85">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
                                            <p:txEl>
                                              <p:pRg end="11" st="11"/>
                                            </p:txEl>
                                          </p:spTgt>
                                        </p:tgtEl>
                                        <p:attrNameLst>
                                          <p:attrName>style.visibility</p:attrName>
                                        </p:attrNameLst>
                                      </p:cBhvr>
                                      <p:to>
                                        <p:strVal val="visible"/>
                                      </p:to>
                                    </p:set>
                                    <p:animEffect filter="fade" transition="in">
                                      <p:cBhvr>
                                        <p:cTn dur="500"/>
                                        <p:tgtEl>
                                          <p:spTgt spid="85">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
                                        </p:tgtEl>
                                        <p:attrNameLst>
                                          <p:attrName>style.visibility</p:attrName>
                                        </p:attrNameLst>
                                      </p:cBhvr>
                                      <p:to>
                                        <p:strVal val="visible"/>
                                      </p:to>
                                    </p:set>
                                    <p:animEffect filter="fade" transition="in">
                                      <p:cBhvr>
                                        <p:cTn dur="500"/>
                                        <p:tgtEl>
                                          <p:spTgt spid="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6"/>
          <p:cNvSpPr txBox="1"/>
          <p:nvPr>
            <p:ph type="title"/>
          </p:nvPr>
        </p:nvSpPr>
        <p:spPr>
          <a:xfrm>
            <a:off x="1104900" y="362678"/>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Link layer: introduction</a:t>
            </a:r>
            <a:endParaRPr sz="4400"/>
          </a:p>
        </p:txBody>
      </p:sp>
      <p:sp>
        <p:nvSpPr>
          <p:cNvPr id="93" name="Google Shape;93;p16"/>
          <p:cNvSpPr txBox="1"/>
          <p:nvPr/>
        </p:nvSpPr>
        <p:spPr>
          <a:xfrm>
            <a:off x="1104900" y="1257300"/>
            <a:ext cx="5622601" cy="4153405"/>
          </a:xfrm>
          <a:prstGeom prst="rect">
            <a:avLst/>
          </a:prstGeom>
          <a:noFill/>
          <a:ln>
            <a:noFill/>
          </a:ln>
        </p:spPr>
        <p:txBody>
          <a:bodyPr anchorCtr="0" anchor="t" bIns="45700" lIns="91425" spcFirstLastPara="1" rIns="91425" wrap="square" tIns="45700">
            <a:normAutofit/>
          </a:bodyPr>
          <a:lstStyle/>
          <a:p>
            <a:pPr indent="0" lvl="0" marL="17463" marR="0" rtl="0" algn="l">
              <a:lnSpc>
                <a:spcPct val="90000"/>
              </a:lnSpc>
              <a:spcBef>
                <a:spcPts val="0"/>
              </a:spcBef>
              <a:spcAft>
                <a:spcPts val="0"/>
              </a:spcAft>
              <a:buClr>
                <a:srgbClr val="0000A3"/>
              </a:buClr>
              <a:buSzPts val="3000"/>
              <a:buFont typeface="Noto Sans Symbols"/>
              <a:buNone/>
            </a:pPr>
            <a:r>
              <a:rPr b="0" i="0" lang="en-US" sz="3000" u="none" cap="none" strike="noStrike">
                <a:solidFill>
                  <a:srgbClr val="000000"/>
                </a:solidFill>
                <a:latin typeface="Calibri"/>
                <a:ea typeface="Calibri"/>
                <a:cs typeface="Calibri"/>
                <a:sym typeface="Calibri"/>
              </a:rPr>
              <a:t>terminology:</a:t>
            </a:r>
            <a:endParaRPr/>
          </a:p>
          <a:p>
            <a:pPr indent="-274638" lvl="0" marL="404813" marR="0" rtl="0" algn="l">
              <a:lnSpc>
                <a:spcPct val="90000"/>
              </a:lnSpc>
              <a:spcBef>
                <a:spcPts val="4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hosts, routers: </a:t>
            </a:r>
            <a:r>
              <a:rPr b="0" i="0" lang="en-US" sz="2800" u="none" cap="none" strike="noStrike">
                <a:solidFill>
                  <a:srgbClr val="0013A3"/>
                </a:solidFill>
                <a:latin typeface="Calibri"/>
                <a:ea typeface="Calibri"/>
                <a:cs typeface="Calibri"/>
                <a:sym typeface="Calibri"/>
              </a:rPr>
              <a:t>nodes</a:t>
            </a:r>
            <a:endParaRPr/>
          </a:p>
          <a:p>
            <a:pPr indent="-274638" lvl="0" marL="404813" marR="0" rtl="0" algn="l">
              <a:lnSpc>
                <a:spcPct val="90000"/>
              </a:lnSpc>
              <a:spcBef>
                <a:spcPts val="4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communication channels that connect </a:t>
            </a:r>
            <a:r>
              <a:rPr b="0" i="0" lang="en-US" sz="2800" u="none" cap="none" strike="noStrike">
                <a:solidFill>
                  <a:srgbClr val="C00000"/>
                </a:solidFill>
                <a:latin typeface="Calibri"/>
                <a:ea typeface="Calibri"/>
                <a:cs typeface="Calibri"/>
                <a:sym typeface="Calibri"/>
              </a:rPr>
              <a:t>adjacent</a:t>
            </a:r>
            <a:r>
              <a:rPr b="0" i="0" lang="en-US" sz="2800" u="none" cap="none" strike="noStrike">
                <a:solidFill>
                  <a:srgbClr val="000000"/>
                </a:solidFill>
                <a:latin typeface="Calibri"/>
                <a:ea typeface="Calibri"/>
                <a:cs typeface="Calibri"/>
                <a:sym typeface="Calibri"/>
              </a:rPr>
              <a:t> nodes along communication path: </a:t>
            </a:r>
            <a:r>
              <a:rPr b="0" i="0" lang="en-US" sz="2800" u="none" cap="none" strike="noStrike">
                <a:solidFill>
                  <a:srgbClr val="0013A3"/>
                </a:solidFill>
                <a:latin typeface="Calibri"/>
                <a:ea typeface="Calibri"/>
                <a:cs typeface="Calibri"/>
                <a:sym typeface="Calibri"/>
              </a:rPr>
              <a:t>links</a:t>
            </a:r>
            <a:endParaRPr/>
          </a:p>
          <a:p>
            <a:pPr indent="-274638" lvl="1" marL="747713" marR="0" rtl="0" algn="l">
              <a:lnSpc>
                <a:spcPct val="90000"/>
              </a:lnSpc>
              <a:spcBef>
                <a:spcPts val="0"/>
              </a:spcBef>
              <a:spcAft>
                <a:spcPts val="0"/>
              </a:spcAft>
              <a:buClr>
                <a:srgbClr val="0000A8"/>
              </a:buClr>
              <a:buSzPts val="2600"/>
              <a:buFont typeface="Arial"/>
              <a:buChar char="•"/>
            </a:pPr>
            <a:r>
              <a:rPr b="0" i="0" lang="en-US" sz="2600" u="none" cap="none" strike="noStrike">
                <a:solidFill>
                  <a:srgbClr val="000000"/>
                </a:solidFill>
                <a:latin typeface="Calibri"/>
                <a:ea typeface="Calibri"/>
                <a:cs typeface="Calibri"/>
                <a:sym typeface="Calibri"/>
              </a:rPr>
              <a:t>wired , wireless </a:t>
            </a:r>
            <a:endParaRPr/>
          </a:p>
          <a:p>
            <a:pPr indent="-274638" lvl="1" marL="747713" marR="0" rtl="0" algn="l">
              <a:lnSpc>
                <a:spcPct val="90000"/>
              </a:lnSpc>
              <a:spcBef>
                <a:spcPts val="0"/>
              </a:spcBef>
              <a:spcAft>
                <a:spcPts val="0"/>
              </a:spcAft>
              <a:buClr>
                <a:srgbClr val="0000A8"/>
              </a:buClr>
              <a:buSzPts val="2600"/>
              <a:buFont typeface="Arial"/>
              <a:buChar char="•"/>
            </a:pPr>
            <a:r>
              <a:rPr b="0" i="0" lang="en-US" sz="2600" u="none" cap="none" strike="noStrike">
                <a:solidFill>
                  <a:srgbClr val="000000"/>
                </a:solidFill>
                <a:latin typeface="Calibri"/>
                <a:ea typeface="Calibri"/>
                <a:cs typeface="Calibri"/>
                <a:sym typeface="Calibri"/>
              </a:rPr>
              <a:t>LANs</a:t>
            </a:r>
            <a:endParaRPr/>
          </a:p>
          <a:p>
            <a:pPr indent="-274638" lvl="0" marL="404813" marR="0" rtl="0" algn="l">
              <a:lnSpc>
                <a:spcPct val="90000"/>
              </a:lnSpc>
              <a:spcBef>
                <a:spcPts val="4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layer-2 packet: </a:t>
            </a:r>
            <a:r>
              <a:rPr b="0" i="1" lang="en-US" sz="2800" u="none" cap="none" strike="noStrike">
                <a:solidFill>
                  <a:srgbClr val="0000A8"/>
                </a:solidFill>
                <a:latin typeface="Calibri"/>
                <a:ea typeface="Calibri"/>
                <a:cs typeface="Calibri"/>
                <a:sym typeface="Calibri"/>
              </a:rPr>
              <a:t>frame</a:t>
            </a:r>
            <a:r>
              <a:rPr b="0" i="0" lang="en-US" sz="2800" u="none" cap="none" strike="noStrike">
                <a:solidFill>
                  <a:srgbClr val="000000"/>
                </a:solidFill>
                <a:latin typeface="Calibri"/>
                <a:ea typeface="Calibri"/>
                <a:cs typeface="Calibri"/>
                <a:sym typeface="Calibri"/>
              </a:rPr>
              <a:t>, encapsulates datagram</a:t>
            </a:r>
            <a:endParaRPr/>
          </a:p>
        </p:txBody>
      </p:sp>
      <p:sp>
        <p:nvSpPr>
          <p:cNvPr id="94" name="Google Shape;94;p16"/>
          <p:cNvSpPr/>
          <p:nvPr/>
        </p:nvSpPr>
        <p:spPr>
          <a:xfrm>
            <a:off x="8985188" y="3065778"/>
            <a:ext cx="1124807" cy="1337915"/>
          </a:xfrm>
          <a:custGeom>
            <a:rect b="b" l="l" r="r" t="t"/>
            <a:pathLst>
              <a:path extrusionOk="0" h="1800235" w="1549812">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5" name="Google Shape;95;p16"/>
          <p:cNvSpPr/>
          <p:nvPr/>
        </p:nvSpPr>
        <p:spPr>
          <a:xfrm>
            <a:off x="7274076" y="1826035"/>
            <a:ext cx="1736725" cy="1317704"/>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96" name="Google Shape;96;p16"/>
          <p:cNvGrpSpPr/>
          <p:nvPr/>
        </p:nvGrpSpPr>
        <p:grpSpPr>
          <a:xfrm>
            <a:off x="7205350" y="3289251"/>
            <a:ext cx="1458912" cy="933450"/>
            <a:chOff x="2889" y="1631"/>
            <a:chExt cx="980" cy="743"/>
          </a:xfrm>
        </p:grpSpPr>
        <p:sp>
          <p:nvSpPr>
            <p:cNvPr id="97" name="Google Shape;97;p16"/>
            <p:cNvSpPr/>
            <p:nvPr/>
          </p:nvSpPr>
          <p:spPr>
            <a:xfrm>
              <a:off x="3046" y="1841"/>
              <a:ext cx="663" cy="533"/>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8" name="Google Shape;98;p16"/>
            <p:cNvSpPr/>
            <p:nvPr/>
          </p:nvSpPr>
          <p:spPr>
            <a:xfrm>
              <a:off x="2889" y="1631"/>
              <a:ext cx="980" cy="253"/>
            </a:xfrm>
            <a:prstGeom prst="triangle">
              <a:avLst>
                <a:gd fmla="val 50000" name="adj"/>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rgbClr val="00CCFF"/>
                </a:solidFill>
                <a:latin typeface="Arial"/>
                <a:ea typeface="Arial"/>
                <a:cs typeface="Arial"/>
                <a:sym typeface="Arial"/>
              </a:endParaRPr>
            </a:p>
          </p:txBody>
        </p:sp>
      </p:grpSp>
      <p:sp>
        <p:nvSpPr>
          <p:cNvPr id="99" name="Google Shape;99;p16"/>
          <p:cNvSpPr/>
          <p:nvPr/>
        </p:nvSpPr>
        <p:spPr>
          <a:xfrm>
            <a:off x="7712401" y="4683134"/>
            <a:ext cx="3079750" cy="1665288"/>
          </a:xfrm>
          <a:custGeom>
            <a:rect b="b" l="l" r="r" t="t"/>
            <a:pathLst>
              <a:path extrusionOk="0" h="1049" w="1940">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0" name="Google Shape;100;p16"/>
          <p:cNvSpPr txBox="1"/>
          <p:nvPr/>
        </p:nvSpPr>
        <p:spPr>
          <a:xfrm>
            <a:off x="7679274" y="1488461"/>
            <a:ext cx="133940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mobile network</a:t>
            </a:r>
            <a:endParaRPr/>
          </a:p>
        </p:txBody>
      </p:sp>
      <p:sp>
        <p:nvSpPr>
          <p:cNvPr id="101" name="Google Shape;101;p16"/>
          <p:cNvSpPr txBox="1"/>
          <p:nvPr/>
        </p:nvSpPr>
        <p:spPr>
          <a:xfrm>
            <a:off x="7306908" y="5779775"/>
            <a:ext cx="1195135" cy="441275"/>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enterprise</a:t>
            </a:r>
            <a:endParaRPr/>
          </a:p>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          network</a:t>
            </a:r>
            <a:endParaRPr/>
          </a:p>
        </p:txBody>
      </p:sp>
      <p:sp>
        <p:nvSpPr>
          <p:cNvPr id="102" name="Google Shape;102;p16"/>
          <p:cNvSpPr/>
          <p:nvPr/>
        </p:nvSpPr>
        <p:spPr>
          <a:xfrm>
            <a:off x="10222146" y="3179540"/>
            <a:ext cx="1273167" cy="1935748"/>
          </a:xfrm>
          <a:custGeom>
            <a:rect b="b" l="l" r="r" t="t"/>
            <a:pathLst>
              <a:path extrusionOk="0" h="1952840" w="1447873">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a:gsLst>
              <a:gs pos="0">
                <a:srgbClr val="9CDFF9"/>
              </a:gs>
              <a:gs pos="58999">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103" name="Google Shape;103;p16"/>
          <p:cNvGrpSpPr/>
          <p:nvPr/>
        </p:nvGrpSpPr>
        <p:grpSpPr>
          <a:xfrm>
            <a:off x="10837700" y="3928050"/>
            <a:ext cx="687393" cy="721548"/>
            <a:chOff x="5203089" y="1751190"/>
            <a:chExt cx="858331" cy="662414"/>
          </a:xfrm>
        </p:grpSpPr>
        <p:sp>
          <p:nvSpPr>
            <p:cNvPr id="104" name="Google Shape;104;p16"/>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5" name="Google Shape;105;p16"/>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106" name="Google Shape;106;p16"/>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107" name="Google Shape;107;p16"/>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108" name="Google Shape;108;p16"/>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109" name="Google Shape;109;p16"/>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110" name="Google Shape;110;p16"/>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111" name="Google Shape;111;p16"/>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112" name="Google Shape;112;p16"/>
          <p:cNvGrpSpPr/>
          <p:nvPr/>
        </p:nvGrpSpPr>
        <p:grpSpPr>
          <a:xfrm>
            <a:off x="10771171" y="3194171"/>
            <a:ext cx="594613" cy="648336"/>
            <a:chOff x="5203089" y="1751190"/>
            <a:chExt cx="858331" cy="662414"/>
          </a:xfrm>
        </p:grpSpPr>
        <p:sp>
          <p:nvSpPr>
            <p:cNvPr id="113" name="Google Shape;113;p16"/>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14" name="Google Shape;114;p16"/>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115" name="Google Shape;115;p16"/>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116" name="Google Shape;116;p16"/>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117" name="Google Shape;117;p16"/>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118" name="Google Shape;118;p16"/>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119" name="Google Shape;119;p16"/>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120" name="Google Shape;120;p16"/>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sp>
        <p:nvSpPr>
          <p:cNvPr id="121" name="Google Shape;121;p16"/>
          <p:cNvSpPr/>
          <p:nvPr/>
        </p:nvSpPr>
        <p:spPr>
          <a:xfrm>
            <a:off x="9540813" y="1782042"/>
            <a:ext cx="1497864" cy="1386455"/>
          </a:xfrm>
          <a:custGeom>
            <a:rect b="b" l="l" r="r" t="t"/>
            <a:pathLst>
              <a:path extrusionOk="0" h="1796376" w="1634267">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a:gsLst>
              <a:gs pos="0">
                <a:srgbClr val="9CDFF9"/>
              </a:gs>
              <a:gs pos="57000">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22" name="Google Shape;122;p16"/>
          <p:cNvSpPr txBox="1"/>
          <p:nvPr/>
        </p:nvSpPr>
        <p:spPr>
          <a:xfrm>
            <a:off x="9427201" y="1851195"/>
            <a:ext cx="1725088" cy="2862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national or global ISP</a:t>
            </a:r>
            <a:endParaRPr/>
          </a:p>
        </p:txBody>
      </p:sp>
      <p:sp>
        <p:nvSpPr>
          <p:cNvPr id="123" name="Google Shape;123;p16"/>
          <p:cNvSpPr/>
          <p:nvPr/>
        </p:nvSpPr>
        <p:spPr>
          <a:xfrm>
            <a:off x="9279068" y="3677908"/>
            <a:ext cx="305749" cy="197847"/>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24" name="Google Shape;124;p16"/>
          <p:cNvSpPr txBox="1"/>
          <p:nvPr/>
        </p:nvSpPr>
        <p:spPr>
          <a:xfrm>
            <a:off x="10917767" y="4677937"/>
            <a:ext cx="813043" cy="38318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datacenter </a:t>
            </a:r>
            <a:endParaRPr/>
          </a:p>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network</a:t>
            </a:r>
            <a:endParaRPr/>
          </a:p>
        </p:txBody>
      </p:sp>
      <p:cxnSp>
        <p:nvCxnSpPr>
          <p:cNvPr id="125" name="Google Shape;125;p16"/>
          <p:cNvCxnSpPr/>
          <p:nvPr/>
        </p:nvCxnSpPr>
        <p:spPr>
          <a:xfrm rot="10800000">
            <a:off x="10559920" y="3580125"/>
            <a:ext cx="412964" cy="63712"/>
          </a:xfrm>
          <a:prstGeom prst="straightConnector1">
            <a:avLst/>
          </a:prstGeom>
          <a:noFill/>
          <a:ln cap="flat" cmpd="sng" w="19050">
            <a:solidFill>
              <a:srgbClr val="E40000"/>
            </a:solidFill>
            <a:prstDash val="solid"/>
            <a:miter lim="800000"/>
            <a:headEnd len="sm" w="sm" type="none"/>
            <a:tailEnd len="sm" w="sm" type="none"/>
          </a:ln>
        </p:spPr>
      </p:cxnSp>
      <p:cxnSp>
        <p:nvCxnSpPr>
          <p:cNvPr id="126" name="Google Shape;126;p16"/>
          <p:cNvCxnSpPr/>
          <p:nvPr/>
        </p:nvCxnSpPr>
        <p:spPr>
          <a:xfrm rot="10800000">
            <a:off x="10660835" y="3640684"/>
            <a:ext cx="345866" cy="738975"/>
          </a:xfrm>
          <a:prstGeom prst="straightConnector1">
            <a:avLst/>
          </a:prstGeom>
          <a:noFill/>
          <a:ln cap="flat" cmpd="sng" w="19050">
            <a:solidFill>
              <a:srgbClr val="E40000"/>
            </a:solidFill>
            <a:prstDash val="solid"/>
            <a:miter lim="800000"/>
            <a:headEnd len="sm" w="sm" type="none"/>
            <a:tailEnd len="sm" w="sm" type="none"/>
          </a:ln>
        </p:spPr>
      </p:cxnSp>
      <p:cxnSp>
        <p:nvCxnSpPr>
          <p:cNvPr id="127" name="Google Shape;127;p16"/>
          <p:cNvCxnSpPr/>
          <p:nvPr/>
        </p:nvCxnSpPr>
        <p:spPr>
          <a:xfrm flipH="1" rot="10800000">
            <a:off x="10636897" y="3633421"/>
            <a:ext cx="335987" cy="395340"/>
          </a:xfrm>
          <a:prstGeom prst="straightConnector1">
            <a:avLst/>
          </a:prstGeom>
          <a:noFill/>
          <a:ln cap="flat" cmpd="sng" w="19050">
            <a:solidFill>
              <a:srgbClr val="E40000"/>
            </a:solidFill>
            <a:prstDash val="solid"/>
            <a:miter lim="800000"/>
            <a:headEnd len="sm" w="sm" type="none"/>
            <a:tailEnd len="sm" w="sm" type="none"/>
          </a:ln>
        </p:spPr>
      </p:cxnSp>
      <p:cxnSp>
        <p:nvCxnSpPr>
          <p:cNvPr id="128" name="Google Shape;128;p16"/>
          <p:cNvCxnSpPr/>
          <p:nvPr/>
        </p:nvCxnSpPr>
        <p:spPr>
          <a:xfrm rot="10800000">
            <a:off x="10570774" y="3594896"/>
            <a:ext cx="1" cy="485748"/>
          </a:xfrm>
          <a:prstGeom prst="straightConnector1">
            <a:avLst/>
          </a:prstGeom>
          <a:noFill/>
          <a:ln cap="flat" cmpd="sng" w="9525">
            <a:solidFill>
              <a:schemeClr val="dk1"/>
            </a:solidFill>
            <a:prstDash val="solid"/>
            <a:miter lim="800000"/>
            <a:headEnd len="sm" w="sm" type="none"/>
            <a:tailEnd len="sm" w="sm" type="none"/>
          </a:ln>
        </p:spPr>
      </p:cxnSp>
      <p:cxnSp>
        <p:nvCxnSpPr>
          <p:cNvPr id="129" name="Google Shape;129;p16"/>
          <p:cNvCxnSpPr/>
          <p:nvPr/>
        </p:nvCxnSpPr>
        <p:spPr>
          <a:xfrm rot="10800000">
            <a:off x="10550620" y="4071642"/>
            <a:ext cx="508543" cy="348647"/>
          </a:xfrm>
          <a:prstGeom prst="straightConnector1">
            <a:avLst/>
          </a:prstGeom>
          <a:noFill/>
          <a:ln cap="flat" cmpd="sng" w="19050">
            <a:solidFill>
              <a:srgbClr val="E40000"/>
            </a:solidFill>
            <a:prstDash val="solid"/>
            <a:miter lim="800000"/>
            <a:headEnd len="sm" w="sm" type="none"/>
            <a:tailEnd len="sm" w="sm" type="none"/>
          </a:ln>
        </p:spPr>
      </p:cxnSp>
      <p:cxnSp>
        <p:nvCxnSpPr>
          <p:cNvPr id="130" name="Google Shape;130;p16"/>
          <p:cNvCxnSpPr/>
          <p:nvPr/>
        </p:nvCxnSpPr>
        <p:spPr>
          <a:xfrm rot="10800000">
            <a:off x="9895195" y="4087742"/>
            <a:ext cx="655425" cy="0"/>
          </a:xfrm>
          <a:prstGeom prst="straightConnector1">
            <a:avLst/>
          </a:prstGeom>
          <a:noFill/>
          <a:ln cap="flat" cmpd="sng" w="19050">
            <a:solidFill>
              <a:srgbClr val="E40000"/>
            </a:solidFill>
            <a:prstDash val="solid"/>
            <a:miter lim="800000"/>
            <a:headEnd len="sm" w="sm" type="none"/>
            <a:tailEnd len="sm" w="sm" type="none"/>
          </a:ln>
        </p:spPr>
      </p:cxnSp>
      <p:cxnSp>
        <p:nvCxnSpPr>
          <p:cNvPr id="131" name="Google Shape;131;p16"/>
          <p:cNvCxnSpPr/>
          <p:nvPr/>
        </p:nvCxnSpPr>
        <p:spPr>
          <a:xfrm rot="10800000">
            <a:off x="9219616" y="4087742"/>
            <a:ext cx="655425" cy="0"/>
          </a:xfrm>
          <a:prstGeom prst="straightConnector1">
            <a:avLst/>
          </a:prstGeom>
          <a:noFill/>
          <a:ln cap="flat" cmpd="sng" w="19050">
            <a:solidFill>
              <a:srgbClr val="E40000"/>
            </a:solidFill>
            <a:prstDash val="solid"/>
            <a:miter lim="800000"/>
            <a:headEnd len="sm" w="sm" type="none"/>
            <a:tailEnd len="sm" w="sm" type="none"/>
          </a:ln>
        </p:spPr>
      </p:cxnSp>
      <p:cxnSp>
        <p:nvCxnSpPr>
          <p:cNvPr id="132" name="Google Shape;132;p16"/>
          <p:cNvCxnSpPr/>
          <p:nvPr/>
        </p:nvCxnSpPr>
        <p:spPr>
          <a:xfrm flipH="1">
            <a:off x="9276868" y="3507672"/>
            <a:ext cx="382424" cy="517050"/>
          </a:xfrm>
          <a:prstGeom prst="straightConnector1">
            <a:avLst/>
          </a:prstGeom>
          <a:noFill/>
          <a:ln cap="flat" cmpd="sng" w="19050">
            <a:solidFill>
              <a:srgbClr val="E40000"/>
            </a:solidFill>
            <a:prstDash val="solid"/>
            <a:miter lim="800000"/>
            <a:headEnd len="sm" w="sm" type="none"/>
            <a:tailEnd len="sm" w="sm" type="none"/>
          </a:ln>
        </p:spPr>
      </p:cxnSp>
      <p:cxnSp>
        <p:nvCxnSpPr>
          <p:cNvPr id="133" name="Google Shape;133;p16"/>
          <p:cNvCxnSpPr/>
          <p:nvPr/>
        </p:nvCxnSpPr>
        <p:spPr>
          <a:xfrm>
            <a:off x="9733069" y="3507672"/>
            <a:ext cx="0" cy="540294"/>
          </a:xfrm>
          <a:prstGeom prst="straightConnector1">
            <a:avLst/>
          </a:prstGeom>
          <a:noFill/>
          <a:ln cap="flat" cmpd="sng" w="19050">
            <a:solidFill>
              <a:srgbClr val="E40000"/>
            </a:solidFill>
            <a:prstDash val="solid"/>
            <a:miter lim="800000"/>
            <a:headEnd len="sm" w="sm" type="none"/>
            <a:tailEnd len="sm" w="sm" type="none"/>
          </a:ln>
        </p:spPr>
      </p:cxnSp>
      <p:cxnSp>
        <p:nvCxnSpPr>
          <p:cNvPr id="134" name="Google Shape;134;p16"/>
          <p:cNvCxnSpPr/>
          <p:nvPr/>
        </p:nvCxnSpPr>
        <p:spPr>
          <a:xfrm>
            <a:off x="10137668" y="2754692"/>
            <a:ext cx="488174" cy="839333"/>
          </a:xfrm>
          <a:prstGeom prst="straightConnector1">
            <a:avLst/>
          </a:prstGeom>
          <a:noFill/>
          <a:ln cap="flat" cmpd="sng" w="19050">
            <a:solidFill>
              <a:srgbClr val="E40000"/>
            </a:solidFill>
            <a:prstDash val="solid"/>
            <a:miter lim="800000"/>
            <a:headEnd len="sm" w="sm" type="none"/>
            <a:tailEnd len="sm" w="sm" type="none"/>
          </a:ln>
        </p:spPr>
      </p:cxnSp>
      <p:cxnSp>
        <p:nvCxnSpPr>
          <p:cNvPr id="135" name="Google Shape;135;p16"/>
          <p:cNvCxnSpPr/>
          <p:nvPr/>
        </p:nvCxnSpPr>
        <p:spPr>
          <a:xfrm flipH="1">
            <a:off x="9798719" y="2695013"/>
            <a:ext cx="380432" cy="694807"/>
          </a:xfrm>
          <a:prstGeom prst="straightConnector1">
            <a:avLst/>
          </a:prstGeom>
          <a:noFill/>
          <a:ln cap="flat" cmpd="sng" w="19050">
            <a:solidFill>
              <a:srgbClr val="E40000"/>
            </a:solidFill>
            <a:prstDash val="solid"/>
            <a:miter lim="800000"/>
            <a:headEnd len="sm" w="sm" type="none"/>
            <a:tailEnd len="sm" w="sm" type="none"/>
          </a:ln>
        </p:spPr>
      </p:cxnSp>
      <p:cxnSp>
        <p:nvCxnSpPr>
          <p:cNvPr id="136" name="Google Shape;136;p16"/>
          <p:cNvCxnSpPr/>
          <p:nvPr/>
        </p:nvCxnSpPr>
        <p:spPr>
          <a:xfrm flipH="1" rot="5400000">
            <a:off x="9789609" y="5251739"/>
            <a:ext cx="388062" cy="7560"/>
          </a:xfrm>
          <a:prstGeom prst="straightConnector1">
            <a:avLst/>
          </a:prstGeom>
          <a:noFill/>
          <a:ln cap="flat" cmpd="sng" w="19050">
            <a:solidFill>
              <a:srgbClr val="E40000"/>
            </a:solidFill>
            <a:prstDash val="solid"/>
            <a:round/>
            <a:headEnd len="med" w="med" type="none"/>
            <a:tailEnd len="med" w="med" type="none"/>
          </a:ln>
        </p:spPr>
      </p:cxnSp>
      <p:cxnSp>
        <p:nvCxnSpPr>
          <p:cNvPr id="137" name="Google Shape;137;p16"/>
          <p:cNvCxnSpPr/>
          <p:nvPr/>
        </p:nvCxnSpPr>
        <p:spPr>
          <a:xfrm rot="10800000">
            <a:off x="10209926" y="5405286"/>
            <a:ext cx="0" cy="114300"/>
          </a:xfrm>
          <a:prstGeom prst="straightConnector1">
            <a:avLst/>
          </a:prstGeom>
          <a:noFill/>
          <a:ln cap="flat" cmpd="sng" w="19050">
            <a:solidFill>
              <a:srgbClr val="E40000"/>
            </a:solidFill>
            <a:prstDash val="solid"/>
            <a:round/>
            <a:headEnd len="med" w="med" type="none"/>
            <a:tailEnd len="med" w="med" type="none"/>
          </a:ln>
        </p:spPr>
      </p:cxnSp>
      <p:cxnSp>
        <p:nvCxnSpPr>
          <p:cNvPr id="138" name="Google Shape;138;p16"/>
          <p:cNvCxnSpPr/>
          <p:nvPr/>
        </p:nvCxnSpPr>
        <p:spPr>
          <a:xfrm>
            <a:off x="9432959" y="4838517"/>
            <a:ext cx="524483" cy="261537"/>
          </a:xfrm>
          <a:prstGeom prst="straightConnector1">
            <a:avLst/>
          </a:prstGeom>
          <a:noFill/>
          <a:ln cap="flat" cmpd="sng" w="19050">
            <a:solidFill>
              <a:srgbClr val="E40000"/>
            </a:solidFill>
            <a:prstDash val="solid"/>
            <a:round/>
            <a:headEnd len="med" w="med" type="none"/>
            <a:tailEnd len="med" w="med" type="none"/>
          </a:ln>
        </p:spPr>
      </p:cxnSp>
      <p:cxnSp>
        <p:nvCxnSpPr>
          <p:cNvPr id="139" name="Google Shape;139;p16"/>
          <p:cNvCxnSpPr/>
          <p:nvPr/>
        </p:nvCxnSpPr>
        <p:spPr>
          <a:xfrm flipH="1" rot="10800000">
            <a:off x="8850066" y="4838517"/>
            <a:ext cx="569255" cy="246266"/>
          </a:xfrm>
          <a:prstGeom prst="straightConnector1">
            <a:avLst/>
          </a:prstGeom>
          <a:noFill/>
          <a:ln cap="flat" cmpd="sng" w="19050">
            <a:solidFill>
              <a:srgbClr val="E40000"/>
            </a:solidFill>
            <a:prstDash val="solid"/>
            <a:round/>
            <a:headEnd len="med" w="med" type="none"/>
            <a:tailEnd len="med" w="med" type="none"/>
          </a:ln>
        </p:spPr>
      </p:cxnSp>
      <p:cxnSp>
        <p:nvCxnSpPr>
          <p:cNvPr id="140" name="Google Shape;140;p16"/>
          <p:cNvCxnSpPr/>
          <p:nvPr/>
        </p:nvCxnSpPr>
        <p:spPr>
          <a:xfrm>
            <a:off x="8821744" y="5108876"/>
            <a:ext cx="1030502" cy="0"/>
          </a:xfrm>
          <a:prstGeom prst="straightConnector1">
            <a:avLst/>
          </a:prstGeom>
          <a:noFill/>
          <a:ln cap="flat" cmpd="sng" w="19050">
            <a:solidFill>
              <a:srgbClr val="E40000"/>
            </a:solidFill>
            <a:prstDash val="solid"/>
            <a:round/>
            <a:headEnd len="med" w="med" type="none"/>
            <a:tailEnd len="med" w="med" type="none"/>
          </a:ln>
        </p:spPr>
      </p:cxnSp>
      <p:cxnSp>
        <p:nvCxnSpPr>
          <p:cNvPr id="141" name="Google Shape;141;p16"/>
          <p:cNvCxnSpPr/>
          <p:nvPr/>
        </p:nvCxnSpPr>
        <p:spPr>
          <a:xfrm>
            <a:off x="8210207" y="5117334"/>
            <a:ext cx="226800" cy="127000"/>
          </a:xfrm>
          <a:prstGeom prst="straightConnector1">
            <a:avLst/>
          </a:prstGeom>
          <a:noFill/>
          <a:ln cap="flat" cmpd="sng" w="9525">
            <a:solidFill>
              <a:schemeClr val="dk1"/>
            </a:solidFill>
            <a:prstDash val="solid"/>
            <a:round/>
            <a:headEnd len="med" w="med" type="none"/>
            <a:tailEnd len="med" w="med" type="none"/>
          </a:ln>
        </p:spPr>
      </p:cxnSp>
      <p:cxnSp>
        <p:nvCxnSpPr>
          <p:cNvPr id="142" name="Google Shape;142;p16"/>
          <p:cNvCxnSpPr/>
          <p:nvPr/>
        </p:nvCxnSpPr>
        <p:spPr>
          <a:xfrm flipH="1" rot="10800000">
            <a:off x="7948367" y="5290470"/>
            <a:ext cx="412750" cy="127000"/>
          </a:xfrm>
          <a:prstGeom prst="straightConnector1">
            <a:avLst/>
          </a:prstGeom>
          <a:noFill/>
          <a:ln cap="flat" cmpd="sng" w="19050">
            <a:solidFill>
              <a:srgbClr val="E40000"/>
            </a:solidFill>
            <a:prstDash val="solid"/>
            <a:round/>
            <a:headEnd len="med" w="med" type="none"/>
            <a:tailEnd len="med" w="med" type="none"/>
          </a:ln>
        </p:spPr>
      </p:cxnSp>
      <p:cxnSp>
        <p:nvCxnSpPr>
          <p:cNvPr id="143" name="Google Shape;143;p16"/>
          <p:cNvCxnSpPr/>
          <p:nvPr/>
        </p:nvCxnSpPr>
        <p:spPr>
          <a:xfrm flipH="1">
            <a:off x="8373817" y="5282252"/>
            <a:ext cx="68080" cy="293968"/>
          </a:xfrm>
          <a:prstGeom prst="straightConnector1">
            <a:avLst/>
          </a:prstGeom>
          <a:noFill/>
          <a:ln cap="flat" cmpd="sng" w="19050">
            <a:solidFill>
              <a:srgbClr val="E40000"/>
            </a:solidFill>
            <a:prstDash val="solid"/>
            <a:round/>
            <a:headEnd len="med" w="med" type="none"/>
            <a:tailEnd len="med" w="med" type="none"/>
          </a:ln>
        </p:spPr>
      </p:cxnSp>
      <p:cxnSp>
        <p:nvCxnSpPr>
          <p:cNvPr id="144" name="Google Shape;144;p16"/>
          <p:cNvCxnSpPr/>
          <p:nvPr/>
        </p:nvCxnSpPr>
        <p:spPr>
          <a:xfrm rot="10800000">
            <a:off x="8488731" y="5307931"/>
            <a:ext cx="280374" cy="269876"/>
          </a:xfrm>
          <a:prstGeom prst="straightConnector1">
            <a:avLst/>
          </a:prstGeom>
          <a:noFill/>
          <a:ln cap="flat" cmpd="sng" w="19050">
            <a:solidFill>
              <a:srgbClr val="E40000"/>
            </a:solidFill>
            <a:prstDash val="solid"/>
            <a:round/>
            <a:headEnd len="med" w="med" type="none"/>
            <a:tailEnd len="med" w="med" type="none"/>
          </a:ln>
        </p:spPr>
      </p:cxnSp>
      <p:cxnSp>
        <p:nvCxnSpPr>
          <p:cNvPr id="145" name="Google Shape;145;p16"/>
          <p:cNvCxnSpPr/>
          <p:nvPr/>
        </p:nvCxnSpPr>
        <p:spPr>
          <a:xfrm>
            <a:off x="8488731" y="5258048"/>
            <a:ext cx="914184" cy="468622"/>
          </a:xfrm>
          <a:prstGeom prst="straightConnector1">
            <a:avLst/>
          </a:prstGeom>
          <a:noFill/>
          <a:ln cap="flat" cmpd="sng" w="19050">
            <a:solidFill>
              <a:srgbClr val="E40000"/>
            </a:solidFill>
            <a:prstDash val="solid"/>
            <a:round/>
            <a:headEnd len="med" w="med" type="none"/>
            <a:tailEnd len="med" w="med" type="none"/>
          </a:ln>
        </p:spPr>
      </p:cxnSp>
      <p:cxnSp>
        <p:nvCxnSpPr>
          <p:cNvPr id="146" name="Google Shape;146;p16"/>
          <p:cNvCxnSpPr/>
          <p:nvPr/>
        </p:nvCxnSpPr>
        <p:spPr>
          <a:xfrm>
            <a:off x="8247778" y="3829970"/>
            <a:ext cx="0" cy="131762"/>
          </a:xfrm>
          <a:prstGeom prst="straightConnector1">
            <a:avLst/>
          </a:prstGeom>
          <a:noFill/>
          <a:ln cap="flat" cmpd="sng" w="19050">
            <a:solidFill>
              <a:srgbClr val="E40000"/>
            </a:solidFill>
            <a:prstDash val="solid"/>
            <a:round/>
            <a:headEnd len="med" w="med" type="none"/>
            <a:tailEnd len="med" w="med" type="none"/>
          </a:ln>
        </p:spPr>
      </p:cxnSp>
      <p:cxnSp>
        <p:nvCxnSpPr>
          <p:cNvPr id="147" name="Google Shape;147;p16"/>
          <p:cNvCxnSpPr/>
          <p:nvPr/>
        </p:nvCxnSpPr>
        <p:spPr>
          <a:xfrm flipH="1" rot="10800000">
            <a:off x="7896666" y="4041107"/>
            <a:ext cx="168275" cy="3175"/>
          </a:xfrm>
          <a:prstGeom prst="straightConnector1">
            <a:avLst/>
          </a:prstGeom>
          <a:noFill/>
          <a:ln cap="flat" cmpd="sng" w="19050">
            <a:solidFill>
              <a:srgbClr val="E40000"/>
            </a:solidFill>
            <a:prstDash val="solid"/>
            <a:round/>
            <a:headEnd len="med" w="med" type="none"/>
            <a:tailEnd len="med" w="med" type="none"/>
          </a:ln>
        </p:spPr>
      </p:cxnSp>
      <p:cxnSp>
        <p:nvCxnSpPr>
          <p:cNvPr id="148" name="Google Shape;148;p16"/>
          <p:cNvCxnSpPr/>
          <p:nvPr/>
        </p:nvCxnSpPr>
        <p:spPr>
          <a:xfrm flipH="1" rot="5400000">
            <a:off x="9885545" y="5583471"/>
            <a:ext cx="366793" cy="1482"/>
          </a:xfrm>
          <a:prstGeom prst="straightConnector1">
            <a:avLst/>
          </a:prstGeom>
          <a:noFill/>
          <a:ln cap="flat" cmpd="sng" w="19050">
            <a:solidFill>
              <a:srgbClr val="E40000"/>
            </a:solidFill>
            <a:prstDash val="solid"/>
            <a:round/>
            <a:headEnd len="med" w="med" type="none"/>
            <a:tailEnd len="med" w="med" type="none"/>
          </a:ln>
        </p:spPr>
      </p:cxnSp>
      <p:cxnSp>
        <p:nvCxnSpPr>
          <p:cNvPr id="149" name="Google Shape;149;p16"/>
          <p:cNvCxnSpPr/>
          <p:nvPr/>
        </p:nvCxnSpPr>
        <p:spPr>
          <a:xfrm flipH="1" rot="10800000">
            <a:off x="8459425" y="5036562"/>
            <a:ext cx="404236" cy="207771"/>
          </a:xfrm>
          <a:prstGeom prst="straightConnector1">
            <a:avLst/>
          </a:prstGeom>
          <a:noFill/>
          <a:ln cap="flat" cmpd="sng" w="19050">
            <a:solidFill>
              <a:srgbClr val="E40000"/>
            </a:solidFill>
            <a:prstDash val="solid"/>
            <a:round/>
            <a:headEnd len="med" w="med" type="none"/>
            <a:tailEnd len="med" w="med" type="none"/>
          </a:ln>
        </p:spPr>
      </p:cxnSp>
      <p:cxnSp>
        <p:nvCxnSpPr>
          <p:cNvPr id="150" name="Google Shape;150;p16"/>
          <p:cNvCxnSpPr/>
          <p:nvPr/>
        </p:nvCxnSpPr>
        <p:spPr>
          <a:xfrm flipH="1">
            <a:off x="10100635" y="2169432"/>
            <a:ext cx="761467" cy="577355"/>
          </a:xfrm>
          <a:prstGeom prst="straightConnector1">
            <a:avLst/>
          </a:prstGeom>
          <a:noFill/>
          <a:ln cap="flat" cmpd="sng" w="19050">
            <a:solidFill>
              <a:srgbClr val="E40000"/>
            </a:solidFill>
            <a:prstDash val="solid"/>
            <a:miter lim="800000"/>
            <a:headEnd len="sm" w="sm" type="none"/>
            <a:tailEnd len="sm" w="sm" type="none"/>
          </a:ln>
        </p:spPr>
      </p:cxnSp>
      <p:cxnSp>
        <p:nvCxnSpPr>
          <p:cNvPr id="151" name="Google Shape;151;p16"/>
          <p:cNvCxnSpPr/>
          <p:nvPr/>
        </p:nvCxnSpPr>
        <p:spPr>
          <a:xfrm flipH="1">
            <a:off x="10100635" y="2268313"/>
            <a:ext cx="3970" cy="518461"/>
          </a:xfrm>
          <a:prstGeom prst="straightConnector1">
            <a:avLst/>
          </a:prstGeom>
          <a:noFill/>
          <a:ln cap="flat" cmpd="sng" w="12700">
            <a:solidFill>
              <a:schemeClr val="dk1"/>
            </a:solidFill>
            <a:prstDash val="solid"/>
            <a:miter lim="800000"/>
            <a:headEnd len="sm" w="sm" type="none"/>
            <a:tailEnd len="sm" w="sm" type="none"/>
          </a:ln>
        </p:spPr>
      </p:cxnSp>
      <p:cxnSp>
        <p:nvCxnSpPr>
          <p:cNvPr id="152" name="Google Shape;152;p16"/>
          <p:cNvCxnSpPr/>
          <p:nvPr/>
        </p:nvCxnSpPr>
        <p:spPr>
          <a:xfrm flipH="1">
            <a:off x="10672135" y="2200506"/>
            <a:ext cx="149360" cy="518461"/>
          </a:xfrm>
          <a:prstGeom prst="straightConnector1">
            <a:avLst/>
          </a:prstGeom>
          <a:noFill/>
          <a:ln cap="flat" cmpd="sng" w="12700">
            <a:solidFill>
              <a:schemeClr val="dk1"/>
            </a:solidFill>
            <a:prstDash val="solid"/>
            <a:miter lim="800000"/>
            <a:headEnd len="sm" w="sm" type="none"/>
            <a:tailEnd len="sm" w="sm" type="none"/>
          </a:ln>
        </p:spPr>
      </p:cxnSp>
      <p:cxnSp>
        <p:nvCxnSpPr>
          <p:cNvPr id="153" name="Google Shape;153;p16"/>
          <p:cNvCxnSpPr/>
          <p:nvPr/>
        </p:nvCxnSpPr>
        <p:spPr>
          <a:xfrm flipH="1">
            <a:off x="10142166" y="2718967"/>
            <a:ext cx="574283" cy="27820"/>
          </a:xfrm>
          <a:prstGeom prst="straightConnector1">
            <a:avLst/>
          </a:prstGeom>
          <a:noFill/>
          <a:ln cap="flat" cmpd="sng" w="19050">
            <a:solidFill>
              <a:srgbClr val="E40000"/>
            </a:solidFill>
            <a:prstDash val="solid"/>
            <a:miter lim="800000"/>
            <a:headEnd len="sm" w="sm" type="none"/>
            <a:tailEnd len="sm" w="sm" type="none"/>
          </a:ln>
        </p:spPr>
      </p:cxnSp>
      <p:cxnSp>
        <p:nvCxnSpPr>
          <p:cNvPr id="154" name="Google Shape;154;p16"/>
          <p:cNvCxnSpPr/>
          <p:nvPr/>
        </p:nvCxnSpPr>
        <p:spPr>
          <a:xfrm flipH="1">
            <a:off x="10069542" y="2169432"/>
            <a:ext cx="788589" cy="98881"/>
          </a:xfrm>
          <a:prstGeom prst="straightConnector1">
            <a:avLst/>
          </a:prstGeom>
          <a:noFill/>
          <a:ln cap="flat" cmpd="sng" w="19050">
            <a:solidFill>
              <a:srgbClr val="E40000"/>
            </a:solidFill>
            <a:prstDash val="solid"/>
            <a:miter lim="800000"/>
            <a:headEnd len="sm" w="sm" type="none"/>
            <a:tailEnd len="sm" w="sm" type="none"/>
          </a:ln>
        </p:spPr>
      </p:cxnSp>
      <p:cxnSp>
        <p:nvCxnSpPr>
          <p:cNvPr id="155" name="Google Shape;155;p16"/>
          <p:cNvCxnSpPr/>
          <p:nvPr/>
        </p:nvCxnSpPr>
        <p:spPr>
          <a:xfrm flipH="1">
            <a:off x="10862103" y="2127325"/>
            <a:ext cx="279002" cy="42107"/>
          </a:xfrm>
          <a:prstGeom prst="straightConnector1">
            <a:avLst/>
          </a:prstGeom>
          <a:noFill/>
          <a:ln cap="flat" cmpd="sng" w="19050">
            <a:solidFill>
              <a:srgbClr val="E40000"/>
            </a:solidFill>
            <a:prstDash val="solid"/>
            <a:miter lim="800000"/>
            <a:headEnd len="sm" w="sm" type="none"/>
            <a:tailEnd len="sm" w="sm" type="none"/>
          </a:ln>
        </p:spPr>
      </p:cxnSp>
      <p:cxnSp>
        <p:nvCxnSpPr>
          <p:cNvPr id="156" name="Google Shape;156;p16"/>
          <p:cNvCxnSpPr/>
          <p:nvPr/>
        </p:nvCxnSpPr>
        <p:spPr>
          <a:xfrm rot="10800000">
            <a:off x="10681994" y="2718967"/>
            <a:ext cx="353541" cy="67807"/>
          </a:xfrm>
          <a:prstGeom prst="straightConnector1">
            <a:avLst/>
          </a:prstGeom>
          <a:noFill/>
          <a:ln cap="flat" cmpd="sng" w="19050">
            <a:solidFill>
              <a:srgbClr val="E40000"/>
            </a:solidFill>
            <a:prstDash val="solid"/>
            <a:miter lim="800000"/>
            <a:headEnd len="sm" w="sm" type="none"/>
            <a:tailEnd len="sm" w="sm" type="none"/>
          </a:ln>
        </p:spPr>
      </p:cxnSp>
      <p:cxnSp>
        <p:nvCxnSpPr>
          <p:cNvPr id="157" name="Google Shape;157;p16"/>
          <p:cNvCxnSpPr/>
          <p:nvPr/>
        </p:nvCxnSpPr>
        <p:spPr>
          <a:xfrm flipH="1">
            <a:off x="8769223" y="2268313"/>
            <a:ext cx="1300319" cy="606622"/>
          </a:xfrm>
          <a:prstGeom prst="straightConnector1">
            <a:avLst/>
          </a:prstGeom>
          <a:noFill/>
          <a:ln cap="flat" cmpd="sng" w="19050">
            <a:solidFill>
              <a:srgbClr val="E40000"/>
            </a:solidFill>
            <a:prstDash val="solid"/>
            <a:miter lim="800000"/>
            <a:headEnd len="sm" w="sm" type="none"/>
            <a:tailEnd len="sm" w="sm" type="none"/>
          </a:ln>
        </p:spPr>
      </p:cxnSp>
      <p:cxnSp>
        <p:nvCxnSpPr>
          <p:cNvPr id="158" name="Google Shape;158;p16"/>
          <p:cNvCxnSpPr/>
          <p:nvPr/>
        </p:nvCxnSpPr>
        <p:spPr>
          <a:xfrm flipH="1" rot="10800000">
            <a:off x="9378705" y="4113379"/>
            <a:ext cx="429324" cy="705603"/>
          </a:xfrm>
          <a:prstGeom prst="straightConnector1">
            <a:avLst/>
          </a:prstGeom>
          <a:noFill/>
          <a:ln cap="flat" cmpd="sng" w="19050">
            <a:solidFill>
              <a:srgbClr val="E40000"/>
            </a:solidFill>
            <a:prstDash val="solid"/>
            <a:round/>
            <a:headEnd len="med" w="med" type="none"/>
            <a:tailEnd len="med" w="med" type="none"/>
          </a:ln>
        </p:spPr>
      </p:cxnSp>
      <p:cxnSp>
        <p:nvCxnSpPr>
          <p:cNvPr id="159" name="Google Shape;159;p16"/>
          <p:cNvCxnSpPr/>
          <p:nvPr/>
        </p:nvCxnSpPr>
        <p:spPr>
          <a:xfrm flipH="1" rot="10800000">
            <a:off x="8244554" y="4047456"/>
            <a:ext cx="969051" cy="3175"/>
          </a:xfrm>
          <a:prstGeom prst="straightConnector1">
            <a:avLst/>
          </a:prstGeom>
          <a:noFill/>
          <a:ln cap="flat" cmpd="sng" w="19050">
            <a:solidFill>
              <a:srgbClr val="E40000"/>
            </a:solidFill>
            <a:prstDash val="solid"/>
            <a:round/>
            <a:headEnd len="med" w="med" type="none"/>
            <a:tailEnd len="med" w="med" type="none"/>
          </a:ln>
        </p:spPr>
      </p:cxnSp>
      <p:pic>
        <p:nvPicPr>
          <p:cNvPr descr="antenna_radiation_stylized" id="160" name="Google Shape;160;p16"/>
          <p:cNvPicPr preferRelativeResize="0"/>
          <p:nvPr/>
        </p:nvPicPr>
        <p:blipFill rotWithShape="1">
          <a:blip r:embed="rId3">
            <a:alphaModFix/>
          </a:blip>
          <a:srcRect b="0" l="0" r="0" t="0"/>
          <a:stretch/>
        </p:blipFill>
        <p:spPr>
          <a:xfrm>
            <a:off x="7562238" y="3813930"/>
            <a:ext cx="506412" cy="106009"/>
          </a:xfrm>
          <a:prstGeom prst="rect">
            <a:avLst/>
          </a:prstGeom>
          <a:noFill/>
          <a:ln>
            <a:noFill/>
          </a:ln>
        </p:spPr>
      </p:pic>
      <p:pic>
        <p:nvPicPr>
          <p:cNvPr descr="antenna_radiation_stylized" id="161" name="Google Shape;161;p16"/>
          <p:cNvPicPr preferRelativeResize="0"/>
          <p:nvPr/>
        </p:nvPicPr>
        <p:blipFill rotWithShape="1">
          <a:blip r:embed="rId4">
            <a:alphaModFix/>
          </a:blip>
          <a:srcRect b="0" l="0" r="0" t="0"/>
          <a:stretch/>
        </p:blipFill>
        <p:spPr>
          <a:xfrm>
            <a:off x="9242073" y="5480938"/>
            <a:ext cx="452014" cy="95159"/>
          </a:xfrm>
          <a:prstGeom prst="rect">
            <a:avLst/>
          </a:prstGeom>
          <a:noFill/>
          <a:ln>
            <a:noFill/>
          </a:ln>
        </p:spPr>
      </p:pic>
      <p:pic>
        <p:nvPicPr>
          <p:cNvPr descr="cell_tower_radiation copy" id="162" name="Google Shape;162;p16"/>
          <p:cNvPicPr preferRelativeResize="0"/>
          <p:nvPr/>
        </p:nvPicPr>
        <p:blipFill rotWithShape="1">
          <a:blip r:embed="rId5">
            <a:alphaModFix/>
          </a:blip>
          <a:srcRect b="0" l="0" r="0" t="0"/>
          <a:stretch/>
        </p:blipFill>
        <p:spPr>
          <a:xfrm>
            <a:off x="7980866" y="2158167"/>
            <a:ext cx="457200" cy="332766"/>
          </a:xfrm>
          <a:prstGeom prst="rect">
            <a:avLst/>
          </a:prstGeom>
          <a:noFill/>
          <a:ln>
            <a:noFill/>
          </a:ln>
        </p:spPr>
      </p:pic>
      <p:sp>
        <p:nvSpPr>
          <p:cNvPr id="163" name="Google Shape;163;p16"/>
          <p:cNvSpPr/>
          <p:nvPr/>
        </p:nvSpPr>
        <p:spPr>
          <a:xfrm>
            <a:off x="8174541" y="2292995"/>
            <a:ext cx="52388" cy="49485"/>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cxnSp>
        <p:nvCxnSpPr>
          <p:cNvPr id="164" name="Google Shape;164;p16"/>
          <p:cNvCxnSpPr/>
          <p:nvPr/>
        </p:nvCxnSpPr>
        <p:spPr>
          <a:xfrm>
            <a:off x="8207860" y="2700359"/>
            <a:ext cx="227964" cy="174352"/>
          </a:xfrm>
          <a:prstGeom prst="straightConnector1">
            <a:avLst/>
          </a:prstGeom>
          <a:noFill/>
          <a:ln cap="flat" cmpd="sng" w="19050">
            <a:solidFill>
              <a:srgbClr val="E40000"/>
            </a:solidFill>
            <a:prstDash val="solid"/>
            <a:round/>
            <a:headEnd len="med" w="med" type="none"/>
            <a:tailEnd len="med" w="med" type="none"/>
          </a:ln>
        </p:spPr>
      </p:cxnSp>
      <p:pic>
        <p:nvPicPr>
          <p:cNvPr descr="access_point_stylized_small" id="165" name="Google Shape;165;p16"/>
          <p:cNvPicPr preferRelativeResize="0"/>
          <p:nvPr/>
        </p:nvPicPr>
        <p:blipFill rotWithShape="1">
          <a:blip r:embed="rId6">
            <a:alphaModFix/>
          </a:blip>
          <a:srcRect b="0" l="0" r="0" t="0"/>
          <a:stretch/>
        </p:blipFill>
        <p:spPr>
          <a:xfrm>
            <a:off x="7613882" y="3861899"/>
            <a:ext cx="370169" cy="306751"/>
          </a:xfrm>
          <a:prstGeom prst="rect">
            <a:avLst/>
          </a:prstGeom>
          <a:noFill/>
          <a:ln>
            <a:noFill/>
          </a:ln>
        </p:spPr>
      </p:pic>
      <p:pic>
        <p:nvPicPr>
          <p:cNvPr descr="access_point_stylized_small" id="166" name="Google Shape;166;p16"/>
          <p:cNvPicPr preferRelativeResize="0"/>
          <p:nvPr/>
        </p:nvPicPr>
        <p:blipFill rotWithShape="1">
          <a:blip r:embed="rId6">
            <a:alphaModFix/>
          </a:blip>
          <a:srcRect b="0" l="0" r="0" t="0"/>
          <a:stretch/>
        </p:blipFill>
        <p:spPr>
          <a:xfrm>
            <a:off x="9290610" y="5524232"/>
            <a:ext cx="380935" cy="317464"/>
          </a:xfrm>
          <a:prstGeom prst="rect">
            <a:avLst/>
          </a:prstGeom>
          <a:noFill/>
          <a:ln>
            <a:noFill/>
          </a:ln>
        </p:spPr>
      </p:pic>
      <p:grpSp>
        <p:nvGrpSpPr>
          <p:cNvPr id="167" name="Google Shape;167;p16"/>
          <p:cNvGrpSpPr/>
          <p:nvPr/>
        </p:nvGrpSpPr>
        <p:grpSpPr>
          <a:xfrm>
            <a:off x="8676619" y="4967420"/>
            <a:ext cx="393760" cy="218578"/>
            <a:chOff x="7493876" y="2774731"/>
            <a:chExt cx="1481958" cy="894622"/>
          </a:xfrm>
        </p:grpSpPr>
        <p:sp>
          <p:nvSpPr>
            <p:cNvPr id="168" name="Google Shape;168;p1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69" name="Google Shape;169;p1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70" name="Google Shape;170;p16"/>
            <p:cNvGrpSpPr/>
            <p:nvPr/>
          </p:nvGrpSpPr>
          <p:grpSpPr>
            <a:xfrm>
              <a:off x="7713663" y="2848339"/>
              <a:ext cx="1042107" cy="425543"/>
              <a:chOff x="7786941" y="2884917"/>
              <a:chExt cx="897649" cy="353919"/>
            </a:xfrm>
          </p:grpSpPr>
          <p:sp>
            <p:nvSpPr>
              <p:cNvPr id="171" name="Google Shape;171;p1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2" name="Google Shape;172;p1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3" name="Google Shape;173;p1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4" name="Google Shape;174;p1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75" name="Google Shape;175;p16"/>
          <p:cNvGrpSpPr/>
          <p:nvPr/>
        </p:nvGrpSpPr>
        <p:grpSpPr>
          <a:xfrm>
            <a:off x="8311829" y="5180504"/>
            <a:ext cx="309187" cy="167750"/>
            <a:chOff x="3668110" y="2448910"/>
            <a:chExt cx="3794234" cy="2165130"/>
          </a:xfrm>
        </p:grpSpPr>
        <p:sp>
          <p:nvSpPr>
            <p:cNvPr id="176" name="Google Shape;176;p16"/>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E4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7" name="Google Shape;177;p16"/>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178" name="Google Shape;178;p16"/>
            <p:cNvGrpSpPr/>
            <p:nvPr/>
          </p:nvGrpSpPr>
          <p:grpSpPr>
            <a:xfrm>
              <a:off x="3941378" y="2603243"/>
              <a:ext cx="3202061" cy="1066110"/>
              <a:chOff x="7939341" y="3037317"/>
              <a:chExt cx="897649" cy="353919"/>
            </a:xfrm>
          </p:grpSpPr>
          <p:sp>
            <p:nvSpPr>
              <p:cNvPr id="179" name="Google Shape;179;p16"/>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80" name="Google Shape;180;p16"/>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81" name="Google Shape;181;p16"/>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82" name="Google Shape;182;p16"/>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EC86A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83" name="Google Shape;183;p16"/>
          <p:cNvGrpSpPr/>
          <p:nvPr/>
        </p:nvGrpSpPr>
        <p:grpSpPr>
          <a:xfrm>
            <a:off x="8439827" y="2812309"/>
            <a:ext cx="353678" cy="168275"/>
            <a:chOff x="7493876" y="2774731"/>
            <a:chExt cx="1481958" cy="894622"/>
          </a:xfrm>
        </p:grpSpPr>
        <p:sp>
          <p:nvSpPr>
            <p:cNvPr id="184" name="Google Shape;184;p1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85" name="Google Shape;185;p1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86" name="Google Shape;186;p16"/>
            <p:cNvGrpSpPr/>
            <p:nvPr/>
          </p:nvGrpSpPr>
          <p:grpSpPr>
            <a:xfrm>
              <a:off x="7713663" y="2848339"/>
              <a:ext cx="1042107" cy="425543"/>
              <a:chOff x="7786941" y="2884917"/>
              <a:chExt cx="897649" cy="353919"/>
            </a:xfrm>
          </p:grpSpPr>
          <p:sp>
            <p:nvSpPr>
              <p:cNvPr id="187" name="Google Shape;187;p1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88" name="Google Shape;188;p1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89" name="Google Shape;189;p1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0" name="Google Shape;190;p1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91" name="Google Shape;191;p16"/>
          <p:cNvGrpSpPr/>
          <p:nvPr/>
        </p:nvGrpSpPr>
        <p:grpSpPr>
          <a:xfrm>
            <a:off x="10884085" y="3601365"/>
            <a:ext cx="170989" cy="97052"/>
            <a:chOff x="7493876" y="2774731"/>
            <a:chExt cx="1481958" cy="894622"/>
          </a:xfrm>
        </p:grpSpPr>
        <p:sp>
          <p:nvSpPr>
            <p:cNvPr id="192" name="Google Shape;192;p1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93" name="Google Shape;193;p1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94" name="Google Shape;194;p16"/>
            <p:cNvGrpSpPr/>
            <p:nvPr/>
          </p:nvGrpSpPr>
          <p:grpSpPr>
            <a:xfrm>
              <a:off x="7713663" y="2848339"/>
              <a:ext cx="1042107" cy="425543"/>
              <a:chOff x="7786941" y="2884917"/>
              <a:chExt cx="897649" cy="353919"/>
            </a:xfrm>
          </p:grpSpPr>
          <p:sp>
            <p:nvSpPr>
              <p:cNvPr id="195" name="Google Shape;195;p1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6" name="Google Shape;196;p1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7" name="Google Shape;197;p1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8" name="Google Shape;198;p1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99" name="Google Shape;199;p16"/>
          <p:cNvGrpSpPr/>
          <p:nvPr/>
        </p:nvGrpSpPr>
        <p:grpSpPr>
          <a:xfrm>
            <a:off x="10410609" y="3496138"/>
            <a:ext cx="353678" cy="198344"/>
            <a:chOff x="7493876" y="2774731"/>
            <a:chExt cx="1481958" cy="894622"/>
          </a:xfrm>
        </p:grpSpPr>
        <p:sp>
          <p:nvSpPr>
            <p:cNvPr id="200" name="Google Shape;200;p1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01" name="Google Shape;201;p1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02" name="Google Shape;202;p16"/>
            <p:cNvGrpSpPr/>
            <p:nvPr/>
          </p:nvGrpSpPr>
          <p:grpSpPr>
            <a:xfrm>
              <a:off x="7713663" y="2848339"/>
              <a:ext cx="1042107" cy="425543"/>
              <a:chOff x="7786941" y="2884917"/>
              <a:chExt cx="897649" cy="353919"/>
            </a:xfrm>
          </p:grpSpPr>
          <p:sp>
            <p:nvSpPr>
              <p:cNvPr id="203" name="Google Shape;203;p1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4" name="Google Shape;204;p1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5" name="Google Shape;205;p1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6" name="Google Shape;206;p1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07" name="Google Shape;207;p16"/>
          <p:cNvGrpSpPr/>
          <p:nvPr/>
        </p:nvGrpSpPr>
        <p:grpSpPr>
          <a:xfrm>
            <a:off x="9948724" y="2202292"/>
            <a:ext cx="353678" cy="198344"/>
            <a:chOff x="7493876" y="2774731"/>
            <a:chExt cx="1481958" cy="894622"/>
          </a:xfrm>
        </p:grpSpPr>
        <p:sp>
          <p:nvSpPr>
            <p:cNvPr id="208" name="Google Shape;208;p1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09" name="Google Shape;209;p1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10" name="Google Shape;210;p16"/>
            <p:cNvGrpSpPr/>
            <p:nvPr/>
          </p:nvGrpSpPr>
          <p:grpSpPr>
            <a:xfrm>
              <a:off x="7713663" y="2848339"/>
              <a:ext cx="1042107" cy="425543"/>
              <a:chOff x="7786941" y="2884917"/>
              <a:chExt cx="897649" cy="353919"/>
            </a:xfrm>
          </p:grpSpPr>
          <p:sp>
            <p:nvSpPr>
              <p:cNvPr id="211" name="Google Shape;211;p1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2" name="Google Shape;212;p1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3" name="Google Shape;213;p1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4" name="Google Shape;214;p1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15" name="Google Shape;215;p16"/>
          <p:cNvGrpSpPr/>
          <p:nvPr/>
        </p:nvGrpSpPr>
        <p:grpSpPr>
          <a:xfrm>
            <a:off x="10527214" y="2613367"/>
            <a:ext cx="353678" cy="198344"/>
            <a:chOff x="7493876" y="2774731"/>
            <a:chExt cx="1481958" cy="894622"/>
          </a:xfrm>
        </p:grpSpPr>
        <p:sp>
          <p:nvSpPr>
            <p:cNvPr id="216" name="Google Shape;216;p1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17" name="Google Shape;217;p1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18" name="Google Shape;218;p16"/>
            <p:cNvGrpSpPr/>
            <p:nvPr/>
          </p:nvGrpSpPr>
          <p:grpSpPr>
            <a:xfrm>
              <a:off x="7713663" y="2848339"/>
              <a:ext cx="1042107" cy="425543"/>
              <a:chOff x="7786941" y="2884917"/>
              <a:chExt cx="897649" cy="353919"/>
            </a:xfrm>
          </p:grpSpPr>
          <p:sp>
            <p:nvSpPr>
              <p:cNvPr id="219" name="Google Shape;219;p1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0" name="Google Shape;220;p1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1" name="Google Shape;221;p1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2" name="Google Shape;222;p1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23" name="Google Shape;223;p16"/>
          <p:cNvGrpSpPr/>
          <p:nvPr/>
        </p:nvGrpSpPr>
        <p:grpSpPr>
          <a:xfrm>
            <a:off x="10643825" y="2107963"/>
            <a:ext cx="353678" cy="198344"/>
            <a:chOff x="7493876" y="2774731"/>
            <a:chExt cx="1481958" cy="894622"/>
          </a:xfrm>
        </p:grpSpPr>
        <p:sp>
          <p:nvSpPr>
            <p:cNvPr id="224" name="Google Shape;224;p1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25" name="Google Shape;225;p1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26" name="Google Shape;226;p16"/>
            <p:cNvGrpSpPr/>
            <p:nvPr/>
          </p:nvGrpSpPr>
          <p:grpSpPr>
            <a:xfrm>
              <a:off x="7713663" y="2848339"/>
              <a:ext cx="1042107" cy="425543"/>
              <a:chOff x="7786941" y="2884917"/>
              <a:chExt cx="897649" cy="353919"/>
            </a:xfrm>
          </p:grpSpPr>
          <p:sp>
            <p:nvSpPr>
              <p:cNvPr id="227" name="Google Shape;227;p1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8" name="Google Shape;228;p1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9" name="Google Shape;229;p1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30" name="Google Shape;230;p1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31" name="Google Shape;231;p16"/>
          <p:cNvGrpSpPr/>
          <p:nvPr/>
        </p:nvGrpSpPr>
        <p:grpSpPr>
          <a:xfrm>
            <a:off x="9980126" y="2661565"/>
            <a:ext cx="353678" cy="198344"/>
            <a:chOff x="7493876" y="2774731"/>
            <a:chExt cx="1481958" cy="894622"/>
          </a:xfrm>
        </p:grpSpPr>
        <p:sp>
          <p:nvSpPr>
            <p:cNvPr id="232" name="Google Shape;232;p1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33" name="Google Shape;233;p1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34" name="Google Shape;234;p16"/>
            <p:cNvGrpSpPr/>
            <p:nvPr/>
          </p:nvGrpSpPr>
          <p:grpSpPr>
            <a:xfrm>
              <a:off x="7713663" y="2848339"/>
              <a:ext cx="1042107" cy="425543"/>
              <a:chOff x="7786941" y="2884917"/>
              <a:chExt cx="897649" cy="353919"/>
            </a:xfrm>
          </p:grpSpPr>
          <p:sp>
            <p:nvSpPr>
              <p:cNvPr id="235" name="Google Shape;235;p1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36" name="Google Shape;236;p1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37" name="Google Shape;237;p1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38" name="Google Shape;238;p1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39" name="Google Shape;239;p16"/>
          <p:cNvGrpSpPr/>
          <p:nvPr/>
        </p:nvGrpSpPr>
        <p:grpSpPr>
          <a:xfrm>
            <a:off x="9497138" y="3394032"/>
            <a:ext cx="367224" cy="240304"/>
            <a:chOff x="7493876" y="2774731"/>
            <a:chExt cx="1481958" cy="894622"/>
          </a:xfrm>
        </p:grpSpPr>
        <p:sp>
          <p:nvSpPr>
            <p:cNvPr id="240" name="Google Shape;240;p1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41" name="Google Shape;241;p1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42" name="Google Shape;242;p16"/>
            <p:cNvGrpSpPr/>
            <p:nvPr/>
          </p:nvGrpSpPr>
          <p:grpSpPr>
            <a:xfrm>
              <a:off x="7713663" y="2848339"/>
              <a:ext cx="1042107" cy="425543"/>
              <a:chOff x="7786941" y="2884917"/>
              <a:chExt cx="897649" cy="353919"/>
            </a:xfrm>
          </p:grpSpPr>
          <p:sp>
            <p:nvSpPr>
              <p:cNvPr id="243" name="Google Shape;243;p1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44" name="Google Shape;244;p1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45" name="Google Shape;245;p1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46" name="Google Shape;246;p1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47" name="Google Shape;247;p16"/>
          <p:cNvGrpSpPr/>
          <p:nvPr/>
        </p:nvGrpSpPr>
        <p:grpSpPr>
          <a:xfrm>
            <a:off x="10375259" y="3992325"/>
            <a:ext cx="353678" cy="198344"/>
            <a:chOff x="7493876" y="2774731"/>
            <a:chExt cx="1481958" cy="894622"/>
          </a:xfrm>
        </p:grpSpPr>
        <p:sp>
          <p:nvSpPr>
            <p:cNvPr id="248" name="Google Shape;248;p1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49" name="Google Shape;249;p1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50" name="Google Shape;250;p16"/>
            <p:cNvGrpSpPr/>
            <p:nvPr/>
          </p:nvGrpSpPr>
          <p:grpSpPr>
            <a:xfrm>
              <a:off x="7713663" y="2848339"/>
              <a:ext cx="1042107" cy="425543"/>
              <a:chOff x="7786941" y="2884917"/>
              <a:chExt cx="897649" cy="353919"/>
            </a:xfrm>
          </p:grpSpPr>
          <p:sp>
            <p:nvSpPr>
              <p:cNvPr id="251" name="Google Shape;251;p1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2" name="Google Shape;252;p1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3" name="Google Shape;253;p1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4" name="Google Shape;254;p1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55" name="Google Shape;255;p16"/>
          <p:cNvGrpSpPr/>
          <p:nvPr/>
        </p:nvGrpSpPr>
        <p:grpSpPr>
          <a:xfrm>
            <a:off x="10925982" y="4369125"/>
            <a:ext cx="228295" cy="120400"/>
            <a:chOff x="7493876" y="2774731"/>
            <a:chExt cx="1481958" cy="894622"/>
          </a:xfrm>
        </p:grpSpPr>
        <p:sp>
          <p:nvSpPr>
            <p:cNvPr id="256" name="Google Shape;256;p1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57" name="Google Shape;257;p1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58" name="Google Shape;258;p16"/>
            <p:cNvGrpSpPr/>
            <p:nvPr/>
          </p:nvGrpSpPr>
          <p:grpSpPr>
            <a:xfrm>
              <a:off x="7713663" y="2848339"/>
              <a:ext cx="1042107" cy="425543"/>
              <a:chOff x="7786941" y="2884917"/>
              <a:chExt cx="897649" cy="353919"/>
            </a:xfrm>
          </p:grpSpPr>
          <p:sp>
            <p:nvSpPr>
              <p:cNvPr id="259" name="Google Shape;259;p1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0" name="Google Shape;260;p1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1" name="Google Shape;261;p1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2" name="Google Shape;262;p1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63" name="Google Shape;263;p16"/>
          <p:cNvGrpSpPr/>
          <p:nvPr/>
        </p:nvGrpSpPr>
        <p:grpSpPr>
          <a:xfrm>
            <a:off x="7439074" y="2356613"/>
            <a:ext cx="534987" cy="414882"/>
            <a:chOff x="7432700" y="2327293"/>
            <a:chExt cx="534987" cy="414882"/>
          </a:xfrm>
        </p:grpSpPr>
        <p:pic>
          <p:nvPicPr>
            <p:cNvPr descr="antenna_stylized" id="264" name="Google Shape;264;p16"/>
            <p:cNvPicPr preferRelativeResize="0"/>
            <p:nvPr/>
          </p:nvPicPr>
          <p:blipFill rotWithShape="1">
            <a:blip r:embed="rId7">
              <a:alphaModFix/>
            </a:blip>
            <a:srcRect b="0" l="0" r="0" t="0"/>
            <a:stretch/>
          </p:blipFill>
          <p:spPr>
            <a:xfrm>
              <a:off x="7432700" y="2327293"/>
              <a:ext cx="530702" cy="223756"/>
            </a:xfrm>
            <a:prstGeom prst="rect">
              <a:avLst/>
            </a:prstGeom>
            <a:noFill/>
            <a:ln>
              <a:noFill/>
            </a:ln>
          </p:spPr>
        </p:pic>
        <p:pic>
          <p:nvPicPr>
            <p:cNvPr descr="laptop_keyboard" id="265" name="Google Shape;265;p16"/>
            <p:cNvPicPr preferRelativeResize="0"/>
            <p:nvPr/>
          </p:nvPicPr>
          <p:blipFill rotWithShape="1">
            <a:blip r:embed="rId8">
              <a:alphaModFix/>
            </a:blip>
            <a:srcRect b="0" l="0" r="0" t="0"/>
            <a:stretch/>
          </p:blipFill>
          <p:spPr>
            <a:xfrm flipH="1" rot="109064">
              <a:off x="7458407" y="2575770"/>
              <a:ext cx="437221" cy="159511"/>
            </a:xfrm>
            <a:prstGeom prst="rect">
              <a:avLst/>
            </a:prstGeom>
            <a:noFill/>
            <a:ln>
              <a:noFill/>
            </a:ln>
          </p:spPr>
        </p:pic>
        <p:sp>
          <p:nvSpPr>
            <p:cNvPr id="266" name="Google Shape;266;p16"/>
            <p:cNvSpPr/>
            <p:nvPr/>
          </p:nvSpPr>
          <p:spPr>
            <a:xfrm>
              <a:off x="7603304" y="242098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267" name="Google Shape;267;p16"/>
            <p:cNvPicPr preferRelativeResize="0"/>
            <p:nvPr/>
          </p:nvPicPr>
          <p:blipFill rotWithShape="1">
            <a:blip r:embed="rId9">
              <a:alphaModFix/>
            </a:blip>
            <a:srcRect b="0" l="0" r="0" t="0"/>
            <a:stretch/>
          </p:blipFill>
          <p:spPr>
            <a:xfrm>
              <a:off x="7620637" y="2426338"/>
              <a:ext cx="319785" cy="189429"/>
            </a:xfrm>
            <a:prstGeom prst="rect">
              <a:avLst/>
            </a:prstGeom>
            <a:noFill/>
            <a:ln>
              <a:noFill/>
            </a:ln>
          </p:spPr>
        </p:pic>
        <p:sp>
          <p:nvSpPr>
            <p:cNvPr id="268" name="Google Shape;268;p16"/>
            <p:cNvSpPr/>
            <p:nvPr/>
          </p:nvSpPr>
          <p:spPr>
            <a:xfrm>
              <a:off x="7667378" y="241484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69" name="Google Shape;269;p16"/>
            <p:cNvSpPr/>
            <p:nvPr/>
          </p:nvSpPr>
          <p:spPr>
            <a:xfrm>
              <a:off x="7600188" y="241452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70" name="Google Shape;270;p16"/>
            <p:cNvSpPr/>
            <p:nvPr/>
          </p:nvSpPr>
          <p:spPr>
            <a:xfrm>
              <a:off x="7874205" y="244334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71" name="Google Shape;271;p16"/>
            <p:cNvSpPr/>
            <p:nvPr/>
          </p:nvSpPr>
          <p:spPr>
            <a:xfrm>
              <a:off x="7599214" y="256758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72" name="Google Shape;272;p16"/>
            <p:cNvSpPr/>
            <p:nvPr/>
          </p:nvSpPr>
          <p:spPr>
            <a:xfrm>
              <a:off x="7884138" y="244491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73" name="Google Shape;273;p16"/>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274" name="Google Shape;274;p16"/>
            <p:cNvGrpSpPr/>
            <p:nvPr/>
          </p:nvGrpSpPr>
          <p:grpSpPr>
            <a:xfrm>
              <a:off x="7594735" y="2642220"/>
              <a:ext cx="98740" cy="36846"/>
              <a:chOff x="1740" y="2642"/>
              <a:chExt cx="752" cy="327"/>
            </a:xfrm>
          </p:grpSpPr>
          <p:sp>
            <p:nvSpPr>
              <p:cNvPr id="275" name="Google Shape;275;p16"/>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76" name="Google Shape;276;p16"/>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77" name="Google Shape;277;p16"/>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78" name="Google Shape;278;p16"/>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79" name="Google Shape;279;p16"/>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80" name="Google Shape;280;p16"/>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281" name="Google Shape;281;p16"/>
            <p:cNvSpPr/>
            <p:nvPr/>
          </p:nvSpPr>
          <p:spPr>
            <a:xfrm>
              <a:off x="7763780" y="264773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82" name="Google Shape;282;p16"/>
            <p:cNvSpPr/>
            <p:nvPr/>
          </p:nvSpPr>
          <p:spPr>
            <a:xfrm>
              <a:off x="7458602" y="265418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83" name="Google Shape;283;p16"/>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84" name="Google Shape;284;p16"/>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85" name="Google Shape;285;p16"/>
            <p:cNvSpPr/>
            <p:nvPr/>
          </p:nvSpPr>
          <p:spPr>
            <a:xfrm>
              <a:off x="7468535" y="264379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86" name="Google Shape;286;p16"/>
            <p:cNvSpPr/>
            <p:nvPr/>
          </p:nvSpPr>
          <p:spPr>
            <a:xfrm flipH="1" rot="10800000">
              <a:off x="7758327" y="263875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287" name="Google Shape;287;p16"/>
          <p:cNvGrpSpPr/>
          <p:nvPr/>
        </p:nvGrpSpPr>
        <p:grpSpPr>
          <a:xfrm>
            <a:off x="8637781" y="2319727"/>
            <a:ext cx="530702" cy="478009"/>
            <a:chOff x="8631407" y="2290407"/>
            <a:chExt cx="530702" cy="478009"/>
          </a:xfrm>
        </p:grpSpPr>
        <p:pic>
          <p:nvPicPr>
            <p:cNvPr descr="light2.png" id="288" name="Google Shape;288;p16"/>
            <p:cNvPicPr preferRelativeResize="0"/>
            <p:nvPr/>
          </p:nvPicPr>
          <p:blipFill rotWithShape="1">
            <a:blip r:embed="rId10">
              <a:alphaModFix/>
            </a:blip>
            <a:srcRect b="0" l="0" r="0" t="0"/>
            <a:stretch/>
          </p:blipFill>
          <p:spPr>
            <a:xfrm flipH="1">
              <a:off x="8825293" y="2362969"/>
              <a:ext cx="92772" cy="405447"/>
            </a:xfrm>
            <a:prstGeom prst="rect">
              <a:avLst/>
            </a:prstGeom>
            <a:noFill/>
            <a:ln>
              <a:noFill/>
            </a:ln>
          </p:spPr>
        </p:pic>
        <p:pic>
          <p:nvPicPr>
            <p:cNvPr descr="antenna_stylized" id="289" name="Google Shape;289;p16"/>
            <p:cNvPicPr preferRelativeResize="0"/>
            <p:nvPr/>
          </p:nvPicPr>
          <p:blipFill rotWithShape="1">
            <a:blip r:embed="rId7">
              <a:alphaModFix/>
            </a:blip>
            <a:srcRect b="0" l="0" r="0" t="0"/>
            <a:stretch/>
          </p:blipFill>
          <p:spPr>
            <a:xfrm>
              <a:off x="8631407" y="2290407"/>
              <a:ext cx="530702" cy="223756"/>
            </a:xfrm>
            <a:prstGeom prst="rect">
              <a:avLst/>
            </a:prstGeom>
            <a:noFill/>
            <a:ln>
              <a:noFill/>
            </a:ln>
          </p:spPr>
        </p:pic>
      </p:grpSp>
      <p:grpSp>
        <p:nvGrpSpPr>
          <p:cNvPr id="290" name="Google Shape;290;p16"/>
          <p:cNvGrpSpPr/>
          <p:nvPr/>
        </p:nvGrpSpPr>
        <p:grpSpPr>
          <a:xfrm>
            <a:off x="8499539" y="2059124"/>
            <a:ext cx="849312" cy="226109"/>
            <a:chOff x="8493165" y="2029804"/>
            <a:chExt cx="849312" cy="226109"/>
          </a:xfrm>
        </p:grpSpPr>
        <p:pic>
          <p:nvPicPr>
            <p:cNvPr descr="car_icon_small" id="291" name="Google Shape;291;p16"/>
            <p:cNvPicPr preferRelativeResize="0"/>
            <p:nvPr/>
          </p:nvPicPr>
          <p:blipFill rotWithShape="1">
            <a:blip r:embed="rId11">
              <a:alphaModFix/>
            </a:blip>
            <a:srcRect b="0" l="0" r="0" t="0"/>
            <a:stretch/>
          </p:blipFill>
          <p:spPr>
            <a:xfrm>
              <a:off x="8493165" y="2087638"/>
              <a:ext cx="849312" cy="168275"/>
            </a:xfrm>
            <a:prstGeom prst="rect">
              <a:avLst/>
            </a:prstGeom>
            <a:noFill/>
            <a:ln>
              <a:noFill/>
            </a:ln>
          </p:spPr>
        </p:pic>
        <p:pic>
          <p:nvPicPr>
            <p:cNvPr descr="antenna_stylized" id="292" name="Google Shape;292;p16"/>
            <p:cNvPicPr preferRelativeResize="0"/>
            <p:nvPr/>
          </p:nvPicPr>
          <p:blipFill rotWithShape="1">
            <a:blip r:embed="rId7">
              <a:alphaModFix/>
            </a:blip>
            <a:srcRect b="0" l="0" r="0" t="0"/>
            <a:stretch/>
          </p:blipFill>
          <p:spPr>
            <a:xfrm>
              <a:off x="8704645" y="2029804"/>
              <a:ext cx="530702" cy="223756"/>
            </a:xfrm>
            <a:prstGeom prst="rect">
              <a:avLst/>
            </a:prstGeom>
            <a:noFill/>
            <a:ln>
              <a:noFill/>
            </a:ln>
          </p:spPr>
        </p:pic>
      </p:grpSp>
      <p:grpSp>
        <p:nvGrpSpPr>
          <p:cNvPr id="293" name="Google Shape;293;p16"/>
          <p:cNvGrpSpPr/>
          <p:nvPr/>
        </p:nvGrpSpPr>
        <p:grpSpPr>
          <a:xfrm>
            <a:off x="7493518" y="3325424"/>
            <a:ext cx="857739" cy="583764"/>
            <a:chOff x="7487144" y="3296104"/>
            <a:chExt cx="857739" cy="583764"/>
          </a:xfrm>
        </p:grpSpPr>
        <p:grpSp>
          <p:nvGrpSpPr>
            <p:cNvPr id="294" name="Google Shape;294;p16"/>
            <p:cNvGrpSpPr/>
            <p:nvPr/>
          </p:nvGrpSpPr>
          <p:grpSpPr>
            <a:xfrm>
              <a:off x="7487144" y="3389820"/>
              <a:ext cx="350807" cy="310034"/>
              <a:chOff x="7487144" y="3389820"/>
              <a:chExt cx="350807" cy="310034"/>
            </a:xfrm>
          </p:grpSpPr>
          <p:pic>
            <p:nvPicPr>
              <p:cNvPr descr="antenna_stylized" id="295" name="Google Shape;295;p16"/>
              <p:cNvPicPr preferRelativeResize="0"/>
              <p:nvPr/>
            </p:nvPicPr>
            <p:blipFill rotWithShape="1">
              <a:blip r:embed="rId12">
                <a:alphaModFix/>
              </a:blip>
              <a:srcRect b="0" l="0" r="0" t="0"/>
              <a:stretch/>
            </p:blipFill>
            <p:spPr>
              <a:xfrm>
                <a:off x="7487144" y="3389820"/>
                <a:ext cx="347997" cy="167557"/>
              </a:xfrm>
              <a:prstGeom prst="rect">
                <a:avLst/>
              </a:prstGeom>
              <a:noFill/>
              <a:ln>
                <a:noFill/>
              </a:ln>
            </p:spPr>
          </p:pic>
          <p:pic>
            <p:nvPicPr>
              <p:cNvPr descr="laptop_keyboard" id="296" name="Google Shape;296;p16"/>
              <p:cNvPicPr preferRelativeResize="0"/>
              <p:nvPr/>
            </p:nvPicPr>
            <p:blipFill rotWithShape="1">
              <a:blip r:embed="rId13">
                <a:alphaModFix/>
              </a:blip>
              <a:srcRect b="0" l="0" r="0" t="0"/>
              <a:stretch/>
            </p:blipFill>
            <p:spPr>
              <a:xfrm flipH="1" rot="109064">
                <a:off x="7504001" y="3575889"/>
                <a:ext cx="286699" cy="119448"/>
              </a:xfrm>
              <a:prstGeom prst="rect">
                <a:avLst/>
              </a:prstGeom>
              <a:noFill/>
              <a:ln>
                <a:noFill/>
              </a:ln>
            </p:spPr>
          </p:pic>
          <p:sp>
            <p:nvSpPr>
              <p:cNvPr id="297" name="Google Shape;297;p16"/>
              <p:cNvSpPr/>
              <p:nvPr/>
            </p:nvSpPr>
            <p:spPr>
              <a:xfrm>
                <a:off x="7599014" y="3459979"/>
                <a:ext cx="230764" cy="155883"/>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298" name="Google Shape;298;p16"/>
              <p:cNvPicPr preferRelativeResize="0"/>
              <p:nvPr/>
            </p:nvPicPr>
            <p:blipFill rotWithShape="1">
              <a:blip r:embed="rId14">
                <a:alphaModFix/>
              </a:blip>
              <a:srcRect b="0" l="0" r="0" t="0"/>
              <a:stretch/>
            </p:blipFill>
            <p:spPr>
              <a:xfrm>
                <a:off x="7610380" y="3463988"/>
                <a:ext cx="209692" cy="141851"/>
              </a:xfrm>
              <a:prstGeom prst="rect">
                <a:avLst/>
              </a:prstGeom>
              <a:noFill/>
              <a:ln>
                <a:noFill/>
              </a:ln>
            </p:spPr>
          </p:pic>
          <p:sp>
            <p:nvSpPr>
              <p:cNvPr id="299" name="Google Shape;299;p16"/>
              <p:cNvSpPr/>
              <p:nvPr/>
            </p:nvSpPr>
            <p:spPr>
              <a:xfrm>
                <a:off x="7641029" y="3455381"/>
                <a:ext cx="195517" cy="2900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00" name="Google Shape;300;p16"/>
              <p:cNvSpPr/>
              <p:nvPr/>
            </p:nvSpPr>
            <p:spPr>
              <a:xfrm>
                <a:off x="7596971" y="3455145"/>
                <a:ext cx="54275" cy="120745"/>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01" name="Google Shape;301;p16"/>
              <p:cNvSpPr/>
              <p:nvPr/>
            </p:nvSpPr>
            <p:spPr>
              <a:xfrm>
                <a:off x="7776652" y="3476723"/>
                <a:ext cx="58489" cy="13937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02" name="Google Shape;302;p16"/>
              <p:cNvSpPr/>
              <p:nvPr/>
            </p:nvSpPr>
            <p:spPr>
              <a:xfrm>
                <a:off x="7596332" y="3569758"/>
                <a:ext cx="214545" cy="4704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03" name="Google Shape;303;p16"/>
              <p:cNvSpPr/>
              <p:nvPr/>
            </p:nvSpPr>
            <p:spPr>
              <a:xfrm>
                <a:off x="7783165" y="3477902"/>
                <a:ext cx="54786" cy="139965"/>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04" name="Google Shape;304;p16"/>
              <p:cNvSpPr/>
              <p:nvPr/>
            </p:nvSpPr>
            <p:spPr>
              <a:xfrm>
                <a:off x="7596588" y="3576007"/>
                <a:ext cx="190792" cy="4645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305" name="Google Shape;305;p16"/>
              <p:cNvGrpSpPr/>
              <p:nvPr/>
            </p:nvGrpSpPr>
            <p:grpSpPr>
              <a:xfrm>
                <a:off x="7593395" y="3625649"/>
                <a:ext cx="64747" cy="27592"/>
                <a:chOff x="1740" y="2642"/>
                <a:chExt cx="752" cy="327"/>
              </a:xfrm>
            </p:grpSpPr>
            <p:sp>
              <p:nvSpPr>
                <p:cNvPr id="306" name="Google Shape;306;p16"/>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07" name="Google Shape;307;p16"/>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08" name="Google Shape;308;p16"/>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09" name="Google Shape;309;p16"/>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0" name="Google Shape;310;p16"/>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1" name="Google Shape;311;p16"/>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12" name="Google Shape;312;p16"/>
              <p:cNvSpPr/>
              <p:nvPr/>
            </p:nvSpPr>
            <p:spPr>
              <a:xfrm>
                <a:off x="7704243" y="3629776"/>
                <a:ext cx="78411" cy="60608"/>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3" name="Google Shape;313;p16"/>
              <p:cNvSpPr/>
              <p:nvPr/>
            </p:nvSpPr>
            <p:spPr>
              <a:xfrm>
                <a:off x="7504129" y="3634611"/>
                <a:ext cx="200625" cy="553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4" name="Google Shape;314;p16"/>
              <p:cNvSpPr/>
              <p:nvPr/>
            </p:nvSpPr>
            <p:spPr>
              <a:xfrm>
                <a:off x="7504257" y="3624470"/>
                <a:ext cx="2171" cy="11202"/>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5" name="Google Shape;315;p16"/>
              <p:cNvSpPr/>
              <p:nvPr/>
            </p:nvSpPr>
            <p:spPr>
              <a:xfrm>
                <a:off x="7504384" y="3578837"/>
                <a:ext cx="93225" cy="46340"/>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6" name="Google Shape;316;p16"/>
              <p:cNvSpPr/>
              <p:nvPr/>
            </p:nvSpPr>
            <p:spPr>
              <a:xfrm>
                <a:off x="7510642" y="3626829"/>
                <a:ext cx="190281" cy="5318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7" name="Google Shape;317;p16"/>
              <p:cNvSpPr/>
              <p:nvPr/>
            </p:nvSpPr>
            <p:spPr>
              <a:xfrm flipH="1" rot="10800000">
                <a:off x="7700668" y="3623055"/>
                <a:ext cx="77645" cy="5506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18" name="Google Shape;318;p16"/>
            <p:cNvGrpSpPr/>
            <p:nvPr/>
          </p:nvGrpSpPr>
          <p:grpSpPr>
            <a:xfrm flipH="1">
              <a:off x="7985622" y="3537823"/>
              <a:ext cx="359261" cy="342045"/>
              <a:chOff x="2839" y="3501"/>
              <a:chExt cx="755" cy="803"/>
            </a:xfrm>
          </p:grpSpPr>
          <p:pic>
            <p:nvPicPr>
              <p:cNvPr descr="desktop_computer_stylized_medium" id="319" name="Google Shape;319;p16"/>
              <p:cNvPicPr preferRelativeResize="0"/>
              <p:nvPr/>
            </p:nvPicPr>
            <p:blipFill rotWithShape="1">
              <a:blip r:embed="rId15">
                <a:alphaModFix/>
              </a:blip>
              <a:srcRect b="0" l="0" r="0" t="0"/>
              <a:stretch/>
            </p:blipFill>
            <p:spPr>
              <a:xfrm>
                <a:off x="2839" y="3501"/>
                <a:ext cx="755" cy="803"/>
              </a:xfrm>
              <a:prstGeom prst="rect">
                <a:avLst/>
              </a:prstGeom>
              <a:noFill/>
              <a:ln>
                <a:noFill/>
              </a:ln>
            </p:spPr>
          </p:pic>
          <p:sp>
            <p:nvSpPr>
              <p:cNvPr id="320" name="Google Shape;320;p16"/>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21" name="Google Shape;321;p16"/>
            <p:cNvGrpSpPr/>
            <p:nvPr/>
          </p:nvGrpSpPr>
          <p:grpSpPr>
            <a:xfrm>
              <a:off x="7797061" y="3296104"/>
              <a:ext cx="347997" cy="396620"/>
              <a:chOff x="7797061" y="3296104"/>
              <a:chExt cx="347997" cy="396620"/>
            </a:xfrm>
          </p:grpSpPr>
          <p:pic>
            <p:nvPicPr>
              <p:cNvPr descr="fridge2.png" id="322" name="Google Shape;322;p16"/>
              <p:cNvPicPr preferRelativeResize="0"/>
              <p:nvPr/>
            </p:nvPicPr>
            <p:blipFill rotWithShape="1">
              <a:blip r:embed="rId16">
                <a:alphaModFix/>
              </a:blip>
              <a:srcRect b="0" l="0" r="0" t="0"/>
              <a:stretch/>
            </p:blipFill>
            <p:spPr>
              <a:xfrm>
                <a:off x="7896825" y="3355697"/>
                <a:ext cx="189578" cy="337027"/>
              </a:xfrm>
              <a:prstGeom prst="rect">
                <a:avLst/>
              </a:prstGeom>
              <a:noFill/>
              <a:ln>
                <a:noFill/>
              </a:ln>
            </p:spPr>
          </p:pic>
          <p:pic>
            <p:nvPicPr>
              <p:cNvPr descr="antenna_stylized" id="323" name="Google Shape;323;p16"/>
              <p:cNvPicPr preferRelativeResize="0"/>
              <p:nvPr/>
            </p:nvPicPr>
            <p:blipFill rotWithShape="1">
              <a:blip r:embed="rId12">
                <a:alphaModFix/>
              </a:blip>
              <a:srcRect b="0" l="0" r="0" t="0"/>
              <a:stretch/>
            </p:blipFill>
            <p:spPr>
              <a:xfrm>
                <a:off x="7797061" y="3296104"/>
                <a:ext cx="347997" cy="167557"/>
              </a:xfrm>
              <a:prstGeom prst="rect">
                <a:avLst/>
              </a:prstGeom>
              <a:noFill/>
              <a:ln>
                <a:noFill/>
              </a:ln>
            </p:spPr>
          </p:pic>
        </p:grpSp>
      </p:grpSp>
      <p:grpSp>
        <p:nvGrpSpPr>
          <p:cNvPr id="324" name="Google Shape;324;p16"/>
          <p:cNvGrpSpPr/>
          <p:nvPr/>
        </p:nvGrpSpPr>
        <p:grpSpPr>
          <a:xfrm>
            <a:off x="11064947" y="3428485"/>
            <a:ext cx="518448" cy="1212242"/>
            <a:chOff x="11058573" y="3399165"/>
            <a:chExt cx="518448" cy="1212242"/>
          </a:xfrm>
        </p:grpSpPr>
        <p:grpSp>
          <p:nvGrpSpPr>
            <p:cNvPr id="325" name="Google Shape;325;p16"/>
            <p:cNvGrpSpPr/>
            <p:nvPr/>
          </p:nvGrpSpPr>
          <p:grpSpPr>
            <a:xfrm>
              <a:off x="11150622" y="4159591"/>
              <a:ext cx="426399" cy="451816"/>
              <a:chOff x="5182936" y="2693365"/>
              <a:chExt cx="532434" cy="414788"/>
            </a:xfrm>
          </p:grpSpPr>
          <p:cxnSp>
            <p:nvCxnSpPr>
              <p:cNvPr id="326" name="Google Shape;326;p16"/>
              <p:cNvCxnSpPr/>
              <p:nvPr/>
            </p:nvCxnSpPr>
            <p:spPr>
              <a:xfrm>
                <a:off x="5182936" y="2914214"/>
                <a:ext cx="153344" cy="0"/>
              </a:xfrm>
              <a:prstGeom prst="straightConnector1">
                <a:avLst/>
              </a:prstGeom>
              <a:noFill/>
              <a:ln cap="flat" cmpd="sng" w="12700">
                <a:solidFill>
                  <a:srgbClr val="E40000"/>
                </a:solidFill>
                <a:prstDash val="solid"/>
                <a:miter lim="800000"/>
                <a:headEnd len="sm" w="sm" type="none"/>
                <a:tailEnd len="sm" w="sm" type="none"/>
              </a:ln>
            </p:spPr>
          </p:cxnSp>
          <p:grpSp>
            <p:nvGrpSpPr>
              <p:cNvPr id="327" name="Google Shape;327;p16"/>
              <p:cNvGrpSpPr/>
              <p:nvPr/>
            </p:nvGrpSpPr>
            <p:grpSpPr>
              <a:xfrm>
                <a:off x="5275406" y="2693365"/>
                <a:ext cx="439964" cy="414788"/>
                <a:chOff x="5275406" y="2711455"/>
                <a:chExt cx="452949" cy="405518"/>
              </a:xfrm>
            </p:grpSpPr>
            <p:pic>
              <p:nvPicPr>
                <p:cNvPr descr="server_rack.png" id="328" name="Google Shape;328;p16"/>
                <p:cNvPicPr preferRelativeResize="0"/>
                <p:nvPr/>
              </p:nvPicPr>
              <p:blipFill rotWithShape="1">
                <a:blip r:embed="rId17">
                  <a:alphaModFix/>
                </a:blip>
                <a:srcRect b="0" l="0" r="0" t="0"/>
                <a:stretch/>
              </p:blipFill>
              <p:spPr>
                <a:xfrm>
                  <a:off x="5537367" y="2770786"/>
                  <a:ext cx="190988" cy="313366"/>
                </a:xfrm>
                <a:prstGeom prst="rect">
                  <a:avLst/>
                </a:prstGeom>
                <a:noFill/>
                <a:ln>
                  <a:noFill/>
                </a:ln>
              </p:spPr>
            </p:pic>
            <p:pic>
              <p:nvPicPr>
                <p:cNvPr descr="server_rack.png" id="329" name="Google Shape;329;p16"/>
                <p:cNvPicPr preferRelativeResize="0"/>
                <p:nvPr/>
              </p:nvPicPr>
              <p:blipFill rotWithShape="1">
                <a:blip r:embed="rId17">
                  <a:alphaModFix/>
                </a:blip>
                <a:srcRect b="0" l="0" r="0" t="0"/>
                <a:stretch/>
              </p:blipFill>
              <p:spPr>
                <a:xfrm>
                  <a:off x="5275406" y="2764002"/>
                  <a:ext cx="190988" cy="313366"/>
                </a:xfrm>
                <a:prstGeom prst="rect">
                  <a:avLst/>
                </a:prstGeom>
                <a:noFill/>
                <a:ln>
                  <a:noFill/>
                </a:ln>
              </p:spPr>
            </p:pic>
            <p:pic>
              <p:nvPicPr>
                <p:cNvPr descr="server_rack.png" id="330" name="Google Shape;330;p16"/>
                <p:cNvPicPr preferRelativeResize="0"/>
                <p:nvPr/>
              </p:nvPicPr>
              <p:blipFill rotWithShape="1">
                <a:blip r:embed="rId17">
                  <a:alphaModFix/>
                </a:blip>
                <a:srcRect b="0" l="0" r="0" t="0"/>
                <a:stretch/>
              </p:blipFill>
              <p:spPr>
                <a:xfrm>
                  <a:off x="5385676" y="2711455"/>
                  <a:ext cx="247152" cy="405518"/>
                </a:xfrm>
                <a:prstGeom prst="rect">
                  <a:avLst/>
                </a:prstGeom>
                <a:noFill/>
                <a:ln>
                  <a:noFill/>
                </a:ln>
              </p:spPr>
            </p:pic>
          </p:grpSp>
        </p:grpSp>
        <p:grpSp>
          <p:nvGrpSpPr>
            <p:cNvPr id="331" name="Google Shape;331;p16"/>
            <p:cNvGrpSpPr/>
            <p:nvPr/>
          </p:nvGrpSpPr>
          <p:grpSpPr>
            <a:xfrm>
              <a:off x="11058573" y="3399165"/>
              <a:ext cx="423724" cy="405973"/>
              <a:chOff x="5103720" y="2693365"/>
              <a:chExt cx="611650" cy="414788"/>
            </a:xfrm>
          </p:grpSpPr>
          <p:cxnSp>
            <p:nvCxnSpPr>
              <p:cNvPr id="332" name="Google Shape;332;p16"/>
              <p:cNvCxnSpPr/>
              <p:nvPr/>
            </p:nvCxnSpPr>
            <p:spPr>
              <a:xfrm>
                <a:off x="5103720" y="2914214"/>
                <a:ext cx="232559" cy="0"/>
              </a:xfrm>
              <a:prstGeom prst="straightConnector1">
                <a:avLst/>
              </a:prstGeom>
              <a:noFill/>
              <a:ln cap="flat" cmpd="sng" w="12700">
                <a:solidFill>
                  <a:srgbClr val="E40000"/>
                </a:solidFill>
                <a:prstDash val="solid"/>
                <a:miter lim="800000"/>
                <a:headEnd len="sm" w="sm" type="none"/>
                <a:tailEnd len="sm" w="sm" type="none"/>
              </a:ln>
            </p:spPr>
          </p:cxnSp>
          <p:grpSp>
            <p:nvGrpSpPr>
              <p:cNvPr id="333" name="Google Shape;333;p16"/>
              <p:cNvGrpSpPr/>
              <p:nvPr/>
            </p:nvGrpSpPr>
            <p:grpSpPr>
              <a:xfrm>
                <a:off x="5275406" y="2693365"/>
                <a:ext cx="439964" cy="414788"/>
                <a:chOff x="5275406" y="2711455"/>
                <a:chExt cx="452949" cy="405518"/>
              </a:xfrm>
            </p:grpSpPr>
            <p:pic>
              <p:nvPicPr>
                <p:cNvPr descr="server_rack.png" id="334" name="Google Shape;334;p16"/>
                <p:cNvPicPr preferRelativeResize="0"/>
                <p:nvPr/>
              </p:nvPicPr>
              <p:blipFill rotWithShape="1">
                <a:blip r:embed="rId17">
                  <a:alphaModFix/>
                </a:blip>
                <a:srcRect b="0" l="0" r="0" t="0"/>
                <a:stretch/>
              </p:blipFill>
              <p:spPr>
                <a:xfrm>
                  <a:off x="5537367" y="2770786"/>
                  <a:ext cx="190988" cy="313366"/>
                </a:xfrm>
                <a:prstGeom prst="rect">
                  <a:avLst/>
                </a:prstGeom>
                <a:noFill/>
                <a:ln>
                  <a:noFill/>
                </a:ln>
              </p:spPr>
            </p:pic>
            <p:pic>
              <p:nvPicPr>
                <p:cNvPr descr="server_rack.png" id="335" name="Google Shape;335;p16"/>
                <p:cNvPicPr preferRelativeResize="0"/>
                <p:nvPr/>
              </p:nvPicPr>
              <p:blipFill rotWithShape="1">
                <a:blip r:embed="rId17">
                  <a:alphaModFix/>
                </a:blip>
                <a:srcRect b="0" l="0" r="0" t="0"/>
                <a:stretch/>
              </p:blipFill>
              <p:spPr>
                <a:xfrm>
                  <a:off x="5275406" y="2764002"/>
                  <a:ext cx="190988" cy="313366"/>
                </a:xfrm>
                <a:prstGeom prst="rect">
                  <a:avLst/>
                </a:prstGeom>
                <a:noFill/>
                <a:ln>
                  <a:noFill/>
                </a:ln>
              </p:spPr>
            </p:pic>
            <p:pic>
              <p:nvPicPr>
                <p:cNvPr descr="server_rack.png" id="336" name="Google Shape;336;p16"/>
                <p:cNvPicPr preferRelativeResize="0"/>
                <p:nvPr/>
              </p:nvPicPr>
              <p:blipFill rotWithShape="1">
                <a:blip r:embed="rId17">
                  <a:alphaModFix/>
                </a:blip>
                <a:srcRect b="0" l="0" r="0" t="0"/>
                <a:stretch/>
              </p:blipFill>
              <p:spPr>
                <a:xfrm>
                  <a:off x="5385676" y="2711455"/>
                  <a:ext cx="247152" cy="405518"/>
                </a:xfrm>
                <a:prstGeom prst="rect">
                  <a:avLst/>
                </a:prstGeom>
                <a:noFill/>
                <a:ln>
                  <a:noFill/>
                </a:ln>
              </p:spPr>
            </p:pic>
          </p:grpSp>
        </p:grpSp>
      </p:grpSp>
      <p:grpSp>
        <p:nvGrpSpPr>
          <p:cNvPr id="337" name="Google Shape;337;p16"/>
          <p:cNvGrpSpPr/>
          <p:nvPr/>
        </p:nvGrpSpPr>
        <p:grpSpPr>
          <a:xfrm flipH="1">
            <a:off x="7980855" y="4900161"/>
            <a:ext cx="345630" cy="320302"/>
            <a:chOff x="2839" y="3501"/>
            <a:chExt cx="755" cy="803"/>
          </a:xfrm>
        </p:grpSpPr>
        <p:pic>
          <p:nvPicPr>
            <p:cNvPr descr="desktop_computer_stylized_medium" id="338" name="Google Shape;338;p16"/>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339" name="Google Shape;339;p16"/>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40" name="Google Shape;340;p16"/>
          <p:cNvGrpSpPr/>
          <p:nvPr/>
        </p:nvGrpSpPr>
        <p:grpSpPr>
          <a:xfrm>
            <a:off x="9201681" y="5852809"/>
            <a:ext cx="310186" cy="312008"/>
            <a:chOff x="877" y="1008"/>
            <a:chExt cx="2747" cy="2626"/>
          </a:xfrm>
        </p:grpSpPr>
        <p:pic>
          <p:nvPicPr>
            <p:cNvPr descr="antenna_stylized" id="341" name="Google Shape;341;p16"/>
            <p:cNvPicPr preferRelativeResize="0"/>
            <p:nvPr/>
          </p:nvPicPr>
          <p:blipFill rotWithShape="1">
            <a:blip r:embed="rId19">
              <a:alphaModFix/>
            </a:blip>
            <a:srcRect b="0" l="0" r="0" t="0"/>
            <a:stretch/>
          </p:blipFill>
          <p:spPr>
            <a:xfrm>
              <a:off x="877" y="1008"/>
              <a:ext cx="2725" cy="1421"/>
            </a:xfrm>
            <a:prstGeom prst="rect">
              <a:avLst/>
            </a:prstGeom>
            <a:noFill/>
            <a:ln>
              <a:noFill/>
            </a:ln>
          </p:spPr>
        </p:pic>
        <p:pic>
          <p:nvPicPr>
            <p:cNvPr descr="laptop_keyboard" id="342" name="Google Shape;342;p16"/>
            <p:cNvPicPr preferRelativeResize="0"/>
            <p:nvPr/>
          </p:nvPicPr>
          <p:blipFill rotWithShape="1">
            <a:blip r:embed="rId20">
              <a:alphaModFix/>
            </a:blip>
            <a:srcRect b="0" l="0" r="0" t="0"/>
            <a:stretch/>
          </p:blipFill>
          <p:spPr>
            <a:xfrm flipH="1" rot="109064">
              <a:off x="1009" y="2586"/>
              <a:ext cx="2245" cy="1013"/>
            </a:xfrm>
            <a:prstGeom prst="rect">
              <a:avLst/>
            </a:prstGeom>
            <a:noFill/>
            <a:ln>
              <a:noFill/>
            </a:ln>
          </p:spPr>
        </p:pic>
        <p:sp>
          <p:nvSpPr>
            <p:cNvPr id="343" name="Google Shape;343;p16"/>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344" name="Google Shape;344;p16"/>
            <p:cNvPicPr preferRelativeResize="0"/>
            <p:nvPr/>
          </p:nvPicPr>
          <p:blipFill rotWithShape="1">
            <a:blip r:embed="rId21">
              <a:alphaModFix/>
            </a:blip>
            <a:srcRect b="0" l="0" r="0" t="0"/>
            <a:stretch/>
          </p:blipFill>
          <p:spPr>
            <a:xfrm>
              <a:off x="1842" y="1637"/>
              <a:ext cx="1642" cy="1203"/>
            </a:xfrm>
            <a:prstGeom prst="rect">
              <a:avLst/>
            </a:prstGeom>
            <a:noFill/>
            <a:ln>
              <a:noFill/>
            </a:ln>
          </p:spPr>
        </p:pic>
        <p:sp>
          <p:nvSpPr>
            <p:cNvPr id="345" name="Google Shape;345;p16"/>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6" name="Google Shape;346;p16"/>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7" name="Google Shape;347;p16"/>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8" name="Google Shape;348;p16"/>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9" name="Google Shape;349;p16"/>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0" name="Google Shape;350;p16"/>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351" name="Google Shape;351;p16"/>
            <p:cNvGrpSpPr/>
            <p:nvPr/>
          </p:nvGrpSpPr>
          <p:grpSpPr>
            <a:xfrm>
              <a:off x="1709" y="3008"/>
              <a:ext cx="507" cy="234"/>
              <a:chOff x="1740" y="2642"/>
              <a:chExt cx="752" cy="327"/>
            </a:xfrm>
          </p:grpSpPr>
          <p:sp>
            <p:nvSpPr>
              <p:cNvPr id="352" name="Google Shape;352;p16"/>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3" name="Google Shape;353;p16"/>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4" name="Google Shape;354;p16"/>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5" name="Google Shape;355;p16"/>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6" name="Google Shape;356;p16"/>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7" name="Google Shape;357;p16"/>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58" name="Google Shape;358;p16"/>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9" name="Google Shape;359;p16"/>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60" name="Google Shape;360;p16"/>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61" name="Google Shape;361;p16"/>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62" name="Google Shape;362;p16"/>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63" name="Google Shape;363;p16"/>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64" name="Google Shape;364;p16"/>
          <p:cNvGrpSpPr/>
          <p:nvPr/>
        </p:nvGrpSpPr>
        <p:grpSpPr>
          <a:xfrm flipH="1">
            <a:off x="8153909" y="5504657"/>
            <a:ext cx="345630" cy="320302"/>
            <a:chOff x="2839" y="3501"/>
            <a:chExt cx="755" cy="803"/>
          </a:xfrm>
        </p:grpSpPr>
        <p:pic>
          <p:nvPicPr>
            <p:cNvPr descr="desktop_computer_stylized_medium" id="365" name="Google Shape;365;p16"/>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366" name="Google Shape;366;p16"/>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67" name="Google Shape;367;p16"/>
          <p:cNvGrpSpPr/>
          <p:nvPr/>
        </p:nvGrpSpPr>
        <p:grpSpPr>
          <a:xfrm flipH="1">
            <a:off x="8552134" y="5526130"/>
            <a:ext cx="345630" cy="320302"/>
            <a:chOff x="2839" y="3501"/>
            <a:chExt cx="755" cy="803"/>
          </a:xfrm>
        </p:grpSpPr>
        <p:pic>
          <p:nvPicPr>
            <p:cNvPr descr="desktop_computer_stylized_medium" id="368" name="Google Shape;368;p16"/>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369" name="Google Shape;369;p16"/>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70" name="Google Shape;370;p16"/>
          <p:cNvGrpSpPr/>
          <p:nvPr/>
        </p:nvGrpSpPr>
        <p:grpSpPr>
          <a:xfrm>
            <a:off x="9534746" y="5795138"/>
            <a:ext cx="319264" cy="256836"/>
            <a:chOff x="877" y="1008"/>
            <a:chExt cx="2747" cy="2626"/>
          </a:xfrm>
        </p:grpSpPr>
        <p:pic>
          <p:nvPicPr>
            <p:cNvPr descr="antenna_stylized" id="371" name="Google Shape;371;p16"/>
            <p:cNvPicPr preferRelativeResize="0"/>
            <p:nvPr/>
          </p:nvPicPr>
          <p:blipFill rotWithShape="1">
            <a:blip r:embed="rId19">
              <a:alphaModFix/>
            </a:blip>
            <a:srcRect b="0" l="0" r="0" t="0"/>
            <a:stretch/>
          </p:blipFill>
          <p:spPr>
            <a:xfrm>
              <a:off x="877" y="1008"/>
              <a:ext cx="2725" cy="1421"/>
            </a:xfrm>
            <a:prstGeom prst="rect">
              <a:avLst/>
            </a:prstGeom>
            <a:noFill/>
            <a:ln>
              <a:noFill/>
            </a:ln>
          </p:spPr>
        </p:pic>
        <p:pic>
          <p:nvPicPr>
            <p:cNvPr descr="laptop_keyboard" id="372" name="Google Shape;372;p16"/>
            <p:cNvPicPr preferRelativeResize="0"/>
            <p:nvPr/>
          </p:nvPicPr>
          <p:blipFill rotWithShape="1">
            <a:blip r:embed="rId20">
              <a:alphaModFix/>
            </a:blip>
            <a:srcRect b="0" l="0" r="0" t="0"/>
            <a:stretch/>
          </p:blipFill>
          <p:spPr>
            <a:xfrm flipH="1" rot="109064">
              <a:off x="1009" y="2586"/>
              <a:ext cx="2245" cy="1013"/>
            </a:xfrm>
            <a:prstGeom prst="rect">
              <a:avLst/>
            </a:prstGeom>
            <a:noFill/>
            <a:ln>
              <a:noFill/>
            </a:ln>
          </p:spPr>
        </p:pic>
        <p:sp>
          <p:nvSpPr>
            <p:cNvPr id="373" name="Google Shape;373;p16"/>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374" name="Google Shape;374;p16"/>
            <p:cNvPicPr preferRelativeResize="0"/>
            <p:nvPr/>
          </p:nvPicPr>
          <p:blipFill rotWithShape="1">
            <a:blip r:embed="rId21">
              <a:alphaModFix/>
            </a:blip>
            <a:srcRect b="0" l="0" r="0" t="0"/>
            <a:stretch/>
          </p:blipFill>
          <p:spPr>
            <a:xfrm>
              <a:off x="1842" y="1637"/>
              <a:ext cx="1642" cy="1203"/>
            </a:xfrm>
            <a:prstGeom prst="rect">
              <a:avLst/>
            </a:prstGeom>
            <a:noFill/>
            <a:ln>
              <a:noFill/>
            </a:ln>
          </p:spPr>
        </p:pic>
        <p:sp>
          <p:nvSpPr>
            <p:cNvPr id="375" name="Google Shape;375;p16"/>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76" name="Google Shape;376;p16"/>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77" name="Google Shape;377;p16"/>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78" name="Google Shape;378;p16"/>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79" name="Google Shape;379;p16"/>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0" name="Google Shape;380;p16"/>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381" name="Google Shape;381;p16"/>
            <p:cNvGrpSpPr/>
            <p:nvPr/>
          </p:nvGrpSpPr>
          <p:grpSpPr>
            <a:xfrm>
              <a:off x="1709" y="3008"/>
              <a:ext cx="507" cy="234"/>
              <a:chOff x="1740" y="2642"/>
              <a:chExt cx="752" cy="327"/>
            </a:xfrm>
          </p:grpSpPr>
          <p:sp>
            <p:nvSpPr>
              <p:cNvPr id="382" name="Google Shape;382;p16"/>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3" name="Google Shape;383;p16"/>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4" name="Google Shape;384;p16"/>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5" name="Google Shape;385;p16"/>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6" name="Google Shape;386;p16"/>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7" name="Google Shape;387;p16"/>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88" name="Google Shape;388;p16"/>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9" name="Google Shape;389;p16"/>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0" name="Google Shape;390;p16"/>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1" name="Google Shape;391;p16"/>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2" name="Google Shape;392;p16"/>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3" name="Google Shape;393;p16"/>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94" name="Google Shape;394;p16"/>
          <p:cNvSpPr/>
          <p:nvPr/>
        </p:nvSpPr>
        <p:spPr>
          <a:xfrm>
            <a:off x="10153593" y="5636971"/>
            <a:ext cx="34049" cy="332924"/>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5" name="Google Shape;395;p16"/>
          <p:cNvSpPr/>
          <p:nvPr/>
        </p:nvSpPr>
        <p:spPr>
          <a:xfrm>
            <a:off x="10159970" y="5656923"/>
            <a:ext cx="20333" cy="308020"/>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6" name="Google Shape;396;p16"/>
          <p:cNvSpPr/>
          <p:nvPr/>
        </p:nvSpPr>
        <p:spPr>
          <a:xfrm>
            <a:off x="10155518" y="5812753"/>
            <a:ext cx="31643" cy="27525"/>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7" name="Google Shape;397;p16"/>
          <p:cNvSpPr/>
          <p:nvPr/>
        </p:nvSpPr>
        <p:spPr>
          <a:xfrm>
            <a:off x="10026299" y="5674399"/>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398" name="Google Shape;398;p16"/>
          <p:cNvGrpSpPr/>
          <p:nvPr/>
        </p:nvGrpSpPr>
        <p:grpSpPr>
          <a:xfrm>
            <a:off x="10091053" y="5670891"/>
            <a:ext cx="69517" cy="21877"/>
            <a:chOff x="613" y="2566"/>
            <a:chExt cx="721" cy="144"/>
          </a:xfrm>
        </p:grpSpPr>
        <p:sp>
          <p:nvSpPr>
            <p:cNvPr id="399" name="Google Shape;399;p16"/>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00" name="Google Shape;400;p16"/>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01" name="Google Shape;401;p16"/>
          <p:cNvSpPr/>
          <p:nvPr/>
        </p:nvSpPr>
        <p:spPr>
          <a:xfrm>
            <a:off x="10027502" y="5722750"/>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02" name="Google Shape;402;p16"/>
          <p:cNvGrpSpPr/>
          <p:nvPr/>
        </p:nvGrpSpPr>
        <p:grpSpPr>
          <a:xfrm>
            <a:off x="10091005" y="5718110"/>
            <a:ext cx="69517" cy="19515"/>
            <a:chOff x="615" y="2564"/>
            <a:chExt cx="721" cy="139"/>
          </a:xfrm>
        </p:grpSpPr>
        <p:sp>
          <p:nvSpPr>
            <p:cNvPr id="403" name="Google Shape;403;p16"/>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04" name="Google Shape;404;p16"/>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05" name="Google Shape;405;p16"/>
          <p:cNvSpPr/>
          <p:nvPr/>
        </p:nvSpPr>
        <p:spPr>
          <a:xfrm>
            <a:off x="10027502" y="5771101"/>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06" name="Google Shape;406;p16"/>
          <p:cNvSpPr/>
          <p:nvPr/>
        </p:nvSpPr>
        <p:spPr>
          <a:xfrm>
            <a:off x="10028705" y="5814938"/>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07" name="Google Shape;407;p16"/>
          <p:cNvGrpSpPr/>
          <p:nvPr/>
        </p:nvGrpSpPr>
        <p:grpSpPr>
          <a:xfrm>
            <a:off x="10089851" y="5813708"/>
            <a:ext cx="69541" cy="19618"/>
            <a:chOff x="618" y="2586"/>
            <a:chExt cx="720" cy="124"/>
          </a:xfrm>
        </p:grpSpPr>
        <p:sp>
          <p:nvSpPr>
            <p:cNvPr id="408" name="Google Shape;408;p16"/>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09" name="Google Shape;409;p16"/>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10" name="Google Shape;410;p16"/>
          <p:cNvSpPr/>
          <p:nvPr/>
        </p:nvSpPr>
        <p:spPr>
          <a:xfrm>
            <a:off x="10156000" y="5771101"/>
            <a:ext cx="31643" cy="27380"/>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11" name="Google Shape;411;p16"/>
          <p:cNvGrpSpPr/>
          <p:nvPr/>
        </p:nvGrpSpPr>
        <p:grpSpPr>
          <a:xfrm>
            <a:off x="10089849" y="5767606"/>
            <a:ext cx="70700" cy="19515"/>
            <a:chOff x="613" y="2571"/>
            <a:chExt cx="732" cy="134"/>
          </a:xfrm>
        </p:grpSpPr>
        <p:sp>
          <p:nvSpPr>
            <p:cNvPr id="412" name="Google Shape;412;p16"/>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13" name="Google Shape;413;p16"/>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14" name="Google Shape;414;p16"/>
          <p:cNvSpPr/>
          <p:nvPr/>
        </p:nvSpPr>
        <p:spPr>
          <a:xfrm>
            <a:off x="10150946" y="5636388"/>
            <a:ext cx="8422" cy="332778"/>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15" name="Google Shape;415;p16"/>
          <p:cNvSpPr/>
          <p:nvPr/>
        </p:nvSpPr>
        <p:spPr>
          <a:xfrm>
            <a:off x="10158887" y="5720566"/>
            <a:ext cx="28515" cy="31020"/>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16" name="Google Shape;416;p16"/>
          <p:cNvSpPr/>
          <p:nvPr/>
        </p:nvSpPr>
        <p:spPr>
          <a:xfrm>
            <a:off x="10159248" y="5672943"/>
            <a:ext cx="29357" cy="34953"/>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17" name="Google Shape;417;p16"/>
          <p:cNvSpPr/>
          <p:nvPr/>
        </p:nvSpPr>
        <p:spPr>
          <a:xfrm>
            <a:off x="10183311" y="5954166"/>
            <a:ext cx="6016" cy="1383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18" name="Google Shape;418;p16"/>
          <p:cNvSpPr/>
          <p:nvPr/>
        </p:nvSpPr>
        <p:spPr>
          <a:xfrm>
            <a:off x="10157684" y="5954603"/>
            <a:ext cx="29477" cy="29127"/>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19" name="Google Shape;419;p16"/>
          <p:cNvSpPr/>
          <p:nvPr/>
        </p:nvSpPr>
        <p:spPr>
          <a:xfrm>
            <a:off x="10017877" y="5963487"/>
            <a:ext cx="143898" cy="21845"/>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20" name="Google Shape;420;p16"/>
          <p:cNvSpPr/>
          <p:nvPr/>
        </p:nvSpPr>
        <p:spPr>
          <a:xfrm>
            <a:off x="10026299" y="5969166"/>
            <a:ext cx="128257" cy="11505"/>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21" name="Google Shape;421;p16"/>
          <p:cNvSpPr/>
          <p:nvPr/>
        </p:nvSpPr>
        <p:spPr>
          <a:xfrm>
            <a:off x="10038210" y="5920815"/>
            <a:ext cx="19130" cy="2068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22" name="Google Shape;422;p16"/>
          <p:cNvSpPr/>
          <p:nvPr/>
        </p:nvSpPr>
        <p:spPr>
          <a:xfrm>
            <a:off x="10059867" y="5920815"/>
            <a:ext cx="19130" cy="2068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423" name="Google Shape;423;p16"/>
          <p:cNvSpPr/>
          <p:nvPr/>
        </p:nvSpPr>
        <p:spPr>
          <a:xfrm>
            <a:off x="10080201" y="5920815"/>
            <a:ext cx="19130" cy="2068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24" name="Google Shape;424;p16"/>
          <p:cNvSpPr/>
          <p:nvPr/>
        </p:nvSpPr>
        <p:spPr>
          <a:xfrm>
            <a:off x="10129410" y="5841444"/>
            <a:ext cx="9625" cy="110538"/>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25" name="Google Shape;425;p16"/>
          <p:cNvGrpSpPr/>
          <p:nvPr/>
        </p:nvGrpSpPr>
        <p:grpSpPr>
          <a:xfrm flipH="1">
            <a:off x="7773981" y="5281060"/>
            <a:ext cx="345630" cy="320302"/>
            <a:chOff x="2839" y="3501"/>
            <a:chExt cx="755" cy="803"/>
          </a:xfrm>
        </p:grpSpPr>
        <p:pic>
          <p:nvPicPr>
            <p:cNvPr descr="desktop_computer_stylized_medium" id="426" name="Google Shape;426;p16"/>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427" name="Google Shape;427;p16"/>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428" name="Google Shape;428;p16"/>
          <p:cNvGrpSpPr/>
          <p:nvPr/>
        </p:nvGrpSpPr>
        <p:grpSpPr>
          <a:xfrm>
            <a:off x="7750224" y="1859725"/>
            <a:ext cx="415925" cy="385763"/>
            <a:chOff x="2751" y="1851"/>
            <a:chExt cx="462" cy="478"/>
          </a:xfrm>
        </p:grpSpPr>
        <p:pic>
          <p:nvPicPr>
            <p:cNvPr descr="iphone_stylized_small" id="429" name="Google Shape;429;p16"/>
            <p:cNvPicPr preferRelativeResize="0"/>
            <p:nvPr/>
          </p:nvPicPr>
          <p:blipFill rotWithShape="1">
            <a:blip r:embed="rId22">
              <a:alphaModFix/>
            </a:blip>
            <a:srcRect b="0" l="0" r="0" t="0"/>
            <a:stretch/>
          </p:blipFill>
          <p:spPr>
            <a:xfrm>
              <a:off x="2928" y="1922"/>
              <a:ext cx="152" cy="407"/>
            </a:xfrm>
            <a:prstGeom prst="rect">
              <a:avLst/>
            </a:prstGeom>
            <a:noFill/>
            <a:ln>
              <a:noFill/>
            </a:ln>
          </p:spPr>
        </p:pic>
        <p:pic>
          <p:nvPicPr>
            <p:cNvPr descr="antenna_radiation_stylized" id="430" name="Google Shape;430;p16"/>
            <p:cNvPicPr preferRelativeResize="0"/>
            <p:nvPr/>
          </p:nvPicPr>
          <p:blipFill rotWithShape="1">
            <a:blip r:embed="rId23">
              <a:alphaModFix/>
            </a:blip>
            <a:srcRect b="0" l="0" r="0" t="0"/>
            <a:stretch/>
          </p:blipFill>
          <p:spPr>
            <a:xfrm>
              <a:off x="2751" y="1851"/>
              <a:ext cx="462" cy="110"/>
            </a:xfrm>
            <a:prstGeom prst="rect">
              <a:avLst/>
            </a:prstGeom>
            <a:noFill/>
            <a:ln>
              <a:noFill/>
            </a:ln>
          </p:spPr>
        </p:pic>
      </p:grpSp>
      <p:grpSp>
        <p:nvGrpSpPr>
          <p:cNvPr id="431" name="Google Shape;431;p16"/>
          <p:cNvGrpSpPr/>
          <p:nvPr/>
        </p:nvGrpSpPr>
        <p:grpSpPr>
          <a:xfrm>
            <a:off x="10253990" y="5273951"/>
            <a:ext cx="177192" cy="330833"/>
            <a:chOff x="4140" y="429"/>
            <a:chExt cx="1425" cy="2396"/>
          </a:xfrm>
        </p:grpSpPr>
        <p:sp>
          <p:nvSpPr>
            <p:cNvPr id="432" name="Google Shape;432;p16"/>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3" name="Google Shape;433;p16"/>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34" name="Google Shape;434;p16"/>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5" name="Google Shape;435;p16"/>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6" name="Google Shape;436;p16"/>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37" name="Google Shape;437;p16"/>
            <p:cNvGrpSpPr/>
            <p:nvPr/>
          </p:nvGrpSpPr>
          <p:grpSpPr>
            <a:xfrm>
              <a:off x="4748" y="666"/>
              <a:ext cx="578" cy="150"/>
              <a:chOff x="613" y="2566"/>
              <a:chExt cx="721" cy="144"/>
            </a:xfrm>
          </p:grpSpPr>
          <p:sp>
            <p:nvSpPr>
              <p:cNvPr id="438" name="Google Shape;438;p16"/>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39" name="Google Shape;439;p16"/>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40" name="Google Shape;440;p16"/>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41" name="Google Shape;441;p16"/>
            <p:cNvGrpSpPr/>
            <p:nvPr/>
          </p:nvGrpSpPr>
          <p:grpSpPr>
            <a:xfrm>
              <a:off x="4748" y="990"/>
              <a:ext cx="578" cy="134"/>
              <a:chOff x="615" y="2564"/>
              <a:chExt cx="721" cy="139"/>
            </a:xfrm>
          </p:grpSpPr>
          <p:sp>
            <p:nvSpPr>
              <p:cNvPr id="442" name="Google Shape;442;p16"/>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43" name="Google Shape;443;p16"/>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44" name="Google Shape;444;p16"/>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45" name="Google Shape;445;p16"/>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46" name="Google Shape;446;p16"/>
            <p:cNvGrpSpPr/>
            <p:nvPr/>
          </p:nvGrpSpPr>
          <p:grpSpPr>
            <a:xfrm>
              <a:off x="4738" y="1647"/>
              <a:ext cx="578" cy="135"/>
              <a:chOff x="618" y="2586"/>
              <a:chExt cx="720" cy="124"/>
            </a:xfrm>
          </p:grpSpPr>
          <p:sp>
            <p:nvSpPr>
              <p:cNvPr id="447" name="Google Shape;447;p16"/>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48" name="Google Shape;448;p16"/>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49" name="Google Shape;449;p16"/>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50" name="Google Shape;450;p16"/>
            <p:cNvGrpSpPr/>
            <p:nvPr/>
          </p:nvGrpSpPr>
          <p:grpSpPr>
            <a:xfrm>
              <a:off x="4738" y="1330"/>
              <a:ext cx="588" cy="134"/>
              <a:chOff x="613" y="2571"/>
              <a:chExt cx="732" cy="134"/>
            </a:xfrm>
          </p:grpSpPr>
          <p:sp>
            <p:nvSpPr>
              <p:cNvPr id="451" name="Google Shape;451;p16"/>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52" name="Google Shape;452;p16"/>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53" name="Google Shape;453;p16"/>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54" name="Google Shape;454;p16"/>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5" name="Google Shape;455;p16"/>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6" name="Google Shape;456;p16"/>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57" name="Google Shape;457;p16"/>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8" name="Google Shape;458;p16"/>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59" name="Google Shape;459;p16"/>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60" name="Google Shape;460;p16"/>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61" name="Google Shape;461;p16"/>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462" name="Google Shape;462;p16"/>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63" name="Google Shape;463;p16"/>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464" name="Google Shape;464;p16"/>
          <p:cNvGrpSpPr/>
          <p:nvPr/>
        </p:nvGrpSpPr>
        <p:grpSpPr>
          <a:xfrm>
            <a:off x="10002508" y="5616400"/>
            <a:ext cx="214974" cy="403920"/>
            <a:chOff x="4140" y="429"/>
            <a:chExt cx="1425" cy="2396"/>
          </a:xfrm>
        </p:grpSpPr>
        <p:sp>
          <p:nvSpPr>
            <p:cNvPr id="465" name="Google Shape;465;p16"/>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66" name="Google Shape;466;p16"/>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67" name="Google Shape;467;p16"/>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68" name="Google Shape;468;p16"/>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69" name="Google Shape;469;p16"/>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70" name="Google Shape;470;p16"/>
            <p:cNvGrpSpPr/>
            <p:nvPr/>
          </p:nvGrpSpPr>
          <p:grpSpPr>
            <a:xfrm>
              <a:off x="4748" y="666"/>
              <a:ext cx="578" cy="150"/>
              <a:chOff x="613" y="2566"/>
              <a:chExt cx="721" cy="144"/>
            </a:xfrm>
          </p:grpSpPr>
          <p:sp>
            <p:nvSpPr>
              <p:cNvPr id="471" name="Google Shape;471;p16"/>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72" name="Google Shape;472;p16"/>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73" name="Google Shape;473;p16"/>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74" name="Google Shape;474;p16"/>
            <p:cNvGrpSpPr/>
            <p:nvPr/>
          </p:nvGrpSpPr>
          <p:grpSpPr>
            <a:xfrm>
              <a:off x="4748" y="990"/>
              <a:ext cx="578" cy="134"/>
              <a:chOff x="615" y="2564"/>
              <a:chExt cx="721" cy="139"/>
            </a:xfrm>
          </p:grpSpPr>
          <p:sp>
            <p:nvSpPr>
              <p:cNvPr id="475" name="Google Shape;475;p16"/>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76" name="Google Shape;476;p16"/>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77" name="Google Shape;477;p16"/>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78" name="Google Shape;478;p16"/>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79" name="Google Shape;479;p16"/>
            <p:cNvGrpSpPr/>
            <p:nvPr/>
          </p:nvGrpSpPr>
          <p:grpSpPr>
            <a:xfrm>
              <a:off x="4738" y="1647"/>
              <a:ext cx="578" cy="135"/>
              <a:chOff x="618" y="2586"/>
              <a:chExt cx="720" cy="124"/>
            </a:xfrm>
          </p:grpSpPr>
          <p:sp>
            <p:nvSpPr>
              <p:cNvPr id="480" name="Google Shape;480;p16"/>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81" name="Google Shape;481;p16"/>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82" name="Google Shape;482;p16"/>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83" name="Google Shape;483;p16"/>
            <p:cNvGrpSpPr/>
            <p:nvPr/>
          </p:nvGrpSpPr>
          <p:grpSpPr>
            <a:xfrm>
              <a:off x="4738" y="1330"/>
              <a:ext cx="588" cy="134"/>
              <a:chOff x="613" y="2571"/>
              <a:chExt cx="732" cy="134"/>
            </a:xfrm>
          </p:grpSpPr>
          <p:sp>
            <p:nvSpPr>
              <p:cNvPr id="484" name="Google Shape;484;p16"/>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85" name="Google Shape;485;p16"/>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86" name="Google Shape;486;p16"/>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87" name="Google Shape;487;p16"/>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88" name="Google Shape;488;p16"/>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89" name="Google Shape;489;p16"/>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90" name="Google Shape;490;p16"/>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91" name="Google Shape;491;p16"/>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92" name="Google Shape;492;p16"/>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93" name="Google Shape;493;p16"/>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94" name="Google Shape;494;p16"/>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495" name="Google Shape;495;p16"/>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96" name="Google Shape;496;p16"/>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497" name="Google Shape;497;p16"/>
          <p:cNvGrpSpPr/>
          <p:nvPr/>
        </p:nvGrpSpPr>
        <p:grpSpPr>
          <a:xfrm>
            <a:off x="9098788" y="3956624"/>
            <a:ext cx="367224" cy="240304"/>
            <a:chOff x="7493876" y="2774731"/>
            <a:chExt cx="1481958" cy="894622"/>
          </a:xfrm>
        </p:grpSpPr>
        <p:sp>
          <p:nvSpPr>
            <p:cNvPr id="498" name="Google Shape;498;p1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99" name="Google Shape;499;p1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500" name="Google Shape;500;p16"/>
            <p:cNvGrpSpPr/>
            <p:nvPr/>
          </p:nvGrpSpPr>
          <p:grpSpPr>
            <a:xfrm>
              <a:off x="7713663" y="2848339"/>
              <a:ext cx="1042107" cy="425543"/>
              <a:chOff x="7786941" y="2884917"/>
              <a:chExt cx="897649" cy="353919"/>
            </a:xfrm>
          </p:grpSpPr>
          <p:sp>
            <p:nvSpPr>
              <p:cNvPr id="501" name="Google Shape;501;p1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2" name="Google Shape;502;p1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3" name="Google Shape;503;p1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4" name="Google Shape;504;p1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05" name="Google Shape;505;p16"/>
          <p:cNvGrpSpPr/>
          <p:nvPr/>
        </p:nvGrpSpPr>
        <p:grpSpPr>
          <a:xfrm>
            <a:off x="9601554" y="3999763"/>
            <a:ext cx="367224" cy="240304"/>
            <a:chOff x="7493876" y="2774731"/>
            <a:chExt cx="1481958" cy="894622"/>
          </a:xfrm>
        </p:grpSpPr>
        <p:sp>
          <p:nvSpPr>
            <p:cNvPr id="506" name="Google Shape;506;p1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507" name="Google Shape;507;p1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508" name="Google Shape;508;p16"/>
            <p:cNvGrpSpPr/>
            <p:nvPr/>
          </p:nvGrpSpPr>
          <p:grpSpPr>
            <a:xfrm>
              <a:off x="7713663" y="2848339"/>
              <a:ext cx="1042107" cy="425543"/>
              <a:chOff x="7786941" y="2884917"/>
              <a:chExt cx="897649" cy="353919"/>
            </a:xfrm>
          </p:grpSpPr>
          <p:sp>
            <p:nvSpPr>
              <p:cNvPr id="509" name="Google Shape;509;p1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10" name="Google Shape;510;p1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11" name="Google Shape;511;p1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12" name="Google Shape;512;p1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13" name="Google Shape;513;p16"/>
          <p:cNvGrpSpPr/>
          <p:nvPr/>
        </p:nvGrpSpPr>
        <p:grpSpPr>
          <a:xfrm>
            <a:off x="8050070" y="3965994"/>
            <a:ext cx="354986" cy="175668"/>
            <a:chOff x="7493876" y="2774731"/>
            <a:chExt cx="1481958" cy="894622"/>
          </a:xfrm>
        </p:grpSpPr>
        <p:sp>
          <p:nvSpPr>
            <p:cNvPr id="514" name="Google Shape;514;p1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515" name="Google Shape;515;p1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516" name="Google Shape;516;p16"/>
            <p:cNvGrpSpPr/>
            <p:nvPr/>
          </p:nvGrpSpPr>
          <p:grpSpPr>
            <a:xfrm>
              <a:off x="7713663" y="2848339"/>
              <a:ext cx="1042107" cy="425543"/>
              <a:chOff x="7786941" y="2884917"/>
              <a:chExt cx="897649" cy="353919"/>
            </a:xfrm>
          </p:grpSpPr>
          <p:sp>
            <p:nvSpPr>
              <p:cNvPr id="517" name="Google Shape;517;p1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18" name="Google Shape;518;p1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19" name="Google Shape;519;p1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20" name="Google Shape;520;p1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21" name="Google Shape;521;p16"/>
          <p:cNvGrpSpPr/>
          <p:nvPr/>
        </p:nvGrpSpPr>
        <p:grpSpPr>
          <a:xfrm>
            <a:off x="9247893" y="4775686"/>
            <a:ext cx="393760" cy="218578"/>
            <a:chOff x="7493876" y="2774731"/>
            <a:chExt cx="1481958" cy="894622"/>
          </a:xfrm>
        </p:grpSpPr>
        <p:sp>
          <p:nvSpPr>
            <p:cNvPr id="522" name="Google Shape;522;p1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523" name="Google Shape;523;p1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524" name="Google Shape;524;p16"/>
            <p:cNvGrpSpPr/>
            <p:nvPr/>
          </p:nvGrpSpPr>
          <p:grpSpPr>
            <a:xfrm>
              <a:off x="7713663" y="2848339"/>
              <a:ext cx="1042107" cy="425543"/>
              <a:chOff x="7786941" y="2884917"/>
              <a:chExt cx="897649" cy="353919"/>
            </a:xfrm>
          </p:grpSpPr>
          <p:sp>
            <p:nvSpPr>
              <p:cNvPr id="525" name="Google Shape;525;p1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26" name="Google Shape;526;p1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27" name="Google Shape;527;p1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28" name="Google Shape;528;p1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29" name="Google Shape;529;p16"/>
          <p:cNvGrpSpPr/>
          <p:nvPr/>
        </p:nvGrpSpPr>
        <p:grpSpPr>
          <a:xfrm>
            <a:off x="9783558" y="4989983"/>
            <a:ext cx="393760" cy="218578"/>
            <a:chOff x="7493876" y="2774731"/>
            <a:chExt cx="1481958" cy="894622"/>
          </a:xfrm>
        </p:grpSpPr>
        <p:sp>
          <p:nvSpPr>
            <p:cNvPr id="530" name="Google Shape;530;p1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531" name="Google Shape;531;p1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532" name="Google Shape;532;p16"/>
            <p:cNvGrpSpPr/>
            <p:nvPr/>
          </p:nvGrpSpPr>
          <p:grpSpPr>
            <a:xfrm>
              <a:off x="7713663" y="2848339"/>
              <a:ext cx="1042107" cy="425543"/>
              <a:chOff x="7786941" y="2884917"/>
              <a:chExt cx="897649" cy="353919"/>
            </a:xfrm>
          </p:grpSpPr>
          <p:sp>
            <p:nvSpPr>
              <p:cNvPr id="533" name="Google Shape;533;p1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4" name="Google Shape;534;p1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5" name="Google Shape;535;p1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6" name="Google Shape;536;p1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37" name="Google Shape;537;p16"/>
          <p:cNvGrpSpPr/>
          <p:nvPr/>
        </p:nvGrpSpPr>
        <p:grpSpPr>
          <a:xfrm>
            <a:off x="7566349" y="3812814"/>
            <a:ext cx="496588" cy="96676"/>
            <a:chOff x="2199" y="955"/>
            <a:chExt cx="2547" cy="506"/>
          </a:xfrm>
        </p:grpSpPr>
        <p:sp>
          <p:nvSpPr>
            <p:cNvPr id="538" name="Google Shape;538;p16"/>
            <p:cNvSpPr/>
            <p:nvPr/>
          </p:nvSpPr>
          <p:spPr>
            <a:xfrm>
              <a:off x="2199" y="1166"/>
              <a:ext cx="260" cy="281"/>
            </a:xfrm>
            <a:custGeom>
              <a:rect b="b" l="l" r="r" t="t"/>
              <a:pathLst>
                <a:path extrusionOk="0" h="281" w="260">
                  <a:moveTo>
                    <a:pt x="260" y="0"/>
                  </a:moveTo>
                  <a:cubicBezTo>
                    <a:pt x="224" y="19"/>
                    <a:pt x="79" y="77"/>
                    <a:pt x="42" y="112"/>
                  </a:cubicBezTo>
                  <a:cubicBezTo>
                    <a:pt x="5" y="143"/>
                    <a:pt x="0" y="183"/>
                    <a:pt x="35" y="211"/>
                  </a:cubicBezTo>
                  <a:cubicBezTo>
                    <a:pt x="70" y="239"/>
                    <a:pt x="208" y="266"/>
                    <a:pt x="253" y="281"/>
                  </a:cubicBezTo>
                </a:path>
              </a:pathLst>
            </a:custGeom>
            <a:noFill/>
            <a:ln cap="flat" cmpd="sng" w="127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39" name="Google Shape;539;p16"/>
            <p:cNvSpPr/>
            <p:nvPr/>
          </p:nvSpPr>
          <p:spPr>
            <a:xfrm>
              <a:off x="2482" y="1040"/>
              <a:ext cx="900" cy="421"/>
            </a:xfrm>
            <a:custGeom>
              <a:rect b="b" l="l" r="r" t="t"/>
              <a:pathLst>
                <a:path extrusionOk="0" h="421" w="900">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cap="flat" cmpd="sng" w="127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40" name="Google Shape;540;p16"/>
            <p:cNvSpPr/>
            <p:nvPr/>
          </p:nvSpPr>
          <p:spPr>
            <a:xfrm>
              <a:off x="2782" y="1068"/>
              <a:ext cx="428" cy="269"/>
            </a:xfrm>
            <a:custGeom>
              <a:rect b="b" l="l" r="r" t="t"/>
              <a:pathLst>
                <a:path extrusionOk="0" h="269" w="428">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cap="flat" cmpd="sng" w="127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41" name="Google Shape;541;p16"/>
            <p:cNvSpPr/>
            <p:nvPr/>
          </p:nvSpPr>
          <p:spPr>
            <a:xfrm>
              <a:off x="3554" y="1075"/>
              <a:ext cx="377" cy="239"/>
            </a:xfrm>
            <a:custGeom>
              <a:rect b="b" l="l" r="r" t="t"/>
              <a:pathLst>
                <a:path extrusionOk="0" h="239" w="377">
                  <a:moveTo>
                    <a:pt x="42" y="239"/>
                  </a:moveTo>
                  <a:cubicBezTo>
                    <a:pt x="89" y="224"/>
                    <a:pt x="285" y="178"/>
                    <a:pt x="335" y="146"/>
                  </a:cubicBezTo>
                  <a:cubicBezTo>
                    <a:pt x="372" y="115"/>
                    <a:pt x="377" y="75"/>
                    <a:pt x="342" y="47"/>
                  </a:cubicBezTo>
                  <a:cubicBezTo>
                    <a:pt x="286" y="23"/>
                    <a:pt x="71" y="10"/>
                    <a:pt x="0" y="0"/>
                  </a:cubicBezTo>
                </a:path>
              </a:pathLst>
            </a:custGeom>
            <a:noFill/>
            <a:ln cap="flat" cmpd="sng" w="127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42" name="Google Shape;542;p16"/>
            <p:cNvSpPr/>
            <p:nvPr/>
          </p:nvSpPr>
          <p:spPr>
            <a:xfrm>
              <a:off x="3646" y="997"/>
              <a:ext cx="660" cy="336"/>
            </a:xfrm>
            <a:custGeom>
              <a:rect b="b" l="l" r="r" t="t"/>
              <a:pathLst>
                <a:path extrusionOk="0" h="300" w="646">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cap="flat" cmpd="sng" w="127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43" name="Google Shape;543;p16"/>
            <p:cNvSpPr/>
            <p:nvPr/>
          </p:nvSpPr>
          <p:spPr>
            <a:xfrm>
              <a:off x="4116" y="955"/>
              <a:ext cx="630" cy="397"/>
            </a:xfrm>
            <a:custGeom>
              <a:rect b="b" l="l" r="r" t="t"/>
              <a:pathLst>
                <a:path extrusionOk="0" h="397" w="630">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cap="flat" cmpd="sng" w="127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544" name="Google Shape;544;p16"/>
          <p:cNvGrpSpPr/>
          <p:nvPr/>
        </p:nvGrpSpPr>
        <p:grpSpPr>
          <a:xfrm>
            <a:off x="7801777" y="3327400"/>
            <a:ext cx="269073" cy="46492"/>
            <a:chOff x="2199" y="955"/>
            <a:chExt cx="2547" cy="506"/>
          </a:xfrm>
        </p:grpSpPr>
        <p:sp>
          <p:nvSpPr>
            <p:cNvPr id="545" name="Google Shape;545;p16"/>
            <p:cNvSpPr/>
            <p:nvPr/>
          </p:nvSpPr>
          <p:spPr>
            <a:xfrm>
              <a:off x="2199" y="1166"/>
              <a:ext cx="260" cy="281"/>
            </a:xfrm>
            <a:custGeom>
              <a:rect b="b" l="l" r="r" t="t"/>
              <a:pathLst>
                <a:path extrusionOk="0" h="281" w="260">
                  <a:moveTo>
                    <a:pt x="260" y="0"/>
                  </a:moveTo>
                  <a:cubicBezTo>
                    <a:pt x="224" y="19"/>
                    <a:pt x="79" y="77"/>
                    <a:pt x="42" y="112"/>
                  </a:cubicBezTo>
                  <a:cubicBezTo>
                    <a:pt x="5" y="143"/>
                    <a:pt x="0" y="183"/>
                    <a:pt x="35" y="211"/>
                  </a:cubicBezTo>
                  <a:cubicBezTo>
                    <a:pt x="70" y="239"/>
                    <a:pt x="208" y="266"/>
                    <a:pt x="253" y="281"/>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46" name="Google Shape;546;p16"/>
            <p:cNvSpPr/>
            <p:nvPr/>
          </p:nvSpPr>
          <p:spPr>
            <a:xfrm>
              <a:off x="2482" y="1040"/>
              <a:ext cx="900" cy="421"/>
            </a:xfrm>
            <a:custGeom>
              <a:rect b="b" l="l" r="r" t="t"/>
              <a:pathLst>
                <a:path extrusionOk="0" h="421" w="900">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47" name="Google Shape;547;p16"/>
            <p:cNvSpPr/>
            <p:nvPr/>
          </p:nvSpPr>
          <p:spPr>
            <a:xfrm>
              <a:off x="2782" y="1068"/>
              <a:ext cx="428" cy="269"/>
            </a:xfrm>
            <a:custGeom>
              <a:rect b="b" l="l" r="r" t="t"/>
              <a:pathLst>
                <a:path extrusionOk="0" h="269" w="428">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48" name="Google Shape;548;p16"/>
            <p:cNvSpPr/>
            <p:nvPr/>
          </p:nvSpPr>
          <p:spPr>
            <a:xfrm>
              <a:off x="3554" y="1075"/>
              <a:ext cx="377" cy="239"/>
            </a:xfrm>
            <a:custGeom>
              <a:rect b="b" l="l" r="r" t="t"/>
              <a:pathLst>
                <a:path extrusionOk="0" h="239" w="377">
                  <a:moveTo>
                    <a:pt x="42" y="239"/>
                  </a:moveTo>
                  <a:cubicBezTo>
                    <a:pt x="89" y="224"/>
                    <a:pt x="285" y="178"/>
                    <a:pt x="335" y="146"/>
                  </a:cubicBezTo>
                  <a:cubicBezTo>
                    <a:pt x="372" y="115"/>
                    <a:pt x="377" y="75"/>
                    <a:pt x="342" y="47"/>
                  </a:cubicBezTo>
                  <a:cubicBezTo>
                    <a:pt x="286" y="23"/>
                    <a:pt x="71" y="10"/>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49" name="Google Shape;549;p16"/>
            <p:cNvSpPr/>
            <p:nvPr/>
          </p:nvSpPr>
          <p:spPr>
            <a:xfrm>
              <a:off x="3646" y="997"/>
              <a:ext cx="660" cy="336"/>
            </a:xfrm>
            <a:custGeom>
              <a:rect b="b" l="l" r="r" t="t"/>
              <a:pathLst>
                <a:path extrusionOk="0" h="300" w="646">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50" name="Google Shape;550;p16"/>
            <p:cNvSpPr/>
            <p:nvPr/>
          </p:nvSpPr>
          <p:spPr>
            <a:xfrm>
              <a:off x="4116" y="955"/>
              <a:ext cx="630" cy="397"/>
            </a:xfrm>
            <a:custGeom>
              <a:rect b="b" l="l" r="r" t="t"/>
              <a:pathLst>
                <a:path extrusionOk="0" h="397" w="630">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551" name="Google Shape;551;p16"/>
          <p:cNvGrpSpPr/>
          <p:nvPr/>
        </p:nvGrpSpPr>
        <p:grpSpPr>
          <a:xfrm>
            <a:off x="7493802" y="3422650"/>
            <a:ext cx="269073" cy="46492"/>
            <a:chOff x="2199" y="955"/>
            <a:chExt cx="2547" cy="506"/>
          </a:xfrm>
        </p:grpSpPr>
        <p:sp>
          <p:nvSpPr>
            <p:cNvPr id="552" name="Google Shape;552;p16"/>
            <p:cNvSpPr/>
            <p:nvPr/>
          </p:nvSpPr>
          <p:spPr>
            <a:xfrm>
              <a:off x="2199" y="1166"/>
              <a:ext cx="260" cy="281"/>
            </a:xfrm>
            <a:custGeom>
              <a:rect b="b" l="l" r="r" t="t"/>
              <a:pathLst>
                <a:path extrusionOk="0" h="281" w="260">
                  <a:moveTo>
                    <a:pt x="260" y="0"/>
                  </a:moveTo>
                  <a:cubicBezTo>
                    <a:pt x="224" y="19"/>
                    <a:pt x="79" y="77"/>
                    <a:pt x="42" y="112"/>
                  </a:cubicBezTo>
                  <a:cubicBezTo>
                    <a:pt x="5" y="143"/>
                    <a:pt x="0" y="183"/>
                    <a:pt x="35" y="211"/>
                  </a:cubicBezTo>
                  <a:cubicBezTo>
                    <a:pt x="70" y="239"/>
                    <a:pt x="208" y="266"/>
                    <a:pt x="253" y="281"/>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53" name="Google Shape;553;p16"/>
            <p:cNvSpPr/>
            <p:nvPr/>
          </p:nvSpPr>
          <p:spPr>
            <a:xfrm>
              <a:off x="2482" y="1040"/>
              <a:ext cx="900" cy="421"/>
            </a:xfrm>
            <a:custGeom>
              <a:rect b="b" l="l" r="r" t="t"/>
              <a:pathLst>
                <a:path extrusionOk="0" h="421" w="900">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54" name="Google Shape;554;p16"/>
            <p:cNvSpPr/>
            <p:nvPr/>
          </p:nvSpPr>
          <p:spPr>
            <a:xfrm>
              <a:off x="2782" y="1068"/>
              <a:ext cx="428" cy="269"/>
            </a:xfrm>
            <a:custGeom>
              <a:rect b="b" l="l" r="r" t="t"/>
              <a:pathLst>
                <a:path extrusionOk="0" h="269" w="428">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55" name="Google Shape;555;p16"/>
            <p:cNvSpPr/>
            <p:nvPr/>
          </p:nvSpPr>
          <p:spPr>
            <a:xfrm>
              <a:off x="3554" y="1075"/>
              <a:ext cx="377" cy="239"/>
            </a:xfrm>
            <a:custGeom>
              <a:rect b="b" l="l" r="r" t="t"/>
              <a:pathLst>
                <a:path extrusionOk="0" h="239" w="377">
                  <a:moveTo>
                    <a:pt x="42" y="239"/>
                  </a:moveTo>
                  <a:cubicBezTo>
                    <a:pt x="89" y="224"/>
                    <a:pt x="285" y="178"/>
                    <a:pt x="335" y="146"/>
                  </a:cubicBezTo>
                  <a:cubicBezTo>
                    <a:pt x="372" y="115"/>
                    <a:pt x="377" y="75"/>
                    <a:pt x="342" y="47"/>
                  </a:cubicBezTo>
                  <a:cubicBezTo>
                    <a:pt x="286" y="23"/>
                    <a:pt x="71" y="10"/>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56" name="Google Shape;556;p16"/>
            <p:cNvSpPr/>
            <p:nvPr/>
          </p:nvSpPr>
          <p:spPr>
            <a:xfrm>
              <a:off x="3646" y="997"/>
              <a:ext cx="660" cy="336"/>
            </a:xfrm>
            <a:custGeom>
              <a:rect b="b" l="l" r="r" t="t"/>
              <a:pathLst>
                <a:path extrusionOk="0" h="300" w="646">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57" name="Google Shape;557;p16"/>
            <p:cNvSpPr/>
            <p:nvPr/>
          </p:nvSpPr>
          <p:spPr>
            <a:xfrm>
              <a:off x="4116" y="955"/>
              <a:ext cx="630" cy="397"/>
            </a:xfrm>
            <a:custGeom>
              <a:rect b="b" l="l" r="r" t="t"/>
              <a:pathLst>
                <a:path extrusionOk="0" h="397" w="630">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558" name="Google Shape;558;p16"/>
          <p:cNvGrpSpPr/>
          <p:nvPr/>
        </p:nvGrpSpPr>
        <p:grpSpPr>
          <a:xfrm>
            <a:off x="7439349" y="2355850"/>
            <a:ext cx="399726" cy="74090"/>
            <a:chOff x="2199" y="955"/>
            <a:chExt cx="2547" cy="506"/>
          </a:xfrm>
        </p:grpSpPr>
        <p:sp>
          <p:nvSpPr>
            <p:cNvPr id="559" name="Google Shape;559;p16"/>
            <p:cNvSpPr/>
            <p:nvPr/>
          </p:nvSpPr>
          <p:spPr>
            <a:xfrm>
              <a:off x="2199" y="1166"/>
              <a:ext cx="260" cy="281"/>
            </a:xfrm>
            <a:custGeom>
              <a:rect b="b" l="l" r="r" t="t"/>
              <a:pathLst>
                <a:path extrusionOk="0" h="281" w="260">
                  <a:moveTo>
                    <a:pt x="260" y="0"/>
                  </a:moveTo>
                  <a:cubicBezTo>
                    <a:pt x="224" y="19"/>
                    <a:pt x="79" y="77"/>
                    <a:pt x="42" y="112"/>
                  </a:cubicBezTo>
                  <a:cubicBezTo>
                    <a:pt x="5" y="143"/>
                    <a:pt x="0" y="183"/>
                    <a:pt x="35" y="211"/>
                  </a:cubicBezTo>
                  <a:cubicBezTo>
                    <a:pt x="70" y="239"/>
                    <a:pt x="208" y="266"/>
                    <a:pt x="253" y="281"/>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60" name="Google Shape;560;p16"/>
            <p:cNvSpPr/>
            <p:nvPr/>
          </p:nvSpPr>
          <p:spPr>
            <a:xfrm>
              <a:off x="2482" y="1040"/>
              <a:ext cx="900" cy="421"/>
            </a:xfrm>
            <a:custGeom>
              <a:rect b="b" l="l" r="r" t="t"/>
              <a:pathLst>
                <a:path extrusionOk="0" h="421" w="900">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61" name="Google Shape;561;p16"/>
            <p:cNvSpPr/>
            <p:nvPr/>
          </p:nvSpPr>
          <p:spPr>
            <a:xfrm>
              <a:off x="2782" y="1068"/>
              <a:ext cx="428" cy="269"/>
            </a:xfrm>
            <a:custGeom>
              <a:rect b="b" l="l" r="r" t="t"/>
              <a:pathLst>
                <a:path extrusionOk="0" h="269" w="428">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62" name="Google Shape;562;p16"/>
            <p:cNvSpPr/>
            <p:nvPr/>
          </p:nvSpPr>
          <p:spPr>
            <a:xfrm>
              <a:off x="3554" y="1075"/>
              <a:ext cx="377" cy="239"/>
            </a:xfrm>
            <a:custGeom>
              <a:rect b="b" l="l" r="r" t="t"/>
              <a:pathLst>
                <a:path extrusionOk="0" h="239" w="377">
                  <a:moveTo>
                    <a:pt x="42" y="239"/>
                  </a:moveTo>
                  <a:cubicBezTo>
                    <a:pt x="89" y="224"/>
                    <a:pt x="285" y="178"/>
                    <a:pt x="335" y="146"/>
                  </a:cubicBezTo>
                  <a:cubicBezTo>
                    <a:pt x="372" y="115"/>
                    <a:pt x="377" y="75"/>
                    <a:pt x="342" y="47"/>
                  </a:cubicBezTo>
                  <a:cubicBezTo>
                    <a:pt x="286" y="23"/>
                    <a:pt x="71" y="10"/>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63" name="Google Shape;563;p16"/>
            <p:cNvSpPr/>
            <p:nvPr/>
          </p:nvSpPr>
          <p:spPr>
            <a:xfrm>
              <a:off x="3646" y="997"/>
              <a:ext cx="660" cy="336"/>
            </a:xfrm>
            <a:custGeom>
              <a:rect b="b" l="l" r="r" t="t"/>
              <a:pathLst>
                <a:path extrusionOk="0" h="300" w="646">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64" name="Google Shape;564;p16"/>
            <p:cNvSpPr/>
            <p:nvPr/>
          </p:nvSpPr>
          <p:spPr>
            <a:xfrm>
              <a:off x="4116" y="955"/>
              <a:ext cx="630" cy="397"/>
            </a:xfrm>
            <a:custGeom>
              <a:rect b="b" l="l" r="r" t="t"/>
              <a:pathLst>
                <a:path extrusionOk="0" h="397" w="630">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565" name="Google Shape;565;p16"/>
          <p:cNvGrpSpPr/>
          <p:nvPr/>
        </p:nvGrpSpPr>
        <p:grpSpPr>
          <a:xfrm>
            <a:off x="7756849" y="1863725"/>
            <a:ext cx="399726" cy="74090"/>
            <a:chOff x="2199" y="955"/>
            <a:chExt cx="2547" cy="506"/>
          </a:xfrm>
        </p:grpSpPr>
        <p:sp>
          <p:nvSpPr>
            <p:cNvPr id="566" name="Google Shape;566;p16"/>
            <p:cNvSpPr/>
            <p:nvPr/>
          </p:nvSpPr>
          <p:spPr>
            <a:xfrm>
              <a:off x="2199" y="1166"/>
              <a:ext cx="260" cy="281"/>
            </a:xfrm>
            <a:custGeom>
              <a:rect b="b" l="l" r="r" t="t"/>
              <a:pathLst>
                <a:path extrusionOk="0" h="281" w="260">
                  <a:moveTo>
                    <a:pt x="260" y="0"/>
                  </a:moveTo>
                  <a:cubicBezTo>
                    <a:pt x="224" y="19"/>
                    <a:pt x="79" y="77"/>
                    <a:pt x="42" y="112"/>
                  </a:cubicBezTo>
                  <a:cubicBezTo>
                    <a:pt x="5" y="143"/>
                    <a:pt x="0" y="183"/>
                    <a:pt x="35" y="211"/>
                  </a:cubicBezTo>
                  <a:cubicBezTo>
                    <a:pt x="70" y="239"/>
                    <a:pt x="208" y="266"/>
                    <a:pt x="253" y="281"/>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67" name="Google Shape;567;p16"/>
            <p:cNvSpPr/>
            <p:nvPr/>
          </p:nvSpPr>
          <p:spPr>
            <a:xfrm>
              <a:off x="2482" y="1040"/>
              <a:ext cx="900" cy="421"/>
            </a:xfrm>
            <a:custGeom>
              <a:rect b="b" l="l" r="r" t="t"/>
              <a:pathLst>
                <a:path extrusionOk="0" h="421" w="900">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68" name="Google Shape;568;p16"/>
            <p:cNvSpPr/>
            <p:nvPr/>
          </p:nvSpPr>
          <p:spPr>
            <a:xfrm>
              <a:off x="2782" y="1068"/>
              <a:ext cx="428" cy="269"/>
            </a:xfrm>
            <a:custGeom>
              <a:rect b="b" l="l" r="r" t="t"/>
              <a:pathLst>
                <a:path extrusionOk="0" h="269" w="428">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69" name="Google Shape;569;p16"/>
            <p:cNvSpPr/>
            <p:nvPr/>
          </p:nvSpPr>
          <p:spPr>
            <a:xfrm>
              <a:off x="3554" y="1075"/>
              <a:ext cx="377" cy="239"/>
            </a:xfrm>
            <a:custGeom>
              <a:rect b="b" l="l" r="r" t="t"/>
              <a:pathLst>
                <a:path extrusionOk="0" h="239" w="377">
                  <a:moveTo>
                    <a:pt x="42" y="239"/>
                  </a:moveTo>
                  <a:cubicBezTo>
                    <a:pt x="89" y="224"/>
                    <a:pt x="285" y="178"/>
                    <a:pt x="335" y="146"/>
                  </a:cubicBezTo>
                  <a:cubicBezTo>
                    <a:pt x="372" y="115"/>
                    <a:pt x="377" y="75"/>
                    <a:pt x="342" y="47"/>
                  </a:cubicBezTo>
                  <a:cubicBezTo>
                    <a:pt x="286" y="23"/>
                    <a:pt x="71" y="10"/>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70" name="Google Shape;570;p16"/>
            <p:cNvSpPr/>
            <p:nvPr/>
          </p:nvSpPr>
          <p:spPr>
            <a:xfrm>
              <a:off x="3646" y="997"/>
              <a:ext cx="660" cy="336"/>
            </a:xfrm>
            <a:custGeom>
              <a:rect b="b" l="l" r="r" t="t"/>
              <a:pathLst>
                <a:path extrusionOk="0" h="300" w="646">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71" name="Google Shape;571;p16"/>
            <p:cNvSpPr/>
            <p:nvPr/>
          </p:nvSpPr>
          <p:spPr>
            <a:xfrm>
              <a:off x="4116" y="955"/>
              <a:ext cx="630" cy="397"/>
            </a:xfrm>
            <a:custGeom>
              <a:rect b="b" l="l" r="r" t="t"/>
              <a:pathLst>
                <a:path extrusionOk="0" h="397" w="630">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572" name="Google Shape;572;p16"/>
          <p:cNvGrpSpPr/>
          <p:nvPr/>
        </p:nvGrpSpPr>
        <p:grpSpPr>
          <a:xfrm>
            <a:off x="8709349" y="2057400"/>
            <a:ext cx="399726" cy="74090"/>
            <a:chOff x="2199" y="955"/>
            <a:chExt cx="2547" cy="506"/>
          </a:xfrm>
        </p:grpSpPr>
        <p:sp>
          <p:nvSpPr>
            <p:cNvPr id="573" name="Google Shape;573;p16"/>
            <p:cNvSpPr/>
            <p:nvPr/>
          </p:nvSpPr>
          <p:spPr>
            <a:xfrm>
              <a:off x="2199" y="1166"/>
              <a:ext cx="260" cy="281"/>
            </a:xfrm>
            <a:custGeom>
              <a:rect b="b" l="l" r="r" t="t"/>
              <a:pathLst>
                <a:path extrusionOk="0" h="281" w="260">
                  <a:moveTo>
                    <a:pt x="260" y="0"/>
                  </a:moveTo>
                  <a:cubicBezTo>
                    <a:pt x="224" y="19"/>
                    <a:pt x="79" y="77"/>
                    <a:pt x="42" y="112"/>
                  </a:cubicBezTo>
                  <a:cubicBezTo>
                    <a:pt x="5" y="143"/>
                    <a:pt x="0" y="183"/>
                    <a:pt x="35" y="211"/>
                  </a:cubicBezTo>
                  <a:cubicBezTo>
                    <a:pt x="70" y="239"/>
                    <a:pt x="208" y="266"/>
                    <a:pt x="253" y="281"/>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74" name="Google Shape;574;p16"/>
            <p:cNvSpPr/>
            <p:nvPr/>
          </p:nvSpPr>
          <p:spPr>
            <a:xfrm>
              <a:off x="2482" y="1040"/>
              <a:ext cx="900" cy="421"/>
            </a:xfrm>
            <a:custGeom>
              <a:rect b="b" l="l" r="r" t="t"/>
              <a:pathLst>
                <a:path extrusionOk="0" h="421" w="900">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75" name="Google Shape;575;p16"/>
            <p:cNvSpPr/>
            <p:nvPr/>
          </p:nvSpPr>
          <p:spPr>
            <a:xfrm>
              <a:off x="2782" y="1068"/>
              <a:ext cx="428" cy="269"/>
            </a:xfrm>
            <a:custGeom>
              <a:rect b="b" l="l" r="r" t="t"/>
              <a:pathLst>
                <a:path extrusionOk="0" h="269" w="428">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76" name="Google Shape;576;p16"/>
            <p:cNvSpPr/>
            <p:nvPr/>
          </p:nvSpPr>
          <p:spPr>
            <a:xfrm>
              <a:off x="3554" y="1075"/>
              <a:ext cx="377" cy="239"/>
            </a:xfrm>
            <a:custGeom>
              <a:rect b="b" l="l" r="r" t="t"/>
              <a:pathLst>
                <a:path extrusionOk="0" h="239" w="377">
                  <a:moveTo>
                    <a:pt x="42" y="239"/>
                  </a:moveTo>
                  <a:cubicBezTo>
                    <a:pt x="89" y="224"/>
                    <a:pt x="285" y="178"/>
                    <a:pt x="335" y="146"/>
                  </a:cubicBezTo>
                  <a:cubicBezTo>
                    <a:pt x="372" y="115"/>
                    <a:pt x="377" y="75"/>
                    <a:pt x="342" y="47"/>
                  </a:cubicBezTo>
                  <a:cubicBezTo>
                    <a:pt x="286" y="23"/>
                    <a:pt x="71" y="10"/>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77" name="Google Shape;577;p16"/>
            <p:cNvSpPr/>
            <p:nvPr/>
          </p:nvSpPr>
          <p:spPr>
            <a:xfrm>
              <a:off x="3646" y="997"/>
              <a:ext cx="660" cy="336"/>
            </a:xfrm>
            <a:custGeom>
              <a:rect b="b" l="l" r="r" t="t"/>
              <a:pathLst>
                <a:path extrusionOk="0" h="300" w="646">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78" name="Google Shape;578;p16"/>
            <p:cNvSpPr/>
            <p:nvPr/>
          </p:nvSpPr>
          <p:spPr>
            <a:xfrm>
              <a:off x="4116" y="955"/>
              <a:ext cx="630" cy="397"/>
            </a:xfrm>
            <a:custGeom>
              <a:rect b="b" l="l" r="r" t="t"/>
              <a:pathLst>
                <a:path extrusionOk="0" h="397" w="630">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579" name="Google Shape;579;p16"/>
          <p:cNvGrpSpPr/>
          <p:nvPr/>
        </p:nvGrpSpPr>
        <p:grpSpPr>
          <a:xfrm>
            <a:off x="8639499" y="2320925"/>
            <a:ext cx="399726" cy="74090"/>
            <a:chOff x="2199" y="955"/>
            <a:chExt cx="2547" cy="506"/>
          </a:xfrm>
        </p:grpSpPr>
        <p:sp>
          <p:nvSpPr>
            <p:cNvPr id="580" name="Google Shape;580;p16"/>
            <p:cNvSpPr/>
            <p:nvPr/>
          </p:nvSpPr>
          <p:spPr>
            <a:xfrm>
              <a:off x="2199" y="1166"/>
              <a:ext cx="260" cy="281"/>
            </a:xfrm>
            <a:custGeom>
              <a:rect b="b" l="l" r="r" t="t"/>
              <a:pathLst>
                <a:path extrusionOk="0" h="281" w="260">
                  <a:moveTo>
                    <a:pt x="260" y="0"/>
                  </a:moveTo>
                  <a:cubicBezTo>
                    <a:pt x="224" y="19"/>
                    <a:pt x="79" y="77"/>
                    <a:pt x="42" y="112"/>
                  </a:cubicBezTo>
                  <a:cubicBezTo>
                    <a:pt x="5" y="143"/>
                    <a:pt x="0" y="183"/>
                    <a:pt x="35" y="211"/>
                  </a:cubicBezTo>
                  <a:cubicBezTo>
                    <a:pt x="70" y="239"/>
                    <a:pt x="208" y="266"/>
                    <a:pt x="253" y="281"/>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81" name="Google Shape;581;p16"/>
            <p:cNvSpPr/>
            <p:nvPr/>
          </p:nvSpPr>
          <p:spPr>
            <a:xfrm>
              <a:off x="2482" y="1040"/>
              <a:ext cx="900" cy="421"/>
            </a:xfrm>
            <a:custGeom>
              <a:rect b="b" l="l" r="r" t="t"/>
              <a:pathLst>
                <a:path extrusionOk="0" h="421" w="900">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82" name="Google Shape;582;p16"/>
            <p:cNvSpPr/>
            <p:nvPr/>
          </p:nvSpPr>
          <p:spPr>
            <a:xfrm>
              <a:off x="2782" y="1068"/>
              <a:ext cx="428" cy="269"/>
            </a:xfrm>
            <a:custGeom>
              <a:rect b="b" l="l" r="r" t="t"/>
              <a:pathLst>
                <a:path extrusionOk="0" h="269" w="428">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83" name="Google Shape;583;p16"/>
            <p:cNvSpPr/>
            <p:nvPr/>
          </p:nvSpPr>
          <p:spPr>
            <a:xfrm>
              <a:off x="3554" y="1075"/>
              <a:ext cx="377" cy="239"/>
            </a:xfrm>
            <a:custGeom>
              <a:rect b="b" l="l" r="r" t="t"/>
              <a:pathLst>
                <a:path extrusionOk="0" h="239" w="377">
                  <a:moveTo>
                    <a:pt x="42" y="239"/>
                  </a:moveTo>
                  <a:cubicBezTo>
                    <a:pt x="89" y="224"/>
                    <a:pt x="285" y="178"/>
                    <a:pt x="335" y="146"/>
                  </a:cubicBezTo>
                  <a:cubicBezTo>
                    <a:pt x="372" y="115"/>
                    <a:pt x="377" y="75"/>
                    <a:pt x="342" y="47"/>
                  </a:cubicBezTo>
                  <a:cubicBezTo>
                    <a:pt x="286" y="23"/>
                    <a:pt x="71" y="10"/>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84" name="Google Shape;584;p16"/>
            <p:cNvSpPr/>
            <p:nvPr/>
          </p:nvSpPr>
          <p:spPr>
            <a:xfrm>
              <a:off x="3646" y="997"/>
              <a:ext cx="660" cy="336"/>
            </a:xfrm>
            <a:custGeom>
              <a:rect b="b" l="l" r="r" t="t"/>
              <a:pathLst>
                <a:path extrusionOk="0" h="300" w="646">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85" name="Google Shape;585;p16"/>
            <p:cNvSpPr/>
            <p:nvPr/>
          </p:nvSpPr>
          <p:spPr>
            <a:xfrm>
              <a:off x="4116" y="955"/>
              <a:ext cx="630" cy="397"/>
            </a:xfrm>
            <a:custGeom>
              <a:rect b="b" l="l" r="r" t="t"/>
              <a:pathLst>
                <a:path extrusionOk="0" h="397" w="630">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586" name="Google Shape;586;p16"/>
          <p:cNvGrpSpPr/>
          <p:nvPr/>
        </p:nvGrpSpPr>
        <p:grpSpPr>
          <a:xfrm>
            <a:off x="9245924" y="5476874"/>
            <a:ext cx="450526" cy="96315"/>
            <a:chOff x="2199" y="955"/>
            <a:chExt cx="2547" cy="506"/>
          </a:xfrm>
        </p:grpSpPr>
        <p:sp>
          <p:nvSpPr>
            <p:cNvPr id="587" name="Google Shape;587;p16"/>
            <p:cNvSpPr/>
            <p:nvPr/>
          </p:nvSpPr>
          <p:spPr>
            <a:xfrm>
              <a:off x="2199" y="1166"/>
              <a:ext cx="260" cy="281"/>
            </a:xfrm>
            <a:custGeom>
              <a:rect b="b" l="l" r="r" t="t"/>
              <a:pathLst>
                <a:path extrusionOk="0" h="281" w="260">
                  <a:moveTo>
                    <a:pt x="260" y="0"/>
                  </a:moveTo>
                  <a:cubicBezTo>
                    <a:pt x="224" y="19"/>
                    <a:pt x="79" y="77"/>
                    <a:pt x="42" y="112"/>
                  </a:cubicBezTo>
                  <a:cubicBezTo>
                    <a:pt x="5" y="143"/>
                    <a:pt x="0" y="183"/>
                    <a:pt x="35" y="211"/>
                  </a:cubicBezTo>
                  <a:cubicBezTo>
                    <a:pt x="70" y="239"/>
                    <a:pt x="208" y="266"/>
                    <a:pt x="253" y="281"/>
                  </a:cubicBezTo>
                </a:path>
              </a:pathLst>
            </a:custGeom>
            <a:noFill/>
            <a:ln cap="flat" cmpd="sng" w="127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88" name="Google Shape;588;p16"/>
            <p:cNvSpPr/>
            <p:nvPr/>
          </p:nvSpPr>
          <p:spPr>
            <a:xfrm>
              <a:off x="2482" y="1040"/>
              <a:ext cx="900" cy="421"/>
            </a:xfrm>
            <a:custGeom>
              <a:rect b="b" l="l" r="r" t="t"/>
              <a:pathLst>
                <a:path extrusionOk="0" h="421" w="900">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cap="flat" cmpd="sng" w="127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89" name="Google Shape;589;p16"/>
            <p:cNvSpPr/>
            <p:nvPr/>
          </p:nvSpPr>
          <p:spPr>
            <a:xfrm>
              <a:off x="2782" y="1068"/>
              <a:ext cx="428" cy="269"/>
            </a:xfrm>
            <a:custGeom>
              <a:rect b="b" l="l" r="r" t="t"/>
              <a:pathLst>
                <a:path extrusionOk="0" h="269" w="428">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cap="flat" cmpd="sng" w="127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0" name="Google Shape;590;p16"/>
            <p:cNvSpPr/>
            <p:nvPr/>
          </p:nvSpPr>
          <p:spPr>
            <a:xfrm>
              <a:off x="3554" y="1075"/>
              <a:ext cx="377" cy="239"/>
            </a:xfrm>
            <a:custGeom>
              <a:rect b="b" l="l" r="r" t="t"/>
              <a:pathLst>
                <a:path extrusionOk="0" h="239" w="377">
                  <a:moveTo>
                    <a:pt x="42" y="239"/>
                  </a:moveTo>
                  <a:cubicBezTo>
                    <a:pt x="89" y="224"/>
                    <a:pt x="285" y="178"/>
                    <a:pt x="335" y="146"/>
                  </a:cubicBezTo>
                  <a:cubicBezTo>
                    <a:pt x="372" y="115"/>
                    <a:pt x="377" y="75"/>
                    <a:pt x="342" y="47"/>
                  </a:cubicBezTo>
                  <a:cubicBezTo>
                    <a:pt x="286" y="23"/>
                    <a:pt x="71" y="10"/>
                    <a:pt x="0" y="0"/>
                  </a:cubicBezTo>
                </a:path>
              </a:pathLst>
            </a:custGeom>
            <a:noFill/>
            <a:ln cap="flat" cmpd="sng" w="127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1" name="Google Shape;591;p16"/>
            <p:cNvSpPr/>
            <p:nvPr/>
          </p:nvSpPr>
          <p:spPr>
            <a:xfrm>
              <a:off x="3646" y="997"/>
              <a:ext cx="660" cy="336"/>
            </a:xfrm>
            <a:custGeom>
              <a:rect b="b" l="l" r="r" t="t"/>
              <a:pathLst>
                <a:path extrusionOk="0" h="300" w="646">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cap="flat" cmpd="sng" w="127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2" name="Google Shape;592;p16"/>
            <p:cNvSpPr/>
            <p:nvPr/>
          </p:nvSpPr>
          <p:spPr>
            <a:xfrm>
              <a:off x="4116" y="955"/>
              <a:ext cx="630" cy="397"/>
            </a:xfrm>
            <a:custGeom>
              <a:rect b="b" l="l" r="r" t="t"/>
              <a:pathLst>
                <a:path extrusionOk="0" h="397" w="630">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cap="flat" cmpd="sng" w="127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593" name="Google Shape;593;p16"/>
          <p:cNvGrpSpPr/>
          <p:nvPr/>
        </p:nvGrpSpPr>
        <p:grpSpPr>
          <a:xfrm>
            <a:off x="9195602" y="5857875"/>
            <a:ext cx="230973" cy="45719"/>
            <a:chOff x="2199" y="955"/>
            <a:chExt cx="2547" cy="506"/>
          </a:xfrm>
        </p:grpSpPr>
        <p:sp>
          <p:nvSpPr>
            <p:cNvPr id="594" name="Google Shape;594;p16"/>
            <p:cNvSpPr/>
            <p:nvPr/>
          </p:nvSpPr>
          <p:spPr>
            <a:xfrm>
              <a:off x="2199" y="1166"/>
              <a:ext cx="260" cy="281"/>
            </a:xfrm>
            <a:custGeom>
              <a:rect b="b" l="l" r="r" t="t"/>
              <a:pathLst>
                <a:path extrusionOk="0" h="281" w="260">
                  <a:moveTo>
                    <a:pt x="260" y="0"/>
                  </a:moveTo>
                  <a:cubicBezTo>
                    <a:pt x="224" y="19"/>
                    <a:pt x="79" y="77"/>
                    <a:pt x="42" y="112"/>
                  </a:cubicBezTo>
                  <a:cubicBezTo>
                    <a:pt x="5" y="143"/>
                    <a:pt x="0" y="183"/>
                    <a:pt x="35" y="211"/>
                  </a:cubicBezTo>
                  <a:cubicBezTo>
                    <a:pt x="70" y="239"/>
                    <a:pt x="208" y="266"/>
                    <a:pt x="253" y="281"/>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5" name="Google Shape;595;p16"/>
            <p:cNvSpPr/>
            <p:nvPr/>
          </p:nvSpPr>
          <p:spPr>
            <a:xfrm>
              <a:off x="2482" y="1040"/>
              <a:ext cx="900" cy="421"/>
            </a:xfrm>
            <a:custGeom>
              <a:rect b="b" l="l" r="r" t="t"/>
              <a:pathLst>
                <a:path extrusionOk="0" h="421" w="900">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6" name="Google Shape;596;p16"/>
            <p:cNvSpPr/>
            <p:nvPr/>
          </p:nvSpPr>
          <p:spPr>
            <a:xfrm>
              <a:off x="2782" y="1068"/>
              <a:ext cx="428" cy="269"/>
            </a:xfrm>
            <a:custGeom>
              <a:rect b="b" l="l" r="r" t="t"/>
              <a:pathLst>
                <a:path extrusionOk="0" h="269" w="428">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7" name="Google Shape;597;p16"/>
            <p:cNvSpPr/>
            <p:nvPr/>
          </p:nvSpPr>
          <p:spPr>
            <a:xfrm>
              <a:off x="3554" y="1075"/>
              <a:ext cx="377" cy="239"/>
            </a:xfrm>
            <a:custGeom>
              <a:rect b="b" l="l" r="r" t="t"/>
              <a:pathLst>
                <a:path extrusionOk="0" h="239" w="377">
                  <a:moveTo>
                    <a:pt x="42" y="239"/>
                  </a:moveTo>
                  <a:cubicBezTo>
                    <a:pt x="89" y="224"/>
                    <a:pt x="285" y="178"/>
                    <a:pt x="335" y="146"/>
                  </a:cubicBezTo>
                  <a:cubicBezTo>
                    <a:pt x="372" y="115"/>
                    <a:pt x="377" y="75"/>
                    <a:pt x="342" y="47"/>
                  </a:cubicBezTo>
                  <a:cubicBezTo>
                    <a:pt x="286" y="23"/>
                    <a:pt x="71" y="10"/>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8" name="Google Shape;598;p16"/>
            <p:cNvSpPr/>
            <p:nvPr/>
          </p:nvSpPr>
          <p:spPr>
            <a:xfrm>
              <a:off x="3646" y="997"/>
              <a:ext cx="660" cy="336"/>
            </a:xfrm>
            <a:custGeom>
              <a:rect b="b" l="l" r="r" t="t"/>
              <a:pathLst>
                <a:path extrusionOk="0" h="300" w="646">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9" name="Google Shape;599;p16"/>
            <p:cNvSpPr/>
            <p:nvPr/>
          </p:nvSpPr>
          <p:spPr>
            <a:xfrm>
              <a:off x="4116" y="955"/>
              <a:ext cx="630" cy="397"/>
            </a:xfrm>
            <a:custGeom>
              <a:rect b="b" l="l" r="r" t="t"/>
              <a:pathLst>
                <a:path extrusionOk="0" h="397" w="630">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600" name="Google Shape;600;p16"/>
          <p:cNvGrpSpPr/>
          <p:nvPr/>
        </p:nvGrpSpPr>
        <p:grpSpPr>
          <a:xfrm>
            <a:off x="9538502" y="5794375"/>
            <a:ext cx="230973" cy="45719"/>
            <a:chOff x="2199" y="955"/>
            <a:chExt cx="2547" cy="506"/>
          </a:xfrm>
        </p:grpSpPr>
        <p:sp>
          <p:nvSpPr>
            <p:cNvPr id="601" name="Google Shape;601;p16"/>
            <p:cNvSpPr/>
            <p:nvPr/>
          </p:nvSpPr>
          <p:spPr>
            <a:xfrm>
              <a:off x="2199" y="1166"/>
              <a:ext cx="260" cy="281"/>
            </a:xfrm>
            <a:custGeom>
              <a:rect b="b" l="l" r="r" t="t"/>
              <a:pathLst>
                <a:path extrusionOk="0" h="281" w="260">
                  <a:moveTo>
                    <a:pt x="260" y="0"/>
                  </a:moveTo>
                  <a:cubicBezTo>
                    <a:pt x="224" y="19"/>
                    <a:pt x="79" y="77"/>
                    <a:pt x="42" y="112"/>
                  </a:cubicBezTo>
                  <a:cubicBezTo>
                    <a:pt x="5" y="143"/>
                    <a:pt x="0" y="183"/>
                    <a:pt x="35" y="211"/>
                  </a:cubicBezTo>
                  <a:cubicBezTo>
                    <a:pt x="70" y="239"/>
                    <a:pt x="208" y="266"/>
                    <a:pt x="253" y="281"/>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02" name="Google Shape;602;p16"/>
            <p:cNvSpPr/>
            <p:nvPr/>
          </p:nvSpPr>
          <p:spPr>
            <a:xfrm>
              <a:off x="2482" y="1040"/>
              <a:ext cx="900" cy="421"/>
            </a:xfrm>
            <a:custGeom>
              <a:rect b="b" l="l" r="r" t="t"/>
              <a:pathLst>
                <a:path extrusionOk="0" h="421" w="900">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03" name="Google Shape;603;p16"/>
            <p:cNvSpPr/>
            <p:nvPr/>
          </p:nvSpPr>
          <p:spPr>
            <a:xfrm>
              <a:off x="2782" y="1068"/>
              <a:ext cx="428" cy="269"/>
            </a:xfrm>
            <a:custGeom>
              <a:rect b="b" l="l" r="r" t="t"/>
              <a:pathLst>
                <a:path extrusionOk="0" h="269" w="428">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04" name="Google Shape;604;p16"/>
            <p:cNvSpPr/>
            <p:nvPr/>
          </p:nvSpPr>
          <p:spPr>
            <a:xfrm>
              <a:off x="3554" y="1075"/>
              <a:ext cx="377" cy="239"/>
            </a:xfrm>
            <a:custGeom>
              <a:rect b="b" l="l" r="r" t="t"/>
              <a:pathLst>
                <a:path extrusionOk="0" h="239" w="377">
                  <a:moveTo>
                    <a:pt x="42" y="239"/>
                  </a:moveTo>
                  <a:cubicBezTo>
                    <a:pt x="89" y="224"/>
                    <a:pt x="285" y="178"/>
                    <a:pt x="335" y="146"/>
                  </a:cubicBezTo>
                  <a:cubicBezTo>
                    <a:pt x="372" y="115"/>
                    <a:pt x="377" y="75"/>
                    <a:pt x="342" y="47"/>
                  </a:cubicBezTo>
                  <a:cubicBezTo>
                    <a:pt x="286" y="23"/>
                    <a:pt x="71" y="10"/>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05" name="Google Shape;605;p16"/>
            <p:cNvSpPr/>
            <p:nvPr/>
          </p:nvSpPr>
          <p:spPr>
            <a:xfrm>
              <a:off x="3646" y="997"/>
              <a:ext cx="660" cy="336"/>
            </a:xfrm>
            <a:custGeom>
              <a:rect b="b" l="l" r="r" t="t"/>
              <a:pathLst>
                <a:path extrusionOk="0" h="300" w="646">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06" name="Google Shape;606;p16"/>
            <p:cNvSpPr/>
            <p:nvPr/>
          </p:nvSpPr>
          <p:spPr>
            <a:xfrm>
              <a:off x="4116" y="955"/>
              <a:ext cx="630" cy="397"/>
            </a:xfrm>
            <a:custGeom>
              <a:rect b="b" l="l" r="r" t="t"/>
              <a:pathLst>
                <a:path extrusionOk="0" h="397" w="630">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607" name="Google Shape;607;p16"/>
          <p:cNvGrpSpPr/>
          <p:nvPr/>
        </p:nvGrpSpPr>
        <p:grpSpPr>
          <a:xfrm>
            <a:off x="7975063" y="2094561"/>
            <a:ext cx="466245" cy="434369"/>
            <a:chOff x="2920" y="1424"/>
            <a:chExt cx="326" cy="320"/>
          </a:xfrm>
        </p:grpSpPr>
        <p:sp>
          <p:nvSpPr>
            <p:cNvPr id="608" name="Google Shape;608;p16"/>
            <p:cNvSpPr/>
            <p:nvPr/>
          </p:nvSpPr>
          <p:spPr>
            <a:xfrm>
              <a:off x="2920" y="1445"/>
              <a:ext cx="326" cy="289"/>
            </a:xfrm>
            <a:prstGeom prst="ellipse">
              <a:avLst/>
            </a:prstGeom>
            <a:no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09" name="Google Shape;609;p16"/>
            <p:cNvGrpSpPr/>
            <p:nvPr/>
          </p:nvGrpSpPr>
          <p:grpSpPr>
            <a:xfrm>
              <a:off x="2949" y="1424"/>
              <a:ext cx="265" cy="280"/>
              <a:chOff x="2949" y="1424"/>
              <a:chExt cx="265" cy="280"/>
            </a:xfrm>
          </p:grpSpPr>
          <p:sp>
            <p:nvSpPr>
              <p:cNvPr id="610" name="Google Shape;610;p16"/>
              <p:cNvSpPr/>
              <p:nvPr/>
            </p:nvSpPr>
            <p:spPr>
              <a:xfrm>
                <a:off x="3030" y="1545"/>
                <a:ext cx="107" cy="92"/>
              </a:xfrm>
              <a:prstGeom prst="ellipse">
                <a:avLst/>
              </a:prstGeom>
              <a:no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1" name="Google Shape;611;p16"/>
              <p:cNvSpPr/>
              <p:nvPr/>
            </p:nvSpPr>
            <p:spPr>
              <a:xfrm>
                <a:off x="3006" y="1525"/>
                <a:ext cx="154" cy="131"/>
              </a:xfrm>
              <a:prstGeom prst="ellipse">
                <a:avLst/>
              </a:prstGeom>
              <a:no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2" name="Google Shape;612;p16"/>
              <p:cNvSpPr/>
              <p:nvPr/>
            </p:nvSpPr>
            <p:spPr>
              <a:xfrm>
                <a:off x="2983" y="1501"/>
                <a:ext cx="203" cy="179"/>
              </a:xfrm>
              <a:prstGeom prst="ellipse">
                <a:avLst/>
              </a:prstGeom>
              <a:no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3" name="Google Shape;613;p16"/>
              <p:cNvSpPr/>
              <p:nvPr/>
            </p:nvSpPr>
            <p:spPr>
              <a:xfrm>
                <a:off x="2949" y="1476"/>
                <a:ext cx="265" cy="228"/>
              </a:xfrm>
              <a:prstGeom prst="ellipse">
                <a:avLst/>
              </a:prstGeom>
              <a:no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4" name="Google Shape;614;p16"/>
              <p:cNvSpPr/>
              <p:nvPr/>
            </p:nvSpPr>
            <p:spPr>
              <a:xfrm flipH="1" rot="10800000">
                <a:off x="2987" y="1424"/>
                <a:ext cx="205" cy="143"/>
              </a:xfrm>
              <a:custGeom>
                <a:rect b="b" l="l" r="r" t="t"/>
                <a:pathLst>
                  <a:path extrusionOk="0" h="956" w="1180">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rgbClr val="9CE0F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615" name="Google Shape;615;p16"/>
            <p:cNvSpPr/>
            <p:nvPr/>
          </p:nvSpPr>
          <p:spPr>
            <a:xfrm>
              <a:off x="2995" y="1615"/>
              <a:ext cx="178" cy="129"/>
            </a:xfrm>
            <a:custGeom>
              <a:rect b="b" l="l" r="r" t="t"/>
              <a:pathLst>
                <a:path extrusionOk="0" h="956" w="1180">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rgbClr val="9CE0F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616" name="Google Shape;616;p16"/>
          <p:cNvGrpSpPr/>
          <p:nvPr/>
        </p:nvGrpSpPr>
        <p:grpSpPr>
          <a:xfrm>
            <a:off x="8050698" y="2309376"/>
            <a:ext cx="298450" cy="464008"/>
            <a:chOff x="3130" y="3288"/>
            <a:chExt cx="410" cy="742"/>
          </a:xfrm>
        </p:grpSpPr>
        <p:cxnSp>
          <p:nvCxnSpPr>
            <p:cNvPr id="617" name="Google Shape;617;p16"/>
            <p:cNvCxnSpPr/>
            <p:nvPr/>
          </p:nvCxnSpPr>
          <p:spPr>
            <a:xfrm flipH="1">
              <a:off x="3130" y="3288"/>
              <a:ext cx="205" cy="672"/>
            </a:xfrm>
            <a:prstGeom prst="straightConnector1">
              <a:avLst/>
            </a:prstGeom>
            <a:noFill/>
            <a:ln cap="flat" cmpd="sng" w="19050">
              <a:solidFill>
                <a:schemeClr val="dk1"/>
              </a:solidFill>
              <a:prstDash val="solid"/>
              <a:round/>
              <a:headEnd len="med" w="med" type="none"/>
              <a:tailEnd len="med" w="med" type="none"/>
            </a:ln>
          </p:spPr>
        </p:cxnSp>
        <p:cxnSp>
          <p:nvCxnSpPr>
            <p:cNvPr id="618" name="Google Shape;618;p16"/>
            <p:cNvCxnSpPr/>
            <p:nvPr/>
          </p:nvCxnSpPr>
          <p:spPr>
            <a:xfrm>
              <a:off x="3335" y="3288"/>
              <a:ext cx="205" cy="669"/>
            </a:xfrm>
            <a:prstGeom prst="straightConnector1">
              <a:avLst/>
            </a:prstGeom>
            <a:noFill/>
            <a:ln cap="flat" cmpd="sng" w="19050">
              <a:solidFill>
                <a:schemeClr val="dk1"/>
              </a:solidFill>
              <a:prstDash val="solid"/>
              <a:round/>
              <a:headEnd len="med" w="med" type="none"/>
              <a:tailEnd len="med" w="med" type="none"/>
            </a:ln>
          </p:spPr>
        </p:cxnSp>
        <p:cxnSp>
          <p:nvCxnSpPr>
            <p:cNvPr id="619" name="Google Shape;619;p16"/>
            <p:cNvCxnSpPr/>
            <p:nvPr/>
          </p:nvCxnSpPr>
          <p:spPr>
            <a:xfrm>
              <a:off x="3130"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620" name="Google Shape;620;p16"/>
            <p:cNvCxnSpPr/>
            <p:nvPr/>
          </p:nvCxnSpPr>
          <p:spPr>
            <a:xfrm flipH="1">
              <a:off x="3335"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621" name="Google Shape;621;p16"/>
            <p:cNvCxnSpPr/>
            <p:nvPr/>
          </p:nvCxnSpPr>
          <p:spPr>
            <a:xfrm>
              <a:off x="3335" y="3303"/>
              <a:ext cx="0" cy="727"/>
            </a:xfrm>
            <a:prstGeom prst="straightConnector1">
              <a:avLst/>
            </a:prstGeom>
            <a:noFill/>
            <a:ln cap="flat" cmpd="sng" w="19050">
              <a:solidFill>
                <a:schemeClr val="dk1"/>
              </a:solidFill>
              <a:prstDash val="solid"/>
              <a:round/>
              <a:headEnd len="med" w="med" type="none"/>
              <a:tailEnd len="med" w="med" type="none"/>
            </a:ln>
          </p:spPr>
        </p:cxnSp>
        <p:cxnSp>
          <p:nvCxnSpPr>
            <p:cNvPr id="622" name="Google Shape;622;p16"/>
            <p:cNvCxnSpPr/>
            <p:nvPr/>
          </p:nvCxnSpPr>
          <p:spPr>
            <a:xfrm flipH="1" rot="10800000">
              <a:off x="3130" y="3888"/>
              <a:ext cx="205" cy="72"/>
            </a:xfrm>
            <a:prstGeom prst="straightConnector1">
              <a:avLst/>
            </a:prstGeom>
            <a:noFill/>
            <a:ln cap="flat" cmpd="sng" w="19050">
              <a:solidFill>
                <a:schemeClr val="dk1"/>
              </a:solidFill>
              <a:prstDash val="solid"/>
              <a:round/>
              <a:headEnd len="med" w="med" type="none"/>
              <a:tailEnd len="med" w="med" type="none"/>
            </a:ln>
          </p:spPr>
        </p:cxnSp>
        <p:cxnSp>
          <p:nvCxnSpPr>
            <p:cNvPr id="623" name="Google Shape;623;p16"/>
            <p:cNvCxnSpPr/>
            <p:nvPr/>
          </p:nvCxnSpPr>
          <p:spPr>
            <a:xfrm rot="10800000">
              <a:off x="3335" y="3888"/>
              <a:ext cx="205" cy="69"/>
            </a:xfrm>
            <a:prstGeom prst="straightConnector1">
              <a:avLst/>
            </a:prstGeom>
            <a:noFill/>
            <a:ln cap="flat" cmpd="sng" w="19050">
              <a:solidFill>
                <a:schemeClr val="dk1"/>
              </a:solidFill>
              <a:prstDash val="solid"/>
              <a:round/>
              <a:headEnd len="med" w="med" type="none"/>
              <a:tailEnd len="med" w="med" type="none"/>
            </a:ln>
          </p:spPr>
        </p:cxnSp>
        <p:cxnSp>
          <p:nvCxnSpPr>
            <p:cNvPr id="624" name="Google Shape;624;p16"/>
            <p:cNvCxnSpPr/>
            <p:nvPr/>
          </p:nvCxnSpPr>
          <p:spPr>
            <a:xfrm>
              <a:off x="3217" y="3668"/>
              <a:ext cx="118" cy="55"/>
            </a:xfrm>
            <a:prstGeom prst="straightConnector1">
              <a:avLst/>
            </a:prstGeom>
            <a:noFill/>
            <a:ln cap="flat" cmpd="sng" w="19050">
              <a:solidFill>
                <a:schemeClr val="dk1"/>
              </a:solidFill>
              <a:prstDash val="solid"/>
              <a:round/>
              <a:headEnd len="med" w="med" type="none"/>
              <a:tailEnd len="med" w="med" type="none"/>
            </a:ln>
          </p:spPr>
        </p:cxnSp>
        <p:cxnSp>
          <p:nvCxnSpPr>
            <p:cNvPr id="625" name="Google Shape;625;p16"/>
            <p:cNvCxnSpPr/>
            <p:nvPr/>
          </p:nvCxnSpPr>
          <p:spPr>
            <a:xfrm flipH="1" rot="10800000">
              <a:off x="3335" y="3668"/>
              <a:ext cx="124" cy="55"/>
            </a:xfrm>
            <a:prstGeom prst="straightConnector1">
              <a:avLst/>
            </a:prstGeom>
            <a:noFill/>
            <a:ln cap="flat" cmpd="sng" w="19050">
              <a:solidFill>
                <a:schemeClr val="dk1"/>
              </a:solidFill>
              <a:prstDash val="solid"/>
              <a:round/>
              <a:headEnd len="med" w="med" type="none"/>
              <a:tailEnd len="med" w="med" type="none"/>
            </a:ln>
          </p:spPr>
        </p:cxnSp>
        <p:cxnSp>
          <p:nvCxnSpPr>
            <p:cNvPr id="626" name="Google Shape;626;p16"/>
            <p:cNvCxnSpPr/>
            <p:nvPr/>
          </p:nvCxnSpPr>
          <p:spPr>
            <a:xfrm>
              <a:off x="3178" y="3766"/>
              <a:ext cx="152" cy="75"/>
            </a:xfrm>
            <a:prstGeom prst="straightConnector1">
              <a:avLst/>
            </a:prstGeom>
            <a:noFill/>
            <a:ln cap="flat" cmpd="sng" w="19050">
              <a:solidFill>
                <a:schemeClr val="dk1"/>
              </a:solidFill>
              <a:prstDash val="solid"/>
              <a:round/>
              <a:headEnd len="med" w="med" type="none"/>
              <a:tailEnd len="med" w="med" type="none"/>
            </a:ln>
          </p:spPr>
        </p:cxnSp>
        <p:cxnSp>
          <p:nvCxnSpPr>
            <p:cNvPr id="627" name="Google Shape;627;p16"/>
            <p:cNvCxnSpPr/>
            <p:nvPr/>
          </p:nvCxnSpPr>
          <p:spPr>
            <a:xfrm flipH="1" rot="10800000">
              <a:off x="3335" y="3781"/>
              <a:ext cx="153" cy="66"/>
            </a:xfrm>
            <a:prstGeom prst="straightConnector1">
              <a:avLst/>
            </a:prstGeom>
            <a:noFill/>
            <a:ln cap="flat" cmpd="sng" w="19050">
              <a:solidFill>
                <a:schemeClr val="dk1"/>
              </a:solidFill>
              <a:prstDash val="solid"/>
              <a:round/>
              <a:headEnd len="med" w="med" type="none"/>
              <a:tailEnd len="med" w="med" type="none"/>
            </a:ln>
          </p:spPr>
        </p:cxnSp>
        <p:cxnSp>
          <p:nvCxnSpPr>
            <p:cNvPr id="628" name="Google Shape;628;p16"/>
            <p:cNvCxnSpPr/>
            <p:nvPr/>
          </p:nvCxnSpPr>
          <p:spPr>
            <a:xfrm flipH="1" rot="10800000">
              <a:off x="3335" y="3567"/>
              <a:ext cx="78" cy="27"/>
            </a:xfrm>
            <a:prstGeom prst="straightConnector1">
              <a:avLst/>
            </a:prstGeom>
            <a:noFill/>
            <a:ln cap="flat" cmpd="sng" w="19050">
              <a:solidFill>
                <a:schemeClr val="dk1"/>
              </a:solidFill>
              <a:prstDash val="solid"/>
              <a:round/>
              <a:headEnd len="med" w="med" type="none"/>
              <a:tailEnd len="med" w="med" type="none"/>
            </a:ln>
          </p:spPr>
        </p:cxnSp>
        <p:cxnSp>
          <p:nvCxnSpPr>
            <p:cNvPr id="629" name="Google Shape;629;p16"/>
            <p:cNvCxnSpPr/>
            <p:nvPr/>
          </p:nvCxnSpPr>
          <p:spPr>
            <a:xfrm flipH="1" rot="10800000">
              <a:off x="3335" y="3428"/>
              <a:ext cx="49" cy="21"/>
            </a:xfrm>
            <a:prstGeom prst="straightConnector1">
              <a:avLst/>
            </a:prstGeom>
            <a:noFill/>
            <a:ln cap="flat" cmpd="sng" w="19050">
              <a:solidFill>
                <a:schemeClr val="dk1"/>
              </a:solidFill>
              <a:prstDash val="solid"/>
              <a:round/>
              <a:headEnd len="med" w="med" type="none"/>
              <a:tailEnd len="med" w="med" type="none"/>
            </a:ln>
          </p:spPr>
        </p:cxnSp>
        <p:cxnSp>
          <p:nvCxnSpPr>
            <p:cNvPr id="630" name="Google Shape;630;p16"/>
            <p:cNvCxnSpPr/>
            <p:nvPr/>
          </p:nvCxnSpPr>
          <p:spPr>
            <a:xfrm>
              <a:off x="3247" y="3558"/>
              <a:ext cx="95" cy="36"/>
            </a:xfrm>
            <a:prstGeom prst="straightConnector1">
              <a:avLst/>
            </a:prstGeom>
            <a:noFill/>
            <a:ln cap="flat" cmpd="sng" w="19050">
              <a:solidFill>
                <a:schemeClr val="dk1"/>
              </a:solidFill>
              <a:prstDash val="solid"/>
              <a:round/>
              <a:headEnd len="med" w="med" type="none"/>
              <a:tailEnd len="med" w="med" type="none"/>
            </a:ln>
          </p:spPr>
        </p:cxnSp>
        <p:cxnSp>
          <p:nvCxnSpPr>
            <p:cNvPr id="631" name="Google Shape;631;p16"/>
            <p:cNvCxnSpPr/>
            <p:nvPr/>
          </p:nvCxnSpPr>
          <p:spPr>
            <a:xfrm>
              <a:off x="3289" y="3422"/>
              <a:ext cx="55" cy="36"/>
            </a:xfrm>
            <a:prstGeom prst="straightConnector1">
              <a:avLst/>
            </a:prstGeom>
            <a:noFill/>
            <a:ln cap="flat" cmpd="sng" w="19050">
              <a:solidFill>
                <a:schemeClr val="dk1"/>
              </a:solidFill>
              <a:prstDash val="solid"/>
              <a:round/>
              <a:headEnd len="med" w="med" type="none"/>
              <a:tailEnd len="med" w="med" type="none"/>
            </a:ln>
          </p:spPr>
        </p:cxnSp>
      </p:grpSp>
      <p:grpSp>
        <p:nvGrpSpPr>
          <p:cNvPr id="632" name="Google Shape;632;p16"/>
          <p:cNvGrpSpPr/>
          <p:nvPr/>
        </p:nvGrpSpPr>
        <p:grpSpPr>
          <a:xfrm>
            <a:off x="9885167" y="5352639"/>
            <a:ext cx="309187" cy="167750"/>
            <a:chOff x="3668110" y="2448910"/>
            <a:chExt cx="3794234" cy="2165130"/>
          </a:xfrm>
        </p:grpSpPr>
        <p:sp>
          <p:nvSpPr>
            <p:cNvPr id="633" name="Google Shape;633;p16"/>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E4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4" name="Google Shape;634;p16"/>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635" name="Google Shape;635;p16"/>
            <p:cNvGrpSpPr/>
            <p:nvPr/>
          </p:nvGrpSpPr>
          <p:grpSpPr>
            <a:xfrm>
              <a:off x="3941378" y="2603243"/>
              <a:ext cx="3202061" cy="1066110"/>
              <a:chOff x="7939341" y="3037317"/>
              <a:chExt cx="897649" cy="353919"/>
            </a:xfrm>
          </p:grpSpPr>
          <p:sp>
            <p:nvSpPr>
              <p:cNvPr id="636" name="Google Shape;636;p16"/>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7" name="Google Shape;637;p16"/>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8" name="Google Shape;638;p16"/>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9" name="Google Shape;639;p16"/>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EC86A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40" name="Google Shape;640;p16"/>
          <p:cNvGrpSpPr/>
          <p:nvPr/>
        </p:nvGrpSpPr>
        <p:grpSpPr>
          <a:xfrm>
            <a:off x="1104900" y="5189517"/>
            <a:ext cx="5226627" cy="1233055"/>
            <a:chOff x="1104900" y="5320145"/>
            <a:chExt cx="5226627" cy="1233055"/>
          </a:xfrm>
        </p:grpSpPr>
        <p:sp>
          <p:nvSpPr>
            <p:cNvPr id="641" name="Google Shape;641;p16"/>
            <p:cNvSpPr txBox="1"/>
            <p:nvPr/>
          </p:nvSpPr>
          <p:spPr>
            <a:xfrm>
              <a:off x="1262675" y="5424331"/>
              <a:ext cx="4933787" cy="1036887"/>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C00000"/>
                </a:buClr>
                <a:buSzPts val="2400"/>
                <a:buFont typeface="Calibri"/>
                <a:buNone/>
              </a:pPr>
              <a:r>
                <a:rPr b="0" i="1" lang="en-US" sz="2400" u="none" cap="none" strike="noStrike">
                  <a:solidFill>
                    <a:srgbClr val="C00000"/>
                  </a:solidFill>
                  <a:latin typeface="Calibri"/>
                  <a:ea typeface="Calibri"/>
                  <a:cs typeface="Calibri"/>
                  <a:sym typeface="Calibri"/>
                </a:rPr>
                <a:t>link layer </a:t>
              </a:r>
              <a:r>
                <a:rPr b="0" i="1" lang="en-US" sz="2400" u="none" cap="none" strike="noStrike">
                  <a:solidFill>
                    <a:srgbClr val="000000"/>
                  </a:solidFill>
                  <a:latin typeface="Calibri"/>
                  <a:ea typeface="Calibri"/>
                  <a:cs typeface="Calibri"/>
                  <a:sym typeface="Calibri"/>
                </a:rPr>
                <a:t>has responsibility of </a:t>
              </a:r>
              <a:endParaRPr/>
            </a:p>
            <a:p>
              <a:pPr indent="0" lvl="0" marL="0" marR="0" rtl="0" algn="ctr">
                <a:lnSpc>
                  <a:spcPct val="85000"/>
                </a:lnSpc>
                <a:spcBef>
                  <a:spcPts val="0"/>
                </a:spcBef>
                <a:spcAft>
                  <a:spcPts val="0"/>
                </a:spcAft>
                <a:buClr>
                  <a:srgbClr val="000000"/>
                </a:buClr>
                <a:buSzPts val="2400"/>
                <a:buFont typeface="Calibri"/>
                <a:buNone/>
              </a:pPr>
              <a:r>
                <a:rPr b="0" i="1" lang="en-US" sz="2400" u="none" cap="none" strike="noStrike">
                  <a:solidFill>
                    <a:srgbClr val="000000"/>
                  </a:solidFill>
                  <a:latin typeface="Calibri"/>
                  <a:ea typeface="Calibri"/>
                  <a:cs typeface="Calibri"/>
                  <a:sym typeface="Calibri"/>
                </a:rPr>
                <a:t>transferring datagram from one node </a:t>
              </a:r>
              <a:endParaRPr/>
            </a:p>
            <a:p>
              <a:pPr indent="0" lvl="0" marL="0" marR="0" rtl="0" algn="ctr">
                <a:lnSpc>
                  <a:spcPct val="85000"/>
                </a:lnSpc>
                <a:spcBef>
                  <a:spcPts val="0"/>
                </a:spcBef>
                <a:spcAft>
                  <a:spcPts val="0"/>
                </a:spcAft>
                <a:buClr>
                  <a:srgbClr val="000000"/>
                </a:buClr>
                <a:buSzPts val="2400"/>
                <a:buFont typeface="Calibri"/>
                <a:buNone/>
              </a:pPr>
              <a:r>
                <a:rPr b="0" i="1" lang="en-US" sz="2400" u="none" cap="none" strike="noStrike">
                  <a:solidFill>
                    <a:srgbClr val="000000"/>
                  </a:solidFill>
                  <a:latin typeface="Calibri"/>
                  <a:ea typeface="Calibri"/>
                  <a:cs typeface="Calibri"/>
                  <a:sym typeface="Calibri"/>
                </a:rPr>
                <a:t>to </a:t>
              </a:r>
              <a:r>
                <a:rPr b="0" i="1" lang="en-US" sz="2400" u="none" cap="none" strike="noStrike">
                  <a:solidFill>
                    <a:srgbClr val="C00000"/>
                  </a:solidFill>
                  <a:latin typeface="Calibri"/>
                  <a:ea typeface="Calibri"/>
                  <a:cs typeface="Calibri"/>
                  <a:sym typeface="Calibri"/>
                </a:rPr>
                <a:t>physically adjacent </a:t>
              </a:r>
              <a:r>
                <a:rPr b="0" i="1" lang="en-US" sz="2400" u="none" cap="none" strike="noStrike">
                  <a:solidFill>
                    <a:srgbClr val="000000"/>
                  </a:solidFill>
                  <a:latin typeface="Calibri"/>
                  <a:ea typeface="Calibri"/>
                  <a:cs typeface="Calibri"/>
                  <a:sym typeface="Calibri"/>
                </a:rPr>
                <a:t>node over a link</a:t>
              </a:r>
              <a:endParaRPr b="0" i="1" sz="1800" u="none" cap="none" strike="noStrike">
                <a:solidFill>
                  <a:srgbClr val="000000"/>
                </a:solidFill>
                <a:latin typeface="Calibri"/>
                <a:ea typeface="Calibri"/>
                <a:cs typeface="Calibri"/>
                <a:sym typeface="Calibri"/>
              </a:endParaRPr>
            </a:p>
          </p:txBody>
        </p:sp>
        <p:sp>
          <p:nvSpPr>
            <p:cNvPr id="642" name="Google Shape;642;p16"/>
            <p:cNvSpPr/>
            <p:nvPr/>
          </p:nvSpPr>
          <p:spPr>
            <a:xfrm>
              <a:off x="1104900" y="5320145"/>
              <a:ext cx="5226627" cy="1233055"/>
            </a:xfrm>
            <a:prstGeom prst="rect">
              <a:avLst/>
            </a:prstGeom>
            <a:no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643" name="Google Shape;643;p1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Link Layer </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0"/>
                                        </p:tgtEl>
                                        <p:attrNameLst>
                                          <p:attrName>style.visibility</p:attrName>
                                        </p:attrNameLst>
                                      </p:cBhvr>
                                      <p:to>
                                        <p:strVal val="visible"/>
                                      </p:to>
                                    </p:set>
                                    <p:animEffect filter="fade" transition="in">
                                      <p:cBhvr>
                                        <p:cTn dur="500"/>
                                        <p:tgtEl>
                                          <p:spTgt spid="6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p17"/>
          <p:cNvSpPr txBox="1"/>
          <p:nvPr>
            <p:ph type="title"/>
          </p:nvPr>
        </p:nvSpPr>
        <p:spPr>
          <a:xfrm>
            <a:off x="1048916" y="40000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5400"/>
              <a:buFont typeface="Calibri"/>
              <a:buNone/>
            </a:pPr>
            <a:r>
              <a:rPr lang="en-US" sz="5400"/>
              <a:t>Link layer: context</a:t>
            </a:r>
            <a:endParaRPr sz="5400"/>
          </a:p>
        </p:txBody>
      </p:sp>
      <p:sp>
        <p:nvSpPr>
          <p:cNvPr id="650" name="Google Shape;650;p17"/>
          <p:cNvSpPr txBox="1"/>
          <p:nvPr/>
        </p:nvSpPr>
        <p:spPr>
          <a:xfrm>
            <a:off x="959572" y="1533958"/>
            <a:ext cx="5291937" cy="4866841"/>
          </a:xfrm>
          <a:prstGeom prst="rect">
            <a:avLst/>
          </a:prstGeom>
          <a:noFill/>
          <a:ln>
            <a:noFill/>
          </a:ln>
        </p:spPr>
        <p:txBody>
          <a:bodyPr anchorCtr="0" anchor="t" bIns="45700" lIns="91425" spcFirstLastPara="1" rIns="91425" wrap="square" tIns="45700">
            <a:normAutofit/>
          </a:bodyPr>
          <a:lstStyle/>
          <a:p>
            <a:pPr indent="-334963" lvl="0" marL="35242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datagram transferred by </a:t>
            </a:r>
            <a:r>
              <a:rPr b="0" i="0" lang="en-US" sz="3200" u="none" cap="none" strike="noStrike">
                <a:solidFill>
                  <a:srgbClr val="C00000"/>
                </a:solidFill>
                <a:latin typeface="Calibri"/>
                <a:ea typeface="Calibri"/>
                <a:cs typeface="Calibri"/>
                <a:sym typeface="Calibri"/>
              </a:rPr>
              <a:t>different link protocols</a:t>
            </a:r>
            <a:r>
              <a:rPr b="0" i="0" lang="en-US" sz="3200" u="none" cap="none" strike="noStrike">
                <a:solidFill>
                  <a:srgbClr val="000000"/>
                </a:solidFill>
                <a:latin typeface="Calibri"/>
                <a:ea typeface="Calibri"/>
                <a:cs typeface="Calibri"/>
                <a:sym typeface="Calibri"/>
              </a:rPr>
              <a:t> over different links: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e.g., WiFi on first link, Ethernet on next link</a:t>
            </a:r>
            <a:endParaRPr/>
          </a:p>
          <a:p>
            <a:pPr indent="-334963" lvl="0" marL="352425"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each link protocol provides different services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e.g., </a:t>
            </a:r>
            <a:r>
              <a:rPr b="0" i="0" lang="en-US" sz="2800" u="none" cap="none" strike="noStrike">
                <a:solidFill>
                  <a:srgbClr val="C00000"/>
                </a:solidFill>
                <a:latin typeface="Calibri"/>
                <a:ea typeface="Calibri"/>
                <a:cs typeface="Calibri"/>
                <a:sym typeface="Calibri"/>
              </a:rPr>
              <a:t>may or may not </a:t>
            </a:r>
            <a:r>
              <a:rPr b="0" i="0" lang="en-US" sz="2800" u="none" cap="none" strike="noStrike">
                <a:solidFill>
                  <a:srgbClr val="000000"/>
                </a:solidFill>
                <a:latin typeface="Calibri"/>
                <a:ea typeface="Calibri"/>
                <a:cs typeface="Calibri"/>
                <a:sym typeface="Calibri"/>
              </a:rPr>
              <a:t>provide reliable data transfer over link</a:t>
            </a:r>
            <a:endParaRPr/>
          </a:p>
        </p:txBody>
      </p:sp>
      <p:grpSp>
        <p:nvGrpSpPr>
          <p:cNvPr id="651" name="Google Shape;651;p17"/>
          <p:cNvGrpSpPr/>
          <p:nvPr/>
        </p:nvGrpSpPr>
        <p:grpSpPr>
          <a:xfrm>
            <a:off x="6792968" y="1533958"/>
            <a:ext cx="6086967" cy="3109070"/>
            <a:chOff x="7205350" y="2695013"/>
            <a:chExt cx="3345270" cy="1708680"/>
          </a:xfrm>
        </p:grpSpPr>
        <p:sp>
          <p:nvSpPr>
            <p:cNvPr id="652" name="Google Shape;652;p17"/>
            <p:cNvSpPr/>
            <p:nvPr/>
          </p:nvSpPr>
          <p:spPr>
            <a:xfrm>
              <a:off x="8985188" y="3065778"/>
              <a:ext cx="1124807" cy="1337915"/>
            </a:xfrm>
            <a:custGeom>
              <a:rect b="b" l="l" r="r" t="t"/>
              <a:pathLst>
                <a:path extrusionOk="0" h="1800235" w="1549812">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653" name="Google Shape;653;p17"/>
            <p:cNvGrpSpPr/>
            <p:nvPr/>
          </p:nvGrpSpPr>
          <p:grpSpPr>
            <a:xfrm>
              <a:off x="7205350" y="3289251"/>
              <a:ext cx="1458912" cy="933450"/>
              <a:chOff x="2889" y="1631"/>
              <a:chExt cx="980" cy="743"/>
            </a:xfrm>
          </p:grpSpPr>
          <p:sp>
            <p:nvSpPr>
              <p:cNvPr id="654" name="Google Shape;654;p17"/>
              <p:cNvSpPr/>
              <p:nvPr/>
            </p:nvSpPr>
            <p:spPr>
              <a:xfrm>
                <a:off x="3046" y="1841"/>
                <a:ext cx="663" cy="533"/>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55" name="Google Shape;655;p17"/>
              <p:cNvSpPr/>
              <p:nvPr/>
            </p:nvSpPr>
            <p:spPr>
              <a:xfrm>
                <a:off x="2889" y="1631"/>
                <a:ext cx="980" cy="253"/>
              </a:xfrm>
              <a:prstGeom prst="triangle">
                <a:avLst>
                  <a:gd fmla="val 50000" name="adj"/>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rgbClr val="00CCFF"/>
                  </a:solidFill>
                  <a:latin typeface="Arial"/>
                  <a:ea typeface="Arial"/>
                  <a:cs typeface="Arial"/>
                  <a:sym typeface="Arial"/>
                </a:endParaRPr>
              </a:p>
            </p:txBody>
          </p:sp>
        </p:grpSp>
        <p:sp>
          <p:nvSpPr>
            <p:cNvPr id="656" name="Google Shape;656;p17"/>
            <p:cNvSpPr/>
            <p:nvPr/>
          </p:nvSpPr>
          <p:spPr>
            <a:xfrm>
              <a:off x="9279068" y="3677908"/>
              <a:ext cx="305749" cy="197847"/>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57" name="Google Shape;657;p17"/>
            <p:cNvCxnSpPr/>
            <p:nvPr/>
          </p:nvCxnSpPr>
          <p:spPr>
            <a:xfrm rot="10800000">
              <a:off x="9895195" y="4087742"/>
              <a:ext cx="655425" cy="0"/>
            </a:xfrm>
            <a:prstGeom prst="straightConnector1">
              <a:avLst/>
            </a:prstGeom>
            <a:noFill/>
            <a:ln cap="flat" cmpd="sng" w="19050">
              <a:solidFill>
                <a:srgbClr val="E40000"/>
              </a:solidFill>
              <a:prstDash val="solid"/>
              <a:miter lim="800000"/>
              <a:headEnd len="sm" w="sm" type="none"/>
              <a:tailEnd len="sm" w="sm" type="none"/>
            </a:ln>
          </p:spPr>
        </p:cxnSp>
        <p:cxnSp>
          <p:nvCxnSpPr>
            <p:cNvPr id="658" name="Google Shape;658;p17"/>
            <p:cNvCxnSpPr/>
            <p:nvPr/>
          </p:nvCxnSpPr>
          <p:spPr>
            <a:xfrm rot="10800000">
              <a:off x="9219616" y="4087742"/>
              <a:ext cx="655425" cy="0"/>
            </a:xfrm>
            <a:prstGeom prst="straightConnector1">
              <a:avLst/>
            </a:prstGeom>
            <a:noFill/>
            <a:ln cap="flat" cmpd="sng" w="19050">
              <a:solidFill>
                <a:srgbClr val="E40000"/>
              </a:solidFill>
              <a:prstDash val="solid"/>
              <a:miter lim="800000"/>
              <a:headEnd len="sm" w="sm" type="none"/>
              <a:tailEnd len="sm" w="sm" type="none"/>
            </a:ln>
          </p:spPr>
        </p:cxnSp>
        <p:cxnSp>
          <p:nvCxnSpPr>
            <p:cNvPr id="659" name="Google Shape;659;p17"/>
            <p:cNvCxnSpPr/>
            <p:nvPr/>
          </p:nvCxnSpPr>
          <p:spPr>
            <a:xfrm flipH="1">
              <a:off x="9276868" y="3507672"/>
              <a:ext cx="382424" cy="517050"/>
            </a:xfrm>
            <a:prstGeom prst="straightConnector1">
              <a:avLst/>
            </a:prstGeom>
            <a:noFill/>
            <a:ln cap="flat" cmpd="sng" w="19050">
              <a:solidFill>
                <a:srgbClr val="E40000"/>
              </a:solidFill>
              <a:prstDash val="solid"/>
              <a:miter lim="800000"/>
              <a:headEnd len="sm" w="sm" type="none"/>
              <a:tailEnd len="sm" w="sm" type="none"/>
            </a:ln>
          </p:spPr>
        </p:cxnSp>
        <p:cxnSp>
          <p:nvCxnSpPr>
            <p:cNvPr id="660" name="Google Shape;660;p17"/>
            <p:cNvCxnSpPr/>
            <p:nvPr/>
          </p:nvCxnSpPr>
          <p:spPr>
            <a:xfrm>
              <a:off x="9733069" y="3507672"/>
              <a:ext cx="0" cy="540294"/>
            </a:xfrm>
            <a:prstGeom prst="straightConnector1">
              <a:avLst/>
            </a:prstGeom>
            <a:noFill/>
            <a:ln cap="flat" cmpd="sng" w="19050">
              <a:solidFill>
                <a:srgbClr val="E40000"/>
              </a:solidFill>
              <a:prstDash val="solid"/>
              <a:miter lim="800000"/>
              <a:headEnd len="sm" w="sm" type="none"/>
              <a:tailEnd len="sm" w="sm" type="none"/>
            </a:ln>
          </p:spPr>
        </p:cxnSp>
        <p:cxnSp>
          <p:nvCxnSpPr>
            <p:cNvPr id="661" name="Google Shape;661;p17"/>
            <p:cNvCxnSpPr/>
            <p:nvPr/>
          </p:nvCxnSpPr>
          <p:spPr>
            <a:xfrm flipH="1">
              <a:off x="9798719" y="2695013"/>
              <a:ext cx="380432" cy="694807"/>
            </a:xfrm>
            <a:prstGeom prst="straightConnector1">
              <a:avLst/>
            </a:prstGeom>
            <a:noFill/>
            <a:ln cap="flat" cmpd="sng" w="19050">
              <a:solidFill>
                <a:srgbClr val="E40000"/>
              </a:solidFill>
              <a:prstDash val="solid"/>
              <a:miter lim="800000"/>
              <a:headEnd len="sm" w="sm" type="none"/>
              <a:tailEnd len="sm" w="sm" type="none"/>
            </a:ln>
          </p:spPr>
        </p:cxnSp>
        <p:cxnSp>
          <p:nvCxnSpPr>
            <p:cNvPr id="662" name="Google Shape;662;p17"/>
            <p:cNvCxnSpPr/>
            <p:nvPr/>
          </p:nvCxnSpPr>
          <p:spPr>
            <a:xfrm>
              <a:off x="8247778" y="3829970"/>
              <a:ext cx="0" cy="131762"/>
            </a:xfrm>
            <a:prstGeom prst="straightConnector1">
              <a:avLst/>
            </a:prstGeom>
            <a:noFill/>
            <a:ln cap="flat" cmpd="sng" w="19050">
              <a:solidFill>
                <a:srgbClr val="E40000"/>
              </a:solidFill>
              <a:prstDash val="solid"/>
              <a:round/>
              <a:headEnd len="med" w="med" type="none"/>
              <a:tailEnd len="med" w="med" type="none"/>
            </a:ln>
          </p:spPr>
        </p:cxnSp>
        <p:cxnSp>
          <p:nvCxnSpPr>
            <p:cNvPr id="663" name="Google Shape;663;p17"/>
            <p:cNvCxnSpPr/>
            <p:nvPr/>
          </p:nvCxnSpPr>
          <p:spPr>
            <a:xfrm flipH="1" rot="10800000">
              <a:off x="7896666" y="4041107"/>
              <a:ext cx="168275" cy="3175"/>
            </a:xfrm>
            <a:prstGeom prst="straightConnector1">
              <a:avLst/>
            </a:prstGeom>
            <a:noFill/>
            <a:ln cap="flat" cmpd="sng" w="19050">
              <a:solidFill>
                <a:srgbClr val="E40000"/>
              </a:solidFill>
              <a:prstDash val="solid"/>
              <a:round/>
              <a:headEnd len="med" w="med" type="none"/>
              <a:tailEnd len="med" w="med" type="none"/>
            </a:ln>
          </p:spPr>
        </p:cxnSp>
        <p:cxnSp>
          <p:nvCxnSpPr>
            <p:cNvPr id="664" name="Google Shape;664;p17"/>
            <p:cNvCxnSpPr/>
            <p:nvPr/>
          </p:nvCxnSpPr>
          <p:spPr>
            <a:xfrm flipH="1" rot="10800000">
              <a:off x="8244554" y="4047456"/>
              <a:ext cx="969051" cy="3175"/>
            </a:xfrm>
            <a:prstGeom prst="straightConnector1">
              <a:avLst/>
            </a:prstGeom>
            <a:noFill/>
            <a:ln cap="flat" cmpd="sng" w="19050">
              <a:solidFill>
                <a:srgbClr val="E40000"/>
              </a:solidFill>
              <a:prstDash val="solid"/>
              <a:round/>
              <a:headEnd len="med" w="med" type="none"/>
              <a:tailEnd len="med" w="med" type="none"/>
            </a:ln>
          </p:spPr>
        </p:cxnSp>
        <p:pic>
          <p:nvPicPr>
            <p:cNvPr descr="antenna_radiation_stylized" id="665" name="Google Shape;665;p17"/>
            <p:cNvPicPr preferRelativeResize="0"/>
            <p:nvPr/>
          </p:nvPicPr>
          <p:blipFill rotWithShape="1">
            <a:blip r:embed="rId3">
              <a:alphaModFix/>
            </a:blip>
            <a:srcRect b="0" l="0" r="0" t="0"/>
            <a:stretch/>
          </p:blipFill>
          <p:spPr>
            <a:xfrm>
              <a:off x="7562238" y="3813930"/>
              <a:ext cx="506412" cy="106009"/>
            </a:xfrm>
            <a:prstGeom prst="rect">
              <a:avLst/>
            </a:prstGeom>
            <a:noFill/>
            <a:ln>
              <a:noFill/>
            </a:ln>
          </p:spPr>
        </p:pic>
        <p:pic>
          <p:nvPicPr>
            <p:cNvPr descr="access_point_stylized_small" id="666" name="Google Shape;666;p17"/>
            <p:cNvPicPr preferRelativeResize="0"/>
            <p:nvPr/>
          </p:nvPicPr>
          <p:blipFill rotWithShape="1">
            <a:blip r:embed="rId4">
              <a:alphaModFix/>
            </a:blip>
            <a:srcRect b="0" l="0" r="0" t="0"/>
            <a:stretch/>
          </p:blipFill>
          <p:spPr>
            <a:xfrm>
              <a:off x="7613882" y="3861899"/>
              <a:ext cx="370169" cy="306751"/>
            </a:xfrm>
            <a:prstGeom prst="rect">
              <a:avLst/>
            </a:prstGeom>
            <a:noFill/>
            <a:ln>
              <a:noFill/>
            </a:ln>
          </p:spPr>
        </p:pic>
        <p:grpSp>
          <p:nvGrpSpPr>
            <p:cNvPr id="667" name="Google Shape;667;p17"/>
            <p:cNvGrpSpPr/>
            <p:nvPr/>
          </p:nvGrpSpPr>
          <p:grpSpPr>
            <a:xfrm>
              <a:off x="9497138" y="3394032"/>
              <a:ext cx="367224" cy="240304"/>
              <a:chOff x="7493876" y="2774731"/>
              <a:chExt cx="1481958" cy="894622"/>
            </a:xfrm>
          </p:grpSpPr>
          <p:sp>
            <p:nvSpPr>
              <p:cNvPr id="668" name="Google Shape;668;p1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69" name="Google Shape;669;p17"/>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70" name="Google Shape;670;p17"/>
              <p:cNvGrpSpPr/>
              <p:nvPr/>
            </p:nvGrpSpPr>
            <p:grpSpPr>
              <a:xfrm>
                <a:off x="7713663" y="2848339"/>
                <a:ext cx="1042107" cy="425543"/>
                <a:chOff x="7786941" y="2884917"/>
                <a:chExt cx="897649" cy="353919"/>
              </a:xfrm>
            </p:grpSpPr>
            <p:sp>
              <p:nvSpPr>
                <p:cNvPr id="671" name="Google Shape;671;p1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2" name="Google Shape;672;p1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3" name="Google Shape;673;p1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4" name="Google Shape;674;p1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75" name="Google Shape;675;p17"/>
            <p:cNvGrpSpPr/>
            <p:nvPr/>
          </p:nvGrpSpPr>
          <p:grpSpPr>
            <a:xfrm>
              <a:off x="7493518" y="3325424"/>
              <a:ext cx="857739" cy="583764"/>
              <a:chOff x="7487144" y="3296104"/>
              <a:chExt cx="857739" cy="583764"/>
            </a:xfrm>
          </p:grpSpPr>
          <p:grpSp>
            <p:nvGrpSpPr>
              <p:cNvPr id="676" name="Google Shape;676;p17"/>
              <p:cNvGrpSpPr/>
              <p:nvPr/>
            </p:nvGrpSpPr>
            <p:grpSpPr>
              <a:xfrm>
                <a:off x="7487144" y="3389820"/>
                <a:ext cx="350807" cy="310034"/>
                <a:chOff x="7487144" y="3389820"/>
                <a:chExt cx="350807" cy="310034"/>
              </a:xfrm>
            </p:grpSpPr>
            <p:pic>
              <p:nvPicPr>
                <p:cNvPr descr="antenna_stylized" id="677" name="Google Shape;677;p17"/>
                <p:cNvPicPr preferRelativeResize="0"/>
                <p:nvPr/>
              </p:nvPicPr>
              <p:blipFill rotWithShape="1">
                <a:blip r:embed="rId5">
                  <a:alphaModFix/>
                </a:blip>
                <a:srcRect b="0" l="0" r="0" t="0"/>
                <a:stretch/>
              </p:blipFill>
              <p:spPr>
                <a:xfrm>
                  <a:off x="7487144" y="3389820"/>
                  <a:ext cx="347997" cy="167557"/>
                </a:xfrm>
                <a:prstGeom prst="rect">
                  <a:avLst/>
                </a:prstGeom>
                <a:noFill/>
                <a:ln>
                  <a:noFill/>
                </a:ln>
              </p:spPr>
            </p:pic>
            <p:pic>
              <p:nvPicPr>
                <p:cNvPr descr="laptop_keyboard" id="678" name="Google Shape;678;p17"/>
                <p:cNvPicPr preferRelativeResize="0"/>
                <p:nvPr/>
              </p:nvPicPr>
              <p:blipFill rotWithShape="1">
                <a:blip r:embed="rId6">
                  <a:alphaModFix/>
                </a:blip>
                <a:srcRect b="0" l="0" r="0" t="0"/>
                <a:stretch/>
              </p:blipFill>
              <p:spPr>
                <a:xfrm flipH="1" rot="109064">
                  <a:off x="7504001" y="3575889"/>
                  <a:ext cx="286699" cy="119448"/>
                </a:xfrm>
                <a:prstGeom prst="rect">
                  <a:avLst/>
                </a:prstGeom>
                <a:noFill/>
                <a:ln>
                  <a:noFill/>
                </a:ln>
              </p:spPr>
            </p:pic>
            <p:sp>
              <p:nvSpPr>
                <p:cNvPr id="679" name="Google Shape;679;p17"/>
                <p:cNvSpPr/>
                <p:nvPr/>
              </p:nvSpPr>
              <p:spPr>
                <a:xfrm>
                  <a:off x="7599014" y="3459979"/>
                  <a:ext cx="230764" cy="155883"/>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680" name="Google Shape;680;p17"/>
                <p:cNvPicPr preferRelativeResize="0"/>
                <p:nvPr/>
              </p:nvPicPr>
              <p:blipFill rotWithShape="1">
                <a:blip r:embed="rId7">
                  <a:alphaModFix/>
                </a:blip>
                <a:srcRect b="0" l="0" r="0" t="0"/>
                <a:stretch/>
              </p:blipFill>
              <p:spPr>
                <a:xfrm>
                  <a:off x="7610380" y="3463988"/>
                  <a:ext cx="209692" cy="141851"/>
                </a:xfrm>
                <a:prstGeom prst="rect">
                  <a:avLst/>
                </a:prstGeom>
                <a:noFill/>
                <a:ln>
                  <a:noFill/>
                </a:ln>
              </p:spPr>
            </p:pic>
            <p:sp>
              <p:nvSpPr>
                <p:cNvPr id="681" name="Google Shape;681;p17"/>
                <p:cNvSpPr/>
                <p:nvPr/>
              </p:nvSpPr>
              <p:spPr>
                <a:xfrm>
                  <a:off x="7641029" y="3455381"/>
                  <a:ext cx="195517" cy="2900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2" name="Google Shape;682;p17"/>
                <p:cNvSpPr/>
                <p:nvPr/>
              </p:nvSpPr>
              <p:spPr>
                <a:xfrm>
                  <a:off x="7596971" y="3455145"/>
                  <a:ext cx="54275" cy="120745"/>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3" name="Google Shape;683;p17"/>
                <p:cNvSpPr/>
                <p:nvPr/>
              </p:nvSpPr>
              <p:spPr>
                <a:xfrm>
                  <a:off x="7776652" y="3476723"/>
                  <a:ext cx="58489" cy="13937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4" name="Google Shape;684;p17"/>
                <p:cNvSpPr/>
                <p:nvPr/>
              </p:nvSpPr>
              <p:spPr>
                <a:xfrm>
                  <a:off x="7596332" y="3569758"/>
                  <a:ext cx="214545" cy="4704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5" name="Google Shape;685;p17"/>
                <p:cNvSpPr/>
                <p:nvPr/>
              </p:nvSpPr>
              <p:spPr>
                <a:xfrm>
                  <a:off x="7783165" y="3477902"/>
                  <a:ext cx="54786" cy="139965"/>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6" name="Google Shape;686;p17"/>
                <p:cNvSpPr/>
                <p:nvPr/>
              </p:nvSpPr>
              <p:spPr>
                <a:xfrm>
                  <a:off x="7596588" y="3576007"/>
                  <a:ext cx="190792" cy="4645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87" name="Google Shape;687;p17"/>
                <p:cNvGrpSpPr/>
                <p:nvPr/>
              </p:nvGrpSpPr>
              <p:grpSpPr>
                <a:xfrm>
                  <a:off x="7593395" y="3625649"/>
                  <a:ext cx="64747" cy="27592"/>
                  <a:chOff x="1740" y="2642"/>
                  <a:chExt cx="752" cy="327"/>
                </a:xfrm>
              </p:grpSpPr>
              <p:sp>
                <p:nvSpPr>
                  <p:cNvPr id="688" name="Google Shape;688;p17"/>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9" name="Google Shape;689;p17"/>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90" name="Google Shape;690;p17"/>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91" name="Google Shape;691;p17"/>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92" name="Google Shape;692;p17"/>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93" name="Google Shape;693;p17"/>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694" name="Google Shape;694;p17"/>
                <p:cNvSpPr/>
                <p:nvPr/>
              </p:nvSpPr>
              <p:spPr>
                <a:xfrm>
                  <a:off x="7704243" y="3629776"/>
                  <a:ext cx="78411" cy="60608"/>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95" name="Google Shape;695;p17"/>
                <p:cNvSpPr/>
                <p:nvPr/>
              </p:nvSpPr>
              <p:spPr>
                <a:xfrm>
                  <a:off x="7504129" y="3634611"/>
                  <a:ext cx="200625" cy="553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96" name="Google Shape;696;p17"/>
                <p:cNvSpPr/>
                <p:nvPr/>
              </p:nvSpPr>
              <p:spPr>
                <a:xfrm>
                  <a:off x="7504257" y="3624470"/>
                  <a:ext cx="2171" cy="11202"/>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97" name="Google Shape;697;p17"/>
                <p:cNvSpPr/>
                <p:nvPr/>
              </p:nvSpPr>
              <p:spPr>
                <a:xfrm>
                  <a:off x="7504384" y="3578837"/>
                  <a:ext cx="93225" cy="46340"/>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98" name="Google Shape;698;p17"/>
                <p:cNvSpPr/>
                <p:nvPr/>
              </p:nvSpPr>
              <p:spPr>
                <a:xfrm>
                  <a:off x="7510642" y="3626829"/>
                  <a:ext cx="190281" cy="5318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99" name="Google Shape;699;p17"/>
                <p:cNvSpPr/>
                <p:nvPr/>
              </p:nvSpPr>
              <p:spPr>
                <a:xfrm flipH="1" rot="10800000">
                  <a:off x="7700668" y="3623055"/>
                  <a:ext cx="77645" cy="5506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700" name="Google Shape;700;p17"/>
              <p:cNvGrpSpPr/>
              <p:nvPr/>
            </p:nvGrpSpPr>
            <p:grpSpPr>
              <a:xfrm flipH="1">
                <a:off x="7985622" y="3537823"/>
                <a:ext cx="359261" cy="342045"/>
                <a:chOff x="2839" y="3501"/>
                <a:chExt cx="755" cy="803"/>
              </a:xfrm>
            </p:grpSpPr>
            <p:pic>
              <p:nvPicPr>
                <p:cNvPr descr="desktop_computer_stylized_medium" id="701" name="Google Shape;701;p17"/>
                <p:cNvPicPr preferRelativeResize="0"/>
                <p:nvPr/>
              </p:nvPicPr>
              <p:blipFill rotWithShape="1">
                <a:blip r:embed="rId8">
                  <a:alphaModFix/>
                </a:blip>
                <a:srcRect b="0" l="0" r="0" t="0"/>
                <a:stretch/>
              </p:blipFill>
              <p:spPr>
                <a:xfrm>
                  <a:off x="2839" y="3501"/>
                  <a:ext cx="755" cy="803"/>
                </a:xfrm>
                <a:prstGeom prst="rect">
                  <a:avLst/>
                </a:prstGeom>
                <a:noFill/>
                <a:ln>
                  <a:noFill/>
                </a:ln>
              </p:spPr>
            </p:pic>
            <p:sp>
              <p:nvSpPr>
                <p:cNvPr id="702" name="Google Shape;702;p17"/>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703" name="Google Shape;703;p17"/>
              <p:cNvGrpSpPr/>
              <p:nvPr/>
            </p:nvGrpSpPr>
            <p:grpSpPr>
              <a:xfrm>
                <a:off x="7797061" y="3296104"/>
                <a:ext cx="347997" cy="396620"/>
                <a:chOff x="7797061" y="3296104"/>
                <a:chExt cx="347997" cy="396620"/>
              </a:xfrm>
            </p:grpSpPr>
            <p:pic>
              <p:nvPicPr>
                <p:cNvPr descr="fridge2.png" id="704" name="Google Shape;704;p17"/>
                <p:cNvPicPr preferRelativeResize="0"/>
                <p:nvPr/>
              </p:nvPicPr>
              <p:blipFill rotWithShape="1">
                <a:blip r:embed="rId9">
                  <a:alphaModFix/>
                </a:blip>
                <a:srcRect b="0" l="0" r="0" t="0"/>
                <a:stretch/>
              </p:blipFill>
              <p:spPr>
                <a:xfrm>
                  <a:off x="7896825" y="3355697"/>
                  <a:ext cx="189578" cy="337027"/>
                </a:xfrm>
                <a:prstGeom prst="rect">
                  <a:avLst/>
                </a:prstGeom>
                <a:noFill/>
                <a:ln>
                  <a:noFill/>
                </a:ln>
              </p:spPr>
            </p:pic>
            <p:pic>
              <p:nvPicPr>
                <p:cNvPr descr="antenna_stylized" id="705" name="Google Shape;705;p17"/>
                <p:cNvPicPr preferRelativeResize="0"/>
                <p:nvPr/>
              </p:nvPicPr>
              <p:blipFill rotWithShape="1">
                <a:blip r:embed="rId5">
                  <a:alphaModFix/>
                </a:blip>
                <a:srcRect b="0" l="0" r="0" t="0"/>
                <a:stretch/>
              </p:blipFill>
              <p:spPr>
                <a:xfrm>
                  <a:off x="7797061" y="3296104"/>
                  <a:ext cx="347997" cy="167557"/>
                </a:xfrm>
                <a:prstGeom prst="rect">
                  <a:avLst/>
                </a:prstGeom>
                <a:noFill/>
                <a:ln>
                  <a:noFill/>
                </a:ln>
              </p:spPr>
            </p:pic>
          </p:grpSp>
        </p:grpSp>
        <p:grpSp>
          <p:nvGrpSpPr>
            <p:cNvPr id="706" name="Google Shape;706;p17"/>
            <p:cNvGrpSpPr/>
            <p:nvPr/>
          </p:nvGrpSpPr>
          <p:grpSpPr>
            <a:xfrm>
              <a:off x="9098788" y="3956624"/>
              <a:ext cx="367224" cy="240304"/>
              <a:chOff x="7493876" y="2774731"/>
              <a:chExt cx="1481958" cy="894622"/>
            </a:xfrm>
          </p:grpSpPr>
          <p:sp>
            <p:nvSpPr>
              <p:cNvPr id="707" name="Google Shape;707;p1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08" name="Google Shape;708;p17"/>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09" name="Google Shape;709;p17"/>
              <p:cNvGrpSpPr/>
              <p:nvPr/>
            </p:nvGrpSpPr>
            <p:grpSpPr>
              <a:xfrm>
                <a:off x="7713663" y="2848339"/>
                <a:ext cx="1042107" cy="425543"/>
                <a:chOff x="7786941" y="2884917"/>
                <a:chExt cx="897649" cy="353919"/>
              </a:xfrm>
            </p:grpSpPr>
            <p:sp>
              <p:nvSpPr>
                <p:cNvPr id="710" name="Google Shape;710;p1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11" name="Google Shape;711;p1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12" name="Google Shape;712;p1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13" name="Google Shape;713;p1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14" name="Google Shape;714;p17"/>
            <p:cNvGrpSpPr/>
            <p:nvPr/>
          </p:nvGrpSpPr>
          <p:grpSpPr>
            <a:xfrm>
              <a:off x="9601554" y="3999763"/>
              <a:ext cx="367224" cy="240304"/>
              <a:chOff x="7493876" y="2774731"/>
              <a:chExt cx="1481958" cy="894622"/>
            </a:xfrm>
          </p:grpSpPr>
          <p:sp>
            <p:nvSpPr>
              <p:cNvPr id="715" name="Google Shape;715;p1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16" name="Google Shape;716;p17"/>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17" name="Google Shape;717;p17"/>
              <p:cNvGrpSpPr/>
              <p:nvPr/>
            </p:nvGrpSpPr>
            <p:grpSpPr>
              <a:xfrm>
                <a:off x="7713663" y="2848339"/>
                <a:ext cx="1042107" cy="425543"/>
                <a:chOff x="7786941" y="2884917"/>
                <a:chExt cx="897649" cy="353919"/>
              </a:xfrm>
            </p:grpSpPr>
            <p:sp>
              <p:nvSpPr>
                <p:cNvPr id="718" name="Google Shape;718;p1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19" name="Google Shape;719;p1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20" name="Google Shape;720;p1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21" name="Google Shape;721;p1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22" name="Google Shape;722;p17"/>
            <p:cNvGrpSpPr/>
            <p:nvPr/>
          </p:nvGrpSpPr>
          <p:grpSpPr>
            <a:xfrm>
              <a:off x="8050070" y="3965994"/>
              <a:ext cx="354986" cy="175668"/>
              <a:chOff x="7493876" y="2774731"/>
              <a:chExt cx="1481958" cy="894622"/>
            </a:xfrm>
          </p:grpSpPr>
          <p:sp>
            <p:nvSpPr>
              <p:cNvPr id="723" name="Google Shape;723;p1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24" name="Google Shape;724;p17"/>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25" name="Google Shape;725;p17"/>
              <p:cNvGrpSpPr/>
              <p:nvPr/>
            </p:nvGrpSpPr>
            <p:grpSpPr>
              <a:xfrm>
                <a:off x="7713663" y="2848339"/>
                <a:ext cx="1042107" cy="425543"/>
                <a:chOff x="7786941" y="2884917"/>
                <a:chExt cx="897649" cy="353919"/>
              </a:xfrm>
            </p:grpSpPr>
            <p:sp>
              <p:nvSpPr>
                <p:cNvPr id="726" name="Google Shape;726;p1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27" name="Google Shape;727;p1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28" name="Google Shape;728;p1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29" name="Google Shape;729;p1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30" name="Google Shape;730;p17"/>
            <p:cNvGrpSpPr/>
            <p:nvPr/>
          </p:nvGrpSpPr>
          <p:grpSpPr>
            <a:xfrm>
              <a:off x="7566349" y="3812814"/>
              <a:ext cx="496588" cy="96676"/>
              <a:chOff x="2199" y="955"/>
              <a:chExt cx="2547" cy="506"/>
            </a:xfrm>
          </p:grpSpPr>
          <p:sp>
            <p:nvSpPr>
              <p:cNvPr id="731" name="Google Shape;731;p17"/>
              <p:cNvSpPr/>
              <p:nvPr/>
            </p:nvSpPr>
            <p:spPr>
              <a:xfrm>
                <a:off x="2199" y="1166"/>
                <a:ext cx="260" cy="281"/>
              </a:xfrm>
              <a:custGeom>
                <a:rect b="b" l="l" r="r" t="t"/>
                <a:pathLst>
                  <a:path extrusionOk="0" h="281" w="260">
                    <a:moveTo>
                      <a:pt x="260" y="0"/>
                    </a:moveTo>
                    <a:cubicBezTo>
                      <a:pt x="224" y="19"/>
                      <a:pt x="79" y="77"/>
                      <a:pt x="42" y="112"/>
                    </a:cubicBezTo>
                    <a:cubicBezTo>
                      <a:pt x="5" y="143"/>
                      <a:pt x="0" y="183"/>
                      <a:pt x="35" y="211"/>
                    </a:cubicBezTo>
                    <a:cubicBezTo>
                      <a:pt x="70" y="239"/>
                      <a:pt x="208" y="266"/>
                      <a:pt x="253" y="281"/>
                    </a:cubicBezTo>
                  </a:path>
                </a:pathLst>
              </a:custGeom>
              <a:noFill/>
              <a:ln cap="flat" cmpd="sng" w="127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32" name="Google Shape;732;p17"/>
              <p:cNvSpPr/>
              <p:nvPr/>
            </p:nvSpPr>
            <p:spPr>
              <a:xfrm>
                <a:off x="2482" y="1040"/>
                <a:ext cx="900" cy="421"/>
              </a:xfrm>
              <a:custGeom>
                <a:rect b="b" l="l" r="r" t="t"/>
                <a:pathLst>
                  <a:path extrusionOk="0" h="421" w="900">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cap="flat" cmpd="sng" w="127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33" name="Google Shape;733;p17"/>
              <p:cNvSpPr/>
              <p:nvPr/>
            </p:nvSpPr>
            <p:spPr>
              <a:xfrm>
                <a:off x="2782" y="1068"/>
                <a:ext cx="428" cy="269"/>
              </a:xfrm>
              <a:custGeom>
                <a:rect b="b" l="l" r="r" t="t"/>
                <a:pathLst>
                  <a:path extrusionOk="0" h="269" w="428">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cap="flat" cmpd="sng" w="127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34" name="Google Shape;734;p17"/>
              <p:cNvSpPr/>
              <p:nvPr/>
            </p:nvSpPr>
            <p:spPr>
              <a:xfrm>
                <a:off x="3554" y="1075"/>
                <a:ext cx="377" cy="239"/>
              </a:xfrm>
              <a:custGeom>
                <a:rect b="b" l="l" r="r" t="t"/>
                <a:pathLst>
                  <a:path extrusionOk="0" h="239" w="377">
                    <a:moveTo>
                      <a:pt x="42" y="239"/>
                    </a:moveTo>
                    <a:cubicBezTo>
                      <a:pt x="89" y="224"/>
                      <a:pt x="285" y="178"/>
                      <a:pt x="335" y="146"/>
                    </a:cubicBezTo>
                    <a:cubicBezTo>
                      <a:pt x="372" y="115"/>
                      <a:pt x="377" y="75"/>
                      <a:pt x="342" y="47"/>
                    </a:cubicBezTo>
                    <a:cubicBezTo>
                      <a:pt x="286" y="23"/>
                      <a:pt x="71" y="10"/>
                      <a:pt x="0" y="0"/>
                    </a:cubicBezTo>
                  </a:path>
                </a:pathLst>
              </a:custGeom>
              <a:noFill/>
              <a:ln cap="flat" cmpd="sng" w="127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35" name="Google Shape;735;p17"/>
              <p:cNvSpPr/>
              <p:nvPr/>
            </p:nvSpPr>
            <p:spPr>
              <a:xfrm>
                <a:off x="3646" y="997"/>
                <a:ext cx="660" cy="336"/>
              </a:xfrm>
              <a:custGeom>
                <a:rect b="b" l="l" r="r" t="t"/>
                <a:pathLst>
                  <a:path extrusionOk="0" h="300" w="646">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cap="flat" cmpd="sng" w="127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36" name="Google Shape;736;p17"/>
              <p:cNvSpPr/>
              <p:nvPr/>
            </p:nvSpPr>
            <p:spPr>
              <a:xfrm>
                <a:off x="4116" y="955"/>
                <a:ext cx="630" cy="397"/>
              </a:xfrm>
              <a:custGeom>
                <a:rect b="b" l="l" r="r" t="t"/>
                <a:pathLst>
                  <a:path extrusionOk="0" h="397" w="630">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cap="flat" cmpd="sng" w="127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737" name="Google Shape;737;p17"/>
            <p:cNvGrpSpPr/>
            <p:nvPr/>
          </p:nvGrpSpPr>
          <p:grpSpPr>
            <a:xfrm>
              <a:off x="7801777" y="3327400"/>
              <a:ext cx="269073" cy="46492"/>
              <a:chOff x="2199" y="955"/>
              <a:chExt cx="2547" cy="506"/>
            </a:xfrm>
          </p:grpSpPr>
          <p:sp>
            <p:nvSpPr>
              <p:cNvPr id="738" name="Google Shape;738;p17"/>
              <p:cNvSpPr/>
              <p:nvPr/>
            </p:nvSpPr>
            <p:spPr>
              <a:xfrm>
                <a:off x="2199" y="1166"/>
                <a:ext cx="260" cy="281"/>
              </a:xfrm>
              <a:custGeom>
                <a:rect b="b" l="l" r="r" t="t"/>
                <a:pathLst>
                  <a:path extrusionOk="0" h="281" w="260">
                    <a:moveTo>
                      <a:pt x="260" y="0"/>
                    </a:moveTo>
                    <a:cubicBezTo>
                      <a:pt x="224" y="19"/>
                      <a:pt x="79" y="77"/>
                      <a:pt x="42" y="112"/>
                    </a:cubicBezTo>
                    <a:cubicBezTo>
                      <a:pt x="5" y="143"/>
                      <a:pt x="0" y="183"/>
                      <a:pt x="35" y="211"/>
                    </a:cubicBezTo>
                    <a:cubicBezTo>
                      <a:pt x="70" y="239"/>
                      <a:pt x="208" y="266"/>
                      <a:pt x="253" y="281"/>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39" name="Google Shape;739;p17"/>
              <p:cNvSpPr/>
              <p:nvPr/>
            </p:nvSpPr>
            <p:spPr>
              <a:xfrm>
                <a:off x="2482" y="1040"/>
                <a:ext cx="900" cy="421"/>
              </a:xfrm>
              <a:custGeom>
                <a:rect b="b" l="l" r="r" t="t"/>
                <a:pathLst>
                  <a:path extrusionOk="0" h="421" w="900">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40" name="Google Shape;740;p17"/>
              <p:cNvSpPr/>
              <p:nvPr/>
            </p:nvSpPr>
            <p:spPr>
              <a:xfrm>
                <a:off x="2782" y="1068"/>
                <a:ext cx="428" cy="269"/>
              </a:xfrm>
              <a:custGeom>
                <a:rect b="b" l="l" r="r" t="t"/>
                <a:pathLst>
                  <a:path extrusionOk="0" h="269" w="428">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41" name="Google Shape;741;p17"/>
              <p:cNvSpPr/>
              <p:nvPr/>
            </p:nvSpPr>
            <p:spPr>
              <a:xfrm>
                <a:off x="3554" y="1075"/>
                <a:ext cx="377" cy="239"/>
              </a:xfrm>
              <a:custGeom>
                <a:rect b="b" l="l" r="r" t="t"/>
                <a:pathLst>
                  <a:path extrusionOk="0" h="239" w="377">
                    <a:moveTo>
                      <a:pt x="42" y="239"/>
                    </a:moveTo>
                    <a:cubicBezTo>
                      <a:pt x="89" y="224"/>
                      <a:pt x="285" y="178"/>
                      <a:pt x="335" y="146"/>
                    </a:cubicBezTo>
                    <a:cubicBezTo>
                      <a:pt x="372" y="115"/>
                      <a:pt x="377" y="75"/>
                      <a:pt x="342" y="47"/>
                    </a:cubicBezTo>
                    <a:cubicBezTo>
                      <a:pt x="286" y="23"/>
                      <a:pt x="71" y="10"/>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42" name="Google Shape;742;p17"/>
              <p:cNvSpPr/>
              <p:nvPr/>
            </p:nvSpPr>
            <p:spPr>
              <a:xfrm>
                <a:off x="3646" y="997"/>
                <a:ext cx="660" cy="336"/>
              </a:xfrm>
              <a:custGeom>
                <a:rect b="b" l="l" r="r" t="t"/>
                <a:pathLst>
                  <a:path extrusionOk="0" h="300" w="646">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43" name="Google Shape;743;p17"/>
              <p:cNvSpPr/>
              <p:nvPr/>
            </p:nvSpPr>
            <p:spPr>
              <a:xfrm>
                <a:off x="4116" y="955"/>
                <a:ext cx="630" cy="397"/>
              </a:xfrm>
              <a:custGeom>
                <a:rect b="b" l="l" r="r" t="t"/>
                <a:pathLst>
                  <a:path extrusionOk="0" h="397" w="630">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744" name="Google Shape;744;p17"/>
            <p:cNvGrpSpPr/>
            <p:nvPr/>
          </p:nvGrpSpPr>
          <p:grpSpPr>
            <a:xfrm>
              <a:off x="7493802" y="3422650"/>
              <a:ext cx="269073" cy="46492"/>
              <a:chOff x="2199" y="955"/>
              <a:chExt cx="2547" cy="506"/>
            </a:xfrm>
          </p:grpSpPr>
          <p:sp>
            <p:nvSpPr>
              <p:cNvPr id="745" name="Google Shape;745;p17"/>
              <p:cNvSpPr/>
              <p:nvPr/>
            </p:nvSpPr>
            <p:spPr>
              <a:xfrm>
                <a:off x="2199" y="1166"/>
                <a:ext cx="260" cy="281"/>
              </a:xfrm>
              <a:custGeom>
                <a:rect b="b" l="l" r="r" t="t"/>
                <a:pathLst>
                  <a:path extrusionOk="0" h="281" w="260">
                    <a:moveTo>
                      <a:pt x="260" y="0"/>
                    </a:moveTo>
                    <a:cubicBezTo>
                      <a:pt x="224" y="19"/>
                      <a:pt x="79" y="77"/>
                      <a:pt x="42" y="112"/>
                    </a:cubicBezTo>
                    <a:cubicBezTo>
                      <a:pt x="5" y="143"/>
                      <a:pt x="0" y="183"/>
                      <a:pt x="35" y="211"/>
                    </a:cubicBezTo>
                    <a:cubicBezTo>
                      <a:pt x="70" y="239"/>
                      <a:pt x="208" y="266"/>
                      <a:pt x="253" y="281"/>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46" name="Google Shape;746;p17"/>
              <p:cNvSpPr/>
              <p:nvPr/>
            </p:nvSpPr>
            <p:spPr>
              <a:xfrm>
                <a:off x="2482" y="1040"/>
                <a:ext cx="900" cy="421"/>
              </a:xfrm>
              <a:custGeom>
                <a:rect b="b" l="l" r="r" t="t"/>
                <a:pathLst>
                  <a:path extrusionOk="0" h="421" w="900">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47" name="Google Shape;747;p17"/>
              <p:cNvSpPr/>
              <p:nvPr/>
            </p:nvSpPr>
            <p:spPr>
              <a:xfrm>
                <a:off x="2782" y="1068"/>
                <a:ext cx="428" cy="269"/>
              </a:xfrm>
              <a:custGeom>
                <a:rect b="b" l="l" r="r" t="t"/>
                <a:pathLst>
                  <a:path extrusionOk="0" h="269" w="428">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48" name="Google Shape;748;p17"/>
              <p:cNvSpPr/>
              <p:nvPr/>
            </p:nvSpPr>
            <p:spPr>
              <a:xfrm>
                <a:off x="3554" y="1075"/>
                <a:ext cx="377" cy="239"/>
              </a:xfrm>
              <a:custGeom>
                <a:rect b="b" l="l" r="r" t="t"/>
                <a:pathLst>
                  <a:path extrusionOk="0" h="239" w="377">
                    <a:moveTo>
                      <a:pt x="42" y="239"/>
                    </a:moveTo>
                    <a:cubicBezTo>
                      <a:pt x="89" y="224"/>
                      <a:pt x="285" y="178"/>
                      <a:pt x="335" y="146"/>
                    </a:cubicBezTo>
                    <a:cubicBezTo>
                      <a:pt x="372" y="115"/>
                      <a:pt x="377" y="75"/>
                      <a:pt x="342" y="47"/>
                    </a:cubicBezTo>
                    <a:cubicBezTo>
                      <a:pt x="286" y="23"/>
                      <a:pt x="71" y="10"/>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49" name="Google Shape;749;p17"/>
              <p:cNvSpPr/>
              <p:nvPr/>
            </p:nvSpPr>
            <p:spPr>
              <a:xfrm>
                <a:off x="3646" y="997"/>
                <a:ext cx="660" cy="336"/>
              </a:xfrm>
              <a:custGeom>
                <a:rect b="b" l="l" r="r" t="t"/>
                <a:pathLst>
                  <a:path extrusionOk="0" h="300" w="646">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50" name="Google Shape;750;p17"/>
              <p:cNvSpPr/>
              <p:nvPr/>
            </p:nvSpPr>
            <p:spPr>
              <a:xfrm>
                <a:off x="4116" y="955"/>
                <a:ext cx="630" cy="397"/>
              </a:xfrm>
              <a:custGeom>
                <a:rect b="b" l="l" r="r" t="t"/>
                <a:pathLst>
                  <a:path extrusionOk="0" h="397" w="630">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sp>
        <p:nvSpPr>
          <p:cNvPr id="751" name="Google Shape;751;p1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Link Layer </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p18"/>
          <p:cNvSpPr/>
          <p:nvPr/>
        </p:nvSpPr>
        <p:spPr>
          <a:xfrm rot="8568869">
            <a:off x="1556718" y="3851119"/>
            <a:ext cx="3620733" cy="311693"/>
          </a:xfrm>
          <a:prstGeom prst="rightArrow">
            <a:avLst>
              <a:gd fmla="val 50000" name="adj1"/>
              <a:gd fmla="val 50000" name="adj2"/>
            </a:avLst>
          </a:prstGeom>
          <a:solidFill>
            <a:srgbClr val="02B7A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7" name="Google Shape;757;p18"/>
          <p:cNvSpPr/>
          <p:nvPr/>
        </p:nvSpPr>
        <p:spPr>
          <a:xfrm>
            <a:off x="1915571" y="5996243"/>
            <a:ext cx="2743064" cy="285275"/>
          </a:xfrm>
          <a:prstGeom prst="rightArrow">
            <a:avLst>
              <a:gd fmla="val 50000" name="adj1"/>
              <a:gd fmla="val 50000" name="adj2"/>
            </a:avLst>
          </a:prstGeom>
          <a:solidFill>
            <a:srgbClr val="00B0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8" name="Google Shape;758;p18"/>
          <p:cNvSpPr/>
          <p:nvPr/>
        </p:nvSpPr>
        <p:spPr>
          <a:xfrm>
            <a:off x="1745809" y="2305258"/>
            <a:ext cx="2743064" cy="285275"/>
          </a:xfrm>
          <a:prstGeom prst="rightArrow">
            <a:avLst>
              <a:gd fmla="val 50000" name="adj1"/>
              <a:gd fmla="val 50000" name="adj2"/>
            </a:avLst>
          </a:prstGeom>
          <a:solidFill>
            <a:srgbClr val="FB560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9" name="Google Shape;759;p18"/>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Transportation analogy</a:t>
            </a:r>
            <a:endParaRPr/>
          </a:p>
        </p:txBody>
      </p:sp>
      <p:sp>
        <p:nvSpPr>
          <p:cNvPr id="760" name="Google Shape;760;p18"/>
          <p:cNvSpPr txBox="1"/>
          <p:nvPr/>
        </p:nvSpPr>
        <p:spPr>
          <a:xfrm>
            <a:off x="6503296" y="1454430"/>
            <a:ext cx="4850504" cy="5171221"/>
          </a:xfrm>
          <a:prstGeom prst="rect">
            <a:avLst/>
          </a:prstGeom>
          <a:solidFill>
            <a:schemeClr val="lt1"/>
          </a:solidFill>
          <a:ln>
            <a:noFill/>
          </a:ln>
        </p:spPr>
        <p:txBody>
          <a:bodyPr anchorCtr="0" anchor="t" bIns="45700" lIns="91425" spcFirstLastPara="1" rIns="91425" wrap="square" tIns="45700">
            <a:normAutofit fontScale="92500"/>
          </a:bodyPr>
          <a:lstStyle/>
          <a:p>
            <a:pPr indent="-222250" lvl="0" marL="352425" marR="0" rtl="0" algn="l">
              <a:lnSpc>
                <a:spcPct val="90000"/>
              </a:lnSpc>
              <a:spcBef>
                <a:spcPts val="0"/>
              </a:spcBef>
              <a:spcAft>
                <a:spcPts val="0"/>
              </a:spcAft>
              <a:buClr>
                <a:srgbClr val="0000A3"/>
              </a:buClr>
              <a:buSzPct val="100000"/>
              <a:buFont typeface="Noto Sans Symbols"/>
              <a:buNone/>
            </a:pPr>
            <a:r>
              <a:rPr b="0" i="0" lang="en-US" sz="3200" u="none" cap="none" strike="noStrike">
                <a:solidFill>
                  <a:srgbClr val="C00000"/>
                </a:solidFill>
                <a:latin typeface="Calibri"/>
                <a:ea typeface="Calibri"/>
                <a:cs typeface="Calibri"/>
                <a:sym typeface="Calibri"/>
              </a:rPr>
              <a:t>transportation analogy:</a:t>
            </a:r>
            <a:endParaRPr/>
          </a:p>
          <a:p>
            <a:pPr indent="-222250" lvl="0" marL="352425" marR="0" rtl="0" algn="l">
              <a:lnSpc>
                <a:spcPct val="90000"/>
              </a:lnSpc>
              <a:spcBef>
                <a:spcPts val="10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trip from Princeton to Lausanne</a:t>
            </a:r>
            <a:endParaRPr/>
          </a:p>
          <a:p>
            <a:pPr indent="-231775" lvl="1" marL="695325" marR="0" rtl="0" algn="l">
              <a:lnSpc>
                <a:spcPct val="90000"/>
              </a:lnSpc>
              <a:spcBef>
                <a:spcPts val="500"/>
              </a:spcBef>
              <a:spcAft>
                <a:spcPts val="0"/>
              </a:spcAft>
              <a:buClr>
                <a:srgbClr val="0000A8"/>
              </a:buClr>
              <a:buSzPct val="100000"/>
              <a:buFont typeface="Arial"/>
              <a:buChar char="•"/>
            </a:pPr>
            <a:r>
              <a:rPr b="0" i="0" lang="en-US" sz="2400" u="none" cap="none" strike="noStrike">
                <a:solidFill>
                  <a:srgbClr val="000000"/>
                </a:solidFill>
                <a:latin typeface="Calibri"/>
                <a:ea typeface="Calibri"/>
                <a:cs typeface="Calibri"/>
                <a:sym typeface="Calibri"/>
              </a:rPr>
              <a:t>limo: Princeton to JFK</a:t>
            </a:r>
            <a:endParaRPr/>
          </a:p>
          <a:p>
            <a:pPr indent="-231775" lvl="1" marL="695325" marR="0" rtl="0" algn="l">
              <a:lnSpc>
                <a:spcPct val="90000"/>
              </a:lnSpc>
              <a:spcBef>
                <a:spcPts val="500"/>
              </a:spcBef>
              <a:spcAft>
                <a:spcPts val="0"/>
              </a:spcAft>
              <a:buClr>
                <a:srgbClr val="0000A8"/>
              </a:buClr>
              <a:buSzPct val="100000"/>
              <a:buFont typeface="Arial"/>
              <a:buChar char="•"/>
            </a:pPr>
            <a:r>
              <a:rPr b="0" i="0" lang="en-US" sz="2400" u="none" cap="none" strike="noStrike">
                <a:solidFill>
                  <a:srgbClr val="000000"/>
                </a:solidFill>
                <a:latin typeface="Calibri"/>
                <a:ea typeface="Calibri"/>
                <a:cs typeface="Calibri"/>
                <a:sym typeface="Calibri"/>
              </a:rPr>
              <a:t>plane: JFK to Geneva</a:t>
            </a:r>
            <a:endParaRPr/>
          </a:p>
          <a:p>
            <a:pPr indent="-231775" lvl="1" marL="695325" marR="0" rtl="0" algn="l">
              <a:lnSpc>
                <a:spcPct val="90000"/>
              </a:lnSpc>
              <a:spcBef>
                <a:spcPts val="500"/>
              </a:spcBef>
              <a:spcAft>
                <a:spcPts val="0"/>
              </a:spcAft>
              <a:buClr>
                <a:srgbClr val="0000A8"/>
              </a:buClr>
              <a:buSzPct val="100000"/>
              <a:buFont typeface="Arial"/>
              <a:buChar char="•"/>
            </a:pPr>
            <a:r>
              <a:rPr b="0" i="0" lang="en-US" sz="2400" u="none" cap="none" strike="noStrike">
                <a:solidFill>
                  <a:srgbClr val="000000"/>
                </a:solidFill>
                <a:latin typeface="Calibri"/>
                <a:ea typeface="Calibri"/>
                <a:cs typeface="Calibri"/>
                <a:sym typeface="Calibri"/>
              </a:rPr>
              <a:t>train: Geneva to Lausanne</a:t>
            </a:r>
            <a:endParaRPr/>
          </a:p>
          <a:p>
            <a:pPr indent="-222250" lvl="0" marL="352425" marR="0" rtl="0" algn="l">
              <a:lnSpc>
                <a:spcPct val="90000"/>
              </a:lnSpc>
              <a:spcBef>
                <a:spcPts val="10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tourist = </a:t>
            </a:r>
            <a:r>
              <a:rPr b="0" i="0" lang="en-US" sz="2800" u="none" cap="none" strike="noStrike">
                <a:solidFill>
                  <a:srgbClr val="0013A3"/>
                </a:solidFill>
                <a:latin typeface="Calibri"/>
                <a:ea typeface="Calibri"/>
                <a:cs typeface="Calibri"/>
                <a:sym typeface="Calibri"/>
              </a:rPr>
              <a:t>datagram</a:t>
            </a:r>
            <a:endParaRPr/>
          </a:p>
          <a:p>
            <a:pPr indent="-222250" lvl="0" marL="352425" marR="0" rtl="0" algn="l">
              <a:lnSpc>
                <a:spcPct val="90000"/>
              </a:lnSpc>
              <a:spcBef>
                <a:spcPts val="10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transport segment = </a:t>
            </a:r>
            <a:r>
              <a:rPr b="0" i="0" lang="en-US" sz="2800" u="none" cap="none" strike="noStrike">
                <a:solidFill>
                  <a:srgbClr val="0013A3"/>
                </a:solidFill>
                <a:latin typeface="Calibri"/>
                <a:ea typeface="Calibri"/>
                <a:cs typeface="Calibri"/>
                <a:sym typeface="Calibri"/>
              </a:rPr>
              <a:t>communication link</a:t>
            </a:r>
            <a:endParaRPr/>
          </a:p>
          <a:p>
            <a:pPr indent="-222250" lvl="0" marL="352425" marR="0" rtl="0" algn="l">
              <a:lnSpc>
                <a:spcPct val="90000"/>
              </a:lnSpc>
              <a:spcBef>
                <a:spcPts val="10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transportation mode </a:t>
            </a:r>
            <a:r>
              <a:rPr b="0" i="0" lang="en-US" sz="2800" u="none" cap="none" strike="noStrike">
                <a:solidFill>
                  <a:srgbClr val="0013A3"/>
                </a:solidFill>
                <a:latin typeface="Calibri"/>
                <a:ea typeface="Calibri"/>
                <a:cs typeface="Calibri"/>
                <a:sym typeface="Calibri"/>
              </a:rPr>
              <a:t>= link-layer protocol</a:t>
            </a:r>
            <a:endParaRPr/>
          </a:p>
          <a:p>
            <a:pPr indent="-222250" lvl="0" marL="352425" marR="0" rtl="0" algn="l">
              <a:lnSpc>
                <a:spcPct val="90000"/>
              </a:lnSpc>
              <a:spcBef>
                <a:spcPts val="10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travel agent = </a:t>
            </a:r>
            <a:r>
              <a:rPr b="0" i="0" lang="en-US" sz="2800" u="none" cap="none" strike="noStrike">
                <a:solidFill>
                  <a:srgbClr val="0013A3"/>
                </a:solidFill>
                <a:latin typeface="Calibri"/>
                <a:ea typeface="Calibri"/>
                <a:cs typeface="Calibri"/>
                <a:sym typeface="Calibri"/>
              </a:rPr>
              <a:t>routing algorithm</a:t>
            </a:r>
            <a:endParaRPr/>
          </a:p>
          <a:p>
            <a:pPr indent="-114300" lvl="1" marL="695325" marR="0" rtl="0" algn="l">
              <a:lnSpc>
                <a:spcPct val="90000"/>
              </a:lnSpc>
              <a:spcBef>
                <a:spcPts val="500"/>
              </a:spcBef>
              <a:spcAft>
                <a:spcPts val="0"/>
              </a:spcAft>
              <a:buClr>
                <a:srgbClr val="0000A8"/>
              </a:buClr>
              <a:buSzPct val="100000"/>
              <a:buFont typeface="Arial"/>
              <a:buNone/>
            </a:pPr>
            <a:r>
              <a:t/>
            </a:r>
            <a:endParaRPr b="0" i="0" sz="2000" u="none" cap="none" strike="noStrike">
              <a:solidFill>
                <a:srgbClr val="CC0000"/>
              </a:solidFill>
              <a:latin typeface="Gill Sans"/>
              <a:ea typeface="Gill Sans"/>
              <a:cs typeface="Gill Sans"/>
              <a:sym typeface="Gill Sans"/>
            </a:endParaRPr>
          </a:p>
        </p:txBody>
      </p:sp>
      <p:pic>
        <p:nvPicPr>
          <p:cNvPr descr="A picture containing text, building, window&#10;&#10;Description automatically generated" id="761" name="Google Shape;761;p18"/>
          <p:cNvPicPr preferRelativeResize="0"/>
          <p:nvPr/>
        </p:nvPicPr>
        <p:blipFill rotWithShape="1">
          <a:blip r:embed="rId3">
            <a:alphaModFix/>
          </a:blip>
          <a:srcRect b="0" l="0" r="0" t="0"/>
          <a:stretch/>
        </p:blipFill>
        <p:spPr>
          <a:xfrm>
            <a:off x="4759064" y="5297248"/>
            <a:ext cx="929641" cy="929641"/>
          </a:xfrm>
          <a:prstGeom prst="rect">
            <a:avLst/>
          </a:prstGeom>
          <a:noFill/>
          <a:ln>
            <a:noFill/>
          </a:ln>
        </p:spPr>
      </p:pic>
      <p:pic>
        <p:nvPicPr>
          <p:cNvPr descr="A picture containing icon&#10;&#10;Description automatically generated" id="762" name="Google Shape;762;p18"/>
          <p:cNvPicPr preferRelativeResize="0"/>
          <p:nvPr/>
        </p:nvPicPr>
        <p:blipFill rotWithShape="1">
          <a:blip r:embed="rId4">
            <a:alphaModFix/>
          </a:blip>
          <a:srcRect b="0" l="0" r="0" t="0"/>
          <a:stretch/>
        </p:blipFill>
        <p:spPr>
          <a:xfrm>
            <a:off x="4712725" y="1565892"/>
            <a:ext cx="1112982" cy="1112982"/>
          </a:xfrm>
          <a:prstGeom prst="rect">
            <a:avLst/>
          </a:prstGeom>
          <a:noFill/>
          <a:ln>
            <a:noFill/>
          </a:ln>
        </p:spPr>
      </p:pic>
      <p:pic>
        <p:nvPicPr>
          <p:cNvPr descr="Logo, icon&#10;&#10;Description automatically generated" id="763" name="Google Shape;763;p18"/>
          <p:cNvPicPr preferRelativeResize="0"/>
          <p:nvPr/>
        </p:nvPicPr>
        <p:blipFill rotWithShape="1">
          <a:blip r:embed="rId5">
            <a:alphaModFix/>
          </a:blip>
          <a:srcRect b="0" l="0" r="0" t="0"/>
          <a:stretch/>
        </p:blipFill>
        <p:spPr>
          <a:xfrm>
            <a:off x="662115" y="1714520"/>
            <a:ext cx="693138" cy="693138"/>
          </a:xfrm>
          <a:prstGeom prst="rect">
            <a:avLst/>
          </a:prstGeom>
          <a:noFill/>
          <a:ln>
            <a:noFill/>
          </a:ln>
        </p:spPr>
      </p:pic>
      <p:pic>
        <p:nvPicPr>
          <p:cNvPr descr="Icon&#10;&#10;Description automatically generated" id="764" name="Google Shape;764;p18"/>
          <p:cNvPicPr preferRelativeResize="0"/>
          <p:nvPr/>
        </p:nvPicPr>
        <p:blipFill rotWithShape="1">
          <a:blip r:embed="rId6">
            <a:alphaModFix/>
          </a:blip>
          <a:srcRect b="0" l="0" r="0" t="0"/>
          <a:stretch/>
        </p:blipFill>
        <p:spPr>
          <a:xfrm>
            <a:off x="2166696" y="1454430"/>
            <a:ext cx="1601585" cy="1601585"/>
          </a:xfrm>
          <a:prstGeom prst="rect">
            <a:avLst/>
          </a:prstGeom>
          <a:noFill/>
          <a:ln>
            <a:noFill/>
          </a:ln>
        </p:spPr>
      </p:pic>
      <p:pic>
        <p:nvPicPr>
          <p:cNvPr descr="Icon&#10;&#10;Description automatically generated" id="765" name="Google Shape;765;p18"/>
          <p:cNvPicPr preferRelativeResize="0"/>
          <p:nvPr/>
        </p:nvPicPr>
        <p:blipFill rotWithShape="1">
          <a:blip r:embed="rId7">
            <a:alphaModFix/>
          </a:blip>
          <a:srcRect b="0" l="0" r="0" t="0"/>
          <a:stretch/>
        </p:blipFill>
        <p:spPr>
          <a:xfrm rot="-10357354">
            <a:off x="3089825" y="3385388"/>
            <a:ext cx="929640" cy="929640"/>
          </a:xfrm>
          <a:prstGeom prst="rect">
            <a:avLst/>
          </a:prstGeom>
          <a:noFill/>
          <a:ln>
            <a:noFill/>
          </a:ln>
        </p:spPr>
      </p:pic>
      <p:pic>
        <p:nvPicPr>
          <p:cNvPr descr="A picture containing icon&#10;&#10;Description automatically generated" id="766" name="Google Shape;766;p18"/>
          <p:cNvPicPr preferRelativeResize="0"/>
          <p:nvPr/>
        </p:nvPicPr>
        <p:blipFill rotWithShape="1">
          <a:blip r:embed="rId4">
            <a:alphaModFix/>
          </a:blip>
          <a:srcRect b="0" l="0" r="0" t="0"/>
          <a:stretch/>
        </p:blipFill>
        <p:spPr>
          <a:xfrm>
            <a:off x="702160" y="5109885"/>
            <a:ext cx="1112982" cy="1112982"/>
          </a:xfrm>
          <a:prstGeom prst="rect">
            <a:avLst/>
          </a:prstGeom>
          <a:noFill/>
          <a:ln>
            <a:noFill/>
          </a:ln>
        </p:spPr>
      </p:pic>
      <p:pic>
        <p:nvPicPr>
          <p:cNvPr descr="Icon&#10;&#10;Description automatically generated with low confidence" id="767" name="Google Shape;767;p18"/>
          <p:cNvPicPr preferRelativeResize="0"/>
          <p:nvPr/>
        </p:nvPicPr>
        <p:blipFill rotWithShape="1">
          <a:blip r:embed="rId8">
            <a:alphaModFix/>
          </a:blip>
          <a:srcRect b="0" l="0" r="0" t="0"/>
          <a:stretch/>
        </p:blipFill>
        <p:spPr>
          <a:xfrm>
            <a:off x="2779550" y="5422356"/>
            <a:ext cx="919779" cy="919779"/>
          </a:xfrm>
          <a:prstGeom prst="rect">
            <a:avLst/>
          </a:prstGeom>
          <a:noFill/>
          <a:ln>
            <a:noFill/>
          </a:ln>
        </p:spPr>
      </p:pic>
      <p:sp>
        <p:nvSpPr>
          <p:cNvPr id="768" name="Google Shape;768;p18"/>
          <p:cNvSpPr txBox="1"/>
          <p:nvPr/>
        </p:nvSpPr>
        <p:spPr>
          <a:xfrm>
            <a:off x="569665" y="2407658"/>
            <a:ext cx="117614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Princeton</a:t>
            </a:r>
            <a:endParaRPr/>
          </a:p>
        </p:txBody>
      </p:sp>
      <p:sp>
        <p:nvSpPr>
          <p:cNvPr id="769" name="Google Shape;769;p18"/>
          <p:cNvSpPr txBox="1"/>
          <p:nvPr/>
        </p:nvSpPr>
        <p:spPr>
          <a:xfrm>
            <a:off x="4988358" y="2713657"/>
            <a:ext cx="117614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JFK</a:t>
            </a:r>
            <a:endParaRPr/>
          </a:p>
        </p:txBody>
      </p:sp>
      <p:sp>
        <p:nvSpPr>
          <p:cNvPr id="770" name="Google Shape;770;p18"/>
          <p:cNvSpPr txBox="1"/>
          <p:nvPr/>
        </p:nvSpPr>
        <p:spPr>
          <a:xfrm>
            <a:off x="833318" y="6266343"/>
            <a:ext cx="117614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Geneva</a:t>
            </a:r>
            <a:endParaRPr/>
          </a:p>
        </p:txBody>
      </p:sp>
      <p:sp>
        <p:nvSpPr>
          <p:cNvPr id="771" name="Google Shape;771;p18"/>
          <p:cNvSpPr txBox="1"/>
          <p:nvPr/>
        </p:nvSpPr>
        <p:spPr>
          <a:xfrm>
            <a:off x="4725782" y="6280676"/>
            <a:ext cx="117614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Lausanne</a:t>
            </a:r>
            <a:endParaRPr/>
          </a:p>
        </p:txBody>
      </p:sp>
      <p:pic>
        <p:nvPicPr>
          <p:cNvPr descr="Shape&#10;&#10;Description automatically generated with low confidence" id="772" name="Google Shape;772;p18"/>
          <p:cNvPicPr preferRelativeResize="0"/>
          <p:nvPr/>
        </p:nvPicPr>
        <p:blipFill rotWithShape="1">
          <a:blip r:embed="rId9">
            <a:alphaModFix/>
          </a:blip>
          <a:srcRect b="0" l="0" r="0" t="0"/>
          <a:stretch/>
        </p:blipFill>
        <p:spPr>
          <a:xfrm>
            <a:off x="1255361" y="1817242"/>
            <a:ext cx="667867" cy="667867"/>
          </a:xfrm>
          <a:prstGeom prst="rect">
            <a:avLst/>
          </a:prstGeom>
          <a:noFill/>
          <a:ln>
            <a:noFill/>
          </a:ln>
        </p:spPr>
      </p:pic>
      <p:sp>
        <p:nvSpPr>
          <p:cNvPr id="773" name="Google Shape;773;p1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Link Layer </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8" name="Shape 778"/>
        <p:cNvGrpSpPr/>
        <p:nvPr/>
      </p:nvGrpSpPr>
      <p:grpSpPr>
        <a:xfrm>
          <a:off x="0" y="0"/>
          <a:ext cx="0" cy="0"/>
          <a:chOff x="0" y="0"/>
          <a:chExt cx="0" cy="0"/>
        </a:xfrm>
      </p:grpSpPr>
      <p:sp>
        <p:nvSpPr>
          <p:cNvPr id="779" name="Google Shape;779;p19"/>
          <p:cNvSpPr txBox="1"/>
          <p:nvPr>
            <p:ph type="title"/>
          </p:nvPr>
        </p:nvSpPr>
        <p:spPr>
          <a:xfrm>
            <a:off x="862304" y="34401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5400"/>
              <a:buFont typeface="Calibri"/>
              <a:buNone/>
            </a:pPr>
            <a:r>
              <a:rPr lang="en-US" sz="5400"/>
              <a:t>Link layer: services</a:t>
            </a:r>
            <a:endParaRPr sz="5400"/>
          </a:p>
        </p:txBody>
      </p:sp>
      <p:sp>
        <p:nvSpPr>
          <p:cNvPr id="780" name="Google Shape;780;p19"/>
          <p:cNvSpPr txBox="1"/>
          <p:nvPr/>
        </p:nvSpPr>
        <p:spPr>
          <a:xfrm>
            <a:off x="903304" y="1425142"/>
            <a:ext cx="6529676" cy="5155766"/>
          </a:xfrm>
          <a:prstGeom prst="rect">
            <a:avLst/>
          </a:prstGeom>
          <a:noFill/>
          <a:ln>
            <a:noFill/>
          </a:ln>
        </p:spPr>
        <p:txBody>
          <a:bodyPr anchorCtr="0" anchor="t" bIns="45700" lIns="91425" spcFirstLastPara="1" rIns="91425" wrap="square" tIns="45700">
            <a:normAutofit/>
          </a:bodyPr>
          <a:lstStyle/>
          <a:p>
            <a:pPr indent="-339725" lvl="0" marL="352425" marR="0" rtl="0" algn="l">
              <a:lnSpc>
                <a:spcPct val="75000"/>
              </a:lnSpc>
              <a:spcBef>
                <a:spcPts val="0"/>
              </a:spcBef>
              <a:spcAft>
                <a:spcPts val="0"/>
              </a:spcAft>
              <a:buClr>
                <a:srgbClr val="0000A3"/>
              </a:buClr>
              <a:buSzPts val="3200"/>
              <a:buFont typeface="Noto Sans Symbols"/>
              <a:buChar char="▪"/>
            </a:pPr>
            <a:r>
              <a:rPr b="0" i="0" lang="en-US" sz="3200" u="none" cap="none" strike="noStrike">
                <a:solidFill>
                  <a:srgbClr val="C00000"/>
                </a:solidFill>
                <a:latin typeface="Calibri"/>
                <a:ea typeface="Calibri"/>
                <a:cs typeface="Calibri"/>
                <a:sym typeface="Calibri"/>
              </a:rPr>
              <a:t>framing, link access:</a:t>
            </a:r>
            <a:r>
              <a:rPr b="0" i="0" lang="en-US" sz="3600" u="none" cap="none" strike="noStrike">
                <a:solidFill>
                  <a:srgbClr val="C00000"/>
                </a:solidFill>
                <a:latin typeface="Calibri"/>
                <a:ea typeface="Calibri"/>
                <a:cs typeface="Calibri"/>
                <a:sym typeface="Calibri"/>
              </a:rPr>
              <a:t> </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encapsulate datagram into frame, adding header, trailer</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channel access if shared medium</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“MAC” addresses in frame headers identify source, destination (different from IP address!)</a:t>
            </a:r>
            <a:endParaRPr/>
          </a:p>
          <a:p>
            <a:pPr indent="-284163" lvl="0" marL="352425" marR="0" rtl="0" algn="l">
              <a:lnSpc>
                <a:spcPct val="75000"/>
              </a:lnSpc>
              <a:spcBef>
                <a:spcPts val="1000"/>
              </a:spcBef>
              <a:spcAft>
                <a:spcPts val="0"/>
              </a:spcAft>
              <a:buClr>
                <a:srgbClr val="0000A3"/>
              </a:buClr>
              <a:buSzPts val="2800"/>
              <a:buFont typeface="Noto Sans Symbols"/>
              <a:buChar char="▪"/>
            </a:pPr>
            <a:r>
              <a:rPr b="0" i="0" lang="en-US" sz="2800" u="none" cap="none" strike="noStrike">
                <a:solidFill>
                  <a:srgbClr val="C00000"/>
                </a:solidFill>
                <a:latin typeface="Calibri"/>
                <a:ea typeface="Calibri"/>
                <a:cs typeface="Calibri"/>
                <a:sym typeface="Calibri"/>
              </a:rPr>
              <a:t>reliable delivery between adjacent nodes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we already know how to do this!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seldom used on low bit-error links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wireless links: high error rates</a:t>
            </a:r>
            <a:endParaRPr/>
          </a:p>
          <a:p>
            <a:pPr indent="-228600" lvl="2" marL="1143000" marR="0" rtl="0" algn="l">
              <a:lnSpc>
                <a:spcPct val="90000"/>
              </a:lnSpc>
              <a:spcBef>
                <a:spcPts val="500"/>
              </a:spcBef>
              <a:spcAft>
                <a:spcPts val="0"/>
              </a:spcAft>
              <a:buClr>
                <a:srgbClr val="0000A8"/>
              </a:buClr>
              <a:buSzPts val="2400"/>
              <a:buFont typeface="Arial"/>
              <a:buChar char="•"/>
            </a:pPr>
            <a:r>
              <a:rPr b="1" i="1" lang="en-US" sz="2400" u="sng" cap="none" strike="noStrike">
                <a:solidFill>
                  <a:srgbClr val="0000A8"/>
                </a:solidFill>
                <a:latin typeface="Calibri"/>
                <a:ea typeface="Calibri"/>
                <a:cs typeface="Calibri"/>
                <a:sym typeface="Calibri"/>
              </a:rPr>
              <a:t>Q:</a:t>
            </a:r>
            <a:r>
              <a:rPr b="1" i="0" lang="en-US" sz="2400" u="sng" cap="none" strike="noStrike">
                <a:solidFill>
                  <a:srgbClr val="0000A8"/>
                </a:solidFill>
                <a:latin typeface="Calibri"/>
                <a:ea typeface="Calibri"/>
                <a:cs typeface="Calibri"/>
                <a:sym typeface="Calibri"/>
              </a:rPr>
              <a:t> </a:t>
            </a:r>
            <a:r>
              <a:rPr b="1" i="0" lang="en-US" sz="2400" u="none" cap="none" strike="noStrike">
                <a:solidFill>
                  <a:srgbClr val="000000"/>
                </a:solidFill>
                <a:latin typeface="Calibri"/>
                <a:ea typeface="Calibri"/>
                <a:cs typeface="Calibri"/>
                <a:sym typeface="Calibri"/>
              </a:rPr>
              <a:t>why both link-level and end-end reliability?</a:t>
            </a:r>
            <a:endParaRPr b="1" i="0" sz="2800" u="none" cap="none" strike="noStrike">
              <a:solidFill>
                <a:srgbClr val="000000"/>
              </a:solidFill>
              <a:latin typeface="Calibri"/>
              <a:ea typeface="Calibri"/>
              <a:cs typeface="Calibri"/>
              <a:sym typeface="Calibri"/>
            </a:endParaRPr>
          </a:p>
        </p:txBody>
      </p:sp>
      <p:grpSp>
        <p:nvGrpSpPr>
          <p:cNvPr id="781" name="Google Shape;781;p19"/>
          <p:cNvGrpSpPr/>
          <p:nvPr/>
        </p:nvGrpSpPr>
        <p:grpSpPr>
          <a:xfrm>
            <a:off x="7840518" y="1242873"/>
            <a:ext cx="4208607" cy="5126264"/>
            <a:chOff x="7840518" y="1242873"/>
            <a:chExt cx="4208607" cy="5126264"/>
          </a:xfrm>
        </p:grpSpPr>
        <p:grpSp>
          <p:nvGrpSpPr>
            <p:cNvPr id="782" name="Google Shape;782;p19"/>
            <p:cNvGrpSpPr/>
            <p:nvPr/>
          </p:nvGrpSpPr>
          <p:grpSpPr>
            <a:xfrm>
              <a:off x="9022376" y="3275911"/>
              <a:ext cx="532171" cy="1016171"/>
              <a:chOff x="9022376" y="3275911"/>
              <a:chExt cx="615031" cy="1296090"/>
            </a:xfrm>
          </p:grpSpPr>
          <p:sp>
            <p:nvSpPr>
              <p:cNvPr id="783" name="Google Shape;783;p19"/>
              <p:cNvSpPr/>
              <p:nvPr/>
            </p:nvSpPr>
            <p:spPr>
              <a:xfrm>
                <a:off x="9285510" y="3593195"/>
                <a:ext cx="69106" cy="79124"/>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84" name="Google Shape;784;p19"/>
              <p:cNvGrpSpPr/>
              <p:nvPr/>
            </p:nvGrpSpPr>
            <p:grpSpPr>
              <a:xfrm>
                <a:off x="9022376" y="3275911"/>
                <a:ext cx="615031" cy="694531"/>
                <a:chOff x="2920" y="1424"/>
                <a:chExt cx="326" cy="320"/>
              </a:xfrm>
            </p:grpSpPr>
            <p:sp>
              <p:nvSpPr>
                <p:cNvPr id="785" name="Google Shape;785;p19"/>
                <p:cNvSpPr/>
                <p:nvPr/>
              </p:nvSpPr>
              <p:spPr>
                <a:xfrm>
                  <a:off x="2920" y="1445"/>
                  <a:ext cx="326" cy="289"/>
                </a:xfrm>
                <a:prstGeom prst="ellipse">
                  <a:avLst/>
                </a:prstGeom>
                <a:no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786" name="Google Shape;786;p19"/>
                <p:cNvGrpSpPr/>
                <p:nvPr/>
              </p:nvGrpSpPr>
              <p:grpSpPr>
                <a:xfrm>
                  <a:off x="2949" y="1424"/>
                  <a:ext cx="265" cy="280"/>
                  <a:chOff x="2949" y="1424"/>
                  <a:chExt cx="265" cy="280"/>
                </a:xfrm>
              </p:grpSpPr>
              <p:sp>
                <p:nvSpPr>
                  <p:cNvPr id="787" name="Google Shape;787;p19"/>
                  <p:cNvSpPr/>
                  <p:nvPr/>
                </p:nvSpPr>
                <p:spPr>
                  <a:xfrm>
                    <a:off x="3030" y="1545"/>
                    <a:ext cx="107" cy="92"/>
                  </a:xfrm>
                  <a:prstGeom prst="ellipse">
                    <a:avLst/>
                  </a:prstGeom>
                  <a:no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88" name="Google Shape;788;p19"/>
                  <p:cNvSpPr/>
                  <p:nvPr/>
                </p:nvSpPr>
                <p:spPr>
                  <a:xfrm>
                    <a:off x="3006" y="1525"/>
                    <a:ext cx="154" cy="131"/>
                  </a:xfrm>
                  <a:prstGeom prst="ellipse">
                    <a:avLst/>
                  </a:prstGeom>
                  <a:no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89" name="Google Shape;789;p19"/>
                  <p:cNvSpPr/>
                  <p:nvPr/>
                </p:nvSpPr>
                <p:spPr>
                  <a:xfrm>
                    <a:off x="2983" y="1501"/>
                    <a:ext cx="203" cy="179"/>
                  </a:xfrm>
                  <a:prstGeom prst="ellipse">
                    <a:avLst/>
                  </a:prstGeom>
                  <a:no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90" name="Google Shape;790;p19"/>
                  <p:cNvSpPr/>
                  <p:nvPr/>
                </p:nvSpPr>
                <p:spPr>
                  <a:xfrm>
                    <a:off x="2949" y="1476"/>
                    <a:ext cx="265" cy="228"/>
                  </a:xfrm>
                  <a:prstGeom prst="ellipse">
                    <a:avLst/>
                  </a:prstGeom>
                  <a:no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91" name="Google Shape;791;p19"/>
                  <p:cNvSpPr/>
                  <p:nvPr/>
                </p:nvSpPr>
                <p:spPr>
                  <a:xfrm flipH="1" rot="10800000">
                    <a:off x="2987" y="1424"/>
                    <a:ext cx="205" cy="143"/>
                  </a:xfrm>
                  <a:custGeom>
                    <a:rect b="b" l="l" r="r" t="t"/>
                    <a:pathLst>
                      <a:path extrusionOk="0" h="956" w="1180">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792" name="Google Shape;792;p19"/>
                <p:cNvSpPr/>
                <p:nvPr/>
              </p:nvSpPr>
              <p:spPr>
                <a:xfrm>
                  <a:off x="2995" y="1615"/>
                  <a:ext cx="178" cy="129"/>
                </a:xfrm>
                <a:custGeom>
                  <a:rect b="b" l="l" r="r" t="t"/>
                  <a:pathLst>
                    <a:path extrusionOk="0" h="956" w="1180">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793" name="Google Shape;793;p19"/>
              <p:cNvGrpSpPr/>
              <p:nvPr/>
            </p:nvGrpSpPr>
            <p:grpSpPr>
              <a:xfrm>
                <a:off x="9122147" y="3619387"/>
                <a:ext cx="432400" cy="952614"/>
                <a:chOff x="3130" y="3288"/>
                <a:chExt cx="410" cy="742"/>
              </a:xfrm>
            </p:grpSpPr>
            <p:cxnSp>
              <p:nvCxnSpPr>
                <p:cNvPr id="794" name="Google Shape;794;p19"/>
                <p:cNvCxnSpPr/>
                <p:nvPr/>
              </p:nvCxnSpPr>
              <p:spPr>
                <a:xfrm flipH="1">
                  <a:off x="3130" y="3288"/>
                  <a:ext cx="205" cy="672"/>
                </a:xfrm>
                <a:prstGeom prst="straightConnector1">
                  <a:avLst/>
                </a:prstGeom>
                <a:noFill/>
                <a:ln cap="flat" cmpd="sng" w="19050">
                  <a:solidFill>
                    <a:schemeClr val="dk1"/>
                  </a:solidFill>
                  <a:prstDash val="solid"/>
                  <a:round/>
                  <a:headEnd len="med" w="med" type="none"/>
                  <a:tailEnd len="med" w="med" type="none"/>
                </a:ln>
              </p:spPr>
            </p:cxnSp>
            <p:cxnSp>
              <p:nvCxnSpPr>
                <p:cNvPr id="795" name="Google Shape;795;p19"/>
                <p:cNvCxnSpPr/>
                <p:nvPr/>
              </p:nvCxnSpPr>
              <p:spPr>
                <a:xfrm>
                  <a:off x="3335" y="3288"/>
                  <a:ext cx="205" cy="669"/>
                </a:xfrm>
                <a:prstGeom prst="straightConnector1">
                  <a:avLst/>
                </a:prstGeom>
                <a:noFill/>
                <a:ln cap="flat" cmpd="sng" w="19050">
                  <a:solidFill>
                    <a:schemeClr val="dk1"/>
                  </a:solidFill>
                  <a:prstDash val="solid"/>
                  <a:round/>
                  <a:headEnd len="med" w="med" type="none"/>
                  <a:tailEnd len="med" w="med" type="none"/>
                </a:ln>
              </p:spPr>
            </p:cxnSp>
            <p:cxnSp>
              <p:nvCxnSpPr>
                <p:cNvPr id="796" name="Google Shape;796;p19"/>
                <p:cNvCxnSpPr/>
                <p:nvPr/>
              </p:nvCxnSpPr>
              <p:spPr>
                <a:xfrm>
                  <a:off x="3130"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797" name="Google Shape;797;p19"/>
                <p:cNvCxnSpPr/>
                <p:nvPr/>
              </p:nvCxnSpPr>
              <p:spPr>
                <a:xfrm flipH="1">
                  <a:off x="3335"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798" name="Google Shape;798;p19"/>
                <p:cNvCxnSpPr/>
                <p:nvPr/>
              </p:nvCxnSpPr>
              <p:spPr>
                <a:xfrm>
                  <a:off x="3335" y="3303"/>
                  <a:ext cx="0" cy="727"/>
                </a:xfrm>
                <a:prstGeom prst="straightConnector1">
                  <a:avLst/>
                </a:prstGeom>
                <a:noFill/>
                <a:ln cap="flat" cmpd="sng" w="19050">
                  <a:solidFill>
                    <a:schemeClr val="dk1"/>
                  </a:solidFill>
                  <a:prstDash val="solid"/>
                  <a:round/>
                  <a:headEnd len="med" w="med" type="none"/>
                  <a:tailEnd len="med" w="med" type="none"/>
                </a:ln>
              </p:spPr>
            </p:cxnSp>
            <p:cxnSp>
              <p:nvCxnSpPr>
                <p:cNvPr id="799" name="Google Shape;799;p19"/>
                <p:cNvCxnSpPr/>
                <p:nvPr/>
              </p:nvCxnSpPr>
              <p:spPr>
                <a:xfrm flipH="1" rot="10800000">
                  <a:off x="3130" y="3888"/>
                  <a:ext cx="205" cy="72"/>
                </a:xfrm>
                <a:prstGeom prst="straightConnector1">
                  <a:avLst/>
                </a:prstGeom>
                <a:noFill/>
                <a:ln cap="flat" cmpd="sng" w="19050">
                  <a:solidFill>
                    <a:schemeClr val="dk1"/>
                  </a:solidFill>
                  <a:prstDash val="solid"/>
                  <a:round/>
                  <a:headEnd len="med" w="med" type="none"/>
                  <a:tailEnd len="med" w="med" type="none"/>
                </a:ln>
              </p:spPr>
            </p:cxnSp>
            <p:cxnSp>
              <p:nvCxnSpPr>
                <p:cNvPr id="800" name="Google Shape;800;p19"/>
                <p:cNvCxnSpPr/>
                <p:nvPr/>
              </p:nvCxnSpPr>
              <p:spPr>
                <a:xfrm rot="10800000">
                  <a:off x="3335" y="3888"/>
                  <a:ext cx="205" cy="69"/>
                </a:xfrm>
                <a:prstGeom prst="straightConnector1">
                  <a:avLst/>
                </a:prstGeom>
                <a:noFill/>
                <a:ln cap="flat" cmpd="sng" w="19050">
                  <a:solidFill>
                    <a:schemeClr val="dk1"/>
                  </a:solidFill>
                  <a:prstDash val="solid"/>
                  <a:round/>
                  <a:headEnd len="med" w="med" type="none"/>
                  <a:tailEnd len="med" w="med" type="none"/>
                </a:ln>
              </p:spPr>
            </p:cxnSp>
            <p:cxnSp>
              <p:nvCxnSpPr>
                <p:cNvPr id="801" name="Google Shape;801;p19"/>
                <p:cNvCxnSpPr/>
                <p:nvPr/>
              </p:nvCxnSpPr>
              <p:spPr>
                <a:xfrm>
                  <a:off x="3217" y="3668"/>
                  <a:ext cx="118" cy="55"/>
                </a:xfrm>
                <a:prstGeom prst="straightConnector1">
                  <a:avLst/>
                </a:prstGeom>
                <a:noFill/>
                <a:ln cap="flat" cmpd="sng" w="19050">
                  <a:solidFill>
                    <a:schemeClr val="dk1"/>
                  </a:solidFill>
                  <a:prstDash val="solid"/>
                  <a:round/>
                  <a:headEnd len="med" w="med" type="none"/>
                  <a:tailEnd len="med" w="med" type="none"/>
                </a:ln>
              </p:spPr>
            </p:cxnSp>
            <p:cxnSp>
              <p:nvCxnSpPr>
                <p:cNvPr id="802" name="Google Shape;802;p19"/>
                <p:cNvCxnSpPr/>
                <p:nvPr/>
              </p:nvCxnSpPr>
              <p:spPr>
                <a:xfrm flipH="1" rot="10800000">
                  <a:off x="3335" y="3668"/>
                  <a:ext cx="124" cy="55"/>
                </a:xfrm>
                <a:prstGeom prst="straightConnector1">
                  <a:avLst/>
                </a:prstGeom>
                <a:noFill/>
                <a:ln cap="flat" cmpd="sng" w="19050">
                  <a:solidFill>
                    <a:schemeClr val="dk1"/>
                  </a:solidFill>
                  <a:prstDash val="solid"/>
                  <a:round/>
                  <a:headEnd len="med" w="med" type="none"/>
                  <a:tailEnd len="med" w="med" type="none"/>
                </a:ln>
              </p:spPr>
            </p:cxnSp>
            <p:cxnSp>
              <p:nvCxnSpPr>
                <p:cNvPr id="803" name="Google Shape;803;p19"/>
                <p:cNvCxnSpPr/>
                <p:nvPr/>
              </p:nvCxnSpPr>
              <p:spPr>
                <a:xfrm>
                  <a:off x="3178" y="3766"/>
                  <a:ext cx="152" cy="75"/>
                </a:xfrm>
                <a:prstGeom prst="straightConnector1">
                  <a:avLst/>
                </a:prstGeom>
                <a:noFill/>
                <a:ln cap="flat" cmpd="sng" w="19050">
                  <a:solidFill>
                    <a:schemeClr val="dk1"/>
                  </a:solidFill>
                  <a:prstDash val="solid"/>
                  <a:round/>
                  <a:headEnd len="med" w="med" type="none"/>
                  <a:tailEnd len="med" w="med" type="none"/>
                </a:ln>
              </p:spPr>
            </p:cxnSp>
            <p:cxnSp>
              <p:nvCxnSpPr>
                <p:cNvPr id="804" name="Google Shape;804;p19"/>
                <p:cNvCxnSpPr/>
                <p:nvPr/>
              </p:nvCxnSpPr>
              <p:spPr>
                <a:xfrm flipH="1" rot="10800000">
                  <a:off x="3335" y="3781"/>
                  <a:ext cx="153" cy="66"/>
                </a:xfrm>
                <a:prstGeom prst="straightConnector1">
                  <a:avLst/>
                </a:prstGeom>
                <a:noFill/>
                <a:ln cap="flat" cmpd="sng" w="19050">
                  <a:solidFill>
                    <a:schemeClr val="dk1"/>
                  </a:solidFill>
                  <a:prstDash val="solid"/>
                  <a:round/>
                  <a:headEnd len="med" w="med" type="none"/>
                  <a:tailEnd len="med" w="med" type="none"/>
                </a:ln>
              </p:spPr>
            </p:cxnSp>
            <p:cxnSp>
              <p:nvCxnSpPr>
                <p:cNvPr id="805" name="Google Shape;805;p19"/>
                <p:cNvCxnSpPr/>
                <p:nvPr/>
              </p:nvCxnSpPr>
              <p:spPr>
                <a:xfrm flipH="1" rot="10800000">
                  <a:off x="3335" y="3567"/>
                  <a:ext cx="78" cy="27"/>
                </a:xfrm>
                <a:prstGeom prst="straightConnector1">
                  <a:avLst/>
                </a:prstGeom>
                <a:noFill/>
                <a:ln cap="flat" cmpd="sng" w="19050">
                  <a:solidFill>
                    <a:schemeClr val="dk1"/>
                  </a:solidFill>
                  <a:prstDash val="solid"/>
                  <a:round/>
                  <a:headEnd len="med" w="med" type="none"/>
                  <a:tailEnd len="med" w="med" type="none"/>
                </a:ln>
              </p:spPr>
            </p:cxnSp>
            <p:cxnSp>
              <p:nvCxnSpPr>
                <p:cNvPr id="806" name="Google Shape;806;p19"/>
                <p:cNvCxnSpPr/>
                <p:nvPr/>
              </p:nvCxnSpPr>
              <p:spPr>
                <a:xfrm flipH="1" rot="10800000">
                  <a:off x="3335" y="3428"/>
                  <a:ext cx="49" cy="21"/>
                </a:xfrm>
                <a:prstGeom prst="straightConnector1">
                  <a:avLst/>
                </a:prstGeom>
                <a:noFill/>
                <a:ln cap="flat" cmpd="sng" w="19050">
                  <a:solidFill>
                    <a:schemeClr val="dk1"/>
                  </a:solidFill>
                  <a:prstDash val="solid"/>
                  <a:round/>
                  <a:headEnd len="med" w="med" type="none"/>
                  <a:tailEnd len="med" w="med" type="none"/>
                </a:ln>
              </p:spPr>
            </p:cxnSp>
            <p:cxnSp>
              <p:nvCxnSpPr>
                <p:cNvPr id="807" name="Google Shape;807;p19"/>
                <p:cNvCxnSpPr/>
                <p:nvPr/>
              </p:nvCxnSpPr>
              <p:spPr>
                <a:xfrm>
                  <a:off x="3247" y="3558"/>
                  <a:ext cx="95" cy="36"/>
                </a:xfrm>
                <a:prstGeom prst="straightConnector1">
                  <a:avLst/>
                </a:prstGeom>
                <a:noFill/>
                <a:ln cap="flat" cmpd="sng" w="19050">
                  <a:solidFill>
                    <a:schemeClr val="dk1"/>
                  </a:solidFill>
                  <a:prstDash val="solid"/>
                  <a:round/>
                  <a:headEnd len="med" w="med" type="none"/>
                  <a:tailEnd len="med" w="med" type="none"/>
                </a:ln>
              </p:spPr>
            </p:cxnSp>
            <p:cxnSp>
              <p:nvCxnSpPr>
                <p:cNvPr id="808" name="Google Shape;808;p19"/>
                <p:cNvCxnSpPr/>
                <p:nvPr/>
              </p:nvCxnSpPr>
              <p:spPr>
                <a:xfrm>
                  <a:off x="3289" y="3422"/>
                  <a:ext cx="55" cy="36"/>
                </a:xfrm>
                <a:prstGeom prst="straightConnector1">
                  <a:avLst/>
                </a:prstGeom>
                <a:noFill/>
                <a:ln cap="flat" cmpd="sng" w="19050">
                  <a:solidFill>
                    <a:schemeClr val="dk1"/>
                  </a:solidFill>
                  <a:prstDash val="solid"/>
                  <a:round/>
                  <a:headEnd len="med" w="med" type="none"/>
                  <a:tailEnd len="med" w="med" type="none"/>
                </a:ln>
              </p:spPr>
            </p:cxnSp>
          </p:grpSp>
        </p:grpSp>
        <p:grpSp>
          <p:nvGrpSpPr>
            <p:cNvPr id="809" name="Google Shape;809;p19"/>
            <p:cNvGrpSpPr/>
            <p:nvPr/>
          </p:nvGrpSpPr>
          <p:grpSpPr>
            <a:xfrm>
              <a:off x="8405402" y="3099042"/>
              <a:ext cx="527285" cy="593983"/>
              <a:chOff x="8328836" y="2202873"/>
              <a:chExt cx="527285" cy="593983"/>
            </a:xfrm>
          </p:grpSpPr>
          <p:pic>
            <p:nvPicPr>
              <p:cNvPr descr="iphone_stylized_small" id="810" name="Google Shape;810;p19"/>
              <p:cNvPicPr preferRelativeResize="0"/>
              <p:nvPr/>
            </p:nvPicPr>
            <p:blipFill rotWithShape="1">
              <a:blip r:embed="rId3">
                <a:alphaModFix/>
              </a:blip>
              <a:srcRect b="0" l="0" r="0" t="0"/>
              <a:stretch/>
            </p:blipFill>
            <p:spPr>
              <a:xfrm>
                <a:off x="8566432" y="2271663"/>
                <a:ext cx="180509" cy="525193"/>
              </a:xfrm>
              <a:prstGeom prst="rect">
                <a:avLst/>
              </a:prstGeom>
              <a:noFill/>
              <a:ln>
                <a:noFill/>
              </a:ln>
            </p:spPr>
          </p:pic>
          <p:grpSp>
            <p:nvGrpSpPr>
              <p:cNvPr id="811" name="Google Shape;811;p19"/>
              <p:cNvGrpSpPr/>
              <p:nvPr/>
            </p:nvGrpSpPr>
            <p:grpSpPr>
              <a:xfrm>
                <a:off x="8328836" y="2202873"/>
                <a:ext cx="527285" cy="118466"/>
                <a:chOff x="2199" y="955"/>
                <a:chExt cx="2547" cy="506"/>
              </a:xfrm>
            </p:grpSpPr>
            <p:sp>
              <p:nvSpPr>
                <p:cNvPr id="812" name="Google Shape;812;p19"/>
                <p:cNvSpPr/>
                <p:nvPr/>
              </p:nvSpPr>
              <p:spPr>
                <a:xfrm>
                  <a:off x="2199" y="1166"/>
                  <a:ext cx="260" cy="281"/>
                </a:xfrm>
                <a:custGeom>
                  <a:rect b="b" l="l" r="r" t="t"/>
                  <a:pathLst>
                    <a:path extrusionOk="0" h="281" w="260">
                      <a:moveTo>
                        <a:pt x="260" y="0"/>
                      </a:moveTo>
                      <a:cubicBezTo>
                        <a:pt x="224" y="19"/>
                        <a:pt x="79" y="77"/>
                        <a:pt x="42" y="112"/>
                      </a:cubicBezTo>
                      <a:cubicBezTo>
                        <a:pt x="5" y="143"/>
                        <a:pt x="0" y="183"/>
                        <a:pt x="35" y="211"/>
                      </a:cubicBezTo>
                      <a:cubicBezTo>
                        <a:pt x="70" y="239"/>
                        <a:pt x="208" y="266"/>
                        <a:pt x="253" y="281"/>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13" name="Google Shape;813;p19"/>
                <p:cNvSpPr/>
                <p:nvPr/>
              </p:nvSpPr>
              <p:spPr>
                <a:xfrm>
                  <a:off x="2482" y="1040"/>
                  <a:ext cx="900" cy="421"/>
                </a:xfrm>
                <a:custGeom>
                  <a:rect b="b" l="l" r="r" t="t"/>
                  <a:pathLst>
                    <a:path extrusionOk="0" h="421" w="900">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14" name="Google Shape;814;p19"/>
                <p:cNvSpPr/>
                <p:nvPr/>
              </p:nvSpPr>
              <p:spPr>
                <a:xfrm>
                  <a:off x="2782" y="1068"/>
                  <a:ext cx="428" cy="269"/>
                </a:xfrm>
                <a:custGeom>
                  <a:rect b="b" l="l" r="r" t="t"/>
                  <a:pathLst>
                    <a:path extrusionOk="0" h="269" w="428">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15" name="Google Shape;815;p19"/>
                <p:cNvSpPr/>
                <p:nvPr/>
              </p:nvSpPr>
              <p:spPr>
                <a:xfrm>
                  <a:off x="3554" y="1075"/>
                  <a:ext cx="377" cy="239"/>
                </a:xfrm>
                <a:custGeom>
                  <a:rect b="b" l="l" r="r" t="t"/>
                  <a:pathLst>
                    <a:path extrusionOk="0" h="239" w="377">
                      <a:moveTo>
                        <a:pt x="42" y="239"/>
                      </a:moveTo>
                      <a:cubicBezTo>
                        <a:pt x="89" y="224"/>
                        <a:pt x="285" y="178"/>
                        <a:pt x="335" y="146"/>
                      </a:cubicBezTo>
                      <a:cubicBezTo>
                        <a:pt x="372" y="115"/>
                        <a:pt x="377" y="75"/>
                        <a:pt x="342" y="47"/>
                      </a:cubicBezTo>
                      <a:cubicBezTo>
                        <a:pt x="286" y="23"/>
                        <a:pt x="71" y="10"/>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16" name="Google Shape;816;p19"/>
                <p:cNvSpPr/>
                <p:nvPr/>
              </p:nvSpPr>
              <p:spPr>
                <a:xfrm>
                  <a:off x="3646" y="997"/>
                  <a:ext cx="660" cy="336"/>
                </a:xfrm>
                <a:custGeom>
                  <a:rect b="b" l="l" r="r" t="t"/>
                  <a:pathLst>
                    <a:path extrusionOk="0" h="300" w="646">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17" name="Google Shape;817;p19"/>
                <p:cNvSpPr/>
                <p:nvPr/>
              </p:nvSpPr>
              <p:spPr>
                <a:xfrm>
                  <a:off x="4116" y="955"/>
                  <a:ext cx="630" cy="397"/>
                </a:xfrm>
                <a:custGeom>
                  <a:rect b="b" l="l" r="r" t="t"/>
                  <a:pathLst>
                    <a:path extrusionOk="0" h="397" w="630">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grpSp>
          <p:nvGrpSpPr>
            <p:cNvPr id="818" name="Google Shape;818;p19"/>
            <p:cNvGrpSpPr/>
            <p:nvPr/>
          </p:nvGrpSpPr>
          <p:grpSpPr>
            <a:xfrm>
              <a:off x="7856376" y="3838205"/>
              <a:ext cx="1062340" cy="341909"/>
              <a:chOff x="9561515" y="2748013"/>
              <a:chExt cx="1120341" cy="347863"/>
            </a:xfrm>
          </p:grpSpPr>
          <p:pic>
            <p:nvPicPr>
              <p:cNvPr descr="car_icon_small" id="819" name="Google Shape;819;p19"/>
              <p:cNvPicPr preferRelativeResize="0"/>
              <p:nvPr/>
            </p:nvPicPr>
            <p:blipFill rotWithShape="1">
              <a:blip r:embed="rId4">
                <a:alphaModFix/>
              </a:blip>
              <a:srcRect b="0" l="0" r="0" t="0"/>
              <a:stretch/>
            </p:blipFill>
            <p:spPr>
              <a:xfrm>
                <a:off x="9561515" y="2826814"/>
                <a:ext cx="1120341" cy="269062"/>
              </a:xfrm>
              <a:prstGeom prst="rect">
                <a:avLst/>
              </a:prstGeom>
              <a:noFill/>
              <a:ln>
                <a:noFill/>
              </a:ln>
            </p:spPr>
          </p:pic>
          <p:grpSp>
            <p:nvGrpSpPr>
              <p:cNvPr id="820" name="Google Shape;820;p19"/>
              <p:cNvGrpSpPr/>
              <p:nvPr/>
            </p:nvGrpSpPr>
            <p:grpSpPr>
              <a:xfrm>
                <a:off x="9788587" y="2748013"/>
                <a:ext cx="527285" cy="118466"/>
                <a:chOff x="2199" y="955"/>
                <a:chExt cx="2547" cy="506"/>
              </a:xfrm>
            </p:grpSpPr>
            <p:sp>
              <p:nvSpPr>
                <p:cNvPr id="821" name="Google Shape;821;p19"/>
                <p:cNvSpPr/>
                <p:nvPr/>
              </p:nvSpPr>
              <p:spPr>
                <a:xfrm>
                  <a:off x="2199" y="1166"/>
                  <a:ext cx="260" cy="281"/>
                </a:xfrm>
                <a:custGeom>
                  <a:rect b="b" l="l" r="r" t="t"/>
                  <a:pathLst>
                    <a:path extrusionOk="0" h="281" w="260">
                      <a:moveTo>
                        <a:pt x="260" y="0"/>
                      </a:moveTo>
                      <a:cubicBezTo>
                        <a:pt x="224" y="19"/>
                        <a:pt x="79" y="77"/>
                        <a:pt x="42" y="112"/>
                      </a:cubicBezTo>
                      <a:cubicBezTo>
                        <a:pt x="5" y="143"/>
                        <a:pt x="0" y="183"/>
                        <a:pt x="35" y="211"/>
                      </a:cubicBezTo>
                      <a:cubicBezTo>
                        <a:pt x="70" y="239"/>
                        <a:pt x="208" y="266"/>
                        <a:pt x="253" y="281"/>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22" name="Google Shape;822;p19"/>
                <p:cNvSpPr/>
                <p:nvPr/>
              </p:nvSpPr>
              <p:spPr>
                <a:xfrm>
                  <a:off x="2482" y="1040"/>
                  <a:ext cx="900" cy="421"/>
                </a:xfrm>
                <a:custGeom>
                  <a:rect b="b" l="l" r="r" t="t"/>
                  <a:pathLst>
                    <a:path extrusionOk="0" h="421" w="900">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23" name="Google Shape;823;p19"/>
                <p:cNvSpPr/>
                <p:nvPr/>
              </p:nvSpPr>
              <p:spPr>
                <a:xfrm>
                  <a:off x="2782" y="1068"/>
                  <a:ext cx="428" cy="269"/>
                </a:xfrm>
                <a:custGeom>
                  <a:rect b="b" l="l" r="r" t="t"/>
                  <a:pathLst>
                    <a:path extrusionOk="0" h="269" w="428">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24" name="Google Shape;824;p19"/>
                <p:cNvSpPr/>
                <p:nvPr/>
              </p:nvSpPr>
              <p:spPr>
                <a:xfrm>
                  <a:off x="3554" y="1075"/>
                  <a:ext cx="377" cy="239"/>
                </a:xfrm>
                <a:custGeom>
                  <a:rect b="b" l="l" r="r" t="t"/>
                  <a:pathLst>
                    <a:path extrusionOk="0" h="239" w="377">
                      <a:moveTo>
                        <a:pt x="42" y="239"/>
                      </a:moveTo>
                      <a:cubicBezTo>
                        <a:pt x="89" y="224"/>
                        <a:pt x="285" y="178"/>
                        <a:pt x="335" y="146"/>
                      </a:cubicBezTo>
                      <a:cubicBezTo>
                        <a:pt x="372" y="115"/>
                        <a:pt x="377" y="75"/>
                        <a:pt x="342" y="47"/>
                      </a:cubicBezTo>
                      <a:cubicBezTo>
                        <a:pt x="286" y="23"/>
                        <a:pt x="71" y="10"/>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25" name="Google Shape;825;p19"/>
                <p:cNvSpPr/>
                <p:nvPr/>
              </p:nvSpPr>
              <p:spPr>
                <a:xfrm>
                  <a:off x="3646" y="997"/>
                  <a:ext cx="660" cy="336"/>
                </a:xfrm>
                <a:custGeom>
                  <a:rect b="b" l="l" r="r" t="t"/>
                  <a:pathLst>
                    <a:path extrusionOk="0" h="300" w="646">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26" name="Google Shape;826;p19"/>
                <p:cNvSpPr/>
                <p:nvPr/>
              </p:nvSpPr>
              <p:spPr>
                <a:xfrm>
                  <a:off x="4116" y="955"/>
                  <a:ext cx="630" cy="397"/>
                </a:xfrm>
                <a:custGeom>
                  <a:rect b="b" l="l" r="r" t="t"/>
                  <a:pathLst>
                    <a:path extrusionOk="0" h="397" w="630">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cxnSp>
            <p:nvCxnSpPr>
              <p:cNvPr id="827" name="Google Shape;827;p19"/>
              <p:cNvCxnSpPr/>
              <p:nvPr/>
            </p:nvCxnSpPr>
            <p:spPr>
              <a:xfrm>
                <a:off x="10032156" y="2798664"/>
                <a:ext cx="31623" cy="136898"/>
              </a:xfrm>
              <a:prstGeom prst="straightConnector1">
                <a:avLst/>
              </a:prstGeom>
              <a:noFill/>
              <a:ln cap="flat" cmpd="sng" w="12700">
                <a:solidFill>
                  <a:schemeClr val="dk1"/>
                </a:solidFill>
                <a:prstDash val="solid"/>
                <a:miter lim="800000"/>
                <a:headEnd len="sm" w="sm" type="none"/>
                <a:tailEnd len="sm" w="sm" type="none"/>
              </a:ln>
            </p:spPr>
          </p:cxnSp>
        </p:grpSp>
        <p:grpSp>
          <p:nvGrpSpPr>
            <p:cNvPr id="828" name="Google Shape;828;p19"/>
            <p:cNvGrpSpPr/>
            <p:nvPr/>
          </p:nvGrpSpPr>
          <p:grpSpPr>
            <a:xfrm>
              <a:off x="9729378" y="3463179"/>
              <a:ext cx="504756" cy="520384"/>
              <a:chOff x="7339071" y="2307905"/>
              <a:chExt cx="511700" cy="446467"/>
            </a:xfrm>
          </p:grpSpPr>
          <p:grpSp>
            <p:nvGrpSpPr>
              <p:cNvPr id="829" name="Google Shape;829;p19"/>
              <p:cNvGrpSpPr/>
              <p:nvPr/>
            </p:nvGrpSpPr>
            <p:grpSpPr>
              <a:xfrm>
                <a:off x="7339071" y="2426725"/>
                <a:ext cx="511700" cy="327647"/>
                <a:chOff x="7455987" y="2414528"/>
                <a:chExt cx="511700" cy="327647"/>
              </a:xfrm>
            </p:grpSpPr>
            <p:pic>
              <p:nvPicPr>
                <p:cNvPr descr="laptop_keyboard" id="830" name="Google Shape;830;p19"/>
                <p:cNvPicPr preferRelativeResize="0"/>
                <p:nvPr/>
              </p:nvPicPr>
              <p:blipFill rotWithShape="1">
                <a:blip r:embed="rId5">
                  <a:alphaModFix/>
                </a:blip>
                <a:srcRect b="0" l="0" r="0" t="0"/>
                <a:stretch/>
              </p:blipFill>
              <p:spPr>
                <a:xfrm flipH="1" rot="109064">
                  <a:off x="7458407" y="2575770"/>
                  <a:ext cx="437221" cy="159511"/>
                </a:xfrm>
                <a:prstGeom prst="rect">
                  <a:avLst/>
                </a:prstGeom>
                <a:noFill/>
                <a:ln>
                  <a:noFill/>
                </a:ln>
              </p:spPr>
            </p:pic>
            <p:sp>
              <p:nvSpPr>
                <p:cNvPr id="831" name="Google Shape;831;p19"/>
                <p:cNvSpPr/>
                <p:nvPr/>
              </p:nvSpPr>
              <p:spPr>
                <a:xfrm>
                  <a:off x="7603304" y="242098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832" name="Google Shape;832;p19"/>
                <p:cNvPicPr preferRelativeResize="0"/>
                <p:nvPr/>
              </p:nvPicPr>
              <p:blipFill rotWithShape="1">
                <a:blip r:embed="rId6">
                  <a:alphaModFix/>
                </a:blip>
                <a:srcRect b="0" l="0" r="0" t="0"/>
                <a:stretch/>
              </p:blipFill>
              <p:spPr>
                <a:xfrm>
                  <a:off x="7620637" y="2426338"/>
                  <a:ext cx="319785" cy="189429"/>
                </a:xfrm>
                <a:prstGeom prst="rect">
                  <a:avLst/>
                </a:prstGeom>
                <a:noFill/>
                <a:ln>
                  <a:noFill/>
                </a:ln>
              </p:spPr>
            </p:pic>
            <p:sp>
              <p:nvSpPr>
                <p:cNvPr id="833" name="Google Shape;833;p19"/>
                <p:cNvSpPr/>
                <p:nvPr/>
              </p:nvSpPr>
              <p:spPr>
                <a:xfrm>
                  <a:off x="7667378" y="241484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34" name="Google Shape;834;p19"/>
                <p:cNvSpPr/>
                <p:nvPr/>
              </p:nvSpPr>
              <p:spPr>
                <a:xfrm>
                  <a:off x="7600188" y="241452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35" name="Google Shape;835;p19"/>
                <p:cNvSpPr/>
                <p:nvPr/>
              </p:nvSpPr>
              <p:spPr>
                <a:xfrm>
                  <a:off x="7874205" y="244334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36" name="Google Shape;836;p19"/>
                <p:cNvSpPr/>
                <p:nvPr/>
              </p:nvSpPr>
              <p:spPr>
                <a:xfrm>
                  <a:off x="7599214" y="256758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37" name="Google Shape;837;p19"/>
                <p:cNvSpPr/>
                <p:nvPr/>
              </p:nvSpPr>
              <p:spPr>
                <a:xfrm>
                  <a:off x="7884138" y="244491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38" name="Google Shape;838;p19"/>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839" name="Google Shape;839;p19"/>
                <p:cNvGrpSpPr/>
                <p:nvPr/>
              </p:nvGrpSpPr>
              <p:grpSpPr>
                <a:xfrm>
                  <a:off x="7594735" y="2642220"/>
                  <a:ext cx="98740" cy="36846"/>
                  <a:chOff x="1740" y="2642"/>
                  <a:chExt cx="752" cy="327"/>
                </a:xfrm>
              </p:grpSpPr>
              <p:sp>
                <p:nvSpPr>
                  <p:cNvPr id="840" name="Google Shape;840;p1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41" name="Google Shape;841;p19"/>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42" name="Google Shape;842;p19"/>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43" name="Google Shape;843;p19"/>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44" name="Google Shape;844;p19"/>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45" name="Google Shape;845;p19"/>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846" name="Google Shape;846;p19"/>
                <p:cNvSpPr/>
                <p:nvPr/>
              </p:nvSpPr>
              <p:spPr>
                <a:xfrm>
                  <a:off x="7763780" y="264773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47" name="Google Shape;847;p19"/>
                <p:cNvSpPr/>
                <p:nvPr/>
              </p:nvSpPr>
              <p:spPr>
                <a:xfrm>
                  <a:off x="7458602" y="265418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48" name="Google Shape;848;p19"/>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49" name="Google Shape;849;p19"/>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50" name="Google Shape;850;p19"/>
                <p:cNvSpPr/>
                <p:nvPr/>
              </p:nvSpPr>
              <p:spPr>
                <a:xfrm>
                  <a:off x="7468535" y="264379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51" name="Google Shape;851;p19"/>
                <p:cNvSpPr/>
                <p:nvPr/>
              </p:nvSpPr>
              <p:spPr>
                <a:xfrm flipH="1" rot="10800000">
                  <a:off x="7758327" y="263875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852" name="Google Shape;852;p19"/>
              <p:cNvGrpSpPr/>
              <p:nvPr/>
            </p:nvGrpSpPr>
            <p:grpSpPr>
              <a:xfrm>
                <a:off x="7408527" y="2307905"/>
                <a:ext cx="399726" cy="74090"/>
                <a:chOff x="2199" y="955"/>
                <a:chExt cx="2547" cy="506"/>
              </a:xfrm>
            </p:grpSpPr>
            <p:sp>
              <p:nvSpPr>
                <p:cNvPr id="853" name="Google Shape;853;p19"/>
                <p:cNvSpPr/>
                <p:nvPr/>
              </p:nvSpPr>
              <p:spPr>
                <a:xfrm>
                  <a:off x="2199" y="1166"/>
                  <a:ext cx="260" cy="281"/>
                </a:xfrm>
                <a:custGeom>
                  <a:rect b="b" l="l" r="r" t="t"/>
                  <a:pathLst>
                    <a:path extrusionOk="0" h="281" w="260">
                      <a:moveTo>
                        <a:pt x="260" y="0"/>
                      </a:moveTo>
                      <a:cubicBezTo>
                        <a:pt x="224" y="19"/>
                        <a:pt x="79" y="77"/>
                        <a:pt x="42" y="112"/>
                      </a:cubicBezTo>
                      <a:cubicBezTo>
                        <a:pt x="5" y="143"/>
                        <a:pt x="0" y="183"/>
                        <a:pt x="35" y="211"/>
                      </a:cubicBezTo>
                      <a:cubicBezTo>
                        <a:pt x="70" y="239"/>
                        <a:pt x="208" y="266"/>
                        <a:pt x="253" y="281"/>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54" name="Google Shape;854;p19"/>
                <p:cNvSpPr/>
                <p:nvPr/>
              </p:nvSpPr>
              <p:spPr>
                <a:xfrm>
                  <a:off x="2482" y="1040"/>
                  <a:ext cx="900" cy="421"/>
                </a:xfrm>
                <a:custGeom>
                  <a:rect b="b" l="l" r="r" t="t"/>
                  <a:pathLst>
                    <a:path extrusionOk="0" h="421" w="900">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55" name="Google Shape;855;p19"/>
                <p:cNvSpPr/>
                <p:nvPr/>
              </p:nvSpPr>
              <p:spPr>
                <a:xfrm>
                  <a:off x="2782" y="1068"/>
                  <a:ext cx="428" cy="269"/>
                </a:xfrm>
                <a:custGeom>
                  <a:rect b="b" l="l" r="r" t="t"/>
                  <a:pathLst>
                    <a:path extrusionOk="0" h="269" w="428">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56" name="Google Shape;856;p19"/>
                <p:cNvSpPr/>
                <p:nvPr/>
              </p:nvSpPr>
              <p:spPr>
                <a:xfrm>
                  <a:off x="3554" y="1075"/>
                  <a:ext cx="377" cy="239"/>
                </a:xfrm>
                <a:custGeom>
                  <a:rect b="b" l="l" r="r" t="t"/>
                  <a:pathLst>
                    <a:path extrusionOk="0" h="239" w="377">
                      <a:moveTo>
                        <a:pt x="42" y="239"/>
                      </a:moveTo>
                      <a:cubicBezTo>
                        <a:pt x="89" y="224"/>
                        <a:pt x="285" y="178"/>
                        <a:pt x="335" y="146"/>
                      </a:cubicBezTo>
                      <a:cubicBezTo>
                        <a:pt x="372" y="115"/>
                        <a:pt x="377" y="75"/>
                        <a:pt x="342" y="47"/>
                      </a:cubicBezTo>
                      <a:cubicBezTo>
                        <a:pt x="286" y="23"/>
                        <a:pt x="71" y="10"/>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57" name="Google Shape;857;p19"/>
                <p:cNvSpPr/>
                <p:nvPr/>
              </p:nvSpPr>
              <p:spPr>
                <a:xfrm>
                  <a:off x="3646" y="997"/>
                  <a:ext cx="660" cy="336"/>
                </a:xfrm>
                <a:custGeom>
                  <a:rect b="b" l="l" r="r" t="t"/>
                  <a:pathLst>
                    <a:path extrusionOk="0" h="300" w="646">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58" name="Google Shape;858;p19"/>
                <p:cNvSpPr/>
                <p:nvPr/>
              </p:nvSpPr>
              <p:spPr>
                <a:xfrm>
                  <a:off x="4116" y="955"/>
                  <a:ext cx="630" cy="397"/>
                </a:xfrm>
                <a:custGeom>
                  <a:rect b="b" l="l" r="r" t="t"/>
                  <a:pathLst>
                    <a:path extrusionOk="0" h="397" w="630">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cxnSp>
            <p:nvCxnSpPr>
              <p:cNvPr id="859" name="Google Shape;859;p19"/>
              <p:cNvCxnSpPr/>
              <p:nvPr/>
            </p:nvCxnSpPr>
            <p:spPr>
              <a:xfrm flipH="1">
                <a:off x="7594314" y="2366481"/>
                <a:ext cx="39385" cy="70207"/>
              </a:xfrm>
              <a:prstGeom prst="straightConnector1">
                <a:avLst/>
              </a:prstGeom>
              <a:noFill/>
              <a:ln cap="flat" cmpd="sng" w="12700">
                <a:solidFill>
                  <a:schemeClr val="dk1"/>
                </a:solidFill>
                <a:prstDash val="solid"/>
                <a:miter lim="800000"/>
                <a:headEnd len="sm" w="sm" type="none"/>
                <a:tailEnd len="sm" w="sm" type="none"/>
              </a:ln>
            </p:spPr>
          </p:cxnSp>
        </p:grpSp>
        <p:grpSp>
          <p:nvGrpSpPr>
            <p:cNvPr id="860" name="Google Shape;860;p19"/>
            <p:cNvGrpSpPr/>
            <p:nvPr/>
          </p:nvGrpSpPr>
          <p:grpSpPr>
            <a:xfrm>
              <a:off x="10268203" y="3452676"/>
              <a:ext cx="1415984" cy="1643535"/>
              <a:chOff x="10249542" y="3676610"/>
              <a:chExt cx="1415984" cy="1643535"/>
            </a:xfrm>
          </p:grpSpPr>
          <p:cxnSp>
            <p:nvCxnSpPr>
              <p:cNvPr id="861" name="Google Shape;861;p19"/>
              <p:cNvCxnSpPr/>
              <p:nvPr/>
            </p:nvCxnSpPr>
            <p:spPr>
              <a:xfrm flipH="1">
                <a:off x="11319747" y="4049486"/>
                <a:ext cx="7615" cy="356080"/>
              </a:xfrm>
              <a:prstGeom prst="straightConnector1">
                <a:avLst/>
              </a:prstGeom>
              <a:noFill/>
              <a:ln cap="flat" cmpd="sng" w="19050">
                <a:solidFill>
                  <a:srgbClr val="E40000"/>
                </a:solidFill>
                <a:prstDash val="solid"/>
                <a:round/>
                <a:headEnd len="med" w="med" type="none"/>
                <a:tailEnd len="med" w="med" type="none"/>
              </a:ln>
            </p:spPr>
          </p:cxnSp>
          <p:cxnSp>
            <p:nvCxnSpPr>
              <p:cNvPr id="862" name="Google Shape;862;p19"/>
              <p:cNvCxnSpPr/>
              <p:nvPr/>
            </p:nvCxnSpPr>
            <p:spPr>
              <a:xfrm flipH="1" rot="10800000">
                <a:off x="10658519" y="4487840"/>
                <a:ext cx="518620" cy="173119"/>
              </a:xfrm>
              <a:prstGeom prst="straightConnector1">
                <a:avLst/>
              </a:prstGeom>
              <a:noFill/>
              <a:ln cap="flat" cmpd="sng" w="19050">
                <a:solidFill>
                  <a:srgbClr val="E40000"/>
                </a:solidFill>
                <a:prstDash val="solid"/>
                <a:round/>
                <a:headEnd len="med" w="med" type="none"/>
                <a:tailEnd len="med" w="med" type="none"/>
              </a:ln>
            </p:spPr>
          </p:cxnSp>
          <p:cxnSp>
            <p:nvCxnSpPr>
              <p:cNvPr id="863" name="Google Shape;863;p19"/>
              <p:cNvCxnSpPr/>
              <p:nvPr/>
            </p:nvCxnSpPr>
            <p:spPr>
              <a:xfrm flipH="1">
                <a:off x="11201006" y="4473187"/>
                <a:ext cx="127931" cy="524238"/>
              </a:xfrm>
              <a:prstGeom prst="straightConnector1">
                <a:avLst/>
              </a:prstGeom>
              <a:noFill/>
              <a:ln cap="flat" cmpd="sng" w="19050">
                <a:solidFill>
                  <a:srgbClr val="E40000"/>
                </a:solidFill>
                <a:prstDash val="solid"/>
                <a:round/>
                <a:headEnd len="med" w="med" type="none"/>
                <a:tailEnd len="med" w="med" type="none"/>
              </a:ln>
            </p:spPr>
          </p:cxnSp>
          <p:grpSp>
            <p:nvGrpSpPr>
              <p:cNvPr id="864" name="Google Shape;864;p19"/>
              <p:cNvGrpSpPr/>
              <p:nvPr/>
            </p:nvGrpSpPr>
            <p:grpSpPr>
              <a:xfrm>
                <a:off x="11084522" y="4291738"/>
                <a:ext cx="581004" cy="299152"/>
                <a:chOff x="3668110" y="2448910"/>
                <a:chExt cx="3794234" cy="2165130"/>
              </a:xfrm>
            </p:grpSpPr>
            <p:sp>
              <p:nvSpPr>
                <p:cNvPr id="865" name="Google Shape;865;p19"/>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E4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6" name="Google Shape;866;p19"/>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867" name="Google Shape;867;p19"/>
                <p:cNvGrpSpPr/>
                <p:nvPr/>
              </p:nvGrpSpPr>
              <p:grpSpPr>
                <a:xfrm>
                  <a:off x="3941378" y="2603243"/>
                  <a:ext cx="3202061" cy="1066110"/>
                  <a:chOff x="7939341" y="3037317"/>
                  <a:chExt cx="897649" cy="353919"/>
                </a:xfrm>
              </p:grpSpPr>
              <p:sp>
                <p:nvSpPr>
                  <p:cNvPr id="868" name="Google Shape;868;p19"/>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9" name="Google Shape;869;p19"/>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0" name="Google Shape;870;p19"/>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1" name="Google Shape;871;p19"/>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EC86A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72" name="Google Shape;872;p19"/>
              <p:cNvGrpSpPr/>
              <p:nvPr/>
            </p:nvGrpSpPr>
            <p:grpSpPr>
              <a:xfrm flipH="1">
                <a:off x="10917985" y="3676610"/>
                <a:ext cx="649485" cy="571200"/>
                <a:chOff x="2839" y="3501"/>
                <a:chExt cx="755" cy="803"/>
              </a:xfrm>
            </p:grpSpPr>
            <p:pic>
              <p:nvPicPr>
                <p:cNvPr descr="desktop_computer_stylized_medium" id="873" name="Google Shape;873;p19"/>
                <p:cNvPicPr preferRelativeResize="0"/>
                <p:nvPr/>
              </p:nvPicPr>
              <p:blipFill rotWithShape="1">
                <a:blip r:embed="rId7">
                  <a:alphaModFix/>
                </a:blip>
                <a:srcRect b="0" l="0" r="0" t="0"/>
                <a:stretch/>
              </p:blipFill>
              <p:spPr>
                <a:xfrm>
                  <a:off x="2839" y="3501"/>
                  <a:ext cx="755" cy="803"/>
                </a:xfrm>
                <a:prstGeom prst="rect">
                  <a:avLst/>
                </a:prstGeom>
                <a:noFill/>
                <a:ln>
                  <a:noFill/>
                </a:ln>
              </p:spPr>
            </p:pic>
            <p:sp>
              <p:nvSpPr>
                <p:cNvPr id="874" name="Google Shape;874;p1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875" name="Google Shape;875;p19"/>
              <p:cNvGrpSpPr/>
              <p:nvPr/>
            </p:nvGrpSpPr>
            <p:grpSpPr>
              <a:xfrm flipH="1">
                <a:off x="10249542" y="4410101"/>
                <a:ext cx="649485" cy="571200"/>
                <a:chOff x="2839" y="3501"/>
                <a:chExt cx="755" cy="803"/>
              </a:xfrm>
            </p:grpSpPr>
            <p:pic>
              <p:nvPicPr>
                <p:cNvPr descr="desktop_computer_stylized_medium" id="876" name="Google Shape;876;p19"/>
                <p:cNvPicPr preferRelativeResize="0"/>
                <p:nvPr/>
              </p:nvPicPr>
              <p:blipFill rotWithShape="1">
                <a:blip r:embed="rId7">
                  <a:alphaModFix/>
                </a:blip>
                <a:srcRect b="0" l="0" r="0" t="0"/>
                <a:stretch/>
              </p:blipFill>
              <p:spPr>
                <a:xfrm>
                  <a:off x="2839" y="3501"/>
                  <a:ext cx="755" cy="803"/>
                </a:xfrm>
                <a:prstGeom prst="rect">
                  <a:avLst/>
                </a:prstGeom>
                <a:noFill/>
                <a:ln>
                  <a:noFill/>
                </a:ln>
              </p:spPr>
            </p:pic>
            <p:sp>
              <p:nvSpPr>
                <p:cNvPr id="877" name="Google Shape;877;p1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878" name="Google Shape;878;p19"/>
              <p:cNvGrpSpPr/>
              <p:nvPr/>
            </p:nvGrpSpPr>
            <p:grpSpPr>
              <a:xfrm flipH="1">
                <a:off x="10797829" y="4748945"/>
                <a:ext cx="649485" cy="571200"/>
                <a:chOff x="2839" y="3501"/>
                <a:chExt cx="755" cy="803"/>
              </a:xfrm>
            </p:grpSpPr>
            <p:pic>
              <p:nvPicPr>
                <p:cNvPr descr="desktop_computer_stylized_medium" id="879" name="Google Shape;879;p19"/>
                <p:cNvPicPr preferRelativeResize="0"/>
                <p:nvPr/>
              </p:nvPicPr>
              <p:blipFill rotWithShape="1">
                <a:blip r:embed="rId7">
                  <a:alphaModFix/>
                </a:blip>
                <a:srcRect b="0" l="0" r="0" t="0"/>
                <a:stretch/>
              </p:blipFill>
              <p:spPr>
                <a:xfrm>
                  <a:off x="2839" y="3501"/>
                  <a:ext cx="755" cy="803"/>
                </a:xfrm>
                <a:prstGeom prst="rect">
                  <a:avLst/>
                </a:prstGeom>
                <a:noFill/>
                <a:ln>
                  <a:noFill/>
                </a:ln>
              </p:spPr>
            </p:pic>
            <p:sp>
              <p:nvSpPr>
                <p:cNvPr id="880" name="Google Shape;880;p1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grpSp>
          <p:nvGrpSpPr>
            <p:cNvPr id="881" name="Google Shape;881;p19"/>
            <p:cNvGrpSpPr/>
            <p:nvPr/>
          </p:nvGrpSpPr>
          <p:grpSpPr>
            <a:xfrm>
              <a:off x="8226409" y="5199782"/>
              <a:ext cx="1926482" cy="1169355"/>
              <a:chOff x="9872135" y="4049856"/>
              <a:chExt cx="1167447" cy="689801"/>
            </a:xfrm>
          </p:grpSpPr>
          <p:pic>
            <p:nvPicPr>
              <p:cNvPr descr="antenna_radiation_stylized" id="882" name="Google Shape;882;p19"/>
              <p:cNvPicPr preferRelativeResize="0"/>
              <p:nvPr/>
            </p:nvPicPr>
            <p:blipFill rotWithShape="1">
              <a:blip r:embed="rId8">
                <a:alphaModFix/>
              </a:blip>
              <a:srcRect b="0" l="0" r="0" t="0"/>
              <a:stretch/>
            </p:blipFill>
            <p:spPr>
              <a:xfrm>
                <a:off x="10253455" y="4053920"/>
                <a:ext cx="452014" cy="95159"/>
              </a:xfrm>
              <a:prstGeom prst="rect">
                <a:avLst/>
              </a:prstGeom>
              <a:noFill/>
              <a:ln>
                <a:noFill/>
              </a:ln>
            </p:spPr>
          </p:pic>
          <p:pic>
            <p:nvPicPr>
              <p:cNvPr descr="access_point_stylized_small" id="883" name="Google Shape;883;p19"/>
              <p:cNvPicPr preferRelativeResize="0"/>
              <p:nvPr/>
            </p:nvPicPr>
            <p:blipFill rotWithShape="1">
              <a:blip r:embed="rId9">
                <a:alphaModFix/>
              </a:blip>
              <a:srcRect b="0" l="0" r="0" t="0"/>
              <a:stretch/>
            </p:blipFill>
            <p:spPr>
              <a:xfrm>
                <a:off x="10301992" y="4097214"/>
                <a:ext cx="380935" cy="317464"/>
              </a:xfrm>
              <a:prstGeom prst="rect">
                <a:avLst/>
              </a:prstGeom>
              <a:noFill/>
              <a:ln>
                <a:noFill/>
              </a:ln>
            </p:spPr>
          </p:pic>
          <p:grpSp>
            <p:nvGrpSpPr>
              <p:cNvPr id="884" name="Google Shape;884;p19"/>
              <p:cNvGrpSpPr/>
              <p:nvPr/>
            </p:nvGrpSpPr>
            <p:grpSpPr>
              <a:xfrm>
                <a:off x="10257306" y="4049856"/>
                <a:ext cx="450526" cy="96315"/>
                <a:chOff x="2199" y="955"/>
                <a:chExt cx="2547" cy="506"/>
              </a:xfrm>
            </p:grpSpPr>
            <p:sp>
              <p:nvSpPr>
                <p:cNvPr id="885" name="Google Shape;885;p19"/>
                <p:cNvSpPr/>
                <p:nvPr/>
              </p:nvSpPr>
              <p:spPr>
                <a:xfrm>
                  <a:off x="2199" y="1166"/>
                  <a:ext cx="260" cy="281"/>
                </a:xfrm>
                <a:custGeom>
                  <a:rect b="b" l="l" r="r" t="t"/>
                  <a:pathLst>
                    <a:path extrusionOk="0" h="281" w="260">
                      <a:moveTo>
                        <a:pt x="260" y="0"/>
                      </a:moveTo>
                      <a:cubicBezTo>
                        <a:pt x="224" y="19"/>
                        <a:pt x="79" y="77"/>
                        <a:pt x="42" y="112"/>
                      </a:cubicBezTo>
                      <a:cubicBezTo>
                        <a:pt x="5" y="143"/>
                        <a:pt x="0" y="183"/>
                        <a:pt x="35" y="211"/>
                      </a:cubicBezTo>
                      <a:cubicBezTo>
                        <a:pt x="70" y="239"/>
                        <a:pt x="208" y="266"/>
                        <a:pt x="253" y="281"/>
                      </a:cubicBezTo>
                    </a:path>
                  </a:pathLst>
                </a:custGeom>
                <a:noFill/>
                <a:ln cap="flat" cmpd="sng" w="127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86" name="Google Shape;886;p19"/>
                <p:cNvSpPr/>
                <p:nvPr/>
              </p:nvSpPr>
              <p:spPr>
                <a:xfrm>
                  <a:off x="2482" y="1040"/>
                  <a:ext cx="900" cy="421"/>
                </a:xfrm>
                <a:custGeom>
                  <a:rect b="b" l="l" r="r" t="t"/>
                  <a:pathLst>
                    <a:path extrusionOk="0" h="421" w="900">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cap="flat" cmpd="sng" w="127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87" name="Google Shape;887;p19"/>
                <p:cNvSpPr/>
                <p:nvPr/>
              </p:nvSpPr>
              <p:spPr>
                <a:xfrm>
                  <a:off x="2782" y="1068"/>
                  <a:ext cx="428" cy="269"/>
                </a:xfrm>
                <a:custGeom>
                  <a:rect b="b" l="l" r="r" t="t"/>
                  <a:pathLst>
                    <a:path extrusionOk="0" h="269" w="428">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cap="flat" cmpd="sng" w="127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88" name="Google Shape;888;p19"/>
                <p:cNvSpPr/>
                <p:nvPr/>
              </p:nvSpPr>
              <p:spPr>
                <a:xfrm>
                  <a:off x="3554" y="1075"/>
                  <a:ext cx="377" cy="239"/>
                </a:xfrm>
                <a:custGeom>
                  <a:rect b="b" l="l" r="r" t="t"/>
                  <a:pathLst>
                    <a:path extrusionOk="0" h="239" w="377">
                      <a:moveTo>
                        <a:pt x="42" y="239"/>
                      </a:moveTo>
                      <a:cubicBezTo>
                        <a:pt x="89" y="224"/>
                        <a:pt x="285" y="178"/>
                        <a:pt x="335" y="146"/>
                      </a:cubicBezTo>
                      <a:cubicBezTo>
                        <a:pt x="372" y="115"/>
                        <a:pt x="377" y="75"/>
                        <a:pt x="342" y="47"/>
                      </a:cubicBezTo>
                      <a:cubicBezTo>
                        <a:pt x="286" y="23"/>
                        <a:pt x="71" y="10"/>
                        <a:pt x="0" y="0"/>
                      </a:cubicBezTo>
                    </a:path>
                  </a:pathLst>
                </a:custGeom>
                <a:noFill/>
                <a:ln cap="flat" cmpd="sng" w="127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89" name="Google Shape;889;p19"/>
                <p:cNvSpPr/>
                <p:nvPr/>
              </p:nvSpPr>
              <p:spPr>
                <a:xfrm>
                  <a:off x="3646" y="997"/>
                  <a:ext cx="660" cy="336"/>
                </a:xfrm>
                <a:custGeom>
                  <a:rect b="b" l="l" r="r" t="t"/>
                  <a:pathLst>
                    <a:path extrusionOk="0" h="300" w="646">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cap="flat" cmpd="sng" w="127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90" name="Google Shape;890;p19"/>
                <p:cNvSpPr/>
                <p:nvPr/>
              </p:nvSpPr>
              <p:spPr>
                <a:xfrm>
                  <a:off x="4116" y="955"/>
                  <a:ext cx="630" cy="397"/>
                </a:xfrm>
                <a:custGeom>
                  <a:rect b="b" l="l" r="r" t="t"/>
                  <a:pathLst>
                    <a:path extrusionOk="0" h="397" w="630">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cap="flat" cmpd="sng" w="127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891" name="Google Shape;891;p19"/>
              <p:cNvGrpSpPr/>
              <p:nvPr/>
            </p:nvGrpSpPr>
            <p:grpSpPr>
              <a:xfrm>
                <a:off x="9872135" y="4284324"/>
                <a:ext cx="408871" cy="378277"/>
                <a:chOff x="7339071" y="2307905"/>
                <a:chExt cx="511700" cy="446467"/>
              </a:xfrm>
            </p:grpSpPr>
            <p:grpSp>
              <p:nvGrpSpPr>
                <p:cNvPr id="892" name="Google Shape;892;p19"/>
                <p:cNvGrpSpPr/>
                <p:nvPr/>
              </p:nvGrpSpPr>
              <p:grpSpPr>
                <a:xfrm>
                  <a:off x="7339071" y="2426725"/>
                  <a:ext cx="511700" cy="327647"/>
                  <a:chOff x="7455987" y="2414528"/>
                  <a:chExt cx="511700" cy="327647"/>
                </a:xfrm>
              </p:grpSpPr>
              <p:pic>
                <p:nvPicPr>
                  <p:cNvPr descr="laptop_keyboard" id="893" name="Google Shape;893;p19"/>
                  <p:cNvPicPr preferRelativeResize="0"/>
                  <p:nvPr/>
                </p:nvPicPr>
                <p:blipFill rotWithShape="1">
                  <a:blip r:embed="rId5">
                    <a:alphaModFix/>
                  </a:blip>
                  <a:srcRect b="0" l="0" r="0" t="0"/>
                  <a:stretch/>
                </p:blipFill>
                <p:spPr>
                  <a:xfrm flipH="1" rot="109064">
                    <a:off x="7458407" y="2575770"/>
                    <a:ext cx="437221" cy="159511"/>
                  </a:xfrm>
                  <a:prstGeom prst="rect">
                    <a:avLst/>
                  </a:prstGeom>
                  <a:noFill/>
                  <a:ln>
                    <a:noFill/>
                  </a:ln>
                </p:spPr>
              </p:pic>
              <p:sp>
                <p:nvSpPr>
                  <p:cNvPr id="894" name="Google Shape;894;p19"/>
                  <p:cNvSpPr/>
                  <p:nvPr/>
                </p:nvSpPr>
                <p:spPr>
                  <a:xfrm>
                    <a:off x="7603304" y="242098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895" name="Google Shape;895;p19"/>
                  <p:cNvPicPr preferRelativeResize="0"/>
                  <p:nvPr/>
                </p:nvPicPr>
                <p:blipFill rotWithShape="1">
                  <a:blip r:embed="rId6">
                    <a:alphaModFix/>
                  </a:blip>
                  <a:srcRect b="0" l="0" r="0" t="0"/>
                  <a:stretch/>
                </p:blipFill>
                <p:spPr>
                  <a:xfrm>
                    <a:off x="7620637" y="2426338"/>
                    <a:ext cx="319785" cy="189429"/>
                  </a:xfrm>
                  <a:prstGeom prst="rect">
                    <a:avLst/>
                  </a:prstGeom>
                  <a:noFill/>
                  <a:ln>
                    <a:noFill/>
                  </a:ln>
                </p:spPr>
              </p:pic>
              <p:sp>
                <p:nvSpPr>
                  <p:cNvPr id="896" name="Google Shape;896;p19"/>
                  <p:cNvSpPr/>
                  <p:nvPr/>
                </p:nvSpPr>
                <p:spPr>
                  <a:xfrm>
                    <a:off x="7667378" y="241484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97" name="Google Shape;897;p19"/>
                  <p:cNvSpPr/>
                  <p:nvPr/>
                </p:nvSpPr>
                <p:spPr>
                  <a:xfrm>
                    <a:off x="7600188" y="241452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98" name="Google Shape;898;p19"/>
                  <p:cNvSpPr/>
                  <p:nvPr/>
                </p:nvSpPr>
                <p:spPr>
                  <a:xfrm>
                    <a:off x="7874205" y="244334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99" name="Google Shape;899;p19"/>
                  <p:cNvSpPr/>
                  <p:nvPr/>
                </p:nvSpPr>
                <p:spPr>
                  <a:xfrm>
                    <a:off x="7599214" y="256758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00" name="Google Shape;900;p19"/>
                  <p:cNvSpPr/>
                  <p:nvPr/>
                </p:nvSpPr>
                <p:spPr>
                  <a:xfrm>
                    <a:off x="7884138" y="244491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01" name="Google Shape;901;p19"/>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902" name="Google Shape;902;p19"/>
                  <p:cNvGrpSpPr/>
                  <p:nvPr/>
                </p:nvGrpSpPr>
                <p:grpSpPr>
                  <a:xfrm>
                    <a:off x="7594735" y="2642220"/>
                    <a:ext cx="98740" cy="36846"/>
                    <a:chOff x="1740" y="2642"/>
                    <a:chExt cx="752" cy="327"/>
                  </a:xfrm>
                </p:grpSpPr>
                <p:sp>
                  <p:nvSpPr>
                    <p:cNvPr id="903" name="Google Shape;903;p1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04" name="Google Shape;904;p19"/>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05" name="Google Shape;905;p19"/>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06" name="Google Shape;906;p19"/>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07" name="Google Shape;907;p19"/>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08" name="Google Shape;908;p19"/>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909" name="Google Shape;909;p19"/>
                  <p:cNvSpPr/>
                  <p:nvPr/>
                </p:nvSpPr>
                <p:spPr>
                  <a:xfrm>
                    <a:off x="7763780" y="264773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10" name="Google Shape;910;p19"/>
                  <p:cNvSpPr/>
                  <p:nvPr/>
                </p:nvSpPr>
                <p:spPr>
                  <a:xfrm>
                    <a:off x="7458602" y="265418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11" name="Google Shape;911;p19"/>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12" name="Google Shape;912;p19"/>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13" name="Google Shape;913;p19"/>
                  <p:cNvSpPr/>
                  <p:nvPr/>
                </p:nvSpPr>
                <p:spPr>
                  <a:xfrm>
                    <a:off x="7468535" y="264379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14" name="Google Shape;914;p19"/>
                  <p:cNvSpPr/>
                  <p:nvPr/>
                </p:nvSpPr>
                <p:spPr>
                  <a:xfrm flipH="1" rot="10800000">
                    <a:off x="7758327" y="263875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915" name="Google Shape;915;p19"/>
                <p:cNvGrpSpPr/>
                <p:nvPr/>
              </p:nvGrpSpPr>
              <p:grpSpPr>
                <a:xfrm>
                  <a:off x="7408527" y="2307905"/>
                  <a:ext cx="399726" cy="74090"/>
                  <a:chOff x="2199" y="955"/>
                  <a:chExt cx="2547" cy="506"/>
                </a:xfrm>
              </p:grpSpPr>
              <p:sp>
                <p:nvSpPr>
                  <p:cNvPr id="916" name="Google Shape;916;p19"/>
                  <p:cNvSpPr/>
                  <p:nvPr/>
                </p:nvSpPr>
                <p:spPr>
                  <a:xfrm>
                    <a:off x="2199" y="1166"/>
                    <a:ext cx="260" cy="281"/>
                  </a:xfrm>
                  <a:custGeom>
                    <a:rect b="b" l="l" r="r" t="t"/>
                    <a:pathLst>
                      <a:path extrusionOk="0" h="281" w="260">
                        <a:moveTo>
                          <a:pt x="260" y="0"/>
                        </a:moveTo>
                        <a:cubicBezTo>
                          <a:pt x="224" y="19"/>
                          <a:pt x="79" y="77"/>
                          <a:pt x="42" y="112"/>
                        </a:cubicBezTo>
                        <a:cubicBezTo>
                          <a:pt x="5" y="143"/>
                          <a:pt x="0" y="183"/>
                          <a:pt x="35" y="211"/>
                        </a:cubicBezTo>
                        <a:cubicBezTo>
                          <a:pt x="70" y="239"/>
                          <a:pt x="208" y="266"/>
                          <a:pt x="253" y="281"/>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17" name="Google Shape;917;p19"/>
                  <p:cNvSpPr/>
                  <p:nvPr/>
                </p:nvSpPr>
                <p:spPr>
                  <a:xfrm>
                    <a:off x="2482" y="1040"/>
                    <a:ext cx="900" cy="421"/>
                  </a:xfrm>
                  <a:custGeom>
                    <a:rect b="b" l="l" r="r" t="t"/>
                    <a:pathLst>
                      <a:path extrusionOk="0" h="421" w="900">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18" name="Google Shape;918;p19"/>
                  <p:cNvSpPr/>
                  <p:nvPr/>
                </p:nvSpPr>
                <p:spPr>
                  <a:xfrm>
                    <a:off x="2782" y="1068"/>
                    <a:ext cx="428" cy="269"/>
                  </a:xfrm>
                  <a:custGeom>
                    <a:rect b="b" l="l" r="r" t="t"/>
                    <a:pathLst>
                      <a:path extrusionOk="0" h="269" w="428">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19" name="Google Shape;919;p19"/>
                  <p:cNvSpPr/>
                  <p:nvPr/>
                </p:nvSpPr>
                <p:spPr>
                  <a:xfrm>
                    <a:off x="3554" y="1075"/>
                    <a:ext cx="377" cy="239"/>
                  </a:xfrm>
                  <a:custGeom>
                    <a:rect b="b" l="l" r="r" t="t"/>
                    <a:pathLst>
                      <a:path extrusionOk="0" h="239" w="377">
                        <a:moveTo>
                          <a:pt x="42" y="239"/>
                        </a:moveTo>
                        <a:cubicBezTo>
                          <a:pt x="89" y="224"/>
                          <a:pt x="285" y="178"/>
                          <a:pt x="335" y="146"/>
                        </a:cubicBezTo>
                        <a:cubicBezTo>
                          <a:pt x="372" y="115"/>
                          <a:pt x="377" y="75"/>
                          <a:pt x="342" y="47"/>
                        </a:cubicBezTo>
                        <a:cubicBezTo>
                          <a:pt x="286" y="23"/>
                          <a:pt x="71" y="10"/>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20" name="Google Shape;920;p19"/>
                  <p:cNvSpPr/>
                  <p:nvPr/>
                </p:nvSpPr>
                <p:spPr>
                  <a:xfrm>
                    <a:off x="3646" y="997"/>
                    <a:ext cx="660" cy="336"/>
                  </a:xfrm>
                  <a:custGeom>
                    <a:rect b="b" l="l" r="r" t="t"/>
                    <a:pathLst>
                      <a:path extrusionOk="0" h="300" w="646">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21" name="Google Shape;921;p19"/>
                  <p:cNvSpPr/>
                  <p:nvPr/>
                </p:nvSpPr>
                <p:spPr>
                  <a:xfrm>
                    <a:off x="4116" y="955"/>
                    <a:ext cx="630" cy="397"/>
                  </a:xfrm>
                  <a:custGeom>
                    <a:rect b="b" l="l" r="r" t="t"/>
                    <a:pathLst>
                      <a:path extrusionOk="0" h="397" w="630">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cxnSp>
              <p:nvCxnSpPr>
                <p:cNvPr id="922" name="Google Shape;922;p19"/>
                <p:cNvCxnSpPr/>
                <p:nvPr/>
              </p:nvCxnSpPr>
              <p:spPr>
                <a:xfrm flipH="1">
                  <a:off x="7594314" y="2366481"/>
                  <a:ext cx="39385" cy="70207"/>
                </a:xfrm>
                <a:prstGeom prst="straightConnector1">
                  <a:avLst/>
                </a:prstGeom>
                <a:noFill/>
                <a:ln cap="flat" cmpd="sng" w="12700">
                  <a:solidFill>
                    <a:schemeClr val="dk1"/>
                  </a:solidFill>
                  <a:prstDash val="solid"/>
                  <a:miter lim="800000"/>
                  <a:headEnd len="sm" w="sm" type="none"/>
                  <a:tailEnd len="sm" w="sm" type="none"/>
                </a:ln>
              </p:spPr>
            </p:cxnSp>
          </p:grpSp>
          <p:grpSp>
            <p:nvGrpSpPr>
              <p:cNvPr id="923" name="Google Shape;923;p19"/>
              <p:cNvGrpSpPr/>
              <p:nvPr/>
            </p:nvGrpSpPr>
            <p:grpSpPr>
              <a:xfrm>
                <a:off x="10630711" y="4361380"/>
                <a:ext cx="408871" cy="378277"/>
                <a:chOff x="7339071" y="2307905"/>
                <a:chExt cx="511700" cy="446467"/>
              </a:xfrm>
            </p:grpSpPr>
            <p:grpSp>
              <p:nvGrpSpPr>
                <p:cNvPr id="924" name="Google Shape;924;p19"/>
                <p:cNvGrpSpPr/>
                <p:nvPr/>
              </p:nvGrpSpPr>
              <p:grpSpPr>
                <a:xfrm>
                  <a:off x="7339071" y="2426725"/>
                  <a:ext cx="511700" cy="327647"/>
                  <a:chOff x="7455987" y="2414528"/>
                  <a:chExt cx="511700" cy="327647"/>
                </a:xfrm>
              </p:grpSpPr>
              <p:pic>
                <p:nvPicPr>
                  <p:cNvPr descr="laptop_keyboard" id="925" name="Google Shape;925;p19"/>
                  <p:cNvPicPr preferRelativeResize="0"/>
                  <p:nvPr/>
                </p:nvPicPr>
                <p:blipFill rotWithShape="1">
                  <a:blip r:embed="rId5">
                    <a:alphaModFix/>
                  </a:blip>
                  <a:srcRect b="0" l="0" r="0" t="0"/>
                  <a:stretch/>
                </p:blipFill>
                <p:spPr>
                  <a:xfrm flipH="1" rot="109064">
                    <a:off x="7458407" y="2575770"/>
                    <a:ext cx="437221" cy="159511"/>
                  </a:xfrm>
                  <a:prstGeom prst="rect">
                    <a:avLst/>
                  </a:prstGeom>
                  <a:noFill/>
                  <a:ln>
                    <a:noFill/>
                  </a:ln>
                </p:spPr>
              </p:pic>
              <p:sp>
                <p:nvSpPr>
                  <p:cNvPr id="926" name="Google Shape;926;p19"/>
                  <p:cNvSpPr/>
                  <p:nvPr/>
                </p:nvSpPr>
                <p:spPr>
                  <a:xfrm>
                    <a:off x="7603304" y="242098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927" name="Google Shape;927;p19"/>
                  <p:cNvPicPr preferRelativeResize="0"/>
                  <p:nvPr/>
                </p:nvPicPr>
                <p:blipFill rotWithShape="1">
                  <a:blip r:embed="rId6">
                    <a:alphaModFix/>
                  </a:blip>
                  <a:srcRect b="0" l="0" r="0" t="0"/>
                  <a:stretch/>
                </p:blipFill>
                <p:spPr>
                  <a:xfrm>
                    <a:off x="7620637" y="2426338"/>
                    <a:ext cx="319785" cy="189429"/>
                  </a:xfrm>
                  <a:prstGeom prst="rect">
                    <a:avLst/>
                  </a:prstGeom>
                  <a:noFill/>
                  <a:ln>
                    <a:noFill/>
                  </a:ln>
                </p:spPr>
              </p:pic>
              <p:sp>
                <p:nvSpPr>
                  <p:cNvPr id="928" name="Google Shape;928;p19"/>
                  <p:cNvSpPr/>
                  <p:nvPr/>
                </p:nvSpPr>
                <p:spPr>
                  <a:xfrm>
                    <a:off x="7667378" y="241484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29" name="Google Shape;929;p19"/>
                  <p:cNvSpPr/>
                  <p:nvPr/>
                </p:nvSpPr>
                <p:spPr>
                  <a:xfrm>
                    <a:off x="7600188" y="241452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30" name="Google Shape;930;p19"/>
                  <p:cNvSpPr/>
                  <p:nvPr/>
                </p:nvSpPr>
                <p:spPr>
                  <a:xfrm>
                    <a:off x="7874205" y="244334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31" name="Google Shape;931;p19"/>
                  <p:cNvSpPr/>
                  <p:nvPr/>
                </p:nvSpPr>
                <p:spPr>
                  <a:xfrm>
                    <a:off x="7599214" y="256758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32" name="Google Shape;932;p19"/>
                  <p:cNvSpPr/>
                  <p:nvPr/>
                </p:nvSpPr>
                <p:spPr>
                  <a:xfrm>
                    <a:off x="7884138" y="244491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33" name="Google Shape;933;p19"/>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934" name="Google Shape;934;p19"/>
                  <p:cNvGrpSpPr/>
                  <p:nvPr/>
                </p:nvGrpSpPr>
                <p:grpSpPr>
                  <a:xfrm>
                    <a:off x="7594735" y="2642220"/>
                    <a:ext cx="98740" cy="36846"/>
                    <a:chOff x="1740" y="2642"/>
                    <a:chExt cx="752" cy="327"/>
                  </a:xfrm>
                </p:grpSpPr>
                <p:sp>
                  <p:nvSpPr>
                    <p:cNvPr id="935" name="Google Shape;935;p1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36" name="Google Shape;936;p19"/>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37" name="Google Shape;937;p19"/>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38" name="Google Shape;938;p19"/>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39" name="Google Shape;939;p19"/>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40" name="Google Shape;940;p19"/>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941" name="Google Shape;941;p19"/>
                  <p:cNvSpPr/>
                  <p:nvPr/>
                </p:nvSpPr>
                <p:spPr>
                  <a:xfrm>
                    <a:off x="7763780" y="264773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42" name="Google Shape;942;p19"/>
                  <p:cNvSpPr/>
                  <p:nvPr/>
                </p:nvSpPr>
                <p:spPr>
                  <a:xfrm>
                    <a:off x="7458602" y="265418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43" name="Google Shape;943;p19"/>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44" name="Google Shape;944;p19"/>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45" name="Google Shape;945;p19"/>
                  <p:cNvSpPr/>
                  <p:nvPr/>
                </p:nvSpPr>
                <p:spPr>
                  <a:xfrm>
                    <a:off x="7468535" y="264379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46" name="Google Shape;946;p19"/>
                  <p:cNvSpPr/>
                  <p:nvPr/>
                </p:nvSpPr>
                <p:spPr>
                  <a:xfrm flipH="1" rot="10800000">
                    <a:off x="7758327" y="263875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947" name="Google Shape;947;p19"/>
                <p:cNvGrpSpPr/>
                <p:nvPr/>
              </p:nvGrpSpPr>
              <p:grpSpPr>
                <a:xfrm>
                  <a:off x="7408527" y="2307905"/>
                  <a:ext cx="399726" cy="74090"/>
                  <a:chOff x="2199" y="955"/>
                  <a:chExt cx="2547" cy="506"/>
                </a:xfrm>
              </p:grpSpPr>
              <p:sp>
                <p:nvSpPr>
                  <p:cNvPr id="948" name="Google Shape;948;p19"/>
                  <p:cNvSpPr/>
                  <p:nvPr/>
                </p:nvSpPr>
                <p:spPr>
                  <a:xfrm>
                    <a:off x="2199" y="1166"/>
                    <a:ext cx="260" cy="281"/>
                  </a:xfrm>
                  <a:custGeom>
                    <a:rect b="b" l="l" r="r" t="t"/>
                    <a:pathLst>
                      <a:path extrusionOk="0" h="281" w="260">
                        <a:moveTo>
                          <a:pt x="260" y="0"/>
                        </a:moveTo>
                        <a:cubicBezTo>
                          <a:pt x="224" y="19"/>
                          <a:pt x="79" y="77"/>
                          <a:pt x="42" y="112"/>
                        </a:cubicBezTo>
                        <a:cubicBezTo>
                          <a:pt x="5" y="143"/>
                          <a:pt x="0" y="183"/>
                          <a:pt x="35" y="211"/>
                        </a:cubicBezTo>
                        <a:cubicBezTo>
                          <a:pt x="70" y="239"/>
                          <a:pt x="208" y="266"/>
                          <a:pt x="253" y="281"/>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49" name="Google Shape;949;p19"/>
                  <p:cNvSpPr/>
                  <p:nvPr/>
                </p:nvSpPr>
                <p:spPr>
                  <a:xfrm>
                    <a:off x="2482" y="1040"/>
                    <a:ext cx="900" cy="421"/>
                  </a:xfrm>
                  <a:custGeom>
                    <a:rect b="b" l="l" r="r" t="t"/>
                    <a:pathLst>
                      <a:path extrusionOk="0" h="421" w="900">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50" name="Google Shape;950;p19"/>
                  <p:cNvSpPr/>
                  <p:nvPr/>
                </p:nvSpPr>
                <p:spPr>
                  <a:xfrm>
                    <a:off x="2782" y="1068"/>
                    <a:ext cx="428" cy="269"/>
                  </a:xfrm>
                  <a:custGeom>
                    <a:rect b="b" l="l" r="r" t="t"/>
                    <a:pathLst>
                      <a:path extrusionOk="0" h="269" w="428">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51" name="Google Shape;951;p19"/>
                  <p:cNvSpPr/>
                  <p:nvPr/>
                </p:nvSpPr>
                <p:spPr>
                  <a:xfrm>
                    <a:off x="3554" y="1075"/>
                    <a:ext cx="377" cy="239"/>
                  </a:xfrm>
                  <a:custGeom>
                    <a:rect b="b" l="l" r="r" t="t"/>
                    <a:pathLst>
                      <a:path extrusionOk="0" h="239" w="377">
                        <a:moveTo>
                          <a:pt x="42" y="239"/>
                        </a:moveTo>
                        <a:cubicBezTo>
                          <a:pt x="89" y="224"/>
                          <a:pt x="285" y="178"/>
                          <a:pt x="335" y="146"/>
                        </a:cubicBezTo>
                        <a:cubicBezTo>
                          <a:pt x="372" y="115"/>
                          <a:pt x="377" y="75"/>
                          <a:pt x="342" y="47"/>
                        </a:cubicBezTo>
                        <a:cubicBezTo>
                          <a:pt x="286" y="23"/>
                          <a:pt x="71" y="10"/>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52" name="Google Shape;952;p19"/>
                  <p:cNvSpPr/>
                  <p:nvPr/>
                </p:nvSpPr>
                <p:spPr>
                  <a:xfrm>
                    <a:off x="3646" y="997"/>
                    <a:ext cx="660" cy="336"/>
                  </a:xfrm>
                  <a:custGeom>
                    <a:rect b="b" l="l" r="r" t="t"/>
                    <a:pathLst>
                      <a:path extrusionOk="0" h="300" w="646">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53" name="Google Shape;953;p19"/>
                  <p:cNvSpPr/>
                  <p:nvPr/>
                </p:nvSpPr>
                <p:spPr>
                  <a:xfrm>
                    <a:off x="4116" y="955"/>
                    <a:ext cx="630" cy="397"/>
                  </a:xfrm>
                  <a:custGeom>
                    <a:rect b="b" l="l" r="r" t="t"/>
                    <a:pathLst>
                      <a:path extrusionOk="0" h="397" w="630">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cxnSp>
              <p:nvCxnSpPr>
                <p:cNvPr id="954" name="Google Shape;954;p19"/>
                <p:cNvCxnSpPr/>
                <p:nvPr/>
              </p:nvCxnSpPr>
              <p:spPr>
                <a:xfrm flipH="1">
                  <a:off x="7594314" y="2366481"/>
                  <a:ext cx="39385" cy="70207"/>
                </a:xfrm>
                <a:prstGeom prst="straightConnector1">
                  <a:avLst/>
                </a:prstGeom>
                <a:noFill/>
                <a:ln cap="flat" cmpd="sng" w="12700">
                  <a:solidFill>
                    <a:schemeClr val="dk1"/>
                  </a:solidFill>
                  <a:prstDash val="solid"/>
                  <a:miter lim="800000"/>
                  <a:headEnd len="sm" w="sm" type="none"/>
                  <a:tailEnd len="sm" w="sm" type="none"/>
                </a:ln>
              </p:spPr>
            </p:cxnSp>
          </p:grpSp>
        </p:grpSp>
        <p:grpSp>
          <p:nvGrpSpPr>
            <p:cNvPr id="955" name="Google Shape;955;p19"/>
            <p:cNvGrpSpPr/>
            <p:nvPr/>
          </p:nvGrpSpPr>
          <p:grpSpPr>
            <a:xfrm>
              <a:off x="7840518" y="1242873"/>
              <a:ext cx="4037013" cy="1377421"/>
              <a:chOff x="7785100" y="730250"/>
              <a:chExt cx="4037013" cy="1377421"/>
            </a:xfrm>
          </p:grpSpPr>
          <p:grpSp>
            <p:nvGrpSpPr>
              <p:cNvPr id="956" name="Google Shape;956;p19"/>
              <p:cNvGrpSpPr/>
              <p:nvPr/>
            </p:nvGrpSpPr>
            <p:grpSpPr>
              <a:xfrm>
                <a:off x="7785100" y="736600"/>
                <a:ext cx="850900" cy="527050"/>
                <a:chOff x="-490" y="1664"/>
                <a:chExt cx="1429" cy="842"/>
              </a:xfrm>
            </p:grpSpPr>
            <p:sp>
              <p:nvSpPr>
                <p:cNvPr id="957" name="Google Shape;957;p19"/>
                <p:cNvSpPr/>
                <p:nvPr/>
              </p:nvSpPr>
              <p:spPr>
                <a:xfrm>
                  <a:off x="-490" y="1664"/>
                  <a:ext cx="1429" cy="294"/>
                </a:xfrm>
                <a:prstGeom prst="triangle">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grpSp>
              <p:nvGrpSpPr>
                <p:cNvPr id="958" name="Google Shape;958;p19"/>
                <p:cNvGrpSpPr/>
                <p:nvPr/>
              </p:nvGrpSpPr>
              <p:grpSpPr>
                <a:xfrm>
                  <a:off x="-427" y="1737"/>
                  <a:ext cx="1217" cy="769"/>
                  <a:chOff x="-427" y="1737"/>
                  <a:chExt cx="1217" cy="769"/>
                </a:xfrm>
              </p:grpSpPr>
              <p:sp>
                <p:nvSpPr>
                  <p:cNvPr id="959" name="Google Shape;959;p19"/>
                  <p:cNvSpPr/>
                  <p:nvPr/>
                </p:nvSpPr>
                <p:spPr>
                  <a:xfrm>
                    <a:off x="-338" y="1923"/>
                    <a:ext cx="1128" cy="583"/>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cxnSp>
                <p:nvCxnSpPr>
                  <p:cNvPr id="960" name="Google Shape;960;p19"/>
                  <p:cNvCxnSpPr/>
                  <p:nvPr/>
                </p:nvCxnSpPr>
                <p:spPr>
                  <a:xfrm>
                    <a:off x="-150" y="2271"/>
                    <a:ext cx="673" cy="7"/>
                  </a:xfrm>
                  <a:prstGeom prst="straightConnector1">
                    <a:avLst/>
                  </a:prstGeom>
                  <a:noFill/>
                  <a:ln cap="flat" cmpd="sng" w="9525">
                    <a:solidFill>
                      <a:srgbClr val="E40000"/>
                    </a:solidFill>
                    <a:prstDash val="solid"/>
                    <a:round/>
                    <a:headEnd len="med" w="med" type="none"/>
                    <a:tailEnd len="med" w="med" type="none"/>
                  </a:ln>
                </p:spPr>
              </p:cxnSp>
              <p:grpSp>
                <p:nvGrpSpPr>
                  <p:cNvPr id="961" name="Google Shape;961;p19"/>
                  <p:cNvGrpSpPr/>
                  <p:nvPr/>
                </p:nvGrpSpPr>
                <p:grpSpPr>
                  <a:xfrm>
                    <a:off x="67" y="2192"/>
                    <a:ext cx="387" cy="139"/>
                    <a:chOff x="320" y="890"/>
                    <a:chExt cx="871" cy="339"/>
                  </a:xfrm>
                </p:grpSpPr>
                <p:sp>
                  <p:nvSpPr>
                    <p:cNvPr id="962" name="Google Shape;962;p19"/>
                    <p:cNvSpPr/>
                    <p:nvPr/>
                  </p:nvSpPr>
                  <p:spPr>
                    <a:xfrm>
                      <a:off x="320" y="1000"/>
                      <a:ext cx="871" cy="229"/>
                    </a:xfrm>
                    <a:prstGeom prst="rect">
                      <a:avLst/>
                    </a:prstGeom>
                    <a:solidFill>
                      <a:srgbClr val="EC86A6"/>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963" name="Google Shape;963;p19"/>
                    <p:cNvSpPr/>
                    <p:nvPr/>
                  </p:nvSpPr>
                  <p:spPr>
                    <a:xfrm>
                      <a:off x="392" y="1074"/>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964" name="Google Shape;964;p19"/>
                    <p:cNvSpPr/>
                    <p:nvPr/>
                  </p:nvSpPr>
                  <p:spPr>
                    <a:xfrm>
                      <a:off x="464" y="1074"/>
                      <a:ext cx="54" cy="56"/>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965" name="Google Shape;965;p19"/>
                    <p:cNvSpPr/>
                    <p:nvPr/>
                  </p:nvSpPr>
                  <p:spPr>
                    <a:xfrm>
                      <a:off x="536" y="1068"/>
                      <a:ext cx="60"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966" name="Google Shape;966;p19"/>
                    <p:cNvSpPr/>
                    <p:nvPr/>
                  </p:nvSpPr>
                  <p:spPr>
                    <a:xfrm>
                      <a:off x="615" y="1068"/>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967" name="Google Shape;967;p19"/>
                    <p:cNvSpPr/>
                    <p:nvPr/>
                  </p:nvSpPr>
                  <p:spPr>
                    <a:xfrm flipH="1" rot="10800000">
                      <a:off x="322" y="890"/>
                      <a:ext cx="859" cy="110"/>
                    </a:xfrm>
                    <a:custGeom>
                      <a:rect b="b" l="l" r="r" t="t"/>
                      <a:pathLst>
                        <a:path extrusionOk="0" h="21600" w="21600">
                          <a:moveTo>
                            <a:pt x="0" y="0"/>
                          </a:moveTo>
                          <a:lnTo>
                            <a:pt x="5400" y="21600"/>
                          </a:lnTo>
                          <a:lnTo>
                            <a:pt x="16200" y="21600"/>
                          </a:lnTo>
                          <a:lnTo>
                            <a:pt x="21600" y="0"/>
                          </a:lnTo>
                          <a:lnTo>
                            <a:pt x="0" y="0"/>
                          </a:lnTo>
                          <a:close/>
                        </a:path>
                      </a:pathLst>
                    </a:custGeom>
                    <a:solidFill>
                      <a:srgbClr val="EC86A6"/>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descr="desktop_computer_stylized_small" id="968" name="Google Shape;968;p19"/>
                  <p:cNvPicPr preferRelativeResize="0"/>
                  <p:nvPr/>
                </p:nvPicPr>
                <p:blipFill rotWithShape="1">
                  <a:blip r:embed="rId10">
                    <a:alphaModFix/>
                  </a:blip>
                  <a:srcRect b="0" l="0" r="0" t="0"/>
                  <a:stretch/>
                </p:blipFill>
                <p:spPr>
                  <a:xfrm>
                    <a:off x="-427" y="2049"/>
                    <a:ext cx="447" cy="411"/>
                  </a:xfrm>
                  <a:prstGeom prst="rect">
                    <a:avLst/>
                  </a:prstGeom>
                  <a:noFill/>
                  <a:ln>
                    <a:noFill/>
                  </a:ln>
                </p:spPr>
              </p:pic>
              <p:sp>
                <p:nvSpPr>
                  <p:cNvPr id="969" name="Google Shape;969;p19"/>
                  <p:cNvSpPr/>
                  <p:nvPr/>
                </p:nvSpPr>
                <p:spPr>
                  <a:xfrm>
                    <a:off x="528" y="2232"/>
                    <a:ext cx="104" cy="91"/>
                  </a:xfrm>
                  <a:prstGeom prst="rect">
                    <a:avLst/>
                  </a:prstGeom>
                  <a:solidFill>
                    <a:srgbClr val="E4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970" name="Google Shape;970;p19"/>
                  <p:cNvSpPr/>
                  <p:nvPr/>
                </p:nvSpPr>
                <p:spPr>
                  <a:xfrm>
                    <a:off x="282" y="1951"/>
                    <a:ext cx="302" cy="274"/>
                  </a:xfrm>
                  <a:custGeom>
                    <a:rect b="b" l="l" r="r" t="t"/>
                    <a:pathLst>
                      <a:path extrusionOk="0" h="274" w="381">
                        <a:moveTo>
                          <a:pt x="381" y="274"/>
                        </a:moveTo>
                        <a:lnTo>
                          <a:pt x="381" y="130"/>
                        </a:lnTo>
                        <a:lnTo>
                          <a:pt x="0" y="0"/>
                        </a:lnTo>
                      </a:path>
                    </a:pathLst>
                  </a:custGeom>
                  <a:noFill/>
                  <a:ln cap="flat" cmpd="sng" w="9525">
                    <a:solidFill>
                      <a:srgbClr val="E4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tv" id="971" name="Google Shape;971;p19"/>
                  <p:cNvPicPr preferRelativeResize="0"/>
                  <p:nvPr/>
                </p:nvPicPr>
                <p:blipFill rotWithShape="1">
                  <a:blip r:embed="rId11">
                    <a:alphaModFix/>
                  </a:blip>
                  <a:srcRect b="0" l="0" r="0" t="0"/>
                  <a:stretch/>
                </p:blipFill>
                <p:spPr>
                  <a:xfrm>
                    <a:off x="2" y="1737"/>
                    <a:ext cx="476" cy="425"/>
                  </a:xfrm>
                  <a:prstGeom prst="rect">
                    <a:avLst/>
                  </a:prstGeom>
                  <a:noFill/>
                  <a:ln>
                    <a:noFill/>
                  </a:ln>
                </p:spPr>
              </p:pic>
            </p:grpSp>
          </p:grpSp>
          <p:cxnSp>
            <p:nvCxnSpPr>
              <p:cNvPr id="972" name="Google Shape;972;p19"/>
              <p:cNvCxnSpPr/>
              <p:nvPr/>
            </p:nvCxnSpPr>
            <p:spPr>
              <a:xfrm>
                <a:off x="8423564" y="1479550"/>
                <a:ext cx="2593686" cy="0"/>
              </a:xfrm>
              <a:prstGeom prst="straightConnector1">
                <a:avLst/>
              </a:prstGeom>
              <a:noFill/>
              <a:ln cap="flat" cmpd="sng" w="19050">
                <a:solidFill>
                  <a:srgbClr val="E40000"/>
                </a:solidFill>
                <a:prstDash val="solid"/>
                <a:round/>
                <a:headEnd len="med" w="med" type="none"/>
                <a:tailEnd len="med" w="med" type="none"/>
              </a:ln>
            </p:spPr>
          </p:cxnSp>
          <p:sp>
            <p:nvSpPr>
              <p:cNvPr id="973" name="Google Shape;973;p19"/>
              <p:cNvSpPr txBox="1"/>
              <p:nvPr/>
            </p:nvSpPr>
            <p:spPr>
              <a:xfrm>
                <a:off x="9439275" y="808038"/>
                <a:ext cx="4889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969696"/>
                  </a:buClr>
                  <a:buSzPts val="2400"/>
                  <a:buFont typeface="Times New Roman"/>
                  <a:buNone/>
                </a:pPr>
                <a:r>
                  <a:rPr b="0" i="0" lang="en-US" sz="2400" u="none" cap="none" strike="noStrike">
                    <a:solidFill>
                      <a:srgbClr val="969696"/>
                    </a:solidFill>
                    <a:latin typeface="Times New Roman"/>
                    <a:ea typeface="Times New Roman"/>
                    <a:cs typeface="Times New Roman"/>
                    <a:sym typeface="Times New Roman"/>
                  </a:rPr>
                  <a:t>…</a:t>
                </a:r>
                <a:endParaRPr/>
              </a:p>
            </p:txBody>
          </p:sp>
          <p:grpSp>
            <p:nvGrpSpPr>
              <p:cNvPr id="974" name="Google Shape;974;p19"/>
              <p:cNvGrpSpPr/>
              <p:nvPr/>
            </p:nvGrpSpPr>
            <p:grpSpPr>
              <a:xfrm>
                <a:off x="7872413" y="1479550"/>
                <a:ext cx="850900" cy="623888"/>
                <a:chOff x="7872413" y="1479550"/>
                <a:chExt cx="850900" cy="623888"/>
              </a:xfrm>
            </p:grpSpPr>
            <p:grpSp>
              <p:nvGrpSpPr>
                <p:cNvPr id="975" name="Google Shape;975;p19"/>
                <p:cNvGrpSpPr/>
                <p:nvPr/>
              </p:nvGrpSpPr>
              <p:grpSpPr>
                <a:xfrm>
                  <a:off x="7872413" y="1576388"/>
                  <a:ext cx="850900" cy="527050"/>
                  <a:chOff x="-490" y="1664"/>
                  <a:chExt cx="1429" cy="842"/>
                </a:xfrm>
              </p:grpSpPr>
              <p:sp>
                <p:nvSpPr>
                  <p:cNvPr id="976" name="Google Shape;976;p19"/>
                  <p:cNvSpPr/>
                  <p:nvPr/>
                </p:nvSpPr>
                <p:spPr>
                  <a:xfrm>
                    <a:off x="-490" y="1664"/>
                    <a:ext cx="1429" cy="294"/>
                  </a:xfrm>
                  <a:prstGeom prst="triangle">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grpSp>
                <p:nvGrpSpPr>
                  <p:cNvPr id="977" name="Google Shape;977;p19"/>
                  <p:cNvGrpSpPr/>
                  <p:nvPr/>
                </p:nvGrpSpPr>
                <p:grpSpPr>
                  <a:xfrm>
                    <a:off x="-427" y="1737"/>
                    <a:ext cx="1217" cy="769"/>
                    <a:chOff x="-427" y="1737"/>
                    <a:chExt cx="1217" cy="769"/>
                  </a:xfrm>
                </p:grpSpPr>
                <p:sp>
                  <p:nvSpPr>
                    <p:cNvPr id="978" name="Google Shape;978;p19"/>
                    <p:cNvSpPr/>
                    <p:nvPr/>
                  </p:nvSpPr>
                  <p:spPr>
                    <a:xfrm>
                      <a:off x="-338" y="1923"/>
                      <a:ext cx="1128" cy="583"/>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cxnSp>
                  <p:nvCxnSpPr>
                    <p:cNvPr id="979" name="Google Shape;979;p19"/>
                    <p:cNvCxnSpPr/>
                    <p:nvPr/>
                  </p:nvCxnSpPr>
                  <p:spPr>
                    <a:xfrm>
                      <a:off x="-150" y="2271"/>
                      <a:ext cx="676" cy="4"/>
                    </a:xfrm>
                    <a:prstGeom prst="straightConnector1">
                      <a:avLst/>
                    </a:prstGeom>
                    <a:noFill/>
                    <a:ln cap="flat" cmpd="sng" w="9525">
                      <a:solidFill>
                        <a:srgbClr val="E40000"/>
                      </a:solidFill>
                      <a:prstDash val="solid"/>
                      <a:round/>
                      <a:headEnd len="med" w="med" type="none"/>
                      <a:tailEnd len="med" w="med" type="none"/>
                    </a:ln>
                  </p:spPr>
                </p:cxnSp>
                <p:grpSp>
                  <p:nvGrpSpPr>
                    <p:cNvPr id="980" name="Google Shape;980;p19"/>
                    <p:cNvGrpSpPr/>
                    <p:nvPr/>
                  </p:nvGrpSpPr>
                  <p:grpSpPr>
                    <a:xfrm>
                      <a:off x="67" y="2192"/>
                      <a:ext cx="387" cy="139"/>
                      <a:chOff x="320" y="890"/>
                      <a:chExt cx="871" cy="339"/>
                    </a:xfrm>
                  </p:grpSpPr>
                  <p:sp>
                    <p:nvSpPr>
                      <p:cNvPr id="981" name="Google Shape;981;p19"/>
                      <p:cNvSpPr/>
                      <p:nvPr/>
                    </p:nvSpPr>
                    <p:spPr>
                      <a:xfrm>
                        <a:off x="320" y="1000"/>
                        <a:ext cx="871" cy="229"/>
                      </a:xfrm>
                      <a:prstGeom prst="rect">
                        <a:avLst/>
                      </a:prstGeom>
                      <a:solidFill>
                        <a:srgbClr val="EC86A6"/>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982" name="Google Shape;982;p19"/>
                      <p:cNvSpPr/>
                      <p:nvPr/>
                    </p:nvSpPr>
                    <p:spPr>
                      <a:xfrm>
                        <a:off x="392" y="1074"/>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983" name="Google Shape;983;p19"/>
                      <p:cNvSpPr/>
                      <p:nvPr/>
                    </p:nvSpPr>
                    <p:spPr>
                      <a:xfrm>
                        <a:off x="464" y="1074"/>
                        <a:ext cx="54" cy="56"/>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984" name="Google Shape;984;p19"/>
                      <p:cNvSpPr/>
                      <p:nvPr/>
                    </p:nvSpPr>
                    <p:spPr>
                      <a:xfrm>
                        <a:off x="536" y="1068"/>
                        <a:ext cx="60"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985" name="Google Shape;985;p19"/>
                      <p:cNvSpPr/>
                      <p:nvPr/>
                    </p:nvSpPr>
                    <p:spPr>
                      <a:xfrm>
                        <a:off x="615" y="1068"/>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986" name="Google Shape;986;p19"/>
                      <p:cNvSpPr/>
                      <p:nvPr/>
                    </p:nvSpPr>
                    <p:spPr>
                      <a:xfrm flipH="1" rot="10800000">
                        <a:off x="322" y="890"/>
                        <a:ext cx="859" cy="110"/>
                      </a:xfrm>
                      <a:custGeom>
                        <a:rect b="b" l="l" r="r" t="t"/>
                        <a:pathLst>
                          <a:path extrusionOk="0" h="21600" w="21600">
                            <a:moveTo>
                              <a:pt x="0" y="0"/>
                            </a:moveTo>
                            <a:lnTo>
                              <a:pt x="5400" y="21600"/>
                            </a:lnTo>
                            <a:lnTo>
                              <a:pt x="16200" y="21600"/>
                            </a:lnTo>
                            <a:lnTo>
                              <a:pt x="21600" y="0"/>
                            </a:lnTo>
                            <a:lnTo>
                              <a:pt x="0" y="0"/>
                            </a:lnTo>
                            <a:close/>
                          </a:path>
                        </a:pathLst>
                      </a:custGeom>
                      <a:solidFill>
                        <a:srgbClr val="EC86A6"/>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descr="desktop_computer_stylized_small" id="987" name="Google Shape;987;p19"/>
                    <p:cNvPicPr preferRelativeResize="0"/>
                    <p:nvPr/>
                  </p:nvPicPr>
                  <p:blipFill rotWithShape="1">
                    <a:blip r:embed="rId10">
                      <a:alphaModFix/>
                    </a:blip>
                    <a:srcRect b="0" l="0" r="0" t="0"/>
                    <a:stretch/>
                  </p:blipFill>
                  <p:spPr>
                    <a:xfrm>
                      <a:off x="-427" y="2049"/>
                      <a:ext cx="447" cy="411"/>
                    </a:xfrm>
                    <a:prstGeom prst="rect">
                      <a:avLst/>
                    </a:prstGeom>
                    <a:noFill/>
                    <a:ln>
                      <a:noFill/>
                    </a:ln>
                  </p:spPr>
                </p:pic>
                <p:sp>
                  <p:nvSpPr>
                    <p:cNvPr id="988" name="Google Shape;988;p19"/>
                    <p:cNvSpPr/>
                    <p:nvPr/>
                  </p:nvSpPr>
                  <p:spPr>
                    <a:xfrm>
                      <a:off x="528" y="2232"/>
                      <a:ext cx="104" cy="91"/>
                    </a:xfrm>
                    <a:prstGeom prst="rect">
                      <a:avLst/>
                    </a:prstGeom>
                    <a:solidFill>
                      <a:srgbClr val="E4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989" name="Google Shape;989;p19"/>
                    <p:cNvSpPr/>
                    <p:nvPr/>
                  </p:nvSpPr>
                  <p:spPr>
                    <a:xfrm>
                      <a:off x="282" y="1951"/>
                      <a:ext cx="302" cy="274"/>
                    </a:xfrm>
                    <a:custGeom>
                      <a:rect b="b" l="l" r="r" t="t"/>
                      <a:pathLst>
                        <a:path extrusionOk="0" h="274" w="381">
                          <a:moveTo>
                            <a:pt x="381" y="274"/>
                          </a:moveTo>
                          <a:lnTo>
                            <a:pt x="381" y="130"/>
                          </a:lnTo>
                          <a:lnTo>
                            <a:pt x="0" y="0"/>
                          </a:lnTo>
                        </a:path>
                      </a:pathLst>
                    </a:custGeom>
                    <a:noFill/>
                    <a:ln cap="flat" cmpd="sng" w="9525">
                      <a:solidFill>
                        <a:srgbClr val="E4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tv" id="990" name="Google Shape;990;p19"/>
                    <p:cNvPicPr preferRelativeResize="0"/>
                    <p:nvPr/>
                  </p:nvPicPr>
                  <p:blipFill rotWithShape="1">
                    <a:blip r:embed="rId11">
                      <a:alphaModFix/>
                    </a:blip>
                    <a:srcRect b="0" l="0" r="0" t="0"/>
                    <a:stretch/>
                  </p:blipFill>
                  <p:spPr>
                    <a:xfrm>
                      <a:off x="2" y="1737"/>
                      <a:ext cx="476" cy="425"/>
                    </a:xfrm>
                    <a:prstGeom prst="rect">
                      <a:avLst/>
                    </a:prstGeom>
                    <a:noFill/>
                    <a:ln>
                      <a:noFill/>
                    </a:ln>
                  </p:spPr>
                </p:pic>
              </p:grpSp>
            </p:grpSp>
            <p:sp>
              <p:nvSpPr>
                <p:cNvPr id="991" name="Google Shape;991;p19"/>
                <p:cNvSpPr/>
                <p:nvPr/>
              </p:nvSpPr>
              <p:spPr>
                <a:xfrm>
                  <a:off x="8543925" y="1479550"/>
                  <a:ext cx="127000" cy="476250"/>
                </a:xfrm>
                <a:custGeom>
                  <a:rect b="b" l="l" r="r" t="t"/>
                  <a:pathLst>
                    <a:path extrusionOk="0" h="300" w="80">
                      <a:moveTo>
                        <a:pt x="0" y="300"/>
                      </a:moveTo>
                      <a:lnTo>
                        <a:pt x="80" y="300"/>
                      </a:lnTo>
                      <a:lnTo>
                        <a:pt x="80" y="0"/>
                      </a:lnTo>
                    </a:path>
                  </a:pathLst>
                </a:custGeom>
                <a:noFill/>
                <a:ln cap="flat" cmpd="sng" w="9525">
                  <a:solidFill>
                    <a:srgbClr val="E4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992" name="Google Shape;992;p19"/>
              <p:cNvSpPr/>
              <p:nvPr/>
            </p:nvSpPr>
            <p:spPr>
              <a:xfrm>
                <a:off x="10755313" y="1054100"/>
                <a:ext cx="955675" cy="700088"/>
              </a:xfrm>
              <a:prstGeom prst="rect">
                <a:avLst/>
              </a:prstGeom>
              <a:noFill/>
              <a:ln cap="flat" cmpd="sng" w="9525">
                <a:solidFill>
                  <a:schemeClr val="dk1"/>
                </a:solidFill>
                <a:prstDash val="dashDot"/>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993" name="Google Shape;993;p19"/>
              <p:cNvSpPr/>
              <p:nvPr/>
            </p:nvSpPr>
            <p:spPr>
              <a:xfrm>
                <a:off x="11012488" y="1236663"/>
                <a:ext cx="330200" cy="454025"/>
              </a:xfrm>
              <a:custGeom>
                <a:rect b="b" l="l" r="r" t="t"/>
                <a:pathLst>
                  <a:path extrusionOk="0" h="412" w="318">
                    <a:moveTo>
                      <a:pt x="0" y="412"/>
                    </a:moveTo>
                    <a:lnTo>
                      <a:pt x="3" y="1"/>
                    </a:lnTo>
                    <a:lnTo>
                      <a:pt x="74" y="0"/>
                    </a:lnTo>
                    <a:lnTo>
                      <a:pt x="254" y="111"/>
                    </a:lnTo>
                    <a:lnTo>
                      <a:pt x="318" y="115"/>
                    </a:lnTo>
                    <a:lnTo>
                      <a:pt x="318" y="308"/>
                    </a:lnTo>
                    <a:lnTo>
                      <a:pt x="246" y="308"/>
                    </a:lnTo>
                    <a:lnTo>
                      <a:pt x="74" y="412"/>
                    </a:lnTo>
                    <a:lnTo>
                      <a:pt x="0" y="412"/>
                    </a:lnTo>
                    <a:close/>
                  </a:path>
                </a:pathLst>
              </a:custGeom>
              <a:gradFill>
                <a:gsLst>
                  <a:gs pos="0">
                    <a:schemeClr val="lt1"/>
                  </a:gs>
                  <a:gs pos="99000">
                    <a:srgbClr val="E40000"/>
                  </a:gs>
                  <a:gs pos="100000">
                    <a:srgbClr val="E40000"/>
                  </a:gs>
                </a:gsLst>
                <a:lin ang="0" scaled="0"/>
              </a:gra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94" name="Google Shape;994;p19"/>
              <p:cNvSpPr/>
              <p:nvPr/>
            </p:nvSpPr>
            <p:spPr>
              <a:xfrm>
                <a:off x="11009842" y="1167342"/>
                <a:ext cx="366713" cy="406400"/>
              </a:xfrm>
              <a:custGeom>
                <a:rect b="b" l="l" r="r" t="t"/>
                <a:pathLst>
                  <a:path extrusionOk="0" h="369" w="353">
                    <a:moveTo>
                      <a:pt x="0" y="59"/>
                    </a:moveTo>
                    <a:lnTo>
                      <a:pt x="32" y="0"/>
                    </a:lnTo>
                    <a:lnTo>
                      <a:pt x="105" y="0"/>
                    </a:lnTo>
                    <a:lnTo>
                      <a:pt x="276" y="113"/>
                    </a:lnTo>
                    <a:lnTo>
                      <a:pt x="353" y="113"/>
                    </a:lnTo>
                    <a:lnTo>
                      <a:pt x="353" y="315"/>
                    </a:lnTo>
                    <a:lnTo>
                      <a:pt x="318" y="369"/>
                    </a:lnTo>
                    <a:lnTo>
                      <a:pt x="315" y="173"/>
                    </a:lnTo>
                    <a:lnTo>
                      <a:pt x="254" y="173"/>
                    </a:lnTo>
                    <a:lnTo>
                      <a:pt x="75" y="60"/>
                    </a:lnTo>
                    <a:lnTo>
                      <a:pt x="0" y="59"/>
                    </a:lnTo>
                    <a:close/>
                  </a:path>
                </a:pathLst>
              </a:custGeom>
              <a:solidFill>
                <a:srgbClr val="C00000"/>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995" name="Google Shape;995;p19"/>
              <p:cNvCxnSpPr/>
              <p:nvPr/>
            </p:nvCxnSpPr>
            <p:spPr>
              <a:xfrm flipH="1">
                <a:off x="11339513" y="1295400"/>
                <a:ext cx="34925" cy="68263"/>
              </a:xfrm>
              <a:prstGeom prst="straightConnector1">
                <a:avLst/>
              </a:prstGeom>
              <a:noFill/>
              <a:ln cap="flat" cmpd="sng" w="9525">
                <a:solidFill>
                  <a:schemeClr val="dk1"/>
                </a:solidFill>
                <a:prstDash val="solid"/>
                <a:round/>
                <a:headEnd len="med" w="med" type="none"/>
                <a:tailEnd len="med" w="med" type="none"/>
              </a:ln>
            </p:spPr>
          </p:cxnSp>
          <p:cxnSp>
            <p:nvCxnSpPr>
              <p:cNvPr id="996" name="Google Shape;996;p19"/>
              <p:cNvCxnSpPr/>
              <p:nvPr/>
            </p:nvCxnSpPr>
            <p:spPr>
              <a:xfrm>
                <a:off x="11041063" y="1466850"/>
                <a:ext cx="268287" cy="0"/>
              </a:xfrm>
              <a:prstGeom prst="straightConnector1">
                <a:avLst/>
              </a:prstGeom>
              <a:noFill/>
              <a:ln cap="flat" cmpd="sng" w="9525">
                <a:solidFill>
                  <a:schemeClr val="dk1"/>
                </a:solidFill>
                <a:prstDash val="solid"/>
                <a:round/>
                <a:headEnd len="med" w="med" type="none"/>
                <a:tailEnd len="med" w="med" type="triangle"/>
              </a:ln>
            </p:spPr>
          </p:cxnSp>
          <p:sp>
            <p:nvSpPr>
              <p:cNvPr id="997" name="Google Shape;997;p19"/>
              <p:cNvSpPr/>
              <p:nvPr/>
            </p:nvSpPr>
            <p:spPr>
              <a:xfrm>
                <a:off x="11034713" y="1290638"/>
                <a:ext cx="274637" cy="115887"/>
              </a:xfrm>
              <a:custGeom>
                <a:rect b="b" l="l" r="r" t="t"/>
                <a:pathLst>
                  <a:path extrusionOk="0" h="105" w="264">
                    <a:moveTo>
                      <a:pt x="0" y="0"/>
                    </a:moveTo>
                    <a:lnTo>
                      <a:pt x="52" y="0"/>
                    </a:lnTo>
                    <a:lnTo>
                      <a:pt x="207" y="105"/>
                    </a:lnTo>
                    <a:lnTo>
                      <a:pt x="264" y="105"/>
                    </a:lnTo>
                  </a:path>
                </a:pathLst>
              </a:custGeom>
              <a:noFill/>
              <a:ln cap="flat" cmpd="sng" w="9525">
                <a:solidFill>
                  <a:schemeClr val="dk1"/>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98" name="Google Shape;998;p19"/>
              <p:cNvSpPr/>
              <p:nvPr/>
            </p:nvSpPr>
            <p:spPr>
              <a:xfrm flipH="1" rot="10800000">
                <a:off x="11034713" y="1527175"/>
                <a:ext cx="274637" cy="114300"/>
              </a:xfrm>
              <a:custGeom>
                <a:rect b="b" l="l" r="r" t="t"/>
                <a:pathLst>
                  <a:path extrusionOk="0" h="105" w="264">
                    <a:moveTo>
                      <a:pt x="0" y="0"/>
                    </a:moveTo>
                    <a:lnTo>
                      <a:pt x="52" y="0"/>
                    </a:lnTo>
                    <a:lnTo>
                      <a:pt x="207" y="105"/>
                    </a:lnTo>
                    <a:lnTo>
                      <a:pt x="264" y="105"/>
                    </a:lnTo>
                  </a:path>
                </a:pathLst>
              </a:custGeom>
              <a:noFill/>
              <a:ln cap="flat" cmpd="sng" w="9525">
                <a:solidFill>
                  <a:schemeClr val="dk1"/>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99" name="Google Shape;999;p19"/>
              <p:cNvSpPr/>
              <p:nvPr/>
            </p:nvSpPr>
            <p:spPr>
              <a:xfrm>
                <a:off x="10615613" y="790575"/>
                <a:ext cx="1206500" cy="261938"/>
              </a:xfrm>
              <a:prstGeom prst="triangle">
                <a:avLst>
                  <a:gd fmla="val 50000" name="adj"/>
                </a:avLst>
              </a:prstGeom>
              <a:noFill/>
              <a:ln cap="flat" cmpd="sng" w="9525">
                <a:solidFill>
                  <a:schemeClr val="dk1"/>
                </a:solidFill>
                <a:prstDash val="dashDot"/>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grpSp>
            <p:nvGrpSpPr>
              <p:cNvPr id="1000" name="Google Shape;1000;p19"/>
              <p:cNvGrpSpPr/>
              <p:nvPr/>
            </p:nvGrpSpPr>
            <p:grpSpPr>
              <a:xfrm>
                <a:off x="8699500" y="730250"/>
                <a:ext cx="850900" cy="755650"/>
                <a:chOff x="8699500" y="730250"/>
                <a:chExt cx="850900" cy="755650"/>
              </a:xfrm>
            </p:grpSpPr>
            <p:grpSp>
              <p:nvGrpSpPr>
                <p:cNvPr id="1001" name="Google Shape;1001;p19"/>
                <p:cNvGrpSpPr/>
                <p:nvPr/>
              </p:nvGrpSpPr>
              <p:grpSpPr>
                <a:xfrm>
                  <a:off x="8699500" y="730250"/>
                  <a:ext cx="850900" cy="527050"/>
                  <a:chOff x="-490" y="1664"/>
                  <a:chExt cx="1429" cy="842"/>
                </a:xfrm>
              </p:grpSpPr>
              <p:sp>
                <p:nvSpPr>
                  <p:cNvPr id="1002" name="Google Shape;1002;p19"/>
                  <p:cNvSpPr/>
                  <p:nvPr/>
                </p:nvSpPr>
                <p:spPr>
                  <a:xfrm>
                    <a:off x="-490" y="1664"/>
                    <a:ext cx="1429" cy="294"/>
                  </a:xfrm>
                  <a:prstGeom prst="triangle">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grpSp>
                <p:nvGrpSpPr>
                  <p:cNvPr id="1003" name="Google Shape;1003;p19"/>
                  <p:cNvGrpSpPr/>
                  <p:nvPr/>
                </p:nvGrpSpPr>
                <p:grpSpPr>
                  <a:xfrm>
                    <a:off x="-427" y="1737"/>
                    <a:ext cx="1217" cy="769"/>
                    <a:chOff x="-427" y="1737"/>
                    <a:chExt cx="1217" cy="769"/>
                  </a:xfrm>
                </p:grpSpPr>
                <p:sp>
                  <p:nvSpPr>
                    <p:cNvPr id="1004" name="Google Shape;1004;p19"/>
                    <p:cNvSpPr/>
                    <p:nvPr/>
                  </p:nvSpPr>
                  <p:spPr>
                    <a:xfrm>
                      <a:off x="-338" y="1923"/>
                      <a:ext cx="1128" cy="583"/>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cxnSp>
                  <p:nvCxnSpPr>
                    <p:cNvPr id="1005" name="Google Shape;1005;p19"/>
                    <p:cNvCxnSpPr/>
                    <p:nvPr/>
                  </p:nvCxnSpPr>
                  <p:spPr>
                    <a:xfrm>
                      <a:off x="-150" y="2271"/>
                      <a:ext cx="673" cy="7"/>
                    </a:xfrm>
                    <a:prstGeom prst="straightConnector1">
                      <a:avLst/>
                    </a:prstGeom>
                    <a:noFill/>
                    <a:ln cap="flat" cmpd="sng" w="9525">
                      <a:solidFill>
                        <a:srgbClr val="E40000"/>
                      </a:solidFill>
                      <a:prstDash val="solid"/>
                      <a:round/>
                      <a:headEnd len="med" w="med" type="none"/>
                      <a:tailEnd len="med" w="med" type="none"/>
                    </a:ln>
                  </p:spPr>
                </p:cxnSp>
                <p:grpSp>
                  <p:nvGrpSpPr>
                    <p:cNvPr id="1006" name="Google Shape;1006;p19"/>
                    <p:cNvGrpSpPr/>
                    <p:nvPr/>
                  </p:nvGrpSpPr>
                  <p:grpSpPr>
                    <a:xfrm>
                      <a:off x="67" y="2192"/>
                      <a:ext cx="387" cy="139"/>
                      <a:chOff x="320" y="890"/>
                      <a:chExt cx="871" cy="339"/>
                    </a:xfrm>
                  </p:grpSpPr>
                  <p:sp>
                    <p:nvSpPr>
                      <p:cNvPr id="1007" name="Google Shape;1007;p19"/>
                      <p:cNvSpPr/>
                      <p:nvPr/>
                    </p:nvSpPr>
                    <p:spPr>
                      <a:xfrm>
                        <a:off x="320" y="1000"/>
                        <a:ext cx="871" cy="229"/>
                      </a:xfrm>
                      <a:prstGeom prst="rect">
                        <a:avLst/>
                      </a:prstGeom>
                      <a:solidFill>
                        <a:srgbClr val="EC86A6"/>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008" name="Google Shape;1008;p19"/>
                      <p:cNvSpPr/>
                      <p:nvPr/>
                    </p:nvSpPr>
                    <p:spPr>
                      <a:xfrm>
                        <a:off x="392" y="1074"/>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009" name="Google Shape;1009;p19"/>
                      <p:cNvSpPr/>
                      <p:nvPr/>
                    </p:nvSpPr>
                    <p:spPr>
                      <a:xfrm>
                        <a:off x="464" y="1074"/>
                        <a:ext cx="54" cy="56"/>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010" name="Google Shape;1010;p19"/>
                      <p:cNvSpPr/>
                      <p:nvPr/>
                    </p:nvSpPr>
                    <p:spPr>
                      <a:xfrm>
                        <a:off x="536" y="1068"/>
                        <a:ext cx="60"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011" name="Google Shape;1011;p19"/>
                      <p:cNvSpPr/>
                      <p:nvPr/>
                    </p:nvSpPr>
                    <p:spPr>
                      <a:xfrm>
                        <a:off x="615" y="1068"/>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012" name="Google Shape;1012;p19"/>
                      <p:cNvSpPr/>
                      <p:nvPr/>
                    </p:nvSpPr>
                    <p:spPr>
                      <a:xfrm flipH="1" rot="10800000">
                        <a:off x="322" y="890"/>
                        <a:ext cx="859" cy="110"/>
                      </a:xfrm>
                      <a:custGeom>
                        <a:rect b="b" l="l" r="r" t="t"/>
                        <a:pathLst>
                          <a:path extrusionOk="0" h="21600" w="21600">
                            <a:moveTo>
                              <a:pt x="0" y="0"/>
                            </a:moveTo>
                            <a:lnTo>
                              <a:pt x="5400" y="21600"/>
                            </a:lnTo>
                            <a:lnTo>
                              <a:pt x="16200" y="21600"/>
                            </a:lnTo>
                            <a:lnTo>
                              <a:pt x="21600" y="0"/>
                            </a:lnTo>
                            <a:lnTo>
                              <a:pt x="0" y="0"/>
                            </a:lnTo>
                            <a:close/>
                          </a:path>
                        </a:pathLst>
                      </a:custGeom>
                      <a:solidFill>
                        <a:srgbClr val="BFBFB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descr="desktop_computer_stylized_small" id="1013" name="Google Shape;1013;p19"/>
                    <p:cNvPicPr preferRelativeResize="0"/>
                    <p:nvPr/>
                  </p:nvPicPr>
                  <p:blipFill rotWithShape="1">
                    <a:blip r:embed="rId10">
                      <a:alphaModFix/>
                    </a:blip>
                    <a:srcRect b="0" l="0" r="0" t="0"/>
                    <a:stretch/>
                  </p:blipFill>
                  <p:spPr>
                    <a:xfrm>
                      <a:off x="-427" y="2049"/>
                      <a:ext cx="447" cy="411"/>
                    </a:xfrm>
                    <a:prstGeom prst="rect">
                      <a:avLst/>
                    </a:prstGeom>
                    <a:noFill/>
                    <a:ln>
                      <a:noFill/>
                    </a:ln>
                  </p:spPr>
                </p:pic>
                <p:sp>
                  <p:nvSpPr>
                    <p:cNvPr id="1014" name="Google Shape;1014;p19"/>
                    <p:cNvSpPr/>
                    <p:nvPr/>
                  </p:nvSpPr>
                  <p:spPr>
                    <a:xfrm>
                      <a:off x="528" y="2232"/>
                      <a:ext cx="104" cy="91"/>
                    </a:xfrm>
                    <a:prstGeom prst="rect">
                      <a:avLst/>
                    </a:prstGeom>
                    <a:solidFill>
                      <a:srgbClr val="E4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015" name="Google Shape;1015;p19"/>
                    <p:cNvSpPr/>
                    <p:nvPr/>
                  </p:nvSpPr>
                  <p:spPr>
                    <a:xfrm>
                      <a:off x="282" y="1951"/>
                      <a:ext cx="302" cy="274"/>
                    </a:xfrm>
                    <a:custGeom>
                      <a:rect b="b" l="l" r="r" t="t"/>
                      <a:pathLst>
                        <a:path extrusionOk="0" h="274" w="381">
                          <a:moveTo>
                            <a:pt x="381" y="274"/>
                          </a:moveTo>
                          <a:lnTo>
                            <a:pt x="381" y="130"/>
                          </a:lnTo>
                          <a:lnTo>
                            <a:pt x="0" y="0"/>
                          </a:lnTo>
                        </a:path>
                      </a:pathLst>
                    </a:custGeom>
                    <a:noFill/>
                    <a:ln cap="flat" cmpd="sng" w="9525">
                      <a:solidFill>
                        <a:srgbClr val="E4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tv" id="1016" name="Google Shape;1016;p19"/>
                    <p:cNvPicPr preferRelativeResize="0"/>
                    <p:nvPr/>
                  </p:nvPicPr>
                  <p:blipFill rotWithShape="1">
                    <a:blip r:embed="rId11">
                      <a:alphaModFix/>
                    </a:blip>
                    <a:srcRect b="0" l="0" r="0" t="0"/>
                    <a:stretch/>
                  </p:blipFill>
                  <p:spPr>
                    <a:xfrm>
                      <a:off x="2" y="1737"/>
                      <a:ext cx="476" cy="425"/>
                    </a:xfrm>
                    <a:prstGeom prst="rect">
                      <a:avLst/>
                    </a:prstGeom>
                    <a:noFill/>
                    <a:ln>
                      <a:noFill/>
                    </a:ln>
                  </p:spPr>
                </p:pic>
              </p:grpSp>
            </p:grpSp>
            <p:cxnSp>
              <p:nvCxnSpPr>
                <p:cNvPr id="1017" name="Google Shape;1017;p19"/>
                <p:cNvCxnSpPr/>
                <p:nvPr/>
              </p:nvCxnSpPr>
              <p:spPr>
                <a:xfrm>
                  <a:off x="9334500" y="1147233"/>
                  <a:ext cx="0" cy="338667"/>
                </a:xfrm>
                <a:prstGeom prst="straightConnector1">
                  <a:avLst/>
                </a:prstGeom>
                <a:noFill/>
                <a:ln cap="flat" cmpd="sng" w="9525">
                  <a:solidFill>
                    <a:srgbClr val="E40000"/>
                  </a:solidFill>
                  <a:prstDash val="solid"/>
                  <a:miter lim="800000"/>
                  <a:headEnd len="sm" w="sm" type="none"/>
                  <a:tailEnd len="sm" w="sm" type="none"/>
                </a:ln>
              </p:spPr>
            </p:cxnSp>
          </p:grpSp>
          <p:cxnSp>
            <p:nvCxnSpPr>
              <p:cNvPr id="1018" name="Google Shape;1018;p19"/>
              <p:cNvCxnSpPr/>
              <p:nvPr/>
            </p:nvCxnSpPr>
            <p:spPr>
              <a:xfrm>
                <a:off x="8428567" y="1151466"/>
                <a:ext cx="0" cy="338667"/>
              </a:xfrm>
              <a:prstGeom prst="straightConnector1">
                <a:avLst/>
              </a:prstGeom>
              <a:noFill/>
              <a:ln cap="flat" cmpd="sng" w="9525">
                <a:solidFill>
                  <a:srgbClr val="E40000"/>
                </a:solidFill>
                <a:prstDash val="solid"/>
                <a:miter lim="800000"/>
                <a:headEnd len="sm" w="sm" type="none"/>
                <a:tailEnd len="sm" w="sm" type="none"/>
              </a:ln>
            </p:spPr>
          </p:cxnSp>
          <p:grpSp>
            <p:nvGrpSpPr>
              <p:cNvPr id="1019" name="Google Shape;1019;p19"/>
              <p:cNvGrpSpPr/>
              <p:nvPr/>
            </p:nvGrpSpPr>
            <p:grpSpPr>
              <a:xfrm>
                <a:off x="8795279" y="1483783"/>
                <a:ext cx="850900" cy="623888"/>
                <a:chOff x="7872413" y="1479550"/>
                <a:chExt cx="850900" cy="623888"/>
              </a:xfrm>
            </p:grpSpPr>
            <p:grpSp>
              <p:nvGrpSpPr>
                <p:cNvPr id="1020" name="Google Shape;1020;p19"/>
                <p:cNvGrpSpPr/>
                <p:nvPr/>
              </p:nvGrpSpPr>
              <p:grpSpPr>
                <a:xfrm>
                  <a:off x="7872413" y="1576388"/>
                  <a:ext cx="850900" cy="527050"/>
                  <a:chOff x="-490" y="1664"/>
                  <a:chExt cx="1429" cy="842"/>
                </a:xfrm>
              </p:grpSpPr>
              <p:sp>
                <p:nvSpPr>
                  <p:cNvPr id="1021" name="Google Shape;1021;p19"/>
                  <p:cNvSpPr/>
                  <p:nvPr/>
                </p:nvSpPr>
                <p:spPr>
                  <a:xfrm>
                    <a:off x="-490" y="1664"/>
                    <a:ext cx="1429" cy="294"/>
                  </a:xfrm>
                  <a:prstGeom prst="triangle">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grpSp>
                <p:nvGrpSpPr>
                  <p:cNvPr id="1022" name="Google Shape;1022;p19"/>
                  <p:cNvGrpSpPr/>
                  <p:nvPr/>
                </p:nvGrpSpPr>
                <p:grpSpPr>
                  <a:xfrm>
                    <a:off x="-427" y="1737"/>
                    <a:ext cx="1217" cy="769"/>
                    <a:chOff x="-427" y="1737"/>
                    <a:chExt cx="1217" cy="769"/>
                  </a:xfrm>
                </p:grpSpPr>
                <p:sp>
                  <p:nvSpPr>
                    <p:cNvPr id="1023" name="Google Shape;1023;p19"/>
                    <p:cNvSpPr/>
                    <p:nvPr/>
                  </p:nvSpPr>
                  <p:spPr>
                    <a:xfrm>
                      <a:off x="-338" y="1923"/>
                      <a:ext cx="1128" cy="583"/>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cxnSp>
                  <p:nvCxnSpPr>
                    <p:cNvPr id="1024" name="Google Shape;1024;p19"/>
                    <p:cNvCxnSpPr/>
                    <p:nvPr/>
                  </p:nvCxnSpPr>
                  <p:spPr>
                    <a:xfrm>
                      <a:off x="-150" y="2271"/>
                      <a:ext cx="676" cy="4"/>
                    </a:xfrm>
                    <a:prstGeom prst="straightConnector1">
                      <a:avLst/>
                    </a:prstGeom>
                    <a:noFill/>
                    <a:ln cap="flat" cmpd="sng" w="9525">
                      <a:solidFill>
                        <a:srgbClr val="E40000"/>
                      </a:solidFill>
                      <a:prstDash val="solid"/>
                      <a:round/>
                      <a:headEnd len="med" w="med" type="none"/>
                      <a:tailEnd len="med" w="med" type="none"/>
                    </a:ln>
                  </p:spPr>
                </p:cxnSp>
                <p:grpSp>
                  <p:nvGrpSpPr>
                    <p:cNvPr id="1025" name="Google Shape;1025;p19"/>
                    <p:cNvGrpSpPr/>
                    <p:nvPr/>
                  </p:nvGrpSpPr>
                  <p:grpSpPr>
                    <a:xfrm>
                      <a:off x="67" y="2192"/>
                      <a:ext cx="387" cy="139"/>
                      <a:chOff x="320" y="890"/>
                      <a:chExt cx="871" cy="339"/>
                    </a:xfrm>
                  </p:grpSpPr>
                  <p:sp>
                    <p:nvSpPr>
                      <p:cNvPr id="1026" name="Google Shape;1026;p19"/>
                      <p:cNvSpPr/>
                      <p:nvPr/>
                    </p:nvSpPr>
                    <p:spPr>
                      <a:xfrm>
                        <a:off x="320" y="1000"/>
                        <a:ext cx="871" cy="229"/>
                      </a:xfrm>
                      <a:prstGeom prst="rect">
                        <a:avLst/>
                      </a:prstGeom>
                      <a:solidFill>
                        <a:srgbClr val="EC86A6"/>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027" name="Google Shape;1027;p19"/>
                      <p:cNvSpPr/>
                      <p:nvPr/>
                    </p:nvSpPr>
                    <p:spPr>
                      <a:xfrm>
                        <a:off x="392" y="1074"/>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028" name="Google Shape;1028;p19"/>
                      <p:cNvSpPr/>
                      <p:nvPr/>
                    </p:nvSpPr>
                    <p:spPr>
                      <a:xfrm>
                        <a:off x="464" y="1074"/>
                        <a:ext cx="54" cy="56"/>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029" name="Google Shape;1029;p19"/>
                      <p:cNvSpPr/>
                      <p:nvPr/>
                    </p:nvSpPr>
                    <p:spPr>
                      <a:xfrm>
                        <a:off x="536" y="1068"/>
                        <a:ext cx="60"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030" name="Google Shape;1030;p19"/>
                      <p:cNvSpPr/>
                      <p:nvPr/>
                    </p:nvSpPr>
                    <p:spPr>
                      <a:xfrm>
                        <a:off x="615" y="1068"/>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031" name="Google Shape;1031;p19"/>
                      <p:cNvSpPr/>
                      <p:nvPr/>
                    </p:nvSpPr>
                    <p:spPr>
                      <a:xfrm flipH="1" rot="10800000">
                        <a:off x="322" y="890"/>
                        <a:ext cx="859" cy="110"/>
                      </a:xfrm>
                      <a:custGeom>
                        <a:rect b="b" l="l" r="r" t="t"/>
                        <a:pathLst>
                          <a:path extrusionOk="0" h="21600" w="21600">
                            <a:moveTo>
                              <a:pt x="0" y="0"/>
                            </a:moveTo>
                            <a:lnTo>
                              <a:pt x="5400" y="21600"/>
                            </a:lnTo>
                            <a:lnTo>
                              <a:pt x="16200" y="21600"/>
                            </a:lnTo>
                            <a:lnTo>
                              <a:pt x="21600" y="0"/>
                            </a:lnTo>
                            <a:lnTo>
                              <a:pt x="0" y="0"/>
                            </a:lnTo>
                            <a:close/>
                          </a:path>
                        </a:pathLst>
                      </a:custGeom>
                      <a:solidFill>
                        <a:srgbClr val="BFBFB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descr="desktop_computer_stylized_small" id="1032" name="Google Shape;1032;p19"/>
                    <p:cNvPicPr preferRelativeResize="0"/>
                    <p:nvPr/>
                  </p:nvPicPr>
                  <p:blipFill rotWithShape="1">
                    <a:blip r:embed="rId10">
                      <a:alphaModFix/>
                    </a:blip>
                    <a:srcRect b="0" l="0" r="0" t="0"/>
                    <a:stretch/>
                  </p:blipFill>
                  <p:spPr>
                    <a:xfrm>
                      <a:off x="-427" y="2049"/>
                      <a:ext cx="447" cy="411"/>
                    </a:xfrm>
                    <a:prstGeom prst="rect">
                      <a:avLst/>
                    </a:prstGeom>
                    <a:noFill/>
                    <a:ln>
                      <a:noFill/>
                    </a:ln>
                  </p:spPr>
                </p:pic>
                <p:sp>
                  <p:nvSpPr>
                    <p:cNvPr id="1033" name="Google Shape;1033;p19"/>
                    <p:cNvSpPr/>
                    <p:nvPr/>
                  </p:nvSpPr>
                  <p:spPr>
                    <a:xfrm>
                      <a:off x="528" y="2232"/>
                      <a:ext cx="104" cy="91"/>
                    </a:xfrm>
                    <a:prstGeom prst="rect">
                      <a:avLst/>
                    </a:prstGeom>
                    <a:solidFill>
                      <a:srgbClr val="E4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034" name="Google Shape;1034;p19"/>
                    <p:cNvSpPr/>
                    <p:nvPr/>
                  </p:nvSpPr>
                  <p:spPr>
                    <a:xfrm>
                      <a:off x="282" y="1951"/>
                      <a:ext cx="302" cy="274"/>
                    </a:xfrm>
                    <a:custGeom>
                      <a:rect b="b" l="l" r="r" t="t"/>
                      <a:pathLst>
                        <a:path extrusionOk="0" h="274" w="381">
                          <a:moveTo>
                            <a:pt x="381" y="274"/>
                          </a:moveTo>
                          <a:lnTo>
                            <a:pt x="381" y="130"/>
                          </a:lnTo>
                          <a:lnTo>
                            <a:pt x="0" y="0"/>
                          </a:lnTo>
                        </a:path>
                      </a:pathLst>
                    </a:custGeom>
                    <a:noFill/>
                    <a:ln cap="flat" cmpd="sng" w="9525">
                      <a:solidFill>
                        <a:srgbClr val="E4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tv" id="1035" name="Google Shape;1035;p19"/>
                    <p:cNvPicPr preferRelativeResize="0"/>
                    <p:nvPr/>
                  </p:nvPicPr>
                  <p:blipFill rotWithShape="1">
                    <a:blip r:embed="rId11">
                      <a:alphaModFix/>
                    </a:blip>
                    <a:srcRect b="0" l="0" r="0" t="0"/>
                    <a:stretch/>
                  </p:blipFill>
                  <p:spPr>
                    <a:xfrm>
                      <a:off x="2" y="1737"/>
                      <a:ext cx="476" cy="425"/>
                    </a:xfrm>
                    <a:prstGeom prst="rect">
                      <a:avLst/>
                    </a:prstGeom>
                    <a:noFill/>
                    <a:ln>
                      <a:noFill/>
                    </a:ln>
                  </p:spPr>
                </p:pic>
              </p:grpSp>
            </p:grpSp>
            <p:sp>
              <p:nvSpPr>
                <p:cNvPr id="1036" name="Google Shape;1036;p19"/>
                <p:cNvSpPr/>
                <p:nvPr/>
              </p:nvSpPr>
              <p:spPr>
                <a:xfrm>
                  <a:off x="8543925" y="1479550"/>
                  <a:ext cx="127000" cy="476250"/>
                </a:xfrm>
                <a:custGeom>
                  <a:rect b="b" l="l" r="r" t="t"/>
                  <a:pathLst>
                    <a:path extrusionOk="0" h="300" w="80">
                      <a:moveTo>
                        <a:pt x="0" y="300"/>
                      </a:moveTo>
                      <a:lnTo>
                        <a:pt x="80" y="300"/>
                      </a:lnTo>
                      <a:lnTo>
                        <a:pt x="80" y="0"/>
                      </a:lnTo>
                    </a:path>
                  </a:pathLst>
                </a:custGeom>
                <a:noFill/>
                <a:ln cap="flat" cmpd="sng" w="9525">
                  <a:solidFill>
                    <a:srgbClr val="E4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037" name="Google Shape;1037;p19"/>
              <p:cNvSpPr txBox="1"/>
              <p:nvPr/>
            </p:nvSpPr>
            <p:spPr>
              <a:xfrm>
                <a:off x="9744075" y="1341438"/>
                <a:ext cx="4889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969696"/>
                  </a:buClr>
                  <a:buSzPts val="2400"/>
                  <a:buFont typeface="Times New Roman"/>
                  <a:buNone/>
                </a:pPr>
                <a:r>
                  <a:rPr b="0" i="0" lang="en-US" sz="2400" u="none" cap="none" strike="noStrike">
                    <a:solidFill>
                      <a:srgbClr val="969696"/>
                    </a:solidFill>
                    <a:latin typeface="Times New Roman"/>
                    <a:ea typeface="Times New Roman"/>
                    <a:cs typeface="Times New Roman"/>
                    <a:sym typeface="Times New Roman"/>
                  </a:rPr>
                  <a:t>…</a:t>
                </a:r>
                <a:endParaRPr/>
              </a:p>
            </p:txBody>
          </p:sp>
        </p:grpSp>
        <p:sp>
          <p:nvSpPr>
            <p:cNvPr id="1038" name="Google Shape;1038;p19"/>
            <p:cNvSpPr/>
            <p:nvPr/>
          </p:nvSpPr>
          <p:spPr>
            <a:xfrm>
              <a:off x="9880298" y="2315290"/>
              <a:ext cx="1495922" cy="40011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Cable access</a:t>
              </a:r>
              <a:endParaRPr/>
            </a:p>
          </p:txBody>
        </p:sp>
        <p:sp>
          <p:nvSpPr>
            <p:cNvPr id="1039" name="Google Shape;1039;p19"/>
            <p:cNvSpPr/>
            <p:nvPr/>
          </p:nvSpPr>
          <p:spPr>
            <a:xfrm>
              <a:off x="8838380" y="4315152"/>
              <a:ext cx="947695" cy="40011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cellular</a:t>
              </a:r>
              <a:endParaRPr/>
            </a:p>
          </p:txBody>
        </p:sp>
        <p:sp>
          <p:nvSpPr>
            <p:cNvPr id="1040" name="Google Shape;1040;p19"/>
            <p:cNvSpPr/>
            <p:nvPr/>
          </p:nvSpPr>
          <p:spPr>
            <a:xfrm>
              <a:off x="8860151" y="5885806"/>
              <a:ext cx="649537" cy="40011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WiFi</a:t>
              </a:r>
              <a:endParaRPr/>
            </a:p>
          </p:txBody>
        </p:sp>
        <p:sp>
          <p:nvSpPr>
            <p:cNvPr id="1041" name="Google Shape;1041;p19"/>
            <p:cNvSpPr/>
            <p:nvPr/>
          </p:nvSpPr>
          <p:spPr>
            <a:xfrm>
              <a:off x="10374820" y="5030500"/>
              <a:ext cx="1674305" cy="40011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Ethernet LANs</a:t>
              </a:r>
              <a:endParaRPr/>
            </a:p>
          </p:txBody>
        </p:sp>
      </p:grpSp>
      <p:sp>
        <p:nvSpPr>
          <p:cNvPr id="1042" name="Google Shape;1042;p1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Link Layer </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p20"/>
          <p:cNvSpPr txBox="1"/>
          <p:nvPr>
            <p:ph type="title"/>
          </p:nvPr>
        </p:nvSpPr>
        <p:spPr>
          <a:xfrm>
            <a:off x="918288" y="362678"/>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5400"/>
              <a:buFont typeface="Calibri"/>
              <a:buNone/>
            </a:pPr>
            <a:r>
              <a:rPr lang="en-US" sz="5400"/>
              <a:t>Link layer: services (more)</a:t>
            </a:r>
            <a:endParaRPr sz="5400"/>
          </a:p>
        </p:txBody>
      </p:sp>
      <p:sp>
        <p:nvSpPr>
          <p:cNvPr id="1049" name="Google Shape;1049;p20"/>
          <p:cNvSpPr txBox="1"/>
          <p:nvPr/>
        </p:nvSpPr>
        <p:spPr>
          <a:xfrm>
            <a:off x="1007706" y="1476885"/>
            <a:ext cx="6591653" cy="5155766"/>
          </a:xfrm>
          <a:prstGeom prst="rect">
            <a:avLst/>
          </a:prstGeom>
          <a:noFill/>
          <a:ln>
            <a:noFill/>
          </a:ln>
        </p:spPr>
        <p:txBody>
          <a:bodyPr anchorCtr="0" anchor="t" bIns="45700" lIns="91425" spcFirstLastPara="1" rIns="91425" wrap="square" tIns="45700">
            <a:normAutofit lnSpcReduction="10000"/>
          </a:bodyPr>
          <a:lstStyle/>
          <a:p>
            <a:pPr indent="-339725" lvl="0" marL="35242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C00000"/>
                </a:solidFill>
                <a:latin typeface="Calibri"/>
                <a:ea typeface="Calibri"/>
                <a:cs typeface="Calibri"/>
                <a:sym typeface="Calibri"/>
              </a:rPr>
              <a:t>flow control: </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pacing between adjacent sending and receiving nodes</a:t>
            </a:r>
            <a:endParaRPr/>
          </a:p>
          <a:p>
            <a:pPr indent="-276225" lvl="0" marL="344488"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C00000"/>
                </a:solidFill>
                <a:latin typeface="Calibri"/>
                <a:ea typeface="Calibri"/>
                <a:cs typeface="Calibri"/>
                <a:sym typeface="Calibri"/>
              </a:rPr>
              <a:t>error detection: </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errors caused by signal attenuation, noise. </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receiver detects errors, signals retransmission, or drops frame </a:t>
            </a:r>
            <a:endParaRPr/>
          </a:p>
          <a:p>
            <a:pPr indent="-339725" lvl="0" marL="352425"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C00000"/>
                </a:solidFill>
                <a:latin typeface="Calibri"/>
                <a:ea typeface="Calibri"/>
                <a:cs typeface="Calibri"/>
                <a:sym typeface="Calibri"/>
              </a:rPr>
              <a:t>error correction: </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receiver identifies </a:t>
            </a:r>
            <a:r>
              <a:rPr b="0" i="1" lang="en-US" sz="2400" u="none" cap="none" strike="noStrike">
                <a:solidFill>
                  <a:srgbClr val="0000A8"/>
                </a:solidFill>
                <a:latin typeface="Calibri"/>
                <a:ea typeface="Calibri"/>
                <a:cs typeface="Calibri"/>
                <a:sym typeface="Calibri"/>
              </a:rPr>
              <a:t>and corrects</a:t>
            </a:r>
            <a:r>
              <a:rPr b="0" i="0" lang="en-US" sz="2400" u="none" cap="none" strike="noStrike">
                <a:solidFill>
                  <a:srgbClr val="0000A8"/>
                </a:solidFill>
                <a:latin typeface="Calibri"/>
                <a:ea typeface="Calibri"/>
                <a:cs typeface="Calibri"/>
                <a:sym typeface="Calibri"/>
              </a:rPr>
              <a:t> </a:t>
            </a:r>
            <a:r>
              <a:rPr b="0" i="0" lang="en-US" sz="2400" u="none" cap="none" strike="noStrike">
                <a:solidFill>
                  <a:srgbClr val="000000"/>
                </a:solidFill>
                <a:latin typeface="Calibri"/>
                <a:ea typeface="Calibri"/>
                <a:cs typeface="Calibri"/>
                <a:sym typeface="Calibri"/>
              </a:rPr>
              <a:t>bit error(s) without retransmission</a:t>
            </a:r>
            <a:endParaRPr/>
          </a:p>
          <a:p>
            <a:pPr indent="-331788" lvl="0" marL="344488"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C00000"/>
                </a:solidFill>
                <a:latin typeface="Calibri"/>
                <a:ea typeface="Calibri"/>
                <a:cs typeface="Calibri"/>
                <a:sym typeface="Calibri"/>
              </a:rPr>
              <a:t>half-duplex and full-duplex:</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with half duplex, nodes at both ends of link can transmit, but not at same time</a:t>
            </a:r>
            <a:endParaRPr b="0" i="0" sz="2800" u="none" cap="none" strike="noStrike">
              <a:solidFill>
                <a:srgbClr val="000000"/>
              </a:solidFill>
              <a:latin typeface="Calibri"/>
              <a:ea typeface="Calibri"/>
              <a:cs typeface="Calibri"/>
              <a:sym typeface="Calibri"/>
            </a:endParaRPr>
          </a:p>
        </p:txBody>
      </p:sp>
      <p:grpSp>
        <p:nvGrpSpPr>
          <p:cNvPr id="1050" name="Google Shape;1050;p20"/>
          <p:cNvGrpSpPr/>
          <p:nvPr/>
        </p:nvGrpSpPr>
        <p:grpSpPr>
          <a:xfrm>
            <a:off x="7840518" y="1242873"/>
            <a:ext cx="4208607" cy="5126264"/>
            <a:chOff x="7840518" y="1242873"/>
            <a:chExt cx="4208607" cy="5126264"/>
          </a:xfrm>
        </p:grpSpPr>
        <p:grpSp>
          <p:nvGrpSpPr>
            <p:cNvPr id="1051" name="Google Shape;1051;p20"/>
            <p:cNvGrpSpPr/>
            <p:nvPr/>
          </p:nvGrpSpPr>
          <p:grpSpPr>
            <a:xfrm>
              <a:off x="9022376" y="3275911"/>
              <a:ext cx="532171" cy="1016171"/>
              <a:chOff x="9022376" y="3275911"/>
              <a:chExt cx="615031" cy="1296090"/>
            </a:xfrm>
          </p:grpSpPr>
          <p:sp>
            <p:nvSpPr>
              <p:cNvPr id="1052" name="Google Shape;1052;p20"/>
              <p:cNvSpPr/>
              <p:nvPr/>
            </p:nvSpPr>
            <p:spPr>
              <a:xfrm>
                <a:off x="9285510" y="3593195"/>
                <a:ext cx="69106" cy="79124"/>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053" name="Google Shape;1053;p20"/>
              <p:cNvGrpSpPr/>
              <p:nvPr/>
            </p:nvGrpSpPr>
            <p:grpSpPr>
              <a:xfrm>
                <a:off x="9022376" y="3275911"/>
                <a:ext cx="615031" cy="694531"/>
                <a:chOff x="2920" y="1424"/>
                <a:chExt cx="326" cy="320"/>
              </a:xfrm>
            </p:grpSpPr>
            <p:sp>
              <p:nvSpPr>
                <p:cNvPr id="1054" name="Google Shape;1054;p20"/>
                <p:cNvSpPr/>
                <p:nvPr/>
              </p:nvSpPr>
              <p:spPr>
                <a:xfrm>
                  <a:off x="2920" y="1445"/>
                  <a:ext cx="326" cy="289"/>
                </a:xfrm>
                <a:prstGeom prst="ellipse">
                  <a:avLst/>
                </a:prstGeom>
                <a:no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055" name="Google Shape;1055;p20"/>
                <p:cNvGrpSpPr/>
                <p:nvPr/>
              </p:nvGrpSpPr>
              <p:grpSpPr>
                <a:xfrm>
                  <a:off x="2949" y="1424"/>
                  <a:ext cx="265" cy="280"/>
                  <a:chOff x="2949" y="1424"/>
                  <a:chExt cx="265" cy="280"/>
                </a:xfrm>
              </p:grpSpPr>
              <p:sp>
                <p:nvSpPr>
                  <p:cNvPr id="1056" name="Google Shape;1056;p20"/>
                  <p:cNvSpPr/>
                  <p:nvPr/>
                </p:nvSpPr>
                <p:spPr>
                  <a:xfrm>
                    <a:off x="3030" y="1545"/>
                    <a:ext cx="107" cy="92"/>
                  </a:xfrm>
                  <a:prstGeom prst="ellipse">
                    <a:avLst/>
                  </a:prstGeom>
                  <a:no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57" name="Google Shape;1057;p20"/>
                  <p:cNvSpPr/>
                  <p:nvPr/>
                </p:nvSpPr>
                <p:spPr>
                  <a:xfrm>
                    <a:off x="3006" y="1525"/>
                    <a:ext cx="154" cy="131"/>
                  </a:xfrm>
                  <a:prstGeom prst="ellipse">
                    <a:avLst/>
                  </a:prstGeom>
                  <a:no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58" name="Google Shape;1058;p20"/>
                  <p:cNvSpPr/>
                  <p:nvPr/>
                </p:nvSpPr>
                <p:spPr>
                  <a:xfrm>
                    <a:off x="2983" y="1501"/>
                    <a:ext cx="203" cy="179"/>
                  </a:xfrm>
                  <a:prstGeom prst="ellipse">
                    <a:avLst/>
                  </a:prstGeom>
                  <a:no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59" name="Google Shape;1059;p20"/>
                  <p:cNvSpPr/>
                  <p:nvPr/>
                </p:nvSpPr>
                <p:spPr>
                  <a:xfrm>
                    <a:off x="2949" y="1476"/>
                    <a:ext cx="265" cy="228"/>
                  </a:xfrm>
                  <a:prstGeom prst="ellipse">
                    <a:avLst/>
                  </a:prstGeom>
                  <a:no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60" name="Google Shape;1060;p20"/>
                  <p:cNvSpPr/>
                  <p:nvPr/>
                </p:nvSpPr>
                <p:spPr>
                  <a:xfrm flipH="1" rot="10800000">
                    <a:off x="2987" y="1424"/>
                    <a:ext cx="205" cy="143"/>
                  </a:xfrm>
                  <a:custGeom>
                    <a:rect b="b" l="l" r="r" t="t"/>
                    <a:pathLst>
                      <a:path extrusionOk="0" h="956" w="1180">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061" name="Google Shape;1061;p20"/>
                <p:cNvSpPr/>
                <p:nvPr/>
              </p:nvSpPr>
              <p:spPr>
                <a:xfrm>
                  <a:off x="2995" y="1615"/>
                  <a:ext cx="178" cy="129"/>
                </a:xfrm>
                <a:custGeom>
                  <a:rect b="b" l="l" r="r" t="t"/>
                  <a:pathLst>
                    <a:path extrusionOk="0" h="956" w="1180">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062" name="Google Shape;1062;p20"/>
              <p:cNvGrpSpPr/>
              <p:nvPr/>
            </p:nvGrpSpPr>
            <p:grpSpPr>
              <a:xfrm>
                <a:off x="9122147" y="3619387"/>
                <a:ext cx="432400" cy="952614"/>
                <a:chOff x="3130" y="3288"/>
                <a:chExt cx="410" cy="742"/>
              </a:xfrm>
            </p:grpSpPr>
            <p:cxnSp>
              <p:nvCxnSpPr>
                <p:cNvPr id="1063" name="Google Shape;1063;p20"/>
                <p:cNvCxnSpPr/>
                <p:nvPr/>
              </p:nvCxnSpPr>
              <p:spPr>
                <a:xfrm flipH="1">
                  <a:off x="3130" y="3288"/>
                  <a:ext cx="205" cy="672"/>
                </a:xfrm>
                <a:prstGeom prst="straightConnector1">
                  <a:avLst/>
                </a:prstGeom>
                <a:noFill/>
                <a:ln cap="flat" cmpd="sng" w="19050">
                  <a:solidFill>
                    <a:schemeClr val="dk1"/>
                  </a:solidFill>
                  <a:prstDash val="solid"/>
                  <a:round/>
                  <a:headEnd len="med" w="med" type="none"/>
                  <a:tailEnd len="med" w="med" type="none"/>
                </a:ln>
              </p:spPr>
            </p:cxnSp>
            <p:cxnSp>
              <p:nvCxnSpPr>
                <p:cNvPr id="1064" name="Google Shape;1064;p20"/>
                <p:cNvCxnSpPr/>
                <p:nvPr/>
              </p:nvCxnSpPr>
              <p:spPr>
                <a:xfrm>
                  <a:off x="3335" y="3288"/>
                  <a:ext cx="205" cy="669"/>
                </a:xfrm>
                <a:prstGeom prst="straightConnector1">
                  <a:avLst/>
                </a:prstGeom>
                <a:noFill/>
                <a:ln cap="flat" cmpd="sng" w="19050">
                  <a:solidFill>
                    <a:schemeClr val="dk1"/>
                  </a:solidFill>
                  <a:prstDash val="solid"/>
                  <a:round/>
                  <a:headEnd len="med" w="med" type="none"/>
                  <a:tailEnd len="med" w="med" type="none"/>
                </a:ln>
              </p:spPr>
            </p:cxnSp>
            <p:cxnSp>
              <p:nvCxnSpPr>
                <p:cNvPr id="1065" name="Google Shape;1065;p20"/>
                <p:cNvCxnSpPr/>
                <p:nvPr/>
              </p:nvCxnSpPr>
              <p:spPr>
                <a:xfrm>
                  <a:off x="3130"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1066" name="Google Shape;1066;p20"/>
                <p:cNvCxnSpPr/>
                <p:nvPr/>
              </p:nvCxnSpPr>
              <p:spPr>
                <a:xfrm flipH="1">
                  <a:off x="3335"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1067" name="Google Shape;1067;p20"/>
                <p:cNvCxnSpPr/>
                <p:nvPr/>
              </p:nvCxnSpPr>
              <p:spPr>
                <a:xfrm>
                  <a:off x="3335" y="3303"/>
                  <a:ext cx="0" cy="727"/>
                </a:xfrm>
                <a:prstGeom prst="straightConnector1">
                  <a:avLst/>
                </a:prstGeom>
                <a:noFill/>
                <a:ln cap="flat" cmpd="sng" w="19050">
                  <a:solidFill>
                    <a:schemeClr val="dk1"/>
                  </a:solidFill>
                  <a:prstDash val="solid"/>
                  <a:round/>
                  <a:headEnd len="med" w="med" type="none"/>
                  <a:tailEnd len="med" w="med" type="none"/>
                </a:ln>
              </p:spPr>
            </p:cxnSp>
            <p:cxnSp>
              <p:nvCxnSpPr>
                <p:cNvPr id="1068" name="Google Shape;1068;p20"/>
                <p:cNvCxnSpPr/>
                <p:nvPr/>
              </p:nvCxnSpPr>
              <p:spPr>
                <a:xfrm flipH="1" rot="10800000">
                  <a:off x="3130" y="3888"/>
                  <a:ext cx="205" cy="72"/>
                </a:xfrm>
                <a:prstGeom prst="straightConnector1">
                  <a:avLst/>
                </a:prstGeom>
                <a:noFill/>
                <a:ln cap="flat" cmpd="sng" w="19050">
                  <a:solidFill>
                    <a:schemeClr val="dk1"/>
                  </a:solidFill>
                  <a:prstDash val="solid"/>
                  <a:round/>
                  <a:headEnd len="med" w="med" type="none"/>
                  <a:tailEnd len="med" w="med" type="none"/>
                </a:ln>
              </p:spPr>
            </p:cxnSp>
            <p:cxnSp>
              <p:nvCxnSpPr>
                <p:cNvPr id="1069" name="Google Shape;1069;p20"/>
                <p:cNvCxnSpPr/>
                <p:nvPr/>
              </p:nvCxnSpPr>
              <p:spPr>
                <a:xfrm rot="10800000">
                  <a:off x="3335" y="3888"/>
                  <a:ext cx="205" cy="69"/>
                </a:xfrm>
                <a:prstGeom prst="straightConnector1">
                  <a:avLst/>
                </a:prstGeom>
                <a:noFill/>
                <a:ln cap="flat" cmpd="sng" w="19050">
                  <a:solidFill>
                    <a:schemeClr val="dk1"/>
                  </a:solidFill>
                  <a:prstDash val="solid"/>
                  <a:round/>
                  <a:headEnd len="med" w="med" type="none"/>
                  <a:tailEnd len="med" w="med" type="none"/>
                </a:ln>
              </p:spPr>
            </p:cxnSp>
            <p:cxnSp>
              <p:nvCxnSpPr>
                <p:cNvPr id="1070" name="Google Shape;1070;p20"/>
                <p:cNvCxnSpPr/>
                <p:nvPr/>
              </p:nvCxnSpPr>
              <p:spPr>
                <a:xfrm>
                  <a:off x="3217" y="3668"/>
                  <a:ext cx="118" cy="55"/>
                </a:xfrm>
                <a:prstGeom prst="straightConnector1">
                  <a:avLst/>
                </a:prstGeom>
                <a:noFill/>
                <a:ln cap="flat" cmpd="sng" w="19050">
                  <a:solidFill>
                    <a:schemeClr val="dk1"/>
                  </a:solidFill>
                  <a:prstDash val="solid"/>
                  <a:round/>
                  <a:headEnd len="med" w="med" type="none"/>
                  <a:tailEnd len="med" w="med" type="none"/>
                </a:ln>
              </p:spPr>
            </p:cxnSp>
            <p:cxnSp>
              <p:nvCxnSpPr>
                <p:cNvPr id="1071" name="Google Shape;1071;p20"/>
                <p:cNvCxnSpPr/>
                <p:nvPr/>
              </p:nvCxnSpPr>
              <p:spPr>
                <a:xfrm flipH="1" rot="10800000">
                  <a:off x="3335" y="3668"/>
                  <a:ext cx="124" cy="55"/>
                </a:xfrm>
                <a:prstGeom prst="straightConnector1">
                  <a:avLst/>
                </a:prstGeom>
                <a:noFill/>
                <a:ln cap="flat" cmpd="sng" w="19050">
                  <a:solidFill>
                    <a:schemeClr val="dk1"/>
                  </a:solidFill>
                  <a:prstDash val="solid"/>
                  <a:round/>
                  <a:headEnd len="med" w="med" type="none"/>
                  <a:tailEnd len="med" w="med" type="none"/>
                </a:ln>
              </p:spPr>
            </p:cxnSp>
            <p:cxnSp>
              <p:nvCxnSpPr>
                <p:cNvPr id="1072" name="Google Shape;1072;p20"/>
                <p:cNvCxnSpPr/>
                <p:nvPr/>
              </p:nvCxnSpPr>
              <p:spPr>
                <a:xfrm>
                  <a:off x="3178" y="3766"/>
                  <a:ext cx="152" cy="75"/>
                </a:xfrm>
                <a:prstGeom prst="straightConnector1">
                  <a:avLst/>
                </a:prstGeom>
                <a:noFill/>
                <a:ln cap="flat" cmpd="sng" w="19050">
                  <a:solidFill>
                    <a:schemeClr val="dk1"/>
                  </a:solidFill>
                  <a:prstDash val="solid"/>
                  <a:round/>
                  <a:headEnd len="med" w="med" type="none"/>
                  <a:tailEnd len="med" w="med" type="none"/>
                </a:ln>
              </p:spPr>
            </p:cxnSp>
            <p:cxnSp>
              <p:nvCxnSpPr>
                <p:cNvPr id="1073" name="Google Shape;1073;p20"/>
                <p:cNvCxnSpPr/>
                <p:nvPr/>
              </p:nvCxnSpPr>
              <p:spPr>
                <a:xfrm flipH="1" rot="10800000">
                  <a:off x="3335" y="3781"/>
                  <a:ext cx="153" cy="66"/>
                </a:xfrm>
                <a:prstGeom prst="straightConnector1">
                  <a:avLst/>
                </a:prstGeom>
                <a:noFill/>
                <a:ln cap="flat" cmpd="sng" w="19050">
                  <a:solidFill>
                    <a:schemeClr val="dk1"/>
                  </a:solidFill>
                  <a:prstDash val="solid"/>
                  <a:round/>
                  <a:headEnd len="med" w="med" type="none"/>
                  <a:tailEnd len="med" w="med" type="none"/>
                </a:ln>
              </p:spPr>
            </p:cxnSp>
            <p:cxnSp>
              <p:nvCxnSpPr>
                <p:cNvPr id="1074" name="Google Shape;1074;p20"/>
                <p:cNvCxnSpPr/>
                <p:nvPr/>
              </p:nvCxnSpPr>
              <p:spPr>
                <a:xfrm flipH="1" rot="10800000">
                  <a:off x="3335" y="3567"/>
                  <a:ext cx="78" cy="27"/>
                </a:xfrm>
                <a:prstGeom prst="straightConnector1">
                  <a:avLst/>
                </a:prstGeom>
                <a:noFill/>
                <a:ln cap="flat" cmpd="sng" w="19050">
                  <a:solidFill>
                    <a:schemeClr val="dk1"/>
                  </a:solidFill>
                  <a:prstDash val="solid"/>
                  <a:round/>
                  <a:headEnd len="med" w="med" type="none"/>
                  <a:tailEnd len="med" w="med" type="none"/>
                </a:ln>
              </p:spPr>
            </p:cxnSp>
            <p:cxnSp>
              <p:nvCxnSpPr>
                <p:cNvPr id="1075" name="Google Shape;1075;p20"/>
                <p:cNvCxnSpPr/>
                <p:nvPr/>
              </p:nvCxnSpPr>
              <p:spPr>
                <a:xfrm flipH="1" rot="10800000">
                  <a:off x="3335" y="3428"/>
                  <a:ext cx="49" cy="21"/>
                </a:xfrm>
                <a:prstGeom prst="straightConnector1">
                  <a:avLst/>
                </a:prstGeom>
                <a:noFill/>
                <a:ln cap="flat" cmpd="sng" w="19050">
                  <a:solidFill>
                    <a:schemeClr val="dk1"/>
                  </a:solidFill>
                  <a:prstDash val="solid"/>
                  <a:round/>
                  <a:headEnd len="med" w="med" type="none"/>
                  <a:tailEnd len="med" w="med" type="none"/>
                </a:ln>
              </p:spPr>
            </p:cxnSp>
            <p:cxnSp>
              <p:nvCxnSpPr>
                <p:cNvPr id="1076" name="Google Shape;1076;p20"/>
                <p:cNvCxnSpPr/>
                <p:nvPr/>
              </p:nvCxnSpPr>
              <p:spPr>
                <a:xfrm>
                  <a:off x="3247" y="3558"/>
                  <a:ext cx="95" cy="36"/>
                </a:xfrm>
                <a:prstGeom prst="straightConnector1">
                  <a:avLst/>
                </a:prstGeom>
                <a:noFill/>
                <a:ln cap="flat" cmpd="sng" w="19050">
                  <a:solidFill>
                    <a:schemeClr val="dk1"/>
                  </a:solidFill>
                  <a:prstDash val="solid"/>
                  <a:round/>
                  <a:headEnd len="med" w="med" type="none"/>
                  <a:tailEnd len="med" w="med" type="none"/>
                </a:ln>
              </p:spPr>
            </p:cxnSp>
            <p:cxnSp>
              <p:nvCxnSpPr>
                <p:cNvPr id="1077" name="Google Shape;1077;p20"/>
                <p:cNvCxnSpPr/>
                <p:nvPr/>
              </p:nvCxnSpPr>
              <p:spPr>
                <a:xfrm>
                  <a:off x="3289" y="3422"/>
                  <a:ext cx="55" cy="36"/>
                </a:xfrm>
                <a:prstGeom prst="straightConnector1">
                  <a:avLst/>
                </a:prstGeom>
                <a:noFill/>
                <a:ln cap="flat" cmpd="sng" w="19050">
                  <a:solidFill>
                    <a:schemeClr val="dk1"/>
                  </a:solidFill>
                  <a:prstDash val="solid"/>
                  <a:round/>
                  <a:headEnd len="med" w="med" type="none"/>
                  <a:tailEnd len="med" w="med" type="none"/>
                </a:ln>
              </p:spPr>
            </p:cxnSp>
          </p:grpSp>
        </p:grpSp>
        <p:grpSp>
          <p:nvGrpSpPr>
            <p:cNvPr id="1078" name="Google Shape;1078;p20"/>
            <p:cNvGrpSpPr/>
            <p:nvPr/>
          </p:nvGrpSpPr>
          <p:grpSpPr>
            <a:xfrm>
              <a:off x="8405402" y="3099042"/>
              <a:ext cx="527285" cy="593983"/>
              <a:chOff x="8328836" y="2202873"/>
              <a:chExt cx="527285" cy="593983"/>
            </a:xfrm>
          </p:grpSpPr>
          <p:pic>
            <p:nvPicPr>
              <p:cNvPr descr="iphone_stylized_small" id="1079" name="Google Shape;1079;p20"/>
              <p:cNvPicPr preferRelativeResize="0"/>
              <p:nvPr/>
            </p:nvPicPr>
            <p:blipFill rotWithShape="1">
              <a:blip r:embed="rId3">
                <a:alphaModFix/>
              </a:blip>
              <a:srcRect b="0" l="0" r="0" t="0"/>
              <a:stretch/>
            </p:blipFill>
            <p:spPr>
              <a:xfrm>
                <a:off x="8566432" y="2271663"/>
                <a:ext cx="180509" cy="525193"/>
              </a:xfrm>
              <a:prstGeom prst="rect">
                <a:avLst/>
              </a:prstGeom>
              <a:noFill/>
              <a:ln>
                <a:noFill/>
              </a:ln>
            </p:spPr>
          </p:pic>
          <p:grpSp>
            <p:nvGrpSpPr>
              <p:cNvPr id="1080" name="Google Shape;1080;p20"/>
              <p:cNvGrpSpPr/>
              <p:nvPr/>
            </p:nvGrpSpPr>
            <p:grpSpPr>
              <a:xfrm>
                <a:off x="8328836" y="2202873"/>
                <a:ext cx="527285" cy="118466"/>
                <a:chOff x="2199" y="955"/>
                <a:chExt cx="2547" cy="506"/>
              </a:xfrm>
            </p:grpSpPr>
            <p:sp>
              <p:nvSpPr>
                <p:cNvPr id="1081" name="Google Shape;1081;p20"/>
                <p:cNvSpPr/>
                <p:nvPr/>
              </p:nvSpPr>
              <p:spPr>
                <a:xfrm>
                  <a:off x="2199" y="1166"/>
                  <a:ext cx="260" cy="281"/>
                </a:xfrm>
                <a:custGeom>
                  <a:rect b="b" l="l" r="r" t="t"/>
                  <a:pathLst>
                    <a:path extrusionOk="0" h="281" w="260">
                      <a:moveTo>
                        <a:pt x="260" y="0"/>
                      </a:moveTo>
                      <a:cubicBezTo>
                        <a:pt x="224" y="19"/>
                        <a:pt x="79" y="77"/>
                        <a:pt x="42" y="112"/>
                      </a:cubicBezTo>
                      <a:cubicBezTo>
                        <a:pt x="5" y="143"/>
                        <a:pt x="0" y="183"/>
                        <a:pt x="35" y="211"/>
                      </a:cubicBezTo>
                      <a:cubicBezTo>
                        <a:pt x="70" y="239"/>
                        <a:pt x="208" y="266"/>
                        <a:pt x="253" y="281"/>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82" name="Google Shape;1082;p20"/>
                <p:cNvSpPr/>
                <p:nvPr/>
              </p:nvSpPr>
              <p:spPr>
                <a:xfrm>
                  <a:off x="2482" y="1040"/>
                  <a:ext cx="900" cy="421"/>
                </a:xfrm>
                <a:custGeom>
                  <a:rect b="b" l="l" r="r" t="t"/>
                  <a:pathLst>
                    <a:path extrusionOk="0" h="421" w="900">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83" name="Google Shape;1083;p20"/>
                <p:cNvSpPr/>
                <p:nvPr/>
              </p:nvSpPr>
              <p:spPr>
                <a:xfrm>
                  <a:off x="2782" y="1068"/>
                  <a:ext cx="428" cy="269"/>
                </a:xfrm>
                <a:custGeom>
                  <a:rect b="b" l="l" r="r" t="t"/>
                  <a:pathLst>
                    <a:path extrusionOk="0" h="269" w="428">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84" name="Google Shape;1084;p20"/>
                <p:cNvSpPr/>
                <p:nvPr/>
              </p:nvSpPr>
              <p:spPr>
                <a:xfrm>
                  <a:off x="3554" y="1075"/>
                  <a:ext cx="377" cy="239"/>
                </a:xfrm>
                <a:custGeom>
                  <a:rect b="b" l="l" r="r" t="t"/>
                  <a:pathLst>
                    <a:path extrusionOk="0" h="239" w="377">
                      <a:moveTo>
                        <a:pt x="42" y="239"/>
                      </a:moveTo>
                      <a:cubicBezTo>
                        <a:pt x="89" y="224"/>
                        <a:pt x="285" y="178"/>
                        <a:pt x="335" y="146"/>
                      </a:cubicBezTo>
                      <a:cubicBezTo>
                        <a:pt x="372" y="115"/>
                        <a:pt x="377" y="75"/>
                        <a:pt x="342" y="47"/>
                      </a:cubicBezTo>
                      <a:cubicBezTo>
                        <a:pt x="286" y="23"/>
                        <a:pt x="71" y="10"/>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85" name="Google Shape;1085;p20"/>
                <p:cNvSpPr/>
                <p:nvPr/>
              </p:nvSpPr>
              <p:spPr>
                <a:xfrm>
                  <a:off x="3646" y="997"/>
                  <a:ext cx="660" cy="336"/>
                </a:xfrm>
                <a:custGeom>
                  <a:rect b="b" l="l" r="r" t="t"/>
                  <a:pathLst>
                    <a:path extrusionOk="0" h="300" w="646">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86" name="Google Shape;1086;p20"/>
                <p:cNvSpPr/>
                <p:nvPr/>
              </p:nvSpPr>
              <p:spPr>
                <a:xfrm>
                  <a:off x="4116" y="955"/>
                  <a:ext cx="630" cy="397"/>
                </a:xfrm>
                <a:custGeom>
                  <a:rect b="b" l="l" r="r" t="t"/>
                  <a:pathLst>
                    <a:path extrusionOk="0" h="397" w="630">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grpSp>
          <p:nvGrpSpPr>
            <p:cNvPr id="1087" name="Google Shape;1087;p20"/>
            <p:cNvGrpSpPr/>
            <p:nvPr/>
          </p:nvGrpSpPr>
          <p:grpSpPr>
            <a:xfrm>
              <a:off x="7856376" y="3838205"/>
              <a:ext cx="1062340" cy="341909"/>
              <a:chOff x="9561515" y="2748013"/>
              <a:chExt cx="1120341" cy="347863"/>
            </a:xfrm>
          </p:grpSpPr>
          <p:pic>
            <p:nvPicPr>
              <p:cNvPr descr="car_icon_small" id="1088" name="Google Shape;1088;p20"/>
              <p:cNvPicPr preferRelativeResize="0"/>
              <p:nvPr/>
            </p:nvPicPr>
            <p:blipFill rotWithShape="1">
              <a:blip r:embed="rId4">
                <a:alphaModFix/>
              </a:blip>
              <a:srcRect b="0" l="0" r="0" t="0"/>
              <a:stretch/>
            </p:blipFill>
            <p:spPr>
              <a:xfrm>
                <a:off x="9561515" y="2826814"/>
                <a:ext cx="1120341" cy="269062"/>
              </a:xfrm>
              <a:prstGeom prst="rect">
                <a:avLst/>
              </a:prstGeom>
              <a:noFill/>
              <a:ln>
                <a:noFill/>
              </a:ln>
            </p:spPr>
          </p:pic>
          <p:grpSp>
            <p:nvGrpSpPr>
              <p:cNvPr id="1089" name="Google Shape;1089;p20"/>
              <p:cNvGrpSpPr/>
              <p:nvPr/>
            </p:nvGrpSpPr>
            <p:grpSpPr>
              <a:xfrm>
                <a:off x="9788587" y="2748013"/>
                <a:ext cx="527285" cy="118466"/>
                <a:chOff x="2199" y="955"/>
                <a:chExt cx="2547" cy="506"/>
              </a:xfrm>
            </p:grpSpPr>
            <p:sp>
              <p:nvSpPr>
                <p:cNvPr id="1090" name="Google Shape;1090;p20"/>
                <p:cNvSpPr/>
                <p:nvPr/>
              </p:nvSpPr>
              <p:spPr>
                <a:xfrm>
                  <a:off x="2199" y="1166"/>
                  <a:ext cx="260" cy="281"/>
                </a:xfrm>
                <a:custGeom>
                  <a:rect b="b" l="l" r="r" t="t"/>
                  <a:pathLst>
                    <a:path extrusionOk="0" h="281" w="260">
                      <a:moveTo>
                        <a:pt x="260" y="0"/>
                      </a:moveTo>
                      <a:cubicBezTo>
                        <a:pt x="224" y="19"/>
                        <a:pt x="79" y="77"/>
                        <a:pt x="42" y="112"/>
                      </a:cubicBezTo>
                      <a:cubicBezTo>
                        <a:pt x="5" y="143"/>
                        <a:pt x="0" y="183"/>
                        <a:pt x="35" y="211"/>
                      </a:cubicBezTo>
                      <a:cubicBezTo>
                        <a:pt x="70" y="239"/>
                        <a:pt x="208" y="266"/>
                        <a:pt x="253" y="281"/>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91" name="Google Shape;1091;p20"/>
                <p:cNvSpPr/>
                <p:nvPr/>
              </p:nvSpPr>
              <p:spPr>
                <a:xfrm>
                  <a:off x="2482" y="1040"/>
                  <a:ext cx="900" cy="421"/>
                </a:xfrm>
                <a:custGeom>
                  <a:rect b="b" l="l" r="r" t="t"/>
                  <a:pathLst>
                    <a:path extrusionOk="0" h="421" w="900">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92" name="Google Shape;1092;p20"/>
                <p:cNvSpPr/>
                <p:nvPr/>
              </p:nvSpPr>
              <p:spPr>
                <a:xfrm>
                  <a:off x="2782" y="1068"/>
                  <a:ext cx="428" cy="269"/>
                </a:xfrm>
                <a:custGeom>
                  <a:rect b="b" l="l" r="r" t="t"/>
                  <a:pathLst>
                    <a:path extrusionOk="0" h="269" w="428">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93" name="Google Shape;1093;p20"/>
                <p:cNvSpPr/>
                <p:nvPr/>
              </p:nvSpPr>
              <p:spPr>
                <a:xfrm>
                  <a:off x="3554" y="1075"/>
                  <a:ext cx="377" cy="239"/>
                </a:xfrm>
                <a:custGeom>
                  <a:rect b="b" l="l" r="r" t="t"/>
                  <a:pathLst>
                    <a:path extrusionOk="0" h="239" w="377">
                      <a:moveTo>
                        <a:pt x="42" y="239"/>
                      </a:moveTo>
                      <a:cubicBezTo>
                        <a:pt x="89" y="224"/>
                        <a:pt x="285" y="178"/>
                        <a:pt x="335" y="146"/>
                      </a:cubicBezTo>
                      <a:cubicBezTo>
                        <a:pt x="372" y="115"/>
                        <a:pt x="377" y="75"/>
                        <a:pt x="342" y="47"/>
                      </a:cubicBezTo>
                      <a:cubicBezTo>
                        <a:pt x="286" y="23"/>
                        <a:pt x="71" y="10"/>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94" name="Google Shape;1094;p20"/>
                <p:cNvSpPr/>
                <p:nvPr/>
              </p:nvSpPr>
              <p:spPr>
                <a:xfrm>
                  <a:off x="3646" y="997"/>
                  <a:ext cx="660" cy="336"/>
                </a:xfrm>
                <a:custGeom>
                  <a:rect b="b" l="l" r="r" t="t"/>
                  <a:pathLst>
                    <a:path extrusionOk="0" h="300" w="646">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95" name="Google Shape;1095;p20"/>
                <p:cNvSpPr/>
                <p:nvPr/>
              </p:nvSpPr>
              <p:spPr>
                <a:xfrm>
                  <a:off x="4116" y="955"/>
                  <a:ext cx="630" cy="397"/>
                </a:xfrm>
                <a:custGeom>
                  <a:rect b="b" l="l" r="r" t="t"/>
                  <a:pathLst>
                    <a:path extrusionOk="0" h="397" w="630">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cxnSp>
            <p:nvCxnSpPr>
              <p:cNvPr id="1096" name="Google Shape;1096;p20"/>
              <p:cNvCxnSpPr/>
              <p:nvPr/>
            </p:nvCxnSpPr>
            <p:spPr>
              <a:xfrm>
                <a:off x="10032156" y="2798664"/>
                <a:ext cx="31623" cy="136898"/>
              </a:xfrm>
              <a:prstGeom prst="straightConnector1">
                <a:avLst/>
              </a:prstGeom>
              <a:noFill/>
              <a:ln cap="flat" cmpd="sng" w="12700">
                <a:solidFill>
                  <a:schemeClr val="dk1"/>
                </a:solidFill>
                <a:prstDash val="solid"/>
                <a:miter lim="800000"/>
                <a:headEnd len="sm" w="sm" type="none"/>
                <a:tailEnd len="sm" w="sm" type="none"/>
              </a:ln>
            </p:spPr>
          </p:cxnSp>
        </p:grpSp>
        <p:grpSp>
          <p:nvGrpSpPr>
            <p:cNvPr id="1097" name="Google Shape;1097;p20"/>
            <p:cNvGrpSpPr/>
            <p:nvPr/>
          </p:nvGrpSpPr>
          <p:grpSpPr>
            <a:xfrm>
              <a:off x="9729378" y="3463179"/>
              <a:ext cx="504756" cy="520384"/>
              <a:chOff x="7339071" y="2307905"/>
              <a:chExt cx="511700" cy="446467"/>
            </a:xfrm>
          </p:grpSpPr>
          <p:grpSp>
            <p:nvGrpSpPr>
              <p:cNvPr id="1098" name="Google Shape;1098;p20"/>
              <p:cNvGrpSpPr/>
              <p:nvPr/>
            </p:nvGrpSpPr>
            <p:grpSpPr>
              <a:xfrm>
                <a:off x="7339071" y="2426725"/>
                <a:ext cx="511700" cy="327647"/>
                <a:chOff x="7455987" y="2414528"/>
                <a:chExt cx="511700" cy="327647"/>
              </a:xfrm>
            </p:grpSpPr>
            <p:pic>
              <p:nvPicPr>
                <p:cNvPr descr="laptop_keyboard" id="1099" name="Google Shape;1099;p20"/>
                <p:cNvPicPr preferRelativeResize="0"/>
                <p:nvPr/>
              </p:nvPicPr>
              <p:blipFill rotWithShape="1">
                <a:blip r:embed="rId5">
                  <a:alphaModFix/>
                </a:blip>
                <a:srcRect b="0" l="0" r="0" t="0"/>
                <a:stretch/>
              </p:blipFill>
              <p:spPr>
                <a:xfrm flipH="1" rot="109064">
                  <a:off x="7458407" y="2575770"/>
                  <a:ext cx="437221" cy="159511"/>
                </a:xfrm>
                <a:prstGeom prst="rect">
                  <a:avLst/>
                </a:prstGeom>
                <a:noFill/>
                <a:ln>
                  <a:noFill/>
                </a:ln>
              </p:spPr>
            </p:pic>
            <p:sp>
              <p:nvSpPr>
                <p:cNvPr id="1100" name="Google Shape;1100;p20"/>
                <p:cNvSpPr/>
                <p:nvPr/>
              </p:nvSpPr>
              <p:spPr>
                <a:xfrm>
                  <a:off x="7603304" y="242098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1101" name="Google Shape;1101;p20"/>
                <p:cNvPicPr preferRelativeResize="0"/>
                <p:nvPr/>
              </p:nvPicPr>
              <p:blipFill rotWithShape="1">
                <a:blip r:embed="rId6">
                  <a:alphaModFix/>
                </a:blip>
                <a:srcRect b="0" l="0" r="0" t="0"/>
                <a:stretch/>
              </p:blipFill>
              <p:spPr>
                <a:xfrm>
                  <a:off x="7620637" y="2426338"/>
                  <a:ext cx="319785" cy="189429"/>
                </a:xfrm>
                <a:prstGeom prst="rect">
                  <a:avLst/>
                </a:prstGeom>
                <a:noFill/>
                <a:ln>
                  <a:noFill/>
                </a:ln>
              </p:spPr>
            </p:pic>
            <p:sp>
              <p:nvSpPr>
                <p:cNvPr id="1102" name="Google Shape;1102;p20"/>
                <p:cNvSpPr/>
                <p:nvPr/>
              </p:nvSpPr>
              <p:spPr>
                <a:xfrm>
                  <a:off x="7667378" y="241484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03" name="Google Shape;1103;p20"/>
                <p:cNvSpPr/>
                <p:nvPr/>
              </p:nvSpPr>
              <p:spPr>
                <a:xfrm>
                  <a:off x="7600188" y="241452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04" name="Google Shape;1104;p20"/>
                <p:cNvSpPr/>
                <p:nvPr/>
              </p:nvSpPr>
              <p:spPr>
                <a:xfrm>
                  <a:off x="7874205" y="244334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05" name="Google Shape;1105;p20"/>
                <p:cNvSpPr/>
                <p:nvPr/>
              </p:nvSpPr>
              <p:spPr>
                <a:xfrm>
                  <a:off x="7599214" y="256758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06" name="Google Shape;1106;p20"/>
                <p:cNvSpPr/>
                <p:nvPr/>
              </p:nvSpPr>
              <p:spPr>
                <a:xfrm>
                  <a:off x="7884138" y="244491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07" name="Google Shape;1107;p20"/>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108" name="Google Shape;1108;p20"/>
                <p:cNvGrpSpPr/>
                <p:nvPr/>
              </p:nvGrpSpPr>
              <p:grpSpPr>
                <a:xfrm>
                  <a:off x="7594735" y="2642220"/>
                  <a:ext cx="98740" cy="36846"/>
                  <a:chOff x="1740" y="2642"/>
                  <a:chExt cx="752" cy="327"/>
                </a:xfrm>
              </p:grpSpPr>
              <p:sp>
                <p:nvSpPr>
                  <p:cNvPr id="1109" name="Google Shape;1109;p20"/>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10" name="Google Shape;1110;p20"/>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11" name="Google Shape;1111;p20"/>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12" name="Google Shape;1112;p20"/>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13" name="Google Shape;1113;p20"/>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14" name="Google Shape;1114;p20"/>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115" name="Google Shape;1115;p20"/>
                <p:cNvSpPr/>
                <p:nvPr/>
              </p:nvSpPr>
              <p:spPr>
                <a:xfrm>
                  <a:off x="7763780" y="264773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16" name="Google Shape;1116;p20"/>
                <p:cNvSpPr/>
                <p:nvPr/>
              </p:nvSpPr>
              <p:spPr>
                <a:xfrm>
                  <a:off x="7458602" y="265418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17" name="Google Shape;1117;p20"/>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18" name="Google Shape;1118;p20"/>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19" name="Google Shape;1119;p20"/>
                <p:cNvSpPr/>
                <p:nvPr/>
              </p:nvSpPr>
              <p:spPr>
                <a:xfrm>
                  <a:off x="7468535" y="264379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20" name="Google Shape;1120;p20"/>
                <p:cNvSpPr/>
                <p:nvPr/>
              </p:nvSpPr>
              <p:spPr>
                <a:xfrm flipH="1" rot="10800000">
                  <a:off x="7758327" y="263875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121" name="Google Shape;1121;p20"/>
              <p:cNvGrpSpPr/>
              <p:nvPr/>
            </p:nvGrpSpPr>
            <p:grpSpPr>
              <a:xfrm>
                <a:off x="7408527" y="2307905"/>
                <a:ext cx="399726" cy="74090"/>
                <a:chOff x="2199" y="955"/>
                <a:chExt cx="2547" cy="506"/>
              </a:xfrm>
            </p:grpSpPr>
            <p:sp>
              <p:nvSpPr>
                <p:cNvPr id="1122" name="Google Shape;1122;p20"/>
                <p:cNvSpPr/>
                <p:nvPr/>
              </p:nvSpPr>
              <p:spPr>
                <a:xfrm>
                  <a:off x="2199" y="1166"/>
                  <a:ext cx="260" cy="281"/>
                </a:xfrm>
                <a:custGeom>
                  <a:rect b="b" l="l" r="r" t="t"/>
                  <a:pathLst>
                    <a:path extrusionOk="0" h="281" w="260">
                      <a:moveTo>
                        <a:pt x="260" y="0"/>
                      </a:moveTo>
                      <a:cubicBezTo>
                        <a:pt x="224" y="19"/>
                        <a:pt x="79" y="77"/>
                        <a:pt x="42" y="112"/>
                      </a:cubicBezTo>
                      <a:cubicBezTo>
                        <a:pt x="5" y="143"/>
                        <a:pt x="0" y="183"/>
                        <a:pt x="35" y="211"/>
                      </a:cubicBezTo>
                      <a:cubicBezTo>
                        <a:pt x="70" y="239"/>
                        <a:pt x="208" y="266"/>
                        <a:pt x="253" y="281"/>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23" name="Google Shape;1123;p20"/>
                <p:cNvSpPr/>
                <p:nvPr/>
              </p:nvSpPr>
              <p:spPr>
                <a:xfrm>
                  <a:off x="2482" y="1040"/>
                  <a:ext cx="900" cy="421"/>
                </a:xfrm>
                <a:custGeom>
                  <a:rect b="b" l="l" r="r" t="t"/>
                  <a:pathLst>
                    <a:path extrusionOk="0" h="421" w="900">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24" name="Google Shape;1124;p20"/>
                <p:cNvSpPr/>
                <p:nvPr/>
              </p:nvSpPr>
              <p:spPr>
                <a:xfrm>
                  <a:off x="2782" y="1068"/>
                  <a:ext cx="428" cy="269"/>
                </a:xfrm>
                <a:custGeom>
                  <a:rect b="b" l="l" r="r" t="t"/>
                  <a:pathLst>
                    <a:path extrusionOk="0" h="269" w="428">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25" name="Google Shape;1125;p20"/>
                <p:cNvSpPr/>
                <p:nvPr/>
              </p:nvSpPr>
              <p:spPr>
                <a:xfrm>
                  <a:off x="3554" y="1075"/>
                  <a:ext cx="377" cy="239"/>
                </a:xfrm>
                <a:custGeom>
                  <a:rect b="b" l="l" r="r" t="t"/>
                  <a:pathLst>
                    <a:path extrusionOk="0" h="239" w="377">
                      <a:moveTo>
                        <a:pt x="42" y="239"/>
                      </a:moveTo>
                      <a:cubicBezTo>
                        <a:pt x="89" y="224"/>
                        <a:pt x="285" y="178"/>
                        <a:pt x="335" y="146"/>
                      </a:cubicBezTo>
                      <a:cubicBezTo>
                        <a:pt x="372" y="115"/>
                        <a:pt x="377" y="75"/>
                        <a:pt x="342" y="47"/>
                      </a:cubicBezTo>
                      <a:cubicBezTo>
                        <a:pt x="286" y="23"/>
                        <a:pt x="71" y="10"/>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26" name="Google Shape;1126;p20"/>
                <p:cNvSpPr/>
                <p:nvPr/>
              </p:nvSpPr>
              <p:spPr>
                <a:xfrm>
                  <a:off x="3646" y="997"/>
                  <a:ext cx="660" cy="336"/>
                </a:xfrm>
                <a:custGeom>
                  <a:rect b="b" l="l" r="r" t="t"/>
                  <a:pathLst>
                    <a:path extrusionOk="0" h="300" w="646">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27" name="Google Shape;1127;p20"/>
                <p:cNvSpPr/>
                <p:nvPr/>
              </p:nvSpPr>
              <p:spPr>
                <a:xfrm>
                  <a:off x="4116" y="955"/>
                  <a:ext cx="630" cy="397"/>
                </a:xfrm>
                <a:custGeom>
                  <a:rect b="b" l="l" r="r" t="t"/>
                  <a:pathLst>
                    <a:path extrusionOk="0" h="397" w="630">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cxnSp>
            <p:nvCxnSpPr>
              <p:cNvPr id="1128" name="Google Shape;1128;p20"/>
              <p:cNvCxnSpPr/>
              <p:nvPr/>
            </p:nvCxnSpPr>
            <p:spPr>
              <a:xfrm flipH="1">
                <a:off x="7594314" y="2366481"/>
                <a:ext cx="39385" cy="70207"/>
              </a:xfrm>
              <a:prstGeom prst="straightConnector1">
                <a:avLst/>
              </a:prstGeom>
              <a:noFill/>
              <a:ln cap="flat" cmpd="sng" w="12700">
                <a:solidFill>
                  <a:schemeClr val="dk1"/>
                </a:solidFill>
                <a:prstDash val="solid"/>
                <a:miter lim="800000"/>
                <a:headEnd len="sm" w="sm" type="none"/>
                <a:tailEnd len="sm" w="sm" type="none"/>
              </a:ln>
            </p:spPr>
          </p:cxnSp>
        </p:grpSp>
        <p:grpSp>
          <p:nvGrpSpPr>
            <p:cNvPr id="1129" name="Google Shape;1129;p20"/>
            <p:cNvGrpSpPr/>
            <p:nvPr/>
          </p:nvGrpSpPr>
          <p:grpSpPr>
            <a:xfrm>
              <a:off x="10268203" y="3452676"/>
              <a:ext cx="1415984" cy="1643535"/>
              <a:chOff x="10249542" y="3676610"/>
              <a:chExt cx="1415984" cy="1643535"/>
            </a:xfrm>
          </p:grpSpPr>
          <p:cxnSp>
            <p:nvCxnSpPr>
              <p:cNvPr id="1130" name="Google Shape;1130;p20"/>
              <p:cNvCxnSpPr/>
              <p:nvPr/>
            </p:nvCxnSpPr>
            <p:spPr>
              <a:xfrm flipH="1">
                <a:off x="11319747" y="4049486"/>
                <a:ext cx="7615" cy="356080"/>
              </a:xfrm>
              <a:prstGeom prst="straightConnector1">
                <a:avLst/>
              </a:prstGeom>
              <a:noFill/>
              <a:ln cap="flat" cmpd="sng" w="19050">
                <a:solidFill>
                  <a:srgbClr val="E40000"/>
                </a:solidFill>
                <a:prstDash val="solid"/>
                <a:round/>
                <a:headEnd len="med" w="med" type="none"/>
                <a:tailEnd len="med" w="med" type="none"/>
              </a:ln>
            </p:spPr>
          </p:cxnSp>
          <p:cxnSp>
            <p:nvCxnSpPr>
              <p:cNvPr id="1131" name="Google Shape;1131;p20"/>
              <p:cNvCxnSpPr/>
              <p:nvPr/>
            </p:nvCxnSpPr>
            <p:spPr>
              <a:xfrm flipH="1" rot="10800000">
                <a:off x="10658519" y="4487840"/>
                <a:ext cx="518620" cy="173119"/>
              </a:xfrm>
              <a:prstGeom prst="straightConnector1">
                <a:avLst/>
              </a:prstGeom>
              <a:noFill/>
              <a:ln cap="flat" cmpd="sng" w="19050">
                <a:solidFill>
                  <a:srgbClr val="E40000"/>
                </a:solidFill>
                <a:prstDash val="solid"/>
                <a:round/>
                <a:headEnd len="med" w="med" type="none"/>
                <a:tailEnd len="med" w="med" type="none"/>
              </a:ln>
            </p:spPr>
          </p:cxnSp>
          <p:cxnSp>
            <p:nvCxnSpPr>
              <p:cNvPr id="1132" name="Google Shape;1132;p20"/>
              <p:cNvCxnSpPr/>
              <p:nvPr/>
            </p:nvCxnSpPr>
            <p:spPr>
              <a:xfrm flipH="1">
                <a:off x="11201006" y="4473187"/>
                <a:ext cx="127931" cy="524238"/>
              </a:xfrm>
              <a:prstGeom prst="straightConnector1">
                <a:avLst/>
              </a:prstGeom>
              <a:noFill/>
              <a:ln cap="flat" cmpd="sng" w="19050">
                <a:solidFill>
                  <a:srgbClr val="E40000"/>
                </a:solidFill>
                <a:prstDash val="solid"/>
                <a:round/>
                <a:headEnd len="med" w="med" type="none"/>
                <a:tailEnd len="med" w="med" type="none"/>
              </a:ln>
            </p:spPr>
          </p:cxnSp>
          <p:grpSp>
            <p:nvGrpSpPr>
              <p:cNvPr id="1133" name="Google Shape;1133;p20"/>
              <p:cNvGrpSpPr/>
              <p:nvPr/>
            </p:nvGrpSpPr>
            <p:grpSpPr>
              <a:xfrm>
                <a:off x="11084522" y="4291738"/>
                <a:ext cx="581004" cy="299152"/>
                <a:chOff x="3668110" y="2448910"/>
                <a:chExt cx="3794234" cy="2165130"/>
              </a:xfrm>
            </p:grpSpPr>
            <p:sp>
              <p:nvSpPr>
                <p:cNvPr id="1134" name="Google Shape;1134;p20"/>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E4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135" name="Google Shape;1135;p20"/>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1136" name="Google Shape;1136;p20"/>
                <p:cNvGrpSpPr/>
                <p:nvPr/>
              </p:nvGrpSpPr>
              <p:grpSpPr>
                <a:xfrm>
                  <a:off x="3941378" y="2603243"/>
                  <a:ext cx="3202061" cy="1066110"/>
                  <a:chOff x="7939341" y="3037317"/>
                  <a:chExt cx="897649" cy="353919"/>
                </a:xfrm>
              </p:grpSpPr>
              <p:sp>
                <p:nvSpPr>
                  <p:cNvPr id="1137" name="Google Shape;1137;p20"/>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138" name="Google Shape;1138;p20"/>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139" name="Google Shape;1139;p20"/>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140" name="Google Shape;1140;p20"/>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EC86A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141" name="Google Shape;1141;p20"/>
              <p:cNvGrpSpPr/>
              <p:nvPr/>
            </p:nvGrpSpPr>
            <p:grpSpPr>
              <a:xfrm flipH="1">
                <a:off x="10917985" y="3676610"/>
                <a:ext cx="649485" cy="571200"/>
                <a:chOff x="2839" y="3501"/>
                <a:chExt cx="755" cy="803"/>
              </a:xfrm>
            </p:grpSpPr>
            <p:pic>
              <p:nvPicPr>
                <p:cNvPr descr="desktop_computer_stylized_medium" id="1142" name="Google Shape;1142;p20"/>
                <p:cNvPicPr preferRelativeResize="0"/>
                <p:nvPr/>
              </p:nvPicPr>
              <p:blipFill rotWithShape="1">
                <a:blip r:embed="rId7">
                  <a:alphaModFix/>
                </a:blip>
                <a:srcRect b="0" l="0" r="0" t="0"/>
                <a:stretch/>
              </p:blipFill>
              <p:spPr>
                <a:xfrm>
                  <a:off x="2839" y="3501"/>
                  <a:ext cx="755" cy="803"/>
                </a:xfrm>
                <a:prstGeom prst="rect">
                  <a:avLst/>
                </a:prstGeom>
                <a:noFill/>
                <a:ln>
                  <a:noFill/>
                </a:ln>
              </p:spPr>
            </p:pic>
            <p:sp>
              <p:nvSpPr>
                <p:cNvPr id="1143" name="Google Shape;1143;p20"/>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144" name="Google Shape;1144;p20"/>
              <p:cNvGrpSpPr/>
              <p:nvPr/>
            </p:nvGrpSpPr>
            <p:grpSpPr>
              <a:xfrm flipH="1">
                <a:off x="10249542" y="4410101"/>
                <a:ext cx="649485" cy="571200"/>
                <a:chOff x="2839" y="3501"/>
                <a:chExt cx="755" cy="803"/>
              </a:xfrm>
            </p:grpSpPr>
            <p:pic>
              <p:nvPicPr>
                <p:cNvPr descr="desktop_computer_stylized_medium" id="1145" name="Google Shape;1145;p20"/>
                <p:cNvPicPr preferRelativeResize="0"/>
                <p:nvPr/>
              </p:nvPicPr>
              <p:blipFill rotWithShape="1">
                <a:blip r:embed="rId7">
                  <a:alphaModFix/>
                </a:blip>
                <a:srcRect b="0" l="0" r="0" t="0"/>
                <a:stretch/>
              </p:blipFill>
              <p:spPr>
                <a:xfrm>
                  <a:off x="2839" y="3501"/>
                  <a:ext cx="755" cy="803"/>
                </a:xfrm>
                <a:prstGeom prst="rect">
                  <a:avLst/>
                </a:prstGeom>
                <a:noFill/>
                <a:ln>
                  <a:noFill/>
                </a:ln>
              </p:spPr>
            </p:pic>
            <p:sp>
              <p:nvSpPr>
                <p:cNvPr id="1146" name="Google Shape;1146;p20"/>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147" name="Google Shape;1147;p20"/>
              <p:cNvGrpSpPr/>
              <p:nvPr/>
            </p:nvGrpSpPr>
            <p:grpSpPr>
              <a:xfrm flipH="1">
                <a:off x="10797829" y="4748945"/>
                <a:ext cx="649485" cy="571200"/>
                <a:chOff x="2839" y="3501"/>
                <a:chExt cx="755" cy="803"/>
              </a:xfrm>
            </p:grpSpPr>
            <p:pic>
              <p:nvPicPr>
                <p:cNvPr descr="desktop_computer_stylized_medium" id="1148" name="Google Shape;1148;p20"/>
                <p:cNvPicPr preferRelativeResize="0"/>
                <p:nvPr/>
              </p:nvPicPr>
              <p:blipFill rotWithShape="1">
                <a:blip r:embed="rId7">
                  <a:alphaModFix/>
                </a:blip>
                <a:srcRect b="0" l="0" r="0" t="0"/>
                <a:stretch/>
              </p:blipFill>
              <p:spPr>
                <a:xfrm>
                  <a:off x="2839" y="3501"/>
                  <a:ext cx="755" cy="803"/>
                </a:xfrm>
                <a:prstGeom prst="rect">
                  <a:avLst/>
                </a:prstGeom>
                <a:noFill/>
                <a:ln>
                  <a:noFill/>
                </a:ln>
              </p:spPr>
            </p:pic>
            <p:sp>
              <p:nvSpPr>
                <p:cNvPr id="1149" name="Google Shape;1149;p20"/>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grpSp>
          <p:nvGrpSpPr>
            <p:cNvPr id="1150" name="Google Shape;1150;p20"/>
            <p:cNvGrpSpPr/>
            <p:nvPr/>
          </p:nvGrpSpPr>
          <p:grpSpPr>
            <a:xfrm>
              <a:off x="8226409" y="5199782"/>
              <a:ext cx="1926482" cy="1169355"/>
              <a:chOff x="9872135" y="4049856"/>
              <a:chExt cx="1167447" cy="689801"/>
            </a:xfrm>
          </p:grpSpPr>
          <p:pic>
            <p:nvPicPr>
              <p:cNvPr descr="antenna_radiation_stylized" id="1151" name="Google Shape;1151;p20"/>
              <p:cNvPicPr preferRelativeResize="0"/>
              <p:nvPr/>
            </p:nvPicPr>
            <p:blipFill rotWithShape="1">
              <a:blip r:embed="rId8">
                <a:alphaModFix/>
              </a:blip>
              <a:srcRect b="0" l="0" r="0" t="0"/>
              <a:stretch/>
            </p:blipFill>
            <p:spPr>
              <a:xfrm>
                <a:off x="10253455" y="4053920"/>
                <a:ext cx="452014" cy="95159"/>
              </a:xfrm>
              <a:prstGeom prst="rect">
                <a:avLst/>
              </a:prstGeom>
              <a:noFill/>
              <a:ln>
                <a:noFill/>
              </a:ln>
            </p:spPr>
          </p:pic>
          <p:pic>
            <p:nvPicPr>
              <p:cNvPr descr="access_point_stylized_small" id="1152" name="Google Shape;1152;p20"/>
              <p:cNvPicPr preferRelativeResize="0"/>
              <p:nvPr/>
            </p:nvPicPr>
            <p:blipFill rotWithShape="1">
              <a:blip r:embed="rId9">
                <a:alphaModFix/>
              </a:blip>
              <a:srcRect b="0" l="0" r="0" t="0"/>
              <a:stretch/>
            </p:blipFill>
            <p:spPr>
              <a:xfrm>
                <a:off x="10301992" y="4097214"/>
                <a:ext cx="380935" cy="317464"/>
              </a:xfrm>
              <a:prstGeom prst="rect">
                <a:avLst/>
              </a:prstGeom>
              <a:noFill/>
              <a:ln>
                <a:noFill/>
              </a:ln>
            </p:spPr>
          </p:pic>
          <p:grpSp>
            <p:nvGrpSpPr>
              <p:cNvPr id="1153" name="Google Shape;1153;p20"/>
              <p:cNvGrpSpPr/>
              <p:nvPr/>
            </p:nvGrpSpPr>
            <p:grpSpPr>
              <a:xfrm>
                <a:off x="10257306" y="4049856"/>
                <a:ext cx="450526" cy="96315"/>
                <a:chOff x="2199" y="955"/>
                <a:chExt cx="2547" cy="506"/>
              </a:xfrm>
            </p:grpSpPr>
            <p:sp>
              <p:nvSpPr>
                <p:cNvPr id="1154" name="Google Shape;1154;p20"/>
                <p:cNvSpPr/>
                <p:nvPr/>
              </p:nvSpPr>
              <p:spPr>
                <a:xfrm>
                  <a:off x="2199" y="1166"/>
                  <a:ext cx="260" cy="281"/>
                </a:xfrm>
                <a:custGeom>
                  <a:rect b="b" l="l" r="r" t="t"/>
                  <a:pathLst>
                    <a:path extrusionOk="0" h="281" w="260">
                      <a:moveTo>
                        <a:pt x="260" y="0"/>
                      </a:moveTo>
                      <a:cubicBezTo>
                        <a:pt x="224" y="19"/>
                        <a:pt x="79" y="77"/>
                        <a:pt x="42" y="112"/>
                      </a:cubicBezTo>
                      <a:cubicBezTo>
                        <a:pt x="5" y="143"/>
                        <a:pt x="0" y="183"/>
                        <a:pt x="35" y="211"/>
                      </a:cubicBezTo>
                      <a:cubicBezTo>
                        <a:pt x="70" y="239"/>
                        <a:pt x="208" y="266"/>
                        <a:pt x="253" y="281"/>
                      </a:cubicBezTo>
                    </a:path>
                  </a:pathLst>
                </a:custGeom>
                <a:noFill/>
                <a:ln cap="flat" cmpd="sng" w="127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55" name="Google Shape;1155;p20"/>
                <p:cNvSpPr/>
                <p:nvPr/>
              </p:nvSpPr>
              <p:spPr>
                <a:xfrm>
                  <a:off x="2482" y="1040"/>
                  <a:ext cx="900" cy="421"/>
                </a:xfrm>
                <a:custGeom>
                  <a:rect b="b" l="l" r="r" t="t"/>
                  <a:pathLst>
                    <a:path extrusionOk="0" h="421" w="900">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cap="flat" cmpd="sng" w="127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56" name="Google Shape;1156;p20"/>
                <p:cNvSpPr/>
                <p:nvPr/>
              </p:nvSpPr>
              <p:spPr>
                <a:xfrm>
                  <a:off x="2782" y="1068"/>
                  <a:ext cx="428" cy="269"/>
                </a:xfrm>
                <a:custGeom>
                  <a:rect b="b" l="l" r="r" t="t"/>
                  <a:pathLst>
                    <a:path extrusionOk="0" h="269" w="428">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cap="flat" cmpd="sng" w="127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57" name="Google Shape;1157;p20"/>
                <p:cNvSpPr/>
                <p:nvPr/>
              </p:nvSpPr>
              <p:spPr>
                <a:xfrm>
                  <a:off x="3554" y="1075"/>
                  <a:ext cx="377" cy="239"/>
                </a:xfrm>
                <a:custGeom>
                  <a:rect b="b" l="l" r="r" t="t"/>
                  <a:pathLst>
                    <a:path extrusionOk="0" h="239" w="377">
                      <a:moveTo>
                        <a:pt x="42" y="239"/>
                      </a:moveTo>
                      <a:cubicBezTo>
                        <a:pt x="89" y="224"/>
                        <a:pt x="285" y="178"/>
                        <a:pt x="335" y="146"/>
                      </a:cubicBezTo>
                      <a:cubicBezTo>
                        <a:pt x="372" y="115"/>
                        <a:pt x="377" y="75"/>
                        <a:pt x="342" y="47"/>
                      </a:cubicBezTo>
                      <a:cubicBezTo>
                        <a:pt x="286" y="23"/>
                        <a:pt x="71" y="10"/>
                        <a:pt x="0" y="0"/>
                      </a:cubicBezTo>
                    </a:path>
                  </a:pathLst>
                </a:custGeom>
                <a:noFill/>
                <a:ln cap="flat" cmpd="sng" w="127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58" name="Google Shape;1158;p20"/>
                <p:cNvSpPr/>
                <p:nvPr/>
              </p:nvSpPr>
              <p:spPr>
                <a:xfrm>
                  <a:off x="3646" y="997"/>
                  <a:ext cx="660" cy="336"/>
                </a:xfrm>
                <a:custGeom>
                  <a:rect b="b" l="l" r="r" t="t"/>
                  <a:pathLst>
                    <a:path extrusionOk="0" h="300" w="646">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cap="flat" cmpd="sng" w="127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59" name="Google Shape;1159;p20"/>
                <p:cNvSpPr/>
                <p:nvPr/>
              </p:nvSpPr>
              <p:spPr>
                <a:xfrm>
                  <a:off x="4116" y="955"/>
                  <a:ext cx="630" cy="397"/>
                </a:xfrm>
                <a:custGeom>
                  <a:rect b="b" l="l" r="r" t="t"/>
                  <a:pathLst>
                    <a:path extrusionOk="0" h="397" w="630">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cap="flat" cmpd="sng" w="127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160" name="Google Shape;1160;p20"/>
              <p:cNvGrpSpPr/>
              <p:nvPr/>
            </p:nvGrpSpPr>
            <p:grpSpPr>
              <a:xfrm>
                <a:off x="9872135" y="4284324"/>
                <a:ext cx="408871" cy="378277"/>
                <a:chOff x="7339071" y="2307905"/>
                <a:chExt cx="511700" cy="446467"/>
              </a:xfrm>
            </p:grpSpPr>
            <p:grpSp>
              <p:nvGrpSpPr>
                <p:cNvPr id="1161" name="Google Shape;1161;p20"/>
                <p:cNvGrpSpPr/>
                <p:nvPr/>
              </p:nvGrpSpPr>
              <p:grpSpPr>
                <a:xfrm>
                  <a:off x="7339071" y="2426725"/>
                  <a:ext cx="511700" cy="327647"/>
                  <a:chOff x="7455987" y="2414528"/>
                  <a:chExt cx="511700" cy="327647"/>
                </a:xfrm>
              </p:grpSpPr>
              <p:pic>
                <p:nvPicPr>
                  <p:cNvPr descr="laptop_keyboard" id="1162" name="Google Shape;1162;p20"/>
                  <p:cNvPicPr preferRelativeResize="0"/>
                  <p:nvPr/>
                </p:nvPicPr>
                <p:blipFill rotWithShape="1">
                  <a:blip r:embed="rId5">
                    <a:alphaModFix/>
                  </a:blip>
                  <a:srcRect b="0" l="0" r="0" t="0"/>
                  <a:stretch/>
                </p:blipFill>
                <p:spPr>
                  <a:xfrm flipH="1" rot="109064">
                    <a:off x="7458407" y="2575770"/>
                    <a:ext cx="437221" cy="159511"/>
                  </a:xfrm>
                  <a:prstGeom prst="rect">
                    <a:avLst/>
                  </a:prstGeom>
                  <a:noFill/>
                  <a:ln>
                    <a:noFill/>
                  </a:ln>
                </p:spPr>
              </p:pic>
              <p:sp>
                <p:nvSpPr>
                  <p:cNvPr id="1163" name="Google Shape;1163;p20"/>
                  <p:cNvSpPr/>
                  <p:nvPr/>
                </p:nvSpPr>
                <p:spPr>
                  <a:xfrm>
                    <a:off x="7603304" y="242098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1164" name="Google Shape;1164;p20"/>
                  <p:cNvPicPr preferRelativeResize="0"/>
                  <p:nvPr/>
                </p:nvPicPr>
                <p:blipFill rotWithShape="1">
                  <a:blip r:embed="rId6">
                    <a:alphaModFix/>
                  </a:blip>
                  <a:srcRect b="0" l="0" r="0" t="0"/>
                  <a:stretch/>
                </p:blipFill>
                <p:spPr>
                  <a:xfrm>
                    <a:off x="7620637" y="2426338"/>
                    <a:ext cx="319785" cy="189429"/>
                  </a:xfrm>
                  <a:prstGeom prst="rect">
                    <a:avLst/>
                  </a:prstGeom>
                  <a:noFill/>
                  <a:ln>
                    <a:noFill/>
                  </a:ln>
                </p:spPr>
              </p:pic>
              <p:sp>
                <p:nvSpPr>
                  <p:cNvPr id="1165" name="Google Shape;1165;p20"/>
                  <p:cNvSpPr/>
                  <p:nvPr/>
                </p:nvSpPr>
                <p:spPr>
                  <a:xfrm>
                    <a:off x="7667378" y="241484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66" name="Google Shape;1166;p20"/>
                  <p:cNvSpPr/>
                  <p:nvPr/>
                </p:nvSpPr>
                <p:spPr>
                  <a:xfrm>
                    <a:off x="7600188" y="241452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67" name="Google Shape;1167;p20"/>
                  <p:cNvSpPr/>
                  <p:nvPr/>
                </p:nvSpPr>
                <p:spPr>
                  <a:xfrm>
                    <a:off x="7874205" y="244334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68" name="Google Shape;1168;p20"/>
                  <p:cNvSpPr/>
                  <p:nvPr/>
                </p:nvSpPr>
                <p:spPr>
                  <a:xfrm>
                    <a:off x="7599214" y="256758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69" name="Google Shape;1169;p20"/>
                  <p:cNvSpPr/>
                  <p:nvPr/>
                </p:nvSpPr>
                <p:spPr>
                  <a:xfrm>
                    <a:off x="7884138" y="244491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70" name="Google Shape;1170;p20"/>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171" name="Google Shape;1171;p20"/>
                  <p:cNvGrpSpPr/>
                  <p:nvPr/>
                </p:nvGrpSpPr>
                <p:grpSpPr>
                  <a:xfrm>
                    <a:off x="7594735" y="2642220"/>
                    <a:ext cx="98740" cy="36846"/>
                    <a:chOff x="1740" y="2642"/>
                    <a:chExt cx="752" cy="327"/>
                  </a:xfrm>
                </p:grpSpPr>
                <p:sp>
                  <p:nvSpPr>
                    <p:cNvPr id="1172" name="Google Shape;1172;p20"/>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73" name="Google Shape;1173;p20"/>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74" name="Google Shape;1174;p20"/>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75" name="Google Shape;1175;p20"/>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76" name="Google Shape;1176;p20"/>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77" name="Google Shape;1177;p20"/>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178" name="Google Shape;1178;p20"/>
                  <p:cNvSpPr/>
                  <p:nvPr/>
                </p:nvSpPr>
                <p:spPr>
                  <a:xfrm>
                    <a:off x="7763780" y="264773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79" name="Google Shape;1179;p20"/>
                  <p:cNvSpPr/>
                  <p:nvPr/>
                </p:nvSpPr>
                <p:spPr>
                  <a:xfrm>
                    <a:off x="7458602" y="265418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80" name="Google Shape;1180;p20"/>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81" name="Google Shape;1181;p20"/>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82" name="Google Shape;1182;p20"/>
                  <p:cNvSpPr/>
                  <p:nvPr/>
                </p:nvSpPr>
                <p:spPr>
                  <a:xfrm>
                    <a:off x="7468535" y="264379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83" name="Google Shape;1183;p20"/>
                  <p:cNvSpPr/>
                  <p:nvPr/>
                </p:nvSpPr>
                <p:spPr>
                  <a:xfrm flipH="1" rot="10800000">
                    <a:off x="7758327" y="263875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184" name="Google Shape;1184;p20"/>
                <p:cNvGrpSpPr/>
                <p:nvPr/>
              </p:nvGrpSpPr>
              <p:grpSpPr>
                <a:xfrm>
                  <a:off x="7408527" y="2307905"/>
                  <a:ext cx="399726" cy="74090"/>
                  <a:chOff x="2199" y="955"/>
                  <a:chExt cx="2547" cy="506"/>
                </a:xfrm>
              </p:grpSpPr>
              <p:sp>
                <p:nvSpPr>
                  <p:cNvPr id="1185" name="Google Shape;1185;p20"/>
                  <p:cNvSpPr/>
                  <p:nvPr/>
                </p:nvSpPr>
                <p:spPr>
                  <a:xfrm>
                    <a:off x="2199" y="1166"/>
                    <a:ext cx="260" cy="281"/>
                  </a:xfrm>
                  <a:custGeom>
                    <a:rect b="b" l="l" r="r" t="t"/>
                    <a:pathLst>
                      <a:path extrusionOk="0" h="281" w="260">
                        <a:moveTo>
                          <a:pt x="260" y="0"/>
                        </a:moveTo>
                        <a:cubicBezTo>
                          <a:pt x="224" y="19"/>
                          <a:pt x="79" y="77"/>
                          <a:pt x="42" y="112"/>
                        </a:cubicBezTo>
                        <a:cubicBezTo>
                          <a:pt x="5" y="143"/>
                          <a:pt x="0" y="183"/>
                          <a:pt x="35" y="211"/>
                        </a:cubicBezTo>
                        <a:cubicBezTo>
                          <a:pt x="70" y="239"/>
                          <a:pt x="208" y="266"/>
                          <a:pt x="253" y="281"/>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86" name="Google Shape;1186;p20"/>
                  <p:cNvSpPr/>
                  <p:nvPr/>
                </p:nvSpPr>
                <p:spPr>
                  <a:xfrm>
                    <a:off x="2482" y="1040"/>
                    <a:ext cx="900" cy="421"/>
                  </a:xfrm>
                  <a:custGeom>
                    <a:rect b="b" l="l" r="r" t="t"/>
                    <a:pathLst>
                      <a:path extrusionOk="0" h="421" w="900">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87" name="Google Shape;1187;p20"/>
                  <p:cNvSpPr/>
                  <p:nvPr/>
                </p:nvSpPr>
                <p:spPr>
                  <a:xfrm>
                    <a:off x="2782" y="1068"/>
                    <a:ext cx="428" cy="269"/>
                  </a:xfrm>
                  <a:custGeom>
                    <a:rect b="b" l="l" r="r" t="t"/>
                    <a:pathLst>
                      <a:path extrusionOk="0" h="269" w="428">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88" name="Google Shape;1188;p20"/>
                  <p:cNvSpPr/>
                  <p:nvPr/>
                </p:nvSpPr>
                <p:spPr>
                  <a:xfrm>
                    <a:off x="3554" y="1075"/>
                    <a:ext cx="377" cy="239"/>
                  </a:xfrm>
                  <a:custGeom>
                    <a:rect b="b" l="l" r="r" t="t"/>
                    <a:pathLst>
                      <a:path extrusionOk="0" h="239" w="377">
                        <a:moveTo>
                          <a:pt x="42" y="239"/>
                        </a:moveTo>
                        <a:cubicBezTo>
                          <a:pt x="89" y="224"/>
                          <a:pt x="285" y="178"/>
                          <a:pt x="335" y="146"/>
                        </a:cubicBezTo>
                        <a:cubicBezTo>
                          <a:pt x="372" y="115"/>
                          <a:pt x="377" y="75"/>
                          <a:pt x="342" y="47"/>
                        </a:cubicBezTo>
                        <a:cubicBezTo>
                          <a:pt x="286" y="23"/>
                          <a:pt x="71" y="10"/>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89" name="Google Shape;1189;p20"/>
                  <p:cNvSpPr/>
                  <p:nvPr/>
                </p:nvSpPr>
                <p:spPr>
                  <a:xfrm>
                    <a:off x="3646" y="997"/>
                    <a:ext cx="660" cy="336"/>
                  </a:xfrm>
                  <a:custGeom>
                    <a:rect b="b" l="l" r="r" t="t"/>
                    <a:pathLst>
                      <a:path extrusionOk="0" h="300" w="646">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90" name="Google Shape;1190;p20"/>
                  <p:cNvSpPr/>
                  <p:nvPr/>
                </p:nvSpPr>
                <p:spPr>
                  <a:xfrm>
                    <a:off x="4116" y="955"/>
                    <a:ext cx="630" cy="397"/>
                  </a:xfrm>
                  <a:custGeom>
                    <a:rect b="b" l="l" r="r" t="t"/>
                    <a:pathLst>
                      <a:path extrusionOk="0" h="397" w="630">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cxnSp>
              <p:nvCxnSpPr>
                <p:cNvPr id="1191" name="Google Shape;1191;p20"/>
                <p:cNvCxnSpPr/>
                <p:nvPr/>
              </p:nvCxnSpPr>
              <p:spPr>
                <a:xfrm flipH="1">
                  <a:off x="7594314" y="2366481"/>
                  <a:ext cx="39385" cy="70207"/>
                </a:xfrm>
                <a:prstGeom prst="straightConnector1">
                  <a:avLst/>
                </a:prstGeom>
                <a:noFill/>
                <a:ln cap="flat" cmpd="sng" w="12700">
                  <a:solidFill>
                    <a:schemeClr val="dk1"/>
                  </a:solidFill>
                  <a:prstDash val="solid"/>
                  <a:miter lim="800000"/>
                  <a:headEnd len="sm" w="sm" type="none"/>
                  <a:tailEnd len="sm" w="sm" type="none"/>
                </a:ln>
              </p:spPr>
            </p:cxnSp>
          </p:grpSp>
          <p:grpSp>
            <p:nvGrpSpPr>
              <p:cNvPr id="1192" name="Google Shape;1192;p20"/>
              <p:cNvGrpSpPr/>
              <p:nvPr/>
            </p:nvGrpSpPr>
            <p:grpSpPr>
              <a:xfrm>
                <a:off x="10630711" y="4361380"/>
                <a:ext cx="408871" cy="378277"/>
                <a:chOff x="7339071" y="2307905"/>
                <a:chExt cx="511700" cy="446467"/>
              </a:xfrm>
            </p:grpSpPr>
            <p:grpSp>
              <p:nvGrpSpPr>
                <p:cNvPr id="1193" name="Google Shape;1193;p20"/>
                <p:cNvGrpSpPr/>
                <p:nvPr/>
              </p:nvGrpSpPr>
              <p:grpSpPr>
                <a:xfrm>
                  <a:off x="7339071" y="2426725"/>
                  <a:ext cx="511700" cy="327647"/>
                  <a:chOff x="7455987" y="2414528"/>
                  <a:chExt cx="511700" cy="327647"/>
                </a:xfrm>
              </p:grpSpPr>
              <p:pic>
                <p:nvPicPr>
                  <p:cNvPr descr="laptop_keyboard" id="1194" name="Google Shape;1194;p20"/>
                  <p:cNvPicPr preferRelativeResize="0"/>
                  <p:nvPr/>
                </p:nvPicPr>
                <p:blipFill rotWithShape="1">
                  <a:blip r:embed="rId5">
                    <a:alphaModFix/>
                  </a:blip>
                  <a:srcRect b="0" l="0" r="0" t="0"/>
                  <a:stretch/>
                </p:blipFill>
                <p:spPr>
                  <a:xfrm flipH="1" rot="109064">
                    <a:off x="7458407" y="2575770"/>
                    <a:ext cx="437221" cy="159511"/>
                  </a:xfrm>
                  <a:prstGeom prst="rect">
                    <a:avLst/>
                  </a:prstGeom>
                  <a:noFill/>
                  <a:ln>
                    <a:noFill/>
                  </a:ln>
                </p:spPr>
              </p:pic>
              <p:sp>
                <p:nvSpPr>
                  <p:cNvPr id="1195" name="Google Shape;1195;p20"/>
                  <p:cNvSpPr/>
                  <p:nvPr/>
                </p:nvSpPr>
                <p:spPr>
                  <a:xfrm>
                    <a:off x="7603304" y="242098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1196" name="Google Shape;1196;p20"/>
                  <p:cNvPicPr preferRelativeResize="0"/>
                  <p:nvPr/>
                </p:nvPicPr>
                <p:blipFill rotWithShape="1">
                  <a:blip r:embed="rId6">
                    <a:alphaModFix/>
                  </a:blip>
                  <a:srcRect b="0" l="0" r="0" t="0"/>
                  <a:stretch/>
                </p:blipFill>
                <p:spPr>
                  <a:xfrm>
                    <a:off x="7620637" y="2426338"/>
                    <a:ext cx="319785" cy="189429"/>
                  </a:xfrm>
                  <a:prstGeom prst="rect">
                    <a:avLst/>
                  </a:prstGeom>
                  <a:noFill/>
                  <a:ln>
                    <a:noFill/>
                  </a:ln>
                </p:spPr>
              </p:pic>
              <p:sp>
                <p:nvSpPr>
                  <p:cNvPr id="1197" name="Google Shape;1197;p20"/>
                  <p:cNvSpPr/>
                  <p:nvPr/>
                </p:nvSpPr>
                <p:spPr>
                  <a:xfrm>
                    <a:off x="7667378" y="241484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98" name="Google Shape;1198;p20"/>
                  <p:cNvSpPr/>
                  <p:nvPr/>
                </p:nvSpPr>
                <p:spPr>
                  <a:xfrm>
                    <a:off x="7600188" y="241452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99" name="Google Shape;1199;p20"/>
                  <p:cNvSpPr/>
                  <p:nvPr/>
                </p:nvSpPr>
                <p:spPr>
                  <a:xfrm>
                    <a:off x="7874205" y="244334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00" name="Google Shape;1200;p20"/>
                  <p:cNvSpPr/>
                  <p:nvPr/>
                </p:nvSpPr>
                <p:spPr>
                  <a:xfrm>
                    <a:off x="7599214" y="256758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01" name="Google Shape;1201;p20"/>
                  <p:cNvSpPr/>
                  <p:nvPr/>
                </p:nvSpPr>
                <p:spPr>
                  <a:xfrm>
                    <a:off x="7884138" y="244491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02" name="Google Shape;1202;p20"/>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203" name="Google Shape;1203;p20"/>
                  <p:cNvGrpSpPr/>
                  <p:nvPr/>
                </p:nvGrpSpPr>
                <p:grpSpPr>
                  <a:xfrm>
                    <a:off x="7594735" y="2642220"/>
                    <a:ext cx="98740" cy="36846"/>
                    <a:chOff x="1740" y="2642"/>
                    <a:chExt cx="752" cy="327"/>
                  </a:xfrm>
                </p:grpSpPr>
                <p:sp>
                  <p:nvSpPr>
                    <p:cNvPr id="1204" name="Google Shape;1204;p20"/>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05" name="Google Shape;1205;p20"/>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06" name="Google Shape;1206;p20"/>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07" name="Google Shape;1207;p20"/>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08" name="Google Shape;1208;p20"/>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09" name="Google Shape;1209;p20"/>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210" name="Google Shape;1210;p20"/>
                  <p:cNvSpPr/>
                  <p:nvPr/>
                </p:nvSpPr>
                <p:spPr>
                  <a:xfrm>
                    <a:off x="7763780" y="264773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11" name="Google Shape;1211;p20"/>
                  <p:cNvSpPr/>
                  <p:nvPr/>
                </p:nvSpPr>
                <p:spPr>
                  <a:xfrm>
                    <a:off x="7458602" y="265418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12" name="Google Shape;1212;p20"/>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13" name="Google Shape;1213;p20"/>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14" name="Google Shape;1214;p20"/>
                  <p:cNvSpPr/>
                  <p:nvPr/>
                </p:nvSpPr>
                <p:spPr>
                  <a:xfrm>
                    <a:off x="7468535" y="264379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15" name="Google Shape;1215;p20"/>
                  <p:cNvSpPr/>
                  <p:nvPr/>
                </p:nvSpPr>
                <p:spPr>
                  <a:xfrm flipH="1" rot="10800000">
                    <a:off x="7758327" y="263875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216" name="Google Shape;1216;p20"/>
                <p:cNvGrpSpPr/>
                <p:nvPr/>
              </p:nvGrpSpPr>
              <p:grpSpPr>
                <a:xfrm>
                  <a:off x="7408527" y="2307905"/>
                  <a:ext cx="399726" cy="74090"/>
                  <a:chOff x="2199" y="955"/>
                  <a:chExt cx="2547" cy="506"/>
                </a:xfrm>
              </p:grpSpPr>
              <p:sp>
                <p:nvSpPr>
                  <p:cNvPr id="1217" name="Google Shape;1217;p20"/>
                  <p:cNvSpPr/>
                  <p:nvPr/>
                </p:nvSpPr>
                <p:spPr>
                  <a:xfrm>
                    <a:off x="2199" y="1166"/>
                    <a:ext cx="260" cy="281"/>
                  </a:xfrm>
                  <a:custGeom>
                    <a:rect b="b" l="l" r="r" t="t"/>
                    <a:pathLst>
                      <a:path extrusionOk="0" h="281" w="260">
                        <a:moveTo>
                          <a:pt x="260" y="0"/>
                        </a:moveTo>
                        <a:cubicBezTo>
                          <a:pt x="224" y="19"/>
                          <a:pt x="79" y="77"/>
                          <a:pt x="42" y="112"/>
                        </a:cubicBezTo>
                        <a:cubicBezTo>
                          <a:pt x="5" y="143"/>
                          <a:pt x="0" y="183"/>
                          <a:pt x="35" y="211"/>
                        </a:cubicBezTo>
                        <a:cubicBezTo>
                          <a:pt x="70" y="239"/>
                          <a:pt x="208" y="266"/>
                          <a:pt x="253" y="281"/>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18" name="Google Shape;1218;p20"/>
                  <p:cNvSpPr/>
                  <p:nvPr/>
                </p:nvSpPr>
                <p:spPr>
                  <a:xfrm>
                    <a:off x="2482" y="1040"/>
                    <a:ext cx="900" cy="421"/>
                  </a:xfrm>
                  <a:custGeom>
                    <a:rect b="b" l="l" r="r" t="t"/>
                    <a:pathLst>
                      <a:path extrusionOk="0" h="421" w="900">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19" name="Google Shape;1219;p20"/>
                  <p:cNvSpPr/>
                  <p:nvPr/>
                </p:nvSpPr>
                <p:spPr>
                  <a:xfrm>
                    <a:off x="2782" y="1068"/>
                    <a:ext cx="428" cy="269"/>
                  </a:xfrm>
                  <a:custGeom>
                    <a:rect b="b" l="l" r="r" t="t"/>
                    <a:pathLst>
                      <a:path extrusionOk="0" h="269" w="428">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20" name="Google Shape;1220;p20"/>
                  <p:cNvSpPr/>
                  <p:nvPr/>
                </p:nvSpPr>
                <p:spPr>
                  <a:xfrm>
                    <a:off x="3554" y="1075"/>
                    <a:ext cx="377" cy="239"/>
                  </a:xfrm>
                  <a:custGeom>
                    <a:rect b="b" l="l" r="r" t="t"/>
                    <a:pathLst>
                      <a:path extrusionOk="0" h="239" w="377">
                        <a:moveTo>
                          <a:pt x="42" y="239"/>
                        </a:moveTo>
                        <a:cubicBezTo>
                          <a:pt x="89" y="224"/>
                          <a:pt x="285" y="178"/>
                          <a:pt x="335" y="146"/>
                        </a:cubicBezTo>
                        <a:cubicBezTo>
                          <a:pt x="372" y="115"/>
                          <a:pt x="377" y="75"/>
                          <a:pt x="342" y="47"/>
                        </a:cubicBezTo>
                        <a:cubicBezTo>
                          <a:pt x="286" y="23"/>
                          <a:pt x="71" y="10"/>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21" name="Google Shape;1221;p20"/>
                  <p:cNvSpPr/>
                  <p:nvPr/>
                </p:nvSpPr>
                <p:spPr>
                  <a:xfrm>
                    <a:off x="3646" y="997"/>
                    <a:ext cx="660" cy="336"/>
                  </a:xfrm>
                  <a:custGeom>
                    <a:rect b="b" l="l" r="r" t="t"/>
                    <a:pathLst>
                      <a:path extrusionOk="0" h="300" w="646">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22" name="Google Shape;1222;p20"/>
                  <p:cNvSpPr/>
                  <p:nvPr/>
                </p:nvSpPr>
                <p:spPr>
                  <a:xfrm>
                    <a:off x="4116" y="955"/>
                    <a:ext cx="630" cy="397"/>
                  </a:xfrm>
                  <a:custGeom>
                    <a:rect b="b" l="l" r="r" t="t"/>
                    <a:pathLst>
                      <a:path extrusionOk="0" h="397" w="630">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cxnSp>
              <p:nvCxnSpPr>
                <p:cNvPr id="1223" name="Google Shape;1223;p20"/>
                <p:cNvCxnSpPr/>
                <p:nvPr/>
              </p:nvCxnSpPr>
              <p:spPr>
                <a:xfrm flipH="1">
                  <a:off x="7594314" y="2366481"/>
                  <a:ext cx="39385" cy="70207"/>
                </a:xfrm>
                <a:prstGeom prst="straightConnector1">
                  <a:avLst/>
                </a:prstGeom>
                <a:noFill/>
                <a:ln cap="flat" cmpd="sng" w="12700">
                  <a:solidFill>
                    <a:schemeClr val="dk1"/>
                  </a:solidFill>
                  <a:prstDash val="solid"/>
                  <a:miter lim="800000"/>
                  <a:headEnd len="sm" w="sm" type="none"/>
                  <a:tailEnd len="sm" w="sm" type="none"/>
                </a:ln>
              </p:spPr>
            </p:cxnSp>
          </p:grpSp>
        </p:grpSp>
        <p:grpSp>
          <p:nvGrpSpPr>
            <p:cNvPr id="1224" name="Google Shape;1224;p20"/>
            <p:cNvGrpSpPr/>
            <p:nvPr/>
          </p:nvGrpSpPr>
          <p:grpSpPr>
            <a:xfrm>
              <a:off x="7840518" y="1242873"/>
              <a:ext cx="4037013" cy="1377421"/>
              <a:chOff x="7785100" y="730250"/>
              <a:chExt cx="4037013" cy="1377421"/>
            </a:xfrm>
          </p:grpSpPr>
          <p:grpSp>
            <p:nvGrpSpPr>
              <p:cNvPr id="1225" name="Google Shape;1225;p20"/>
              <p:cNvGrpSpPr/>
              <p:nvPr/>
            </p:nvGrpSpPr>
            <p:grpSpPr>
              <a:xfrm>
                <a:off x="7785100" y="736600"/>
                <a:ext cx="850900" cy="527050"/>
                <a:chOff x="-490" y="1664"/>
                <a:chExt cx="1429" cy="842"/>
              </a:xfrm>
            </p:grpSpPr>
            <p:sp>
              <p:nvSpPr>
                <p:cNvPr id="1226" name="Google Shape;1226;p20"/>
                <p:cNvSpPr/>
                <p:nvPr/>
              </p:nvSpPr>
              <p:spPr>
                <a:xfrm>
                  <a:off x="-490" y="1664"/>
                  <a:ext cx="1429" cy="294"/>
                </a:xfrm>
                <a:prstGeom prst="triangle">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grpSp>
              <p:nvGrpSpPr>
                <p:cNvPr id="1227" name="Google Shape;1227;p20"/>
                <p:cNvGrpSpPr/>
                <p:nvPr/>
              </p:nvGrpSpPr>
              <p:grpSpPr>
                <a:xfrm>
                  <a:off x="-427" y="1737"/>
                  <a:ext cx="1217" cy="769"/>
                  <a:chOff x="-427" y="1737"/>
                  <a:chExt cx="1217" cy="769"/>
                </a:xfrm>
              </p:grpSpPr>
              <p:sp>
                <p:nvSpPr>
                  <p:cNvPr id="1228" name="Google Shape;1228;p20"/>
                  <p:cNvSpPr/>
                  <p:nvPr/>
                </p:nvSpPr>
                <p:spPr>
                  <a:xfrm>
                    <a:off x="-338" y="1923"/>
                    <a:ext cx="1128" cy="583"/>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cxnSp>
                <p:nvCxnSpPr>
                  <p:cNvPr id="1229" name="Google Shape;1229;p20"/>
                  <p:cNvCxnSpPr/>
                  <p:nvPr/>
                </p:nvCxnSpPr>
                <p:spPr>
                  <a:xfrm>
                    <a:off x="-150" y="2271"/>
                    <a:ext cx="673" cy="7"/>
                  </a:xfrm>
                  <a:prstGeom prst="straightConnector1">
                    <a:avLst/>
                  </a:prstGeom>
                  <a:noFill/>
                  <a:ln cap="flat" cmpd="sng" w="9525">
                    <a:solidFill>
                      <a:srgbClr val="E40000"/>
                    </a:solidFill>
                    <a:prstDash val="solid"/>
                    <a:round/>
                    <a:headEnd len="med" w="med" type="none"/>
                    <a:tailEnd len="med" w="med" type="none"/>
                  </a:ln>
                </p:spPr>
              </p:cxnSp>
              <p:grpSp>
                <p:nvGrpSpPr>
                  <p:cNvPr id="1230" name="Google Shape;1230;p20"/>
                  <p:cNvGrpSpPr/>
                  <p:nvPr/>
                </p:nvGrpSpPr>
                <p:grpSpPr>
                  <a:xfrm>
                    <a:off x="67" y="2192"/>
                    <a:ext cx="387" cy="139"/>
                    <a:chOff x="320" y="890"/>
                    <a:chExt cx="871" cy="339"/>
                  </a:xfrm>
                </p:grpSpPr>
                <p:sp>
                  <p:nvSpPr>
                    <p:cNvPr id="1231" name="Google Shape;1231;p20"/>
                    <p:cNvSpPr/>
                    <p:nvPr/>
                  </p:nvSpPr>
                  <p:spPr>
                    <a:xfrm>
                      <a:off x="320" y="1000"/>
                      <a:ext cx="871" cy="229"/>
                    </a:xfrm>
                    <a:prstGeom prst="rect">
                      <a:avLst/>
                    </a:prstGeom>
                    <a:solidFill>
                      <a:srgbClr val="EC86A6"/>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232" name="Google Shape;1232;p20"/>
                    <p:cNvSpPr/>
                    <p:nvPr/>
                  </p:nvSpPr>
                  <p:spPr>
                    <a:xfrm>
                      <a:off x="392" y="1074"/>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233" name="Google Shape;1233;p20"/>
                    <p:cNvSpPr/>
                    <p:nvPr/>
                  </p:nvSpPr>
                  <p:spPr>
                    <a:xfrm>
                      <a:off x="464" y="1074"/>
                      <a:ext cx="54" cy="56"/>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234" name="Google Shape;1234;p20"/>
                    <p:cNvSpPr/>
                    <p:nvPr/>
                  </p:nvSpPr>
                  <p:spPr>
                    <a:xfrm>
                      <a:off x="536" y="1068"/>
                      <a:ext cx="60"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235" name="Google Shape;1235;p20"/>
                    <p:cNvSpPr/>
                    <p:nvPr/>
                  </p:nvSpPr>
                  <p:spPr>
                    <a:xfrm>
                      <a:off x="615" y="1068"/>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236" name="Google Shape;1236;p20"/>
                    <p:cNvSpPr/>
                    <p:nvPr/>
                  </p:nvSpPr>
                  <p:spPr>
                    <a:xfrm flipH="1" rot="10800000">
                      <a:off x="322" y="890"/>
                      <a:ext cx="859" cy="110"/>
                    </a:xfrm>
                    <a:custGeom>
                      <a:rect b="b" l="l" r="r" t="t"/>
                      <a:pathLst>
                        <a:path extrusionOk="0" h="21600" w="21600">
                          <a:moveTo>
                            <a:pt x="0" y="0"/>
                          </a:moveTo>
                          <a:lnTo>
                            <a:pt x="5400" y="21600"/>
                          </a:lnTo>
                          <a:lnTo>
                            <a:pt x="16200" y="21600"/>
                          </a:lnTo>
                          <a:lnTo>
                            <a:pt x="21600" y="0"/>
                          </a:lnTo>
                          <a:lnTo>
                            <a:pt x="0" y="0"/>
                          </a:lnTo>
                          <a:close/>
                        </a:path>
                      </a:pathLst>
                    </a:custGeom>
                    <a:solidFill>
                      <a:srgbClr val="EC86A6"/>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descr="desktop_computer_stylized_small" id="1237" name="Google Shape;1237;p20"/>
                  <p:cNvPicPr preferRelativeResize="0"/>
                  <p:nvPr/>
                </p:nvPicPr>
                <p:blipFill rotWithShape="1">
                  <a:blip r:embed="rId10">
                    <a:alphaModFix/>
                  </a:blip>
                  <a:srcRect b="0" l="0" r="0" t="0"/>
                  <a:stretch/>
                </p:blipFill>
                <p:spPr>
                  <a:xfrm>
                    <a:off x="-427" y="2049"/>
                    <a:ext cx="447" cy="411"/>
                  </a:xfrm>
                  <a:prstGeom prst="rect">
                    <a:avLst/>
                  </a:prstGeom>
                  <a:noFill/>
                  <a:ln>
                    <a:noFill/>
                  </a:ln>
                </p:spPr>
              </p:pic>
              <p:sp>
                <p:nvSpPr>
                  <p:cNvPr id="1238" name="Google Shape;1238;p20"/>
                  <p:cNvSpPr/>
                  <p:nvPr/>
                </p:nvSpPr>
                <p:spPr>
                  <a:xfrm>
                    <a:off x="528" y="2232"/>
                    <a:ext cx="104" cy="91"/>
                  </a:xfrm>
                  <a:prstGeom prst="rect">
                    <a:avLst/>
                  </a:prstGeom>
                  <a:solidFill>
                    <a:srgbClr val="E4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239" name="Google Shape;1239;p20"/>
                  <p:cNvSpPr/>
                  <p:nvPr/>
                </p:nvSpPr>
                <p:spPr>
                  <a:xfrm>
                    <a:off x="282" y="1951"/>
                    <a:ext cx="302" cy="274"/>
                  </a:xfrm>
                  <a:custGeom>
                    <a:rect b="b" l="l" r="r" t="t"/>
                    <a:pathLst>
                      <a:path extrusionOk="0" h="274" w="381">
                        <a:moveTo>
                          <a:pt x="381" y="274"/>
                        </a:moveTo>
                        <a:lnTo>
                          <a:pt x="381" y="130"/>
                        </a:lnTo>
                        <a:lnTo>
                          <a:pt x="0" y="0"/>
                        </a:lnTo>
                      </a:path>
                    </a:pathLst>
                  </a:custGeom>
                  <a:noFill/>
                  <a:ln cap="flat" cmpd="sng" w="9525">
                    <a:solidFill>
                      <a:srgbClr val="E4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tv" id="1240" name="Google Shape;1240;p20"/>
                  <p:cNvPicPr preferRelativeResize="0"/>
                  <p:nvPr/>
                </p:nvPicPr>
                <p:blipFill rotWithShape="1">
                  <a:blip r:embed="rId11">
                    <a:alphaModFix/>
                  </a:blip>
                  <a:srcRect b="0" l="0" r="0" t="0"/>
                  <a:stretch/>
                </p:blipFill>
                <p:spPr>
                  <a:xfrm>
                    <a:off x="2" y="1737"/>
                    <a:ext cx="476" cy="425"/>
                  </a:xfrm>
                  <a:prstGeom prst="rect">
                    <a:avLst/>
                  </a:prstGeom>
                  <a:noFill/>
                  <a:ln>
                    <a:noFill/>
                  </a:ln>
                </p:spPr>
              </p:pic>
            </p:grpSp>
          </p:grpSp>
          <p:cxnSp>
            <p:nvCxnSpPr>
              <p:cNvPr id="1241" name="Google Shape;1241;p20"/>
              <p:cNvCxnSpPr/>
              <p:nvPr/>
            </p:nvCxnSpPr>
            <p:spPr>
              <a:xfrm>
                <a:off x="8423564" y="1479550"/>
                <a:ext cx="2593686" cy="0"/>
              </a:xfrm>
              <a:prstGeom prst="straightConnector1">
                <a:avLst/>
              </a:prstGeom>
              <a:noFill/>
              <a:ln cap="flat" cmpd="sng" w="19050">
                <a:solidFill>
                  <a:srgbClr val="E40000"/>
                </a:solidFill>
                <a:prstDash val="solid"/>
                <a:round/>
                <a:headEnd len="med" w="med" type="none"/>
                <a:tailEnd len="med" w="med" type="none"/>
              </a:ln>
            </p:spPr>
          </p:cxnSp>
          <p:sp>
            <p:nvSpPr>
              <p:cNvPr id="1242" name="Google Shape;1242;p20"/>
              <p:cNvSpPr txBox="1"/>
              <p:nvPr/>
            </p:nvSpPr>
            <p:spPr>
              <a:xfrm>
                <a:off x="9439275" y="808038"/>
                <a:ext cx="4889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969696"/>
                  </a:buClr>
                  <a:buSzPts val="2400"/>
                  <a:buFont typeface="Times New Roman"/>
                  <a:buNone/>
                </a:pPr>
                <a:r>
                  <a:rPr b="0" i="0" lang="en-US" sz="2400" u="none" cap="none" strike="noStrike">
                    <a:solidFill>
                      <a:srgbClr val="969696"/>
                    </a:solidFill>
                    <a:latin typeface="Times New Roman"/>
                    <a:ea typeface="Times New Roman"/>
                    <a:cs typeface="Times New Roman"/>
                    <a:sym typeface="Times New Roman"/>
                  </a:rPr>
                  <a:t>…</a:t>
                </a:r>
                <a:endParaRPr/>
              </a:p>
            </p:txBody>
          </p:sp>
          <p:grpSp>
            <p:nvGrpSpPr>
              <p:cNvPr id="1243" name="Google Shape;1243;p20"/>
              <p:cNvGrpSpPr/>
              <p:nvPr/>
            </p:nvGrpSpPr>
            <p:grpSpPr>
              <a:xfrm>
                <a:off x="7872413" y="1479550"/>
                <a:ext cx="850900" cy="623888"/>
                <a:chOff x="7872413" y="1479550"/>
                <a:chExt cx="850900" cy="623888"/>
              </a:xfrm>
            </p:grpSpPr>
            <p:grpSp>
              <p:nvGrpSpPr>
                <p:cNvPr id="1244" name="Google Shape;1244;p20"/>
                <p:cNvGrpSpPr/>
                <p:nvPr/>
              </p:nvGrpSpPr>
              <p:grpSpPr>
                <a:xfrm>
                  <a:off x="7872413" y="1576388"/>
                  <a:ext cx="850900" cy="527050"/>
                  <a:chOff x="-490" y="1664"/>
                  <a:chExt cx="1429" cy="842"/>
                </a:xfrm>
              </p:grpSpPr>
              <p:sp>
                <p:nvSpPr>
                  <p:cNvPr id="1245" name="Google Shape;1245;p20"/>
                  <p:cNvSpPr/>
                  <p:nvPr/>
                </p:nvSpPr>
                <p:spPr>
                  <a:xfrm>
                    <a:off x="-490" y="1664"/>
                    <a:ext cx="1429" cy="294"/>
                  </a:xfrm>
                  <a:prstGeom prst="triangle">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grpSp>
                <p:nvGrpSpPr>
                  <p:cNvPr id="1246" name="Google Shape;1246;p20"/>
                  <p:cNvGrpSpPr/>
                  <p:nvPr/>
                </p:nvGrpSpPr>
                <p:grpSpPr>
                  <a:xfrm>
                    <a:off x="-427" y="1737"/>
                    <a:ext cx="1217" cy="769"/>
                    <a:chOff x="-427" y="1737"/>
                    <a:chExt cx="1217" cy="769"/>
                  </a:xfrm>
                </p:grpSpPr>
                <p:sp>
                  <p:nvSpPr>
                    <p:cNvPr id="1247" name="Google Shape;1247;p20"/>
                    <p:cNvSpPr/>
                    <p:nvPr/>
                  </p:nvSpPr>
                  <p:spPr>
                    <a:xfrm>
                      <a:off x="-338" y="1923"/>
                      <a:ext cx="1128" cy="583"/>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cxnSp>
                  <p:nvCxnSpPr>
                    <p:cNvPr id="1248" name="Google Shape;1248;p20"/>
                    <p:cNvCxnSpPr/>
                    <p:nvPr/>
                  </p:nvCxnSpPr>
                  <p:spPr>
                    <a:xfrm>
                      <a:off x="-150" y="2271"/>
                      <a:ext cx="676" cy="4"/>
                    </a:xfrm>
                    <a:prstGeom prst="straightConnector1">
                      <a:avLst/>
                    </a:prstGeom>
                    <a:noFill/>
                    <a:ln cap="flat" cmpd="sng" w="9525">
                      <a:solidFill>
                        <a:srgbClr val="E40000"/>
                      </a:solidFill>
                      <a:prstDash val="solid"/>
                      <a:round/>
                      <a:headEnd len="med" w="med" type="none"/>
                      <a:tailEnd len="med" w="med" type="none"/>
                    </a:ln>
                  </p:spPr>
                </p:cxnSp>
                <p:grpSp>
                  <p:nvGrpSpPr>
                    <p:cNvPr id="1249" name="Google Shape;1249;p20"/>
                    <p:cNvGrpSpPr/>
                    <p:nvPr/>
                  </p:nvGrpSpPr>
                  <p:grpSpPr>
                    <a:xfrm>
                      <a:off x="67" y="2192"/>
                      <a:ext cx="387" cy="139"/>
                      <a:chOff x="320" y="890"/>
                      <a:chExt cx="871" cy="339"/>
                    </a:xfrm>
                  </p:grpSpPr>
                  <p:sp>
                    <p:nvSpPr>
                      <p:cNvPr id="1250" name="Google Shape;1250;p20"/>
                      <p:cNvSpPr/>
                      <p:nvPr/>
                    </p:nvSpPr>
                    <p:spPr>
                      <a:xfrm>
                        <a:off x="320" y="1000"/>
                        <a:ext cx="871" cy="229"/>
                      </a:xfrm>
                      <a:prstGeom prst="rect">
                        <a:avLst/>
                      </a:prstGeom>
                      <a:solidFill>
                        <a:srgbClr val="EC86A6"/>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251" name="Google Shape;1251;p20"/>
                      <p:cNvSpPr/>
                      <p:nvPr/>
                    </p:nvSpPr>
                    <p:spPr>
                      <a:xfrm>
                        <a:off x="392" y="1074"/>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252" name="Google Shape;1252;p20"/>
                      <p:cNvSpPr/>
                      <p:nvPr/>
                    </p:nvSpPr>
                    <p:spPr>
                      <a:xfrm>
                        <a:off x="464" y="1074"/>
                        <a:ext cx="54" cy="56"/>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253" name="Google Shape;1253;p20"/>
                      <p:cNvSpPr/>
                      <p:nvPr/>
                    </p:nvSpPr>
                    <p:spPr>
                      <a:xfrm>
                        <a:off x="536" y="1068"/>
                        <a:ext cx="60"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254" name="Google Shape;1254;p20"/>
                      <p:cNvSpPr/>
                      <p:nvPr/>
                    </p:nvSpPr>
                    <p:spPr>
                      <a:xfrm>
                        <a:off x="615" y="1068"/>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255" name="Google Shape;1255;p20"/>
                      <p:cNvSpPr/>
                      <p:nvPr/>
                    </p:nvSpPr>
                    <p:spPr>
                      <a:xfrm flipH="1" rot="10800000">
                        <a:off x="322" y="890"/>
                        <a:ext cx="859" cy="110"/>
                      </a:xfrm>
                      <a:custGeom>
                        <a:rect b="b" l="l" r="r" t="t"/>
                        <a:pathLst>
                          <a:path extrusionOk="0" h="21600" w="21600">
                            <a:moveTo>
                              <a:pt x="0" y="0"/>
                            </a:moveTo>
                            <a:lnTo>
                              <a:pt x="5400" y="21600"/>
                            </a:lnTo>
                            <a:lnTo>
                              <a:pt x="16200" y="21600"/>
                            </a:lnTo>
                            <a:lnTo>
                              <a:pt x="21600" y="0"/>
                            </a:lnTo>
                            <a:lnTo>
                              <a:pt x="0" y="0"/>
                            </a:lnTo>
                            <a:close/>
                          </a:path>
                        </a:pathLst>
                      </a:custGeom>
                      <a:solidFill>
                        <a:srgbClr val="EC86A6"/>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descr="desktop_computer_stylized_small" id="1256" name="Google Shape;1256;p20"/>
                    <p:cNvPicPr preferRelativeResize="0"/>
                    <p:nvPr/>
                  </p:nvPicPr>
                  <p:blipFill rotWithShape="1">
                    <a:blip r:embed="rId10">
                      <a:alphaModFix/>
                    </a:blip>
                    <a:srcRect b="0" l="0" r="0" t="0"/>
                    <a:stretch/>
                  </p:blipFill>
                  <p:spPr>
                    <a:xfrm>
                      <a:off x="-427" y="2049"/>
                      <a:ext cx="447" cy="411"/>
                    </a:xfrm>
                    <a:prstGeom prst="rect">
                      <a:avLst/>
                    </a:prstGeom>
                    <a:noFill/>
                    <a:ln>
                      <a:noFill/>
                    </a:ln>
                  </p:spPr>
                </p:pic>
                <p:sp>
                  <p:nvSpPr>
                    <p:cNvPr id="1257" name="Google Shape;1257;p20"/>
                    <p:cNvSpPr/>
                    <p:nvPr/>
                  </p:nvSpPr>
                  <p:spPr>
                    <a:xfrm>
                      <a:off x="528" y="2232"/>
                      <a:ext cx="104" cy="91"/>
                    </a:xfrm>
                    <a:prstGeom prst="rect">
                      <a:avLst/>
                    </a:prstGeom>
                    <a:solidFill>
                      <a:srgbClr val="E4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258" name="Google Shape;1258;p20"/>
                    <p:cNvSpPr/>
                    <p:nvPr/>
                  </p:nvSpPr>
                  <p:spPr>
                    <a:xfrm>
                      <a:off x="282" y="1951"/>
                      <a:ext cx="302" cy="274"/>
                    </a:xfrm>
                    <a:custGeom>
                      <a:rect b="b" l="l" r="r" t="t"/>
                      <a:pathLst>
                        <a:path extrusionOk="0" h="274" w="381">
                          <a:moveTo>
                            <a:pt x="381" y="274"/>
                          </a:moveTo>
                          <a:lnTo>
                            <a:pt x="381" y="130"/>
                          </a:lnTo>
                          <a:lnTo>
                            <a:pt x="0" y="0"/>
                          </a:lnTo>
                        </a:path>
                      </a:pathLst>
                    </a:custGeom>
                    <a:noFill/>
                    <a:ln cap="flat" cmpd="sng" w="9525">
                      <a:solidFill>
                        <a:srgbClr val="E4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tv" id="1259" name="Google Shape;1259;p20"/>
                    <p:cNvPicPr preferRelativeResize="0"/>
                    <p:nvPr/>
                  </p:nvPicPr>
                  <p:blipFill rotWithShape="1">
                    <a:blip r:embed="rId11">
                      <a:alphaModFix/>
                    </a:blip>
                    <a:srcRect b="0" l="0" r="0" t="0"/>
                    <a:stretch/>
                  </p:blipFill>
                  <p:spPr>
                    <a:xfrm>
                      <a:off x="2" y="1737"/>
                      <a:ext cx="476" cy="425"/>
                    </a:xfrm>
                    <a:prstGeom prst="rect">
                      <a:avLst/>
                    </a:prstGeom>
                    <a:noFill/>
                    <a:ln>
                      <a:noFill/>
                    </a:ln>
                  </p:spPr>
                </p:pic>
              </p:grpSp>
            </p:grpSp>
            <p:sp>
              <p:nvSpPr>
                <p:cNvPr id="1260" name="Google Shape;1260;p20"/>
                <p:cNvSpPr/>
                <p:nvPr/>
              </p:nvSpPr>
              <p:spPr>
                <a:xfrm>
                  <a:off x="8543925" y="1479550"/>
                  <a:ext cx="127000" cy="476250"/>
                </a:xfrm>
                <a:custGeom>
                  <a:rect b="b" l="l" r="r" t="t"/>
                  <a:pathLst>
                    <a:path extrusionOk="0" h="300" w="80">
                      <a:moveTo>
                        <a:pt x="0" y="300"/>
                      </a:moveTo>
                      <a:lnTo>
                        <a:pt x="80" y="300"/>
                      </a:lnTo>
                      <a:lnTo>
                        <a:pt x="80" y="0"/>
                      </a:lnTo>
                    </a:path>
                  </a:pathLst>
                </a:custGeom>
                <a:noFill/>
                <a:ln cap="flat" cmpd="sng" w="9525">
                  <a:solidFill>
                    <a:srgbClr val="E4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261" name="Google Shape;1261;p20"/>
              <p:cNvSpPr/>
              <p:nvPr/>
            </p:nvSpPr>
            <p:spPr>
              <a:xfrm>
                <a:off x="10755313" y="1054100"/>
                <a:ext cx="955675" cy="700088"/>
              </a:xfrm>
              <a:prstGeom prst="rect">
                <a:avLst/>
              </a:prstGeom>
              <a:noFill/>
              <a:ln cap="flat" cmpd="sng" w="9525">
                <a:solidFill>
                  <a:schemeClr val="dk1"/>
                </a:solidFill>
                <a:prstDash val="dashDot"/>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1262" name="Google Shape;1262;p20"/>
              <p:cNvSpPr/>
              <p:nvPr/>
            </p:nvSpPr>
            <p:spPr>
              <a:xfrm>
                <a:off x="11012488" y="1236663"/>
                <a:ext cx="330200" cy="454025"/>
              </a:xfrm>
              <a:custGeom>
                <a:rect b="b" l="l" r="r" t="t"/>
                <a:pathLst>
                  <a:path extrusionOk="0" h="412" w="318">
                    <a:moveTo>
                      <a:pt x="0" y="412"/>
                    </a:moveTo>
                    <a:lnTo>
                      <a:pt x="3" y="1"/>
                    </a:lnTo>
                    <a:lnTo>
                      <a:pt x="74" y="0"/>
                    </a:lnTo>
                    <a:lnTo>
                      <a:pt x="254" y="111"/>
                    </a:lnTo>
                    <a:lnTo>
                      <a:pt x="318" y="115"/>
                    </a:lnTo>
                    <a:lnTo>
                      <a:pt x="318" y="308"/>
                    </a:lnTo>
                    <a:lnTo>
                      <a:pt x="246" y="308"/>
                    </a:lnTo>
                    <a:lnTo>
                      <a:pt x="74" y="412"/>
                    </a:lnTo>
                    <a:lnTo>
                      <a:pt x="0" y="412"/>
                    </a:lnTo>
                    <a:close/>
                  </a:path>
                </a:pathLst>
              </a:custGeom>
              <a:gradFill>
                <a:gsLst>
                  <a:gs pos="0">
                    <a:schemeClr val="lt1"/>
                  </a:gs>
                  <a:gs pos="99000">
                    <a:srgbClr val="E40000"/>
                  </a:gs>
                  <a:gs pos="100000">
                    <a:srgbClr val="E40000"/>
                  </a:gs>
                </a:gsLst>
                <a:lin ang="0" scaled="0"/>
              </a:gra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63" name="Google Shape;1263;p20"/>
              <p:cNvSpPr/>
              <p:nvPr/>
            </p:nvSpPr>
            <p:spPr>
              <a:xfrm>
                <a:off x="11009842" y="1167342"/>
                <a:ext cx="366713" cy="406400"/>
              </a:xfrm>
              <a:custGeom>
                <a:rect b="b" l="l" r="r" t="t"/>
                <a:pathLst>
                  <a:path extrusionOk="0" h="369" w="353">
                    <a:moveTo>
                      <a:pt x="0" y="59"/>
                    </a:moveTo>
                    <a:lnTo>
                      <a:pt x="32" y="0"/>
                    </a:lnTo>
                    <a:lnTo>
                      <a:pt x="105" y="0"/>
                    </a:lnTo>
                    <a:lnTo>
                      <a:pt x="276" y="113"/>
                    </a:lnTo>
                    <a:lnTo>
                      <a:pt x="353" y="113"/>
                    </a:lnTo>
                    <a:lnTo>
                      <a:pt x="353" y="315"/>
                    </a:lnTo>
                    <a:lnTo>
                      <a:pt x="318" y="369"/>
                    </a:lnTo>
                    <a:lnTo>
                      <a:pt x="315" y="173"/>
                    </a:lnTo>
                    <a:lnTo>
                      <a:pt x="254" y="173"/>
                    </a:lnTo>
                    <a:lnTo>
                      <a:pt x="75" y="60"/>
                    </a:lnTo>
                    <a:lnTo>
                      <a:pt x="0" y="59"/>
                    </a:lnTo>
                    <a:close/>
                  </a:path>
                </a:pathLst>
              </a:custGeom>
              <a:solidFill>
                <a:srgbClr val="C00000"/>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1264" name="Google Shape;1264;p20"/>
              <p:cNvCxnSpPr/>
              <p:nvPr/>
            </p:nvCxnSpPr>
            <p:spPr>
              <a:xfrm flipH="1">
                <a:off x="11339513" y="1295400"/>
                <a:ext cx="34925" cy="68263"/>
              </a:xfrm>
              <a:prstGeom prst="straightConnector1">
                <a:avLst/>
              </a:prstGeom>
              <a:noFill/>
              <a:ln cap="flat" cmpd="sng" w="9525">
                <a:solidFill>
                  <a:schemeClr val="dk1"/>
                </a:solidFill>
                <a:prstDash val="solid"/>
                <a:round/>
                <a:headEnd len="med" w="med" type="none"/>
                <a:tailEnd len="med" w="med" type="none"/>
              </a:ln>
            </p:spPr>
          </p:cxnSp>
          <p:cxnSp>
            <p:nvCxnSpPr>
              <p:cNvPr id="1265" name="Google Shape;1265;p20"/>
              <p:cNvCxnSpPr/>
              <p:nvPr/>
            </p:nvCxnSpPr>
            <p:spPr>
              <a:xfrm>
                <a:off x="11041063" y="1466850"/>
                <a:ext cx="268287" cy="0"/>
              </a:xfrm>
              <a:prstGeom prst="straightConnector1">
                <a:avLst/>
              </a:prstGeom>
              <a:noFill/>
              <a:ln cap="flat" cmpd="sng" w="9525">
                <a:solidFill>
                  <a:schemeClr val="dk1"/>
                </a:solidFill>
                <a:prstDash val="solid"/>
                <a:round/>
                <a:headEnd len="med" w="med" type="none"/>
                <a:tailEnd len="med" w="med" type="triangle"/>
              </a:ln>
            </p:spPr>
          </p:cxnSp>
          <p:sp>
            <p:nvSpPr>
              <p:cNvPr id="1266" name="Google Shape;1266;p20"/>
              <p:cNvSpPr/>
              <p:nvPr/>
            </p:nvSpPr>
            <p:spPr>
              <a:xfrm>
                <a:off x="11034713" y="1290638"/>
                <a:ext cx="274637" cy="115887"/>
              </a:xfrm>
              <a:custGeom>
                <a:rect b="b" l="l" r="r" t="t"/>
                <a:pathLst>
                  <a:path extrusionOk="0" h="105" w="264">
                    <a:moveTo>
                      <a:pt x="0" y="0"/>
                    </a:moveTo>
                    <a:lnTo>
                      <a:pt x="52" y="0"/>
                    </a:lnTo>
                    <a:lnTo>
                      <a:pt x="207" y="105"/>
                    </a:lnTo>
                    <a:lnTo>
                      <a:pt x="264" y="105"/>
                    </a:lnTo>
                  </a:path>
                </a:pathLst>
              </a:custGeom>
              <a:noFill/>
              <a:ln cap="flat" cmpd="sng" w="9525">
                <a:solidFill>
                  <a:schemeClr val="dk1"/>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67" name="Google Shape;1267;p20"/>
              <p:cNvSpPr/>
              <p:nvPr/>
            </p:nvSpPr>
            <p:spPr>
              <a:xfrm flipH="1" rot="10800000">
                <a:off x="11034713" y="1527175"/>
                <a:ext cx="274637" cy="114300"/>
              </a:xfrm>
              <a:custGeom>
                <a:rect b="b" l="l" r="r" t="t"/>
                <a:pathLst>
                  <a:path extrusionOk="0" h="105" w="264">
                    <a:moveTo>
                      <a:pt x="0" y="0"/>
                    </a:moveTo>
                    <a:lnTo>
                      <a:pt x="52" y="0"/>
                    </a:lnTo>
                    <a:lnTo>
                      <a:pt x="207" y="105"/>
                    </a:lnTo>
                    <a:lnTo>
                      <a:pt x="264" y="105"/>
                    </a:lnTo>
                  </a:path>
                </a:pathLst>
              </a:custGeom>
              <a:noFill/>
              <a:ln cap="flat" cmpd="sng" w="9525">
                <a:solidFill>
                  <a:schemeClr val="dk1"/>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68" name="Google Shape;1268;p20"/>
              <p:cNvSpPr/>
              <p:nvPr/>
            </p:nvSpPr>
            <p:spPr>
              <a:xfrm>
                <a:off x="10615613" y="790575"/>
                <a:ext cx="1206500" cy="261938"/>
              </a:xfrm>
              <a:prstGeom prst="triangle">
                <a:avLst>
                  <a:gd fmla="val 50000" name="adj"/>
                </a:avLst>
              </a:prstGeom>
              <a:noFill/>
              <a:ln cap="flat" cmpd="sng" w="9525">
                <a:solidFill>
                  <a:schemeClr val="dk1"/>
                </a:solidFill>
                <a:prstDash val="dashDot"/>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grpSp>
            <p:nvGrpSpPr>
              <p:cNvPr id="1269" name="Google Shape;1269;p20"/>
              <p:cNvGrpSpPr/>
              <p:nvPr/>
            </p:nvGrpSpPr>
            <p:grpSpPr>
              <a:xfrm>
                <a:off x="8699500" y="730250"/>
                <a:ext cx="850900" cy="755650"/>
                <a:chOff x="8699500" y="730250"/>
                <a:chExt cx="850900" cy="755650"/>
              </a:xfrm>
            </p:grpSpPr>
            <p:grpSp>
              <p:nvGrpSpPr>
                <p:cNvPr id="1270" name="Google Shape;1270;p20"/>
                <p:cNvGrpSpPr/>
                <p:nvPr/>
              </p:nvGrpSpPr>
              <p:grpSpPr>
                <a:xfrm>
                  <a:off x="8699500" y="730250"/>
                  <a:ext cx="850900" cy="527050"/>
                  <a:chOff x="-490" y="1664"/>
                  <a:chExt cx="1429" cy="842"/>
                </a:xfrm>
              </p:grpSpPr>
              <p:sp>
                <p:nvSpPr>
                  <p:cNvPr id="1271" name="Google Shape;1271;p20"/>
                  <p:cNvSpPr/>
                  <p:nvPr/>
                </p:nvSpPr>
                <p:spPr>
                  <a:xfrm>
                    <a:off x="-490" y="1664"/>
                    <a:ext cx="1429" cy="294"/>
                  </a:xfrm>
                  <a:prstGeom prst="triangle">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grpSp>
                <p:nvGrpSpPr>
                  <p:cNvPr id="1272" name="Google Shape;1272;p20"/>
                  <p:cNvGrpSpPr/>
                  <p:nvPr/>
                </p:nvGrpSpPr>
                <p:grpSpPr>
                  <a:xfrm>
                    <a:off x="-427" y="1737"/>
                    <a:ext cx="1217" cy="769"/>
                    <a:chOff x="-427" y="1737"/>
                    <a:chExt cx="1217" cy="769"/>
                  </a:xfrm>
                </p:grpSpPr>
                <p:sp>
                  <p:nvSpPr>
                    <p:cNvPr id="1273" name="Google Shape;1273;p20"/>
                    <p:cNvSpPr/>
                    <p:nvPr/>
                  </p:nvSpPr>
                  <p:spPr>
                    <a:xfrm>
                      <a:off x="-338" y="1923"/>
                      <a:ext cx="1128" cy="583"/>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cxnSp>
                  <p:nvCxnSpPr>
                    <p:cNvPr id="1274" name="Google Shape;1274;p20"/>
                    <p:cNvCxnSpPr/>
                    <p:nvPr/>
                  </p:nvCxnSpPr>
                  <p:spPr>
                    <a:xfrm>
                      <a:off x="-150" y="2271"/>
                      <a:ext cx="673" cy="7"/>
                    </a:xfrm>
                    <a:prstGeom prst="straightConnector1">
                      <a:avLst/>
                    </a:prstGeom>
                    <a:noFill/>
                    <a:ln cap="flat" cmpd="sng" w="9525">
                      <a:solidFill>
                        <a:srgbClr val="E40000"/>
                      </a:solidFill>
                      <a:prstDash val="solid"/>
                      <a:round/>
                      <a:headEnd len="med" w="med" type="none"/>
                      <a:tailEnd len="med" w="med" type="none"/>
                    </a:ln>
                  </p:spPr>
                </p:cxnSp>
                <p:grpSp>
                  <p:nvGrpSpPr>
                    <p:cNvPr id="1275" name="Google Shape;1275;p20"/>
                    <p:cNvGrpSpPr/>
                    <p:nvPr/>
                  </p:nvGrpSpPr>
                  <p:grpSpPr>
                    <a:xfrm>
                      <a:off x="67" y="2192"/>
                      <a:ext cx="387" cy="139"/>
                      <a:chOff x="320" y="890"/>
                      <a:chExt cx="871" cy="339"/>
                    </a:xfrm>
                  </p:grpSpPr>
                  <p:sp>
                    <p:nvSpPr>
                      <p:cNvPr id="1276" name="Google Shape;1276;p20"/>
                      <p:cNvSpPr/>
                      <p:nvPr/>
                    </p:nvSpPr>
                    <p:spPr>
                      <a:xfrm>
                        <a:off x="320" y="1000"/>
                        <a:ext cx="871" cy="229"/>
                      </a:xfrm>
                      <a:prstGeom prst="rect">
                        <a:avLst/>
                      </a:prstGeom>
                      <a:solidFill>
                        <a:srgbClr val="EC86A6"/>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277" name="Google Shape;1277;p20"/>
                      <p:cNvSpPr/>
                      <p:nvPr/>
                    </p:nvSpPr>
                    <p:spPr>
                      <a:xfrm>
                        <a:off x="392" y="1074"/>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278" name="Google Shape;1278;p20"/>
                      <p:cNvSpPr/>
                      <p:nvPr/>
                    </p:nvSpPr>
                    <p:spPr>
                      <a:xfrm>
                        <a:off x="464" y="1074"/>
                        <a:ext cx="54" cy="56"/>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279" name="Google Shape;1279;p20"/>
                      <p:cNvSpPr/>
                      <p:nvPr/>
                    </p:nvSpPr>
                    <p:spPr>
                      <a:xfrm>
                        <a:off x="536" y="1068"/>
                        <a:ext cx="60"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280" name="Google Shape;1280;p20"/>
                      <p:cNvSpPr/>
                      <p:nvPr/>
                    </p:nvSpPr>
                    <p:spPr>
                      <a:xfrm>
                        <a:off x="615" y="1068"/>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281" name="Google Shape;1281;p20"/>
                      <p:cNvSpPr/>
                      <p:nvPr/>
                    </p:nvSpPr>
                    <p:spPr>
                      <a:xfrm flipH="1" rot="10800000">
                        <a:off x="322" y="890"/>
                        <a:ext cx="859" cy="110"/>
                      </a:xfrm>
                      <a:custGeom>
                        <a:rect b="b" l="l" r="r" t="t"/>
                        <a:pathLst>
                          <a:path extrusionOk="0" h="21600" w="21600">
                            <a:moveTo>
                              <a:pt x="0" y="0"/>
                            </a:moveTo>
                            <a:lnTo>
                              <a:pt x="5400" y="21600"/>
                            </a:lnTo>
                            <a:lnTo>
                              <a:pt x="16200" y="21600"/>
                            </a:lnTo>
                            <a:lnTo>
                              <a:pt x="21600" y="0"/>
                            </a:lnTo>
                            <a:lnTo>
                              <a:pt x="0" y="0"/>
                            </a:lnTo>
                            <a:close/>
                          </a:path>
                        </a:pathLst>
                      </a:custGeom>
                      <a:solidFill>
                        <a:srgbClr val="BFBFB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descr="desktop_computer_stylized_small" id="1282" name="Google Shape;1282;p20"/>
                    <p:cNvPicPr preferRelativeResize="0"/>
                    <p:nvPr/>
                  </p:nvPicPr>
                  <p:blipFill rotWithShape="1">
                    <a:blip r:embed="rId10">
                      <a:alphaModFix/>
                    </a:blip>
                    <a:srcRect b="0" l="0" r="0" t="0"/>
                    <a:stretch/>
                  </p:blipFill>
                  <p:spPr>
                    <a:xfrm>
                      <a:off x="-427" y="2049"/>
                      <a:ext cx="447" cy="411"/>
                    </a:xfrm>
                    <a:prstGeom prst="rect">
                      <a:avLst/>
                    </a:prstGeom>
                    <a:noFill/>
                    <a:ln>
                      <a:noFill/>
                    </a:ln>
                  </p:spPr>
                </p:pic>
                <p:sp>
                  <p:nvSpPr>
                    <p:cNvPr id="1283" name="Google Shape;1283;p20"/>
                    <p:cNvSpPr/>
                    <p:nvPr/>
                  </p:nvSpPr>
                  <p:spPr>
                    <a:xfrm>
                      <a:off x="528" y="2232"/>
                      <a:ext cx="104" cy="91"/>
                    </a:xfrm>
                    <a:prstGeom prst="rect">
                      <a:avLst/>
                    </a:prstGeom>
                    <a:solidFill>
                      <a:srgbClr val="E4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284" name="Google Shape;1284;p20"/>
                    <p:cNvSpPr/>
                    <p:nvPr/>
                  </p:nvSpPr>
                  <p:spPr>
                    <a:xfrm>
                      <a:off x="282" y="1951"/>
                      <a:ext cx="302" cy="274"/>
                    </a:xfrm>
                    <a:custGeom>
                      <a:rect b="b" l="l" r="r" t="t"/>
                      <a:pathLst>
                        <a:path extrusionOk="0" h="274" w="381">
                          <a:moveTo>
                            <a:pt x="381" y="274"/>
                          </a:moveTo>
                          <a:lnTo>
                            <a:pt x="381" y="130"/>
                          </a:lnTo>
                          <a:lnTo>
                            <a:pt x="0" y="0"/>
                          </a:lnTo>
                        </a:path>
                      </a:pathLst>
                    </a:custGeom>
                    <a:noFill/>
                    <a:ln cap="flat" cmpd="sng" w="9525">
                      <a:solidFill>
                        <a:srgbClr val="E4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tv" id="1285" name="Google Shape;1285;p20"/>
                    <p:cNvPicPr preferRelativeResize="0"/>
                    <p:nvPr/>
                  </p:nvPicPr>
                  <p:blipFill rotWithShape="1">
                    <a:blip r:embed="rId11">
                      <a:alphaModFix/>
                    </a:blip>
                    <a:srcRect b="0" l="0" r="0" t="0"/>
                    <a:stretch/>
                  </p:blipFill>
                  <p:spPr>
                    <a:xfrm>
                      <a:off x="2" y="1737"/>
                      <a:ext cx="476" cy="425"/>
                    </a:xfrm>
                    <a:prstGeom prst="rect">
                      <a:avLst/>
                    </a:prstGeom>
                    <a:noFill/>
                    <a:ln>
                      <a:noFill/>
                    </a:ln>
                  </p:spPr>
                </p:pic>
              </p:grpSp>
            </p:grpSp>
            <p:cxnSp>
              <p:nvCxnSpPr>
                <p:cNvPr id="1286" name="Google Shape;1286;p20"/>
                <p:cNvCxnSpPr/>
                <p:nvPr/>
              </p:nvCxnSpPr>
              <p:spPr>
                <a:xfrm>
                  <a:off x="9334500" y="1147233"/>
                  <a:ext cx="0" cy="338667"/>
                </a:xfrm>
                <a:prstGeom prst="straightConnector1">
                  <a:avLst/>
                </a:prstGeom>
                <a:noFill/>
                <a:ln cap="flat" cmpd="sng" w="9525">
                  <a:solidFill>
                    <a:srgbClr val="E40000"/>
                  </a:solidFill>
                  <a:prstDash val="solid"/>
                  <a:miter lim="800000"/>
                  <a:headEnd len="sm" w="sm" type="none"/>
                  <a:tailEnd len="sm" w="sm" type="none"/>
                </a:ln>
              </p:spPr>
            </p:cxnSp>
          </p:grpSp>
          <p:cxnSp>
            <p:nvCxnSpPr>
              <p:cNvPr id="1287" name="Google Shape;1287;p20"/>
              <p:cNvCxnSpPr/>
              <p:nvPr/>
            </p:nvCxnSpPr>
            <p:spPr>
              <a:xfrm>
                <a:off x="8428567" y="1151466"/>
                <a:ext cx="0" cy="338667"/>
              </a:xfrm>
              <a:prstGeom prst="straightConnector1">
                <a:avLst/>
              </a:prstGeom>
              <a:noFill/>
              <a:ln cap="flat" cmpd="sng" w="9525">
                <a:solidFill>
                  <a:srgbClr val="E40000"/>
                </a:solidFill>
                <a:prstDash val="solid"/>
                <a:miter lim="800000"/>
                <a:headEnd len="sm" w="sm" type="none"/>
                <a:tailEnd len="sm" w="sm" type="none"/>
              </a:ln>
            </p:spPr>
          </p:cxnSp>
          <p:grpSp>
            <p:nvGrpSpPr>
              <p:cNvPr id="1288" name="Google Shape;1288;p20"/>
              <p:cNvGrpSpPr/>
              <p:nvPr/>
            </p:nvGrpSpPr>
            <p:grpSpPr>
              <a:xfrm>
                <a:off x="8795279" y="1483783"/>
                <a:ext cx="850900" cy="623888"/>
                <a:chOff x="7872413" y="1479550"/>
                <a:chExt cx="850900" cy="623888"/>
              </a:xfrm>
            </p:grpSpPr>
            <p:grpSp>
              <p:nvGrpSpPr>
                <p:cNvPr id="1289" name="Google Shape;1289;p20"/>
                <p:cNvGrpSpPr/>
                <p:nvPr/>
              </p:nvGrpSpPr>
              <p:grpSpPr>
                <a:xfrm>
                  <a:off x="7872413" y="1576388"/>
                  <a:ext cx="850900" cy="527050"/>
                  <a:chOff x="-490" y="1664"/>
                  <a:chExt cx="1429" cy="842"/>
                </a:xfrm>
              </p:grpSpPr>
              <p:sp>
                <p:nvSpPr>
                  <p:cNvPr id="1290" name="Google Shape;1290;p20"/>
                  <p:cNvSpPr/>
                  <p:nvPr/>
                </p:nvSpPr>
                <p:spPr>
                  <a:xfrm>
                    <a:off x="-490" y="1664"/>
                    <a:ext cx="1429" cy="294"/>
                  </a:xfrm>
                  <a:prstGeom prst="triangle">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grpSp>
                <p:nvGrpSpPr>
                  <p:cNvPr id="1291" name="Google Shape;1291;p20"/>
                  <p:cNvGrpSpPr/>
                  <p:nvPr/>
                </p:nvGrpSpPr>
                <p:grpSpPr>
                  <a:xfrm>
                    <a:off x="-427" y="1737"/>
                    <a:ext cx="1217" cy="769"/>
                    <a:chOff x="-427" y="1737"/>
                    <a:chExt cx="1217" cy="769"/>
                  </a:xfrm>
                </p:grpSpPr>
                <p:sp>
                  <p:nvSpPr>
                    <p:cNvPr id="1292" name="Google Shape;1292;p20"/>
                    <p:cNvSpPr/>
                    <p:nvPr/>
                  </p:nvSpPr>
                  <p:spPr>
                    <a:xfrm>
                      <a:off x="-338" y="1923"/>
                      <a:ext cx="1128" cy="583"/>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cxnSp>
                  <p:nvCxnSpPr>
                    <p:cNvPr id="1293" name="Google Shape;1293;p20"/>
                    <p:cNvCxnSpPr/>
                    <p:nvPr/>
                  </p:nvCxnSpPr>
                  <p:spPr>
                    <a:xfrm>
                      <a:off x="-150" y="2271"/>
                      <a:ext cx="676" cy="4"/>
                    </a:xfrm>
                    <a:prstGeom prst="straightConnector1">
                      <a:avLst/>
                    </a:prstGeom>
                    <a:noFill/>
                    <a:ln cap="flat" cmpd="sng" w="9525">
                      <a:solidFill>
                        <a:srgbClr val="E40000"/>
                      </a:solidFill>
                      <a:prstDash val="solid"/>
                      <a:round/>
                      <a:headEnd len="med" w="med" type="none"/>
                      <a:tailEnd len="med" w="med" type="none"/>
                    </a:ln>
                  </p:spPr>
                </p:cxnSp>
                <p:grpSp>
                  <p:nvGrpSpPr>
                    <p:cNvPr id="1294" name="Google Shape;1294;p20"/>
                    <p:cNvGrpSpPr/>
                    <p:nvPr/>
                  </p:nvGrpSpPr>
                  <p:grpSpPr>
                    <a:xfrm>
                      <a:off x="67" y="2192"/>
                      <a:ext cx="387" cy="139"/>
                      <a:chOff x="320" y="890"/>
                      <a:chExt cx="871" cy="339"/>
                    </a:xfrm>
                  </p:grpSpPr>
                  <p:sp>
                    <p:nvSpPr>
                      <p:cNvPr id="1295" name="Google Shape;1295;p20"/>
                      <p:cNvSpPr/>
                      <p:nvPr/>
                    </p:nvSpPr>
                    <p:spPr>
                      <a:xfrm>
                        <a:off x="320" y="1000"/>
                        <a:ext cx="871" cy="229"/>
                      </a:xfrm>
                      <a:prstGeom prst="rect">
                        <a:avLst/>
                      </a:prstGeom>
                      <a:solidFill>
                        <a:srgbClr val="EC86A6"/>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296" name="Google Shape;1296;p20"/>
                      <p:cNvSpPr/>
                      <p:nvPr/>
                    </p:nvSpPr>
                    <p:spPr>
                      <a:xfrm>
                        <a:off x="392" y="1074"/>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297" name="Google Shape;1297;p20"/>
                      <p:cNvSpPr/>
                      <p:nvPr/>
                    </p:nvSpPr>
                    <p:spPr>
                      <a:xfrm>
                        <a:off x="464" y="1074"/>
                        <a:ext cx="54" cy="56"/>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298" name="Google Shape;1298;p20"/>
                      <p:cNvSpPr/>
                      <p:nvPr/>
                    </p:nvSpPr>
                    <p:spPr>
                      <a:xfrm>
                        <a:off x="536" y="1068"/>
                        <a:ext cx="60"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299" name="Google Shape;1299;p20"/>
                      <p:cNvSpPr/>
                      <p:nvPr/>
                    </p:nvSpPr>
                    <p:spPr>
                      <a:xfrm>
                        <a:off x="615" y="1068"/>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300" name="Google Shape;1300;p20"/>
                      <p:cNvSpPr/>
                      <p:nvPr/>
                    </p:nvSpPr>
                    <p:spPr>
                      <a:xfrm flipH="1" rot="10800000">
                        <a:off x="322" y="890"/>
                        <a:ext cx="859" cy="110"/>
                      </a:xfrm>
                      <a:custGeom>
                        <a:rect b="b" l="l" r="r" t="t"/>
                        <a:pathLst>
                          <a:path extrusionOk="0" h="21600" w="21600">
                            <a:moveTo>
                              <a:pt x="0" y="0"/>
                            </a:moveTo>
                            <a:lnTo>
                              <a:pt x="5400" y="21600"/>
                            </a:lnTo>
                            <a:lnTo>
                              <a:pt x="16200" y="21600"/>
                            </a:lnTo>
                            <a:lnTo>
                              <a:pt x="21600" y="0"/>
                            </a:lnTo>
                            <a:lnTo>
                              <a:pt x="0" y="0"/>
                            </a:lnTo>
                            <a:close/>
                          </a:path>
                        </a:pathLst>
                      </a:custGeom>
                      <a:solidFill>
                        <a:srgbClr val="BFBFB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descr="desktop_computer_stylized_small" id="1301" name="Google Shape;1301;p20"/>
                    <p:cNvPicPr preferRelativeResize="0"/>
                    <p:nvPr/>
                  </p:nvPicPr>
                  <p:blipFill rotWithShape="1">
                    <a:blip r:embed="rId10">
                      <a:alphaModFix/>
                    </a:blip>
                    <a:srcRect b="0" l="0" r="0" t="0"/>
                    <a:stretch/>
                  </p:blipFill>
                  <p:spPr>
                    <a:xfrm>
                      <a:off x="-427" y="2049"/>
                      <a:ext cx="447" cy="411"/>
                    </a:xfrm>
                    <a:prstGeom prst="rect">
                      <a:avLst/>
                    </a:prstGeom>
                    <a:noFill/>
                    <a:ln>
                      <a:noFill/>
                    </a:ln>
                  </p:spPr>
                </p:pic>
                <p:sp>
                  <p:nvSpPr>
                    <p:cNvPr id="1302" name="Google Shape;1302;p20"/>
                    <p:cNvSpPr/>
                    <p:nvPr/>
                  </p:nvSpPr>
                  <p:spPr>
                    <a:xfrm>
                      <a:off x="528" y="2232"/>
                      <a:ext cx="104" cy="91"/>
                    </a:xfrm>
                    <a:prstGeom prst="rect">
                      <a:avLst/>
                    </a:prstGeom>
                    <a:solidFill>
                      <a:srgbClr val="E4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303" name="Google Shape;1303;p20"/>
                    <p:cNvSpPr/>
                    <p:nvPr/>
                  </p:nvSpPr>
                  <p:spPr>
                    <a:xfrm>
                      <a:off x="282" y="1951"/>
                      <a:ext cx="302" cy="274"/>
                    </a:xfrm>
                    <a:custGeom>
                      <a:rect b="b" l="l" r="r" t="t"/>
                      <a:pathLst>
                        <a:path extrusionOk="0" h="274" w="381">
                          <a:moveTo>
                            <a:pt x="381" y="274"/>
                          </a:moveTo>
                          <a:lnTo>
                            <a:pt x="381" y="130"/>
                          </a:lnTo>
                          <a:lnTo>
                            <a:pt x="0" y="0"/>
                          </a:lnTo>
                        </a:path>
                      </a:pathLst>
                    </a:custGeom>
                    <a:noFill/>
                    <a:ln cap="flat" cmpd="sng" w="9525">
                      <a:solidFill>
                        <a:srgbClr val="E4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tv" id="1304" name="Google Shape;1304;p20"/>
                    <p:cNvPicPr preferRelativeResize="0"/>
                    <p:nvPr/>
                  </p:nvPicPr>
                  <p:blipFill rotWithShape="1">
                    <a:blip r:embed="rId11">
                      <a:alphaModFix/>
                    </a:blip>
                    <a:srcRect b="0" l="0" r="0" t="0"/>
                    <a:stretch/>
                  </p:blipFill>
                  <p:spPr>
                    <a:xfrm>
                      <a:off x="2" y="1737"/>
                      <a:ext cx="476" cy="425"/>
                    </a:xfrm>
                    <a:prstGeom prst="rect">
                      <a:avLst/>
                    </a:prstGeom>
                    <a:noFill/>
                    <a:ln>
                      <a:noFill/>
                    </a:ln>
                  </p:spPr>
                </p:pic>
              </p:grpSp>
            </p:grpSp>
            <p:sp>
              <p:nvSpPr>
                <p:cNvPr id="1305" name="Google Shape;1305;p20"/>
                <p:cNvSpPr/>
                <p:nvPr/>
              </p:nvSpPr>
              <p:spPr>
                <a:xfrm>
                  <a:off x="8543925" y="1479550"/>
                  <a:ext cx="127000" cy="476250"/>
                </a:xfrm>
                <a:custGeom>
                  <a:rect b="b" l="l" r="r" t="t"/>
                  <a:pathLst>
                    <a:path extrusionOk="0" h="300" w="80">
                      <a:moveTo>
                        <a:pt x="0" y="300"/>
                      </a:moveTo>
                      <a:lnTo>
                        <a:pt x="80" y="300"/>
                      </a:lnTo>
                      <a:lnTo>
                        <a:pt x="80" y="0"/>
                      </a:lnTo>
                    </a:path>
                  </a:pathLst>
                </a:custGeom>
                <a:noFill/>
                <a:ln cap="flat" cmpd="sng" w="9525">
                  <a:solidFill>
                    <a:srgbClr val="E4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306" name="Google Shape;1306;p20"/>
              <p:cNvSpPr txBox="1"/>
              <p:nvPr/>
            </p:nvSpPr>
            <p:spPr>
              <a:xfrm>
                <a:off x="9744075" y="1341438"/>
                <a:ext cx="4889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969696"/>
                  </a:buClr>
                  <a:buSzPts val="2400"/>
                  <a:buFont typeface="Times New Roman"/>
                  <a:buNone/>
                </a:pPr>
                <a:r>
                  <a:rPr b="0" i="0" lang="en-US" sz="2400" u="none" cap="none" strike="noStrike">
                    <a:solidFill>
                      <a:srgbClr val="969696"/>
                    </a:solidFill>
                    <a:latin typeface="Times New Roman"/>
                    <a:ea typeface="Times New Roman"/>
                    <a:cs typeface="Times New Roman"/>
                    <a:sym typeface="Times New Roman"/>
                  </a:rPr>
                  <a:t>…</a:t>
                </a:r>
                <a:endParaRPr/>
              </a:p>
            </p:txBody>
          </p:sp>
        </p:grpSp>
        <p:sp>
          <p:nvSpPr>
            <p:cNvPr id="1307" name="Google Shape;1307;p20"/>
            <p:cNvSpPr/>
            <p:nvPr/>
          </p:nvSpPr>
          <p:spPr>
            <a:xfrm>
              <a:off x="9880298" y="2315290"/>
              <a:ext cx="1495922" cy="40011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Cable access</a:t>
              </a:r>
              <a:endParaRPr/>
            </a:p>
          </p:txBody>
        </p:sp>
        <p:sp>
          <p:nvSpPr>
            <p:cNvPr id="1308" name="Google Shape;1308;p20"/>
            <p:cNvSpPr/>
            <p:nvPr/>
          </p:nvSpPr>
          <p:spPr>
            <a:xfrm>
              <a:off x="8838380" y="4315152"/>
              <a:ext cx="947695" cy="40011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cellular</a:t>
              </a:r>
              <a:endParaRPr/>
            </a:p>
          </p:txBody>
        </p:sp>
        <p:sp>
          <p:nvSpPr>
            <p:cNvPr id="1309" name="Google Shape;1309;p20"/>
            <p:cNvSpPr/>
            <p:nvPr/>
          </p:nvSpPr>
          <p:spPr>
            <a:xfrm>
              <a:off x="8860151" y="5885806"/>
              <a:ext cx="649537" cy="40011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WiFi</a:t>
              </a:r>
              <a:endParaRPr/>
            </a:p>
          </p:txBody>
        </p:sp>
        <p:sp>
          <p:nvSpPr>
            <p:cNvPr id="1310" name="Google Shape;1310;p20"/>
            <p:cNvSpPr/>
            <p:nvPr/>
          </p:nvSpPr>
          <p:spPr>
            <a:xfrm>
              <a:off x="10374820" y="5030500"/>
              <a:ext cx="1674305" cy="40011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Ethernet LANs</a:t>
              </a:r>
              <a:endParaRPr/>
            </a:p>
          </p:txBody>
        </p:sp>
      </p:grpSp>
      <p:sp>
        <p:nvSpPr>
          <p:cNvPr id="1311" name="Google Shape;1311;p2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Link Layer </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6" name="Shape 1316"/>
        <p:cNvGrpSpPr/>
        <p:nvPr/>
      </p:nvGrpSpPr>
      <p:grpSpPr>
        <a:xfrm>
          <a:off x="0" y="0"/>
          <a:ext cx="0" cy="0"/>
          <a:chOff x="0" y="0"/>
          <a:chExt cx="0" cy="0"/>
        </a:xfrm>
      </p:grpSpPr>
      <p:sp>
        <p:nvSpPr>
          <p:cNvPr id="1317" name="Google Shape;1317;p21"/>
          <p:cNvSpPr txBox="1"/>
          <p:nvPr>
            <p:ph type="title"/>
          </p:nvPr>
        </p:nvSpPr>
        <p:spPr>
          <a:xfrm>
            <a:off x="910936" y="362678"/>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Host link-layer implementation</a:t>
            </a:r>
            <a:endParaRPr sz="4800"/>
          </a:p>
        </p:txBody>
      </p:sp>
      <p:sp>
        <p:nvSpPr>
          <p:cNvPr id="1318" name="Google Shape;1318;p21"/>
          <p:cNvSpPr txBox="1"/>
          <p:nvPr/>
        </p:nvSpPr>
        <p:spPr>
          <a:xfrm>
            <a:off x="943030" y="1692296"/>
            <a:ext cx="6185557" cy="4659312"/>
          </a:xfrm>
          <a:prstGeom prst="rect">
            <a:avLst/>
          </a:prstGeom>
          <a:noFill/>
          <a:ln>
            <a:noFill/>
          </a:ln>
        </p:spPr>
        <p:txBody>
          <a:bodyPr anchorCtr="0" anchor="t" bIns="45700" lIns="91425" spcFirstLastPara="1" rIns="91425" wrap="square" tIns="45700">
            <a:normAutofit/>
          </a:bodyPr>
          <a:lstStyle/>
          <a:p>
            <a:pPr indent="-284163" lvl="0" marL="35242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in each-and-every host</a:t>
            </a:r>
            <a:endParaRPr/>
          </a:p>
          <a:p>
            <a:pPr indent="-284163" lvl="0" marL="352425"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link layer implemented on-chip or in network interface card (NIC) </a:t>
            </a:r>
            <a:endParaRPr/>
          </a:p>
          <a:p>
            <a:pPr indent="-231775" lvl="1" marL="695325" marR="0" rtl="0" algn="l">
              <a:lnSpc>
                <a:spcPct val="10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implements link, physical layer</a:t>
            </a:r>
            <a:endParaRPr/>
          </a:p>
          <a:p>
            <a:pPr indent="-284163" lvl="0" marL="352425"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attaches into host’s system buses</a:t>
            </a:r>
            <a:endParaRPr/>
          </a:p>
          <a:p>
            <a:pPr indent="-284163" lvl="0" marL="352425"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combination of hardware, software, firmware</a:t>
            </a:r>
            <a:endParaRPr/>
          </a:p>
          <a:p>
            <a:pPr indent="-79375" lvl="1" marL="695325" marR="0" rtl="0" algn="l">
              <a:lnSpc>
                <a:spcPct val="90000"/>
              </a:lnSpc>
              <a:spcBef>
                <a:spcPts val="500"/>
              </a:spcBef>
              <a:spcAft>
                <a:spcPts val="0"/>
              </a:spcAft>
              <a:buClr>
                <a:srgbClr val="0000A8"/>
              </a:buClr>
              <a:buSzPts val="2400"/>
              <a:buFont typeface="Arial"/>
              <a:buNone/>
            </a:pPr>
            <a:r>
              <a:t/>
            </a:r>
            <a:endParaRPr b="0" i="0" sz="2400" u="none" cap="none" strike="noStrike">
              <a:solidFill>
                <a:srgbClr val="000000"/>
              </a:solidFill>
              <a:latin typeface="Gill Sans"/>
              <a:ea typeface="Gill Sans"/>
              <a:cs typeface="Gill Sans"/>
              <a:sym typeface="Gill Sans"/>
            </a:endParaRPr>
          </a:p>
        </p:txBody>
      </p:sp>
      <p:sp>
        <p:nvSpPr>
          <p:cNvPr id="1319" name="Google Shape;1319;p21"/>
          <p:cNvSpPr/>
          <p:nvPr/>
        </p:nvSpPr>
        <p:spPr>
          <a:xfrm>
            <a:off x="8482590" y="5121168"/>
            <a:ext cx="2308225" cy="797490"/>
          </a:xfrm>
          <a:custGeom>
            <a:rect b="b" l="l" r="r" t="t"/>
            <a:pathLst>
              <a:path extrusionOk="0" h="12103" w="10000">
                <a:moveTo>
                  <a:pt x="0" y="5664"/>
                </a:moveTo>
                <a:cubicBezTo>
                  <a:pt x="103" y="4603"/>
                  <a:pt x="28" y="4917"/>
                  <a:pt x="138" y="4530"/>
                </a:cubicBezTo>
                <a:lnTo>
                  <a:pt x="1933" y="194"/>
                </a:lnTo>
                <a:lnTo>
                  <a:pt x="6408" y="933"/>
                </a:lnTo>
                <a:lnTo>
                  <a:pt x="10000" y="0"/>
                </a:lnTo>
                <a:lnTo>
                  <a:pt x="1286" y="12103"/>
                </a:lnTo>
                <a:lnTo>
                  <a:pt x="0" y="5664"/>
                </a:lnTo>
                <a:close/>
              </a:path>
            </a:pathLst>
          </a:custGeom>
          <a:gradFill>
            <a:gsLst>
              <a:gs pos="0">
                <a:schemeClr val="lt1"/>
              </a:gs>
              <a:gs pos="100000">
                <a:srgbClr val="D8D8D8"/>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320" name="Google Shape;1320;p21"/>
          <p:cNvSpPr/>
          <p:nvPr/>
        </p:nvSpPr>
        <p:spPr>
          <a:xfrm>
            <a:off x="8955665" y="2749550"/>
            <a:ext cx="1836737" cy="2401887"/>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321" name="Google Shape;1321;p21"/>
          <p:cNvSpPr/>
          <p:nvPr/>
        </p:nvSpPr>
        <p:spPr>
          <a:xfrm>
            <a:off x="9404927" y="4687887"/>
            <a:ext cx="666750" cy="282575"/>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322" name="Google Shape;1322;p21"/>
          <p:cNvSpPr/>
          <p:nvPr/>
        </p:nvSpPr>
        <p:spPr>
          <a:xfrm>
            <a:off x="9404927" y="4100512"/>
            <a:ext cx="657225" cy="519113"/>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controller</a:t>
            </a:r>
            <a:endParaRPr/>
          </a:p>
        </p:txBody>
      </p:sp>
      <p:sp>
        <p:nvSpPr>
          <p:cNvPr id="1323" name="Google Shape;1323;p21"/>
          <p:cNvSpPr txBox="1"/>
          <p:nvPr/>
        </p:nvSpPr>
        <p:spPr>
          <a:xfrm>
            <a:off x="9360720" y="4697412"/>
            <a:ext cx="737702"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physical</a:t>
            </a:r>
            <a:endParaRPr/>
          </a:p>
          <a:p>
            <a:pPr indent="0" lvl="0" marL="0" marR="0" rtl="0" algn="ctr">
              <a:lnSpc>
                <a:spcPct val="100000"/>
              </a:lnSpc>
              <a:spcBef>
                <a:spcPts val="0"/>
              </a:spcBef>
              <a:spcAft>
                <a:spcPts val="0"/>
              </a:spcAft>
              <a:buClr>
                <a:schemeClr val="dk1"/>
              </a:buClr>
              <a:buSzPts val="1200"/>
              <a:buFont typeface="Comic Sans MS"/>
              <a:buNone/>
            </a:pPr>
            <a:r>
              <a:t/>
            </a:r>
            <a:endParaRPr b="0" i="0" sz="1200" u="none" cap="none" strike="noStrike">
              <a:solidFill>
                <a:srgbClr val="000000"/>
              </a:solidFill>
              <a:latin typeface="Arial"/>
              <a:ea typeface="Arial"/>
              <a:cs typeface="Arial"/>
              <a:sym typeface="Arial"/>
            </a:endParaRPr>
          </a:p>
        </p:txBody>
      </p:sp>
      <p:sp>
        <p:nvSpPr>
          <p:cNvPr id="1324" name="Google Shape;1324;p21"/>
          <p:cNvSpPr/>
          <p:nvPr/>
        </p:nvSpPr>
        <p:spPr>
          <a:xfrm>
            <a:off x="9457315" y="3619500"/>
            <a:ext cx="200025" cy="460375"/>
          </a:xfrm>
          <a:custGeom>
            <a:rect b="b" l="l" r="r" t="t"/>
            <a:pathLst>
              <a:path extrusionOk="0" h="478" w="361">
                <a:moveTo>
                  <a:pt x="0" y="0"/>
                </a:moveTo>
                <a:lnTo>
                  <a:pt x="0" y="230"/>
                </a:lnTo>
                <a:lnTo>
                  <a:pt x="361" y="230"/>
                </a:lnTo>
                <a:lnTo>
                  <a:pt x="359" y="478"/>
                </a:lnTo>
              </a:path>
            </a:pathLst>
          </a:custGeom>
          <a:noFill/>
          <a:ln cap="flat" cmpd="sng" w="38100">
            <a:solidFill>
              <a:srgbClr val="0000A8"/>
            </a:solidFill>
            <a:prstDash val="solid"/>
            <a:round/>
            <a:headEnd len="med" w="med" type="triangl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1325" name="Google Shape;1325;p21"/>
          <p:cNvCxnSpPr/>
          <p:nvPr/>
        </p:nvCxnSpPr>
        <p:spPr>
          <a:xfrm>
            <a:off x="9322377" y="3792537"/>
            <a:ext cx="1358900" cy="0"/>
          </a:xfrm>
          <a:prstGeom prst="straightConnector1">
            <a:avLst/>
          </a:prstGeom>
          <a:noFill/>
          <a:ln cap="flat" cmpd="sng" w="28575">
            <a:solidFill>
              <a:srgbClr val="000000"/>
            </a:solidFill>
            <a:prstDash val="solid"/>
            <a:round/>
            <a:headEnd len="med" w="med" type="none"/>
            <a:tailEnd len="med" w="med" type="none"/>
          </a:ln>
        </p:spPr>
      </p:cxnSp>
      <p:cxnSp>
        <p:nvCxnSpPr>
          <p:cNvPr id="1326" name="Google Shape;1326;p21"/>
          <p:cNvCxnSpPr/>
          <p:nvPr/>
        </p:nvCxnSpPr>
        <p:spPr>
          <a:xfrm rot="10800000">
            <a:off x="9717665" y="3800475"/>
            <a:ext cx="0" cy="300037"/>
          </a:xfrm>
          <a:prstGeom prst="straightConnector1">
            <a:avLst/>
          </a:prstGeom>
          <a:noFill/>
          <a:ln cap="flat" cmpd="sng" w="9525">
            <a:solidFill>
              <a:srgbClr val="000000"/>
            </a:solidFill>
            <a:prstDash val="solid"/>
            <a:round/>
            <a:headEnd len="med" w="med" type="none"/>
            <a:tailEnd len="med" w="med" type="none"/>
          </a:ln>
        </p:spPr>
      </p:cxnSp>
      <p:sp>
        <p:nvSpPr>
          <p:cNvPr id="1327" name="Google Shape;1327;p21"/>
          <p:cNvSpPr/>
          <p:nvPr/>
        </p:nvSpPr>
        <p:spPr>
          <a:xfrm>
            <a:off x="9211252" y="3101975"/>
            <a:ext cx="657225" cy="519112"/>
          </a:xfrm>
          <a:prstGeom prst="rect">
            <a:avLst/>
          </a:prstGeom>
          <a:solidFill>
            <a:srgbClr val="FFFFFF"/>
          </a:solid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cpu</a:t>
            </a:r>
            <a:endParaRPr/>
          </a:p>
        </p:txBody>
      </p:sp>
      <p:sp>
        <p:nvSpPr>
          <p:cNvPr id="1328" name="Google Shape;1328;p21"/>
          <p:cNvSpPr/>
          <p:nvPr/>
        </p:nvSpPr>
        <p:spPr>
          <a:xfrm>
            <a:off x="10030402" y="3103562"/>
            <a:ext cx="657225" cy="519113"/>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memory</a:t>
            </a:r>
            <a:endParaRPr/>
          </a:p>
        </p:txBody>
      </p:sp>
      <p:cxnSp>
        <p:nvCxnSpPr>
          <p:cNvPr id="1329" name="Google Shape;1329;p21"/>
          <p:cNvCxnSpPr/>
          <p:nvPr/>
        </p:nvCxnSpPr>
        <p:spPr>
          <a:xfrm rot="10800000">
            <a:off x="9514465" y="3622675"/>
            <a:ext cx="1587" cy="169862"/>
          </a:xfrm>
          <a:prstGeom prst="straightConnector1">
            <a:avLst/>
          </a:prstGeom>
          <a:noFill/>
          <a:ln cap="flat" cmpd="sng" w="9525">
            <a:solidFill>
              <a:srgbClr val="000000"/>
            </a:solidFill>
            <a:prstDash val="solid"/>
            <a:round/>
            <a:headEnd len="med" w="med" type="none"/>
            <a:tailEnd len="med" w="med" type="none"/>
          </a:ln>
        </p:spPr>
      </p:cxnSp>
      <p:cxnSp>
        <p:nvCxnSpPr>
          <p:cNvPr id="1330" name="Google Shape;1330;p21"/>
          <p:cNvCxnSpPr/>
          <p:nvPr/>
        </p:nvCxnSpPr>
        <p:spPr>
          <a:xfrm rot="10800000">
            <a:off x="10387590" y="3624262"/>
            <a:ext cx="1587" cy="171450"/>
          </a:xfrm>
          <a:prstGeom prst="straightConnector1">
            <a:avLst/>
          </a:prstGeom>
          <a:noFill/>
          <a:ln cap="flat" cmpd="sng" w="9525">
            <a:solidFill>
              <a:srgbClr val="000000"/>
            </a:solidFill>
            <a:prstDash val="solid"/>
            <a:round/>
            <a:headEnd len="med" w="med" type="none"/>
            <a:tailEnd len="med" w="med" type="none"/>
          </a:ln>
        </p:spPr>
      </p:cxnSp>
      <p:sp>
        <p:nvSpPr>
          <p:cNvPr id="1331" name="Google Shape;1331;p21"/>
          <p:cNvSpPr txBox="1"/>
          <p:nvPr/>
        </p:nvSpPr>
        <p:spPr>
          <a:xfrm>
            <a:off x="10835265" y="3921125"/>
            <a:ext cx="103838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1" lang="en-US" sz="1200" u="none" cap="none" strike="noStrike">
                <a:solidFill>
                  <a:srgbClr val="000000"/>
                </a:solidFill>
                <a:latin typeface="Arial"/>
                <a:ea typeface="Arial"/>
                <a:cs typeface="Arial"/>
                <a:sym typeface="Arial"/>
              </a:rPr>
              <a:t>host bus </a:t>
            </a:r>
            <a:endParaRPr/>
          </a:p>
          <a:p>
            <a:pPr indent="0" lvl="0" marL="0" marR="0" rtl="0" algn="l">
              <a:lnSpc>
                <a:spcPct val="100000"/>
              </a:lnSpc>
              <a:spcBef>
                <a:spcPts val="0"/>
              </a:spcBef>
              <a:spcAft>
                <a:spcPts val="0"/>
              </a:spcAft>
              <a:buClr>
                <a:srgbClr val="000000"/>
              </a:buClr>
              <a:buSzPts val="1200"/>
              <a:buFont typeface="Arial"/>
              <a:buNone/>
            </a:pPr>
            <a:r>
              <a:rPr b="0" i="1" lang="en-US" sz="1200" u="none" cap="none" strike="noStrike">
                <a:solidFill>
                  <a:srgbClr val="000000"/>
                </a:solidFill>
                <a:latin typeface="Arial"/>
                <a:ea typeface="Arial"/>
                <a:cs typeface="Arial"/>
                <a:sym typeface="Arial"/>
              </a:rPr>
              <a:t>(e.g., PCI)</a:t>
            </a:r>
            <a:endParaRPr/>
          </a:p>
        </p:txBody>
      </p:sp>
      <p:cxnSp>
        <p:nvCxnSpPr>
          <p:cNvPr id="1332" name="Google Shape;1332;p21"/>
          <p:cNvCxnSpPr/>
          <p:nvPr/>
        </p:nvCxnSpPr>
        <p:spPr>
          <a:xfrm>
            <a:off x="9730365" y="4408487"/>
            <a:ext cx="3944" cy="340991"/>
          </a:xfrm>
          <a:prstGeom prst="straightConnector1">
            <a:avLst/>
          </a:prstGeom>
          <a:noFill/>
          <a:ln cap="flat" cmpd="sng" w="38100">
            <a:solidFill>
              <a:srgbClr val="0000A8"/>
            </a:solidFill>
            <a:prstDash val="solid"/>
            <a:round/>
            <a:headEnd len="med" w="med" type="triangle"/>
            <a:tailEnd len="med" w="med" type="triangle"/>
          </a:ln>
        </p:spPr>
      </p:cxnSp>
      <p:cxnSp>
        <p:nvCxnSpPr>
          <p:cNvPr id="1333" name="Google Shape;1333;p21"/>
          <p:cNvCxnSpPr/>
          <p:nvPr/>
        </p:nvCxnSpPr>
        <p:spPr>
          <a:xfrm>
            <a:off x="9719463" y="4992686"/>
            <a:ext cx="0" cy="366713"/>
          </a:xfrm>
          <a:prstGeom prst="straightConnector1">
            <a:avLst/>
          </a:prstGeom>
          <a:noFill/>
          <a:ln cap="flat" cmpd="sng" w="38100">
            <a:solidFill>
              <a:srgbClr val="0000A8"/>
            </a:solidFill>
            <a:prstDash val="solid"/>
            <a:round/>
            <a:headEnd len="med" w="med" type="triangle"/>
            <a:tailEnd len="med" w="med" type="triangle"/>
          </a:ln>
        </p:spPr>
      </p:cxnSp>
      <p:cxnSp>
        <p:nvCxnSpPr>
          <p:cNvPr id="1334" name="Google Shape;1334;p21"/>
          <p:cNvCxnSpPr/>
          <p:nvPr/>
        </p:nvCxnSpPr>
        <p:spPr>
          <a:xfrm rot="10800000">
            <a:off x="10513002" y="3797300"/>
            <a:ext cx="382588" cy="268287"/>
          </a:xfrm>
          <a:prstGeom prst="straightConnector1">
            <a:avLst/>
          </a:prstGeom>
          <a:noFill/>
          <a:ln cap="flat" cmpd="sng" w="9525">
            <a:solidFill>
              <a:srgbClr val="000000"/>
            </a:solidFill>
            <a:prstDash val="solid"/>
            <a:round/>
            <a:headEnd len="med" w="med" type="none"/>
            <a:tailEnd len="med" w="med" type="none"/>
          </a:ln>
        </p:spPr>
      </p:cxnSp>
      <p:sp>
        <p:nvSpPr>
          <p:cNvPr id="1335" name="Google Shape;1335;p21"/>
          <p:cNvSpPr txBox="1"/>
          <p:nvPr/>
        </p:nvSpPr>
        <p:spPr>
          <a:xfrm>
            <a:off x="10122477" y="5491162"/>
            <a:ext cx="1353256"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1" lang="en-US" sz="1200" u="none" cap="none" strike="noStrike">
                <a:solidFill>
                  <a:srgbClr val="000000"/>
                </a:solidFill>
                <a:latin typeface="Arial"/>
                <a:ea typeface="Arial"/>
                <a:cs typeface="Arial"/>
                <a:sym typeface="Arial"/>
              </a:rPr>
              <a:t>network interface</a:t>
            </a:r>
            <a:endParaRPr/>
          </a:p>
        </p:txBody>
      </p:sp>
      <p:cxnSp>
        <p:nvCxnSpPr>
          <p:cNvPr id="1336" name="Google Shape;1336;p21"/>
          <p:cNvCxnSpPr/>
          <p:nvPr/>
        </p:nvCxnSpPr>
        <p:spPr>
          <a:xfrm rot="10800000">
            <a:off x="10330440" y="4814887"/>
            <a:ext cx="271462" cy="750888"/>
          </a:xfrm>
          <a:prstGeom prst="straightConnector1">
            <a:avLst/>
          </a:prstGeom>
          <a:noFill/>
          <a:ln cap="flat" cmpd="sng" w="9525">
            <a:solidFill>
              <a:srgbClr val="000000"/>
            </a:solidFill>
            <a:prstDash val="solid"/>
            <a:round/>
            <a:headEnd len="med" w="med" type="none"/>
            <a:tailEnd len="med" w="med" type="none"/>
          </a:ln>
        </p:spPr>
      </p:cxnSp>
      <p:sp>
        <p:nvSpPr>
          <p:cNvPr id="1337" name="Google Shape;1337;p21"/>
          <p:cNvSpPr/>
          <p:nvPr/>
        </p:nvSpPr>
        <p:spPr>
          <a:xfrm>
            <a:off x="9158625" y="4012536"/>
            <a:ext cx="1122362" cy="1082675"/>
          </a:xfrm>
          <a:prstGeom prst="rect">
            <a:avLst/>
          </a:prstGeom>
          <a:noFill/>
          <a:ln cap="flat" cmpd="sng" w="28575">
            <a:solidFill>
              <a:srgbClr val="FF000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1338" name="Google Shape;1338;p21"/>
          <p:cNvGrpSpPr/>
          <p:nvPr/>
        </p:nvGrpSpPr>
        <p:grpSpPr>
          <a:xfrm>
            <a:off x="7926967" y="2941636"/>
            <a:ext cx="1470026" cy="2035175"/>
            <a:chOff x="2695" y="1742"/>
            <a:chExt cx="926" cy="1282"/>
          </a:xfrm>
        </p:grpSpPr>
        <p:sp>
          <p:nvSpPr>
            <p:cNvPr id="1339" name="Google Shape;1339;p21"/>
            <p:cNvSpPr/>
            <p:nvPr/>
          </p:nvSpPr>
          <p:spPr>
            <a:xfrm>
              <a:off x="3228" y="2488"/>
              <a:ext cx="393" cy="536"/>
            </a:xfrm>
            <a:custGeom>
              <a:rect b="b" l="l" r="r" t="t"/>
              <a:pathLst>
                <a:path extrusionOk="0" h="12944" w="9954">
                  <a:moveTo>
                    <a:pt x="9934" y="0"/>
                  </a:moveTo>
                  <a:lnTo>
                    <a:pt x="0" y="2944"/>
                  </a:lnTo>
                  <a:cubicBezTo>
                    <a:pt x="3" y="5619"/>
                    <a:pt x="7" y="8292"/>
                    <a:pt x="10" y="10966"/>
                  </a:cubicBezTo>
                  <a:lnTo>
                    <a:pt x="9951" y="12944"/>
                  </a:lnTo>
                  <a:cubicBezTo>
                    <a:pt x="9967" y="8755"/>
                    <a:pt x="9917" y="4189"/>
                    <a:pt x="9934" y="0"/>
                  </a:cubicBezTo>
                  <a:close/>
                </a:path>
              </a:pathLst>
            </a:custGeom>
            <a:gradFill>
              <a:gsLst>
                <a:gs pos="0">
                  <a:srgbClr val="BFBFBF"/>
                </a:gs>
                <a:gs pos="100000">
                  <a:srgbClr val="FFFFF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340" name="Google Shape;1340;p21"/>
            <p:cNvSpPr/>
            <p:nvPr/>
          </p:nvSpPr>
          <p:spPr>
            <a:xfrm>
              <a:off x="2737" y="2678"/>
              <a:ext cx="489" cy="262"/>
            </a:xfrm>
            <a:prstGeom prst="rect">
              <a:avLst/>
            </a:prstGeom>
            <a:solidFill>
              <a:srgbClr val="FFFFFF"/>
            </a:solidFill>
            <a:ln cap="flat" cmpd="sng" w="9525">
              <a:solidFill>
                <a:srgbClr val="E40000"/>
              </a:solidFill>
              <a:prstDash val="solid"/>
              <a:miter lim="800000"/>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341" name="Google Shape;1341;p21"/>
            <p:cNvSpPr/>
            <p:nvPr/>
          </p:nvSpPr>
          <p:spPr>
            <a:xfrm>
              <a:off x="3222" y="1767"/>
              <a:ext cx="275" cy="443"/>
            </a:xfrm>
            <a:custGeom>
              <a:rect b="b" l="l" r="r" t="t"/>
              <a:pathLst>
                <a:path extrusionOk="0" h="443" w="275">
                  <a:moveTo>
                    <a:pt x="264" y="108"/>
                  </a:moveTo>
                  <a:lnTo>
                    <a:pt x="0" y="0"/>
                  </a:lnTo>
                  <a:lnTo>
                    <a:pt x="2" y="443"/>
                  </a:lnTo>
                  <a:lnTo>
                    <a:pt x="275" y="412"/>
                  </a:lnTo>
                  <a:lnTo>
                    <a:pt x="264" y="108"/>
                  </a:lnTo>
                  <a:close/>
                </a:path>
              </a:pathLst>
            </a:custGeom>
            <a:gradFill>
              <a:gsLst>
                <a:gs pos="0">
                  <a:srgbClr val="A5A5A5"/>
                </a:gs>
                <a:gs pos="100000">
                  <a:srgbClr val="FFFFF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342" name="Google Shape;1342;p21"/>
            <p:cNvSpPr/>
            <p:nvPr/>
          </p:nvSpPr>
          <p:spPr>
            <a:xfrm>
              <a:off x="2734" y="1764"/>
              <a:ext cx="490" cy="463"/>
            </a:xfrm>
            <a:prstGeom prst="rect">
              <a:avLst/>
            </a:prstGeom>
            <a:solidFill>
              <a:srgbClr val="FFFFFF"/>
            </a:solidFill>
            <a:ln cap="flat" cmpd="sng" w="12700">
              <a:solidFill>
                <a:srgbClr val="FF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343" name="Google Shape;1343;p21"/>
            <p:cNvSpPr txBox="1"/>
            <p:nvPr/>
          </p:nvSpPr>
          <p:spPr>
            <a:xfrm>
              <a:off x="2703" y="1742"/>
              <a:ext cx="553" cy="52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application</a:t>
              </a:r>
              <a:endParaRPr/>
            </a:p>
            <a:p>
              <a:pPr indent="0" lvl="0" marL="0" marR="0" rtl="0" algn="ctr">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transport</a:t>
              </a:r>
              <a:endParaRPr/>
            </a:p>
            <a:p>
              <a:pPr indent="0" lvl="0" marL="0" marR="0" rtl="0" algn="ctr">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link</a:t>
              </a:r>
              <a:endParaRPr/>
            </a:p>
          </p:txBody>
        </p:sp>
        <p:cxnSp>
          <p:nvCxnSpPr>
            <p:cNvPr id="1344" name="Google Shape;1344;p21"/>
            <p:cNvCxnSpPr/>
            <p:nvPr/>
          </p:nvCxnSpPr>
          <p:spPr>
            <a:xfrm>
              <a:off x="2737" y="1898"/>
              <a:ext cx="489" cy="0"/>
            </a:xfrm>
            <a:prstGeom prst="straightConnector1">
              <a:avLst/>
            </a:prstGeom>
            <a:noFill/>
            <a:ln cap="flat" cmpd="sng" w="9525">
              <a:solidFill>
                <a:srgbClr val="E40000"/>
              </a:solidFill>
              <a:prstDash val="solid"/>
              <a:round/>
              <a:headEnd len="med" w="med" type="none"/>
              <a:tailEnd len="med" w="med" type="none"/>
            </a:ln>
          </p:spPr>
        </p:cxnSp>
        <p:cxnSp>
          <p:nvCxnSpPr>
            <p:cNvPr id="1345" name="Google Shape;1345;p21"/>
            <p:cNvCxnSpPr/>
            <p:nvPr/>
          </p:nvCxnSpPr>
          <p:spPr>
            <a:xfrm>
              <a:off x="2737" y="2001"/>
              <a:ext cx="489" cy="0"/>
            </a:xfrm>
            <a:prstGeom prst="straightConnector1">
              <a:avLst/>
            </a:prstGeom>
            <a:noFill/>
            <a:ln cap="flat" cmpd="sng" w="9525">
              <a:solidFill>
                <a:srgbClr val="E40000"/>
              </a:solidFill>
              <a:prstDash val="solid"/>
              <a:round/>
              <a:headEnd len="med" w="med" type="none"/>
              <a:tailEnd len="med" w="med" type="none"/>
            </a:ln>
          </p:spPr>
        </p:cxnSp>
        <p:cxnSp>
          <p:nvCxnSpPr>
            <p:cNvPr id="1346" name="Google Shape;1346;p21"/>
            <p:cNvCxnSpPr/>
            <p:nvPr/>
          </p:nvCxnSpPr>
          <p:spPr>
            <a:xfrm>
              <a:off x="2735" y="2110"/>
              <a:ext cx="489" cy="0"/>
            </a:xfrm>
            <a:prstGeom prst="straightConnector1">
              <a:avLst/>
            </a:prstGeom>
            <a:noFill/>
            <a:ln cap="flat" cmpd="sng" w="9525">
              <a:solidFill>
                <a:srgbClr val="FF0000"/>
              </a:solidFill>
              <a:prstDash val="solid"/>
              <a:round/>
              <a:headEnd len="med" w="med" type="none"/>
              <a:tailEnd len="med" w="med" type="none"/>
            </a:ln>
          </p:spPr>
        </p:cxnSp>
        <p:sp>
          <p:nvSpPr>
            <p:cNvPr id="1347" name="Google Shape;1347;p21"/>
            <p:cNvSpPr/>
            <p:nvPr/>
          </p:nvSpPr>
          <p:spPr>
            <a:xfrm>
              <a:off x="2695" y="2212"/>
              <a:ext cx="552" cy="11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1348" name="Google Shape;1348;p21"/>
            <p:cNvCxnSpPr/>
            <p:nvPr/>
          </p:nvCxnSpPr>
          <p:spPr>
            <a:xfrm>
              <a:off x="2734" y="2224"/>
              <a:ext cx="0" cy="65"/>
            </a:xfrm>
            <a:prstGeom prst="straightConnector1">
              <a:avLst/>
            </a:prstGeom>
            <a:noFill/>
            <a:ln cap="flat" cmpd="sng" w="9525">
              <a:solidFill>
                <a:srgbClr val="E40000"/>
              </a:solidFill>
              <a:prstDash val="dash"/>
              <a:round/>
              <a:headEnd len="med" w="med" type="none"/>
              <a:tailEnd len="med" w="med" type="none"/>
            </a:ln>
          </p:spPr>
        </p:cxnSp>
        <p:cxnSp>
          <p:nvCxnSpPr>
            <p:cNvPr id="1349" name="Google Shape;1349;p21"/>
            <p:cNvCxnSpPr/>
            <p:nvPr/>
          </p:nvCxnSpPr>
          <p:spPr>
            <a:xfrm>
              <a:off x="3225" y="2218"/>
              <a:ext cx="0" cy="64"/>
            </a:xfrm>
            <a:prstGeom prst="straightConnector1">
              <a:avLst/>
            </a:prstGeom>
            <a:noFill/>
            <a:ln cap="flat" cmpd="sng" w="9525">
              <a:solidFill>
                <a:srgbClr val="E40000"/>
              </a:solidFill>
              <a:prstDash val="dash"/>
              <a:round/>
              <a:headEnd len="med" w="med" type="none"/>
              <a:tailEnd len="med" w="med" type="none"/>
            </a:ln>
          </p:spPr>
        </p:cxnSp>
        <p:sp>
          <p:nvSpPr>
            <p:cNvPr id="1350" name="Google Shape;1350;p21"/>
            <p:cNvSpPr txBox="1"/>
            <p:nvPr/>
          </p:nvSpPr>
          <p:spPr>
            <a:xfrm>
              <a:off x="2755" y="2653"/>
              <a:ext cx="431" cy="29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link</a:t>
              </a:r>
              <a:endParaRPr/>
            </a:p>
            <a:p>
              <a:pPr indent="0" lvl="0" marL="0" marR="0" rtl="0" algn="ctr">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physical</a:t>
              </a:r>
              <a:endParaRPr/>
            </a:p>
          </p:txBody>
        </p:sp>
        <p:cxnSp>
          <p:nvCxnSpPr>
            <p:cNvPr id="1351" name="Google Shape;1351;p21"/>
            <p:cNvCxnSpPr/>
            <p:nvPr/>
          </p:nvCxnSpPr>
          <p:spPr>
            <a:xfrm>
              <a:off x="2736" y="2803"/>
              <a:ext cx="489" cy="0"/>
            </a:xfrm>
            <a:prstGeom prst="straightConnector1">
              <a:avLst/>
            </a:prstGeom>
            <a:noFill/>
            <a:ln cap="flat" cmpd="sng" w="9525">
              <a:solidFill>
                <a:srgbClr val="E40000"/>
              </a:solidFill>
              <a:prstDash val="solid"/>
              <a:round/>
              <a:headEnd len="med" w="med" type="none"/>
              <a:tailEnd len="med" w="med" type="none"/>
            </a:ln>
          </p:spPr>
        </p:cxnSp>
        <p:cxnSp>
          <p:nvCxnSpPr>
            <p:cNvPr id="1352" name="Google Shape;1352;p21"/>
            <p:cNvCxnSpPr/>
            <p:nvPr/>
          </p:nvCxnSpPr>
          <p:spPr>
            <a:xfrm>
              <a:off x="2737" y="2614"/>
              <a:ext cx="0" cy="65"/>
            </a:xfrm>
            <a:prstGeom prst="straightConnector1">
              <a:avLst/>
            </a:prstGeom>
            <a:noFill/>
            <a:ln cap="flat" cmpd="sng" w="9525">
              <a:solidFill>
                <a:srgbClr val="E40000"/>
              </a:solidFill>
              <a:prstDash val="dash"/>
              <a:round/>
              <a:headEnd len="med" w="med" type="none"/>
              <a:tailEnd len="med" w="med" type="none"/>
            </a:ln>
          </p:spPr>
        </p:cxnSp>
        <p:cxnSp>
          <p:nvCxnSpPr>
            <p:cNvPr id="1353" name="Google Shape;1353;p21"/>
            <p:cNvCxnSpPr/>
            <p:nvPr/>
          </p:nvCxnSpPr>
          <p:spPr>
            <a:xfrm>
              <a:off x="3226" y="2614"/>
              <a:ext cx="0" cy="64"/>
            </a:xfrm>
            <a:prstGeom prst="straightConnector1">
              <a:avLst/>
            </a:prstGeom>
            <a:noFill/>
            <a:ln cap="flat" cmpd="sng" w="9525">
              <a:solidFill>
                <a:srgbClr val="E40000"/>
              </a:solidFill>
              <a:prstDash val="dash"/>
              <a:round/>
              <a:headEnd len="med" w="med" type="none"/>
              <a:tailEnd len="med" w="med" type="none"/>
            </a:ln>
          </p:spPr>
        </p:cxnSp>
      </p:grpSp>
      <p:pic>
        <p:nvPicPr>
          <p:cNvPr id="1354" name="Google Shape;1354;p21"/>
          <p:cNvPicPr preferRelativeResize="0"/>
          <p:nvPr/>
        </p:nvPicPr>
        <p:blipFill rotWithShape="1">
          <a:blip r:embed="rId3">
            <a:alphaModFix/>
          </a:blip>
          <a:srcRect b="0" l="0" r="0" t="0"/>
          <a:stretch/>
        </p:blipFill>
        <p:spPr>
          <a:xfrm>
            <a:off x="8224086" y="1396579"/>
            <a:ext cx="1143000" cy="1171575"/>
          </a:xfrm>
          <a:prstGeom prst="rect">
            <a:avLst/>
          </a:prstGeom>
          <a:noFill/>
          <a:ln>
            <a:noFill/>
          </a:ln>
        </p:spPr>
      </p:pic>
      <p:grpSp>
        <p:nvGrpSpPr>
          <p:cNvPr id="1355" name="Google Shape;1355;p21"/>
          <p:cNvGrpSpPr/>
          <p:nvPr/>
        </p:nvGrpSpPr>
        <p:grpSpPr>
          <a:xfrm>
            <a:off x="7888865" y="5386387"/>
            <a:ext cx="1109662" cy="820449"/>
            <a:chOff x="-44" y="1473"/>
            <a:chExt cx="981" cy="1105"/>
          </a:xfrm>
        </p:grpSpPr>
        <p:pic>
          <p:nvPicPr>
            <p:cNvPr descr="desktop_computer_stylized_medium" id="1356" name="Google Shape;1356;p21"/>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1357" name="Google Shape;1357;p2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pic>
        <p:nvPicPr>
          <p:cNvPr descr="Broadcom chip image" id="1358" name="Google Shape;1358;p21"/>
          <p:cNvPicPr preferRelativeResize="0"/>
          <p:nvPr/>
        </p:nvPicPr>
        <p:blipFill rotWithShape="1">
          <a:blip r:embed="rId5">
            <a:alphaModFix/>
          </a:blip>
          <a:srcRect b="0" l="0" r="0" t="0"/>
          <a:stretch/>
        </p:blipFill>
        <p:spPr>
          <a:xfrm>
            <a:off x="9790404" y="1556656"/>
            <a:ext cx="921139" cy="921139"/>
          </a:xfrm>
          <a:prstGeom prst="rect">
            <a:avLst/>
          </a:prstGeom>
          <a:noFill/>
          <a:ln>
            <a:noFill/>
          </a:ln>
        </p:spPr>
      </p:pic>
      <p:sp>
        <p:nvSpPr>
          <p:cNvPr id="1359" name="Google Shape;1359;p2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Link Layer </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8"/>
                                        </p:tgtEl>
                                        <p:attrNameLst>
                                          <p:attrName>style.visibility</p:attrName>
                                        </p:attrNameLst>
                                      </p:cBhvr>
                                      <p:to>
                                        <p:strVal val="visible"/>
                                      </p:to>
                                    </p:set>
                                    <p:animEffect filter="fade" transition="in">
                                      <p:cBhvr>
                                        <p:cTn dur="1000"/>
                                        <p:tgtEl>
                                          <p:spTgt spid="13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4" name="Shape 1364"/>
        <p:cNvGrpSpPr/>
        <p:nvPr/>
      </p:nvGrpSpPr>
      <p:grpSpPr>
        <a:xfrm>
          <a:off x="0" y="0"/>
          <a:ext cx="0" cy="0"/>
          <a:chOff x="0" y="0"/>
          <a:chExt cx="0" cy="0"/>
        </a:xfrm>
      </p:grpSpPr>
      <p:grpSp>
        <p:nvGrpSpPr>
          <p:cNvPr id="1365" name="Google Shape;1365;p22"/>
          <p:cNvGrpSpPr/>
          <p:nvPr/>
        </p:nvGrpSpPr>
        <p:grpSpPr>
          <a:xfrm>
            <a:off x="6859466" y="1579642"/>
            <a:ext cx="1654101" cy="2401887"/>
            <a:chOff x="3457903" y="1592254"/>
            <a:chExt cx="1654101" cy="2401887"/>
          </a:xfrm>
        </p:grpSpPr>
        <p:sp>
          <p:nvSpPr>
            <p:cNvPr id="1366" name="Google Shape;1366;p22"/>
            <p:cNvSpPr/>
            <p:nvPr/>
          </p:nvSpPr>
          <p:spPr>
            <a:xfrm>
              <a:off x="3457903" y="1592254"/>
              <a:ext cx="1654101" cy="2401887"/>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367" name="Google Shape;1367;p22"/>
            <p:cNvSpPr/>
            <p:nvPr/>
          </p:nvSpPr>
          <p:spPr>
            <a:xfrm>
              <a:off x="3992843" y="3517620"/>
              <a:ext cx="666750" cy="282575"/>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368" name="Google Shape;1368;p22"/>
            <p:cNvSpPr/>
            <p:nvPr/>
          </p:nvSpPr>
          <p:spPr>
            <a:xfrm>
              <a:off x="3996418" y="2936730"/>
              <a:ext cx="657225" cy="519113"/>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controller</a:t>
              </a:r>
              <a:endParaRPr/>
            </a:p>
          </p:txBody>
        </p:sp>
        <p:sp>
          <p:nvSpPr>
            <p:cNvPr id="1369" name="Google Shape;1369;p22"/>
            <p:cNvSpPr txBox="1"/>
            <p:nvPr/>
          </p:nvSpPr>
          <p:spPr>
            <a:xfrm>
              <a:off x="3963393" y="3514379"/>
              <a:ext cx="737702"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physical</a:t>
              </a:r>
              <a:endParaRPr/>
            </a:p>
            <a:p>
              <a:pPr indent="0" lvl="0" marL="0" marR="0" rtl="0" algn="ctr">
                <a:lnSpc>
                  <a:spcPct val="100000"/>
                </a:lnSpc>
                <a:spcBef>
                  <a:spcPts val="0"/>
                </a:spcBef>
                <a:spcAft>
                  <a:spcPts val="0"/>
                </a:spcAft>
                <a:buClr>
                  <a:schemeClr val="dk1"/>
                </a:buClr>
                <a:buSzPts val="1200"/>
                <a:buFont typeface="Comic Sans MS"/>
                <a:buNone/>
              </a:pPr>
              <a:r>
                <a:t/>
              </a:r>
              <a:endParaRPr b="0" i="0" sz="1200" u="none" cap="none" strike="noStrike">
                <a:solidFill>
                  <a:srgbClr val="000000"/>
                </a:solidFill>
                <a:latin typeface="Arial"/>
                <a:ea typeface="Arial"/>
                <a:cs typeface="Arial"/>
                <a:sym typeface="Arial"/>
              </a:endParaRPr>
            </a:p>
          </p:txBody>
        </p:sp>
        <p:sp>
          <p:nvSpPr>
            <p:cNvPr id="1370" name="Google Shape;1370;p22"/>
            <p:cNvSpPr/>
            <p:nvPr/>
          </p:nvSpPr>
          <p:spPr>
            <a:xfrm flipH="1">
              <a:off x="4297726" y="2473508"/>
              <a:ext cx="291334" cy="460375"/>
            </a:xfrm>
            <a:custGeom>
              <a:rect b="b" l="l" r="r" t="t"/>
              <a:pathLst>
                <a:path extrusionOk="0" h="478" w="361">
                  <a:moveTo>
                    <a:pt x="0" y="0"/>
                  </a:moveTo>
                  <a:lnTo>
                    <a:pt x="0" y="230"/>
                  </a:lnTo>
                  <a:lnTo>
                    <a:pt x="361" y="230"/>
                  </a:lnTo>
                  <a:lnTo>
                    <a:pt x="359" y="478"/>
                  </a:lnTo>
                </a:path>
              </a:pathLst>
            </a:custGeom>
            <a:noFill/>
            <a:ln cap="flat" cmpd="sng" w="38100">
              <a:solidFill>
                <a:srgbClr val="0000A8"/>
              </a:solidFill>
              <a:prstDash val="solid"/>
              <a:round/>
              <a:headEnd len="med" w="med" type="triangl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1371" name="Google Shape;1371;p22"/>
            <p:cNvCxnSpPr/>
            <p:nvPr/>
          </p:nvCxnSpPr>
          <p:spPr>
            <a:xfrm>
              <a:off x="3643959" y="2628755"/>
              <a:ext cx="1358900" cy="0"/>
            </a:xfrm>
            <a:prstGeom prst="straightConnector1">
              <a:avLst/>
            </a:prstGeom>
            <a:noFill/>
            <a:ln cap="flat" cmpd="sng" w="9525">
              <a:solidFill>
                <a:srgbClr val="000000"/>
              </a:solidFill>
              <a:prstDash val="solid"/>
              <a:round/>
              <a:headEnd len="med" w="med" type="none"/>
              <a:tailEnd len="med" w="med" type="none"/>
            </a:ln>
          </p:spPr>
        </p:cxnSp>
        <p:cxnSp>
          <p:nvCxnSpPr>
            <p:cNvPr id="1372" name="Google Shape;1372;p22"/>
            <p:cNvCxnSpPr/>
            <p:nvPr/>
          </p:nvCxnSpPr>
          <p:spPr>
            <a:xfrm rot="10800000">
              <a:off x="4182165" y="2631881"/>
              <a:ext cx="0" cy="300037"/>
            </a:xfrm>
            <a:prstGeom prst="straightConnector1">
              <a:avLst/>
            </a:prstGeom>
            <a:noFill/>
            <a:ln cap="flat" cmpd="sng" w="9525">
              <a:solidFill>
                <a:srgbClr val="000000"/>
              </a:solidFill>
              <a:prstDash val="solid"/>
              <a:round/>
              <a:headEnd len="med" w="med" type="none"/>
              <a:tailEnd len="med" w="med" type="none"/>
            </a:ln>
          </p:spPr>
        </p:cxnSp>
        <p:sp>
          <p:nvSpPr>
            <p:cNvPr id="1373" name="Google Shape;1373;p22"/>
            <p:cNvSpPr/>
            <p:nvPr/>
          </p:nvSpPr>
          <p:spPr>
            <a:xfrm>
              <a:off x="3536392" y="1927519"/>
              <a:ext cx="657225" cy="519112"/>
            </a:xfrm>
            <a:prstGeom prst="rect">
              <a:avLst/>
            </a:prstGeom>
            <a:solidFill>
              <a:srgbClr val="FFFF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memory</a:t>
              </a:r>
              <a:endParaRPr/>
            </a:p>
          </p:txBody>
        </p:sp>
        <p:sp>
          <p:nvSpPr>
            <p:cNvPr id="1374" name="Google Shape;1374;p22"/>
            <p:cNvSpPr/>
            <p:nvPr/>
          </p:nvSpPr>
          <p:spPr>
            <a:xfrm>
              <a:off x="4351984" y="1939780"/>
              <a:ext cx="657225" cy="519113"/>
            </a:xfrm>
            <a:prstGeom prst="rect">
              <a:avLst/>
            </a:prstGeom>
            <a:solidFill>
              <a:srgbClr val="FFFFFF"/>
            </a:solidFill>
            <a:ln cap="flat" cmpd="sng" w="28575">
              <a:solidFill>
                <a:srgbClr val="E4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CPU</a:t>
              </a:r>
              <a:endParaRPr/>
            </a:p>
          </p:txBody>
        </p:sp>
        <p:cxnSp>
          <p:nvCxnSpPr>
            <p:cNvPr id="1375" name="Google Shape;1375;p22"/>
            <p:cNvCxnSpPr/>
            <p:nvPr/>
          </p:nvCxnSpPr>
          <p:spPr>
            <a:xfrm rot="10800000">
              <a:off x="3836047" y="2458893"/>
              <a:ext cx="1587" cy="169862"/>
            </a:xfrm>
            <a:prstGeom prst="straightConnector1">
              <a:avLst/>
            </a:prstGeom>
            <a:noFill/>
            <a:ln cap="flat" cmpd="sng" w="9525">
              <a:solidFill>
                <a:srgbClr val="000000"/>
              </a:solidFill>
              <a:prstDash val="solid"/>
              <a:round/>
              <a:headEnd len="med" w="med" type="none"/>
              <a:tailEnd len="med" w="med" type="none"/>
            </a:ln>
          </p:spPr>
        </p:cxnSp>
        <p:cxnSp>
          <p:nvCxnSpPr>
            <p:cNvPr id="1376" name="Google Shape;1376;p22"/>
            <p:cNvCxnSpPr/>
            <p:nvPr/>
          </p:nvCxnSpPr>
          <p:spPr>
            <a:xfrm rot="10800000">
              <a:off x="4709172" y="2460480"/>
              <a:ext cx="1587" cy="171450"/>
            </a:xfrm>
            <a:prstGeom prst="straightConnector1">
              <a:avLst/>
            </a:prstGeom>
            <a:noFill/>
            <a:ln cap="flat" cmpd="sng" w="9525">
              <a:solidFill>
                <a:srgbClr val="000000"/>
              </a:solidFill>
              <a:prstDash val="solid"/>
              <a:round/>
              <a:headEnd len="med" w="med" type="none"/>
              <a:tailEnd len="med" w="med" type="none"/>
            </a:ln>
          </p:spPr>
        </p:cxnSp>
        <p:cxnSp>
          <p:nvCxnSpPr>
            <p:cNvPr id="1377" name="Google Shape;1377;p22"/>
            <p:cNvCxnSpPr/>
            <p:nvPr/>
          </p:nvCxnSpPr>
          <p:spPr>
            <a:xfrm flipH="1">
              <a:off x="4308787" y="3249620"/>
              <a:ext cx="4474" cy="356262"/>
            </a:xfrm>
            <a:prstGeom prst="straightConnector1">
              <a:avLst/>
            </a:prstGeom>
            <a:noFill/>
            <a:ln cap="flat" cmpd="sng" w="38100">
              <a:solidFill>
                <a:srgbClr val="0000A8"/>
              </a:solidFill>
              <a:prstDash val="solid"/>
              <a:round/>
              <a:headEnd len="med" w="med" type="triangle"/>
              <a:tailEnd len="med" w="med" type="triangle"/>
            </a:ln>
          </p:spPr>
        </p:cxnSp>
        <p:sp>
          <p:nvSpPr>
            <p:cNvPr id="1378" name="Google Shape;1378;p22"/>
            <p:cNvSpPr/>
            <p:nvPr/>
          </p:nvSpPr>
          <p:spPr>
            <a:xfrm>
              <a:off x="3718524" y="2820792"/>
              <a:ext cx="1122362" cy="1082675"/>
            </a:xfrm>
            <a:prstGeom prst="rect">
              <a:avLst/>
            </a:prstGeom>
            <a:noFill/>
            <a:ln cap="flat" cmpd="sng" w="28575">
              <a:solidFill>
                <a:srgbClr val="FF000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1379" name="Google Shape;1379;p22"/>
          <p:cNvSpPr txBox="1"/>
          <p:nvPr>
            <p:ph type="title"/>
          </p:nvPr>
        </p:nvSpPr>
        <p:spPr>
          <a:xfrm>
            <a:off x="938646" y="362678"/>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5400"/>
              <a:buFont typeface="Calibri"/>
              <a:buNone/>
            </a:pPr>
            <a:r>
              <a:rPr lang="en-US" sz="5400"/>
              <a:t>Interfaces communicating</a:t>
            </a:r>
            <a:endParaRPr sz="5400"/>
          </a:p>
        </p:txBody>
      </p:sp>
      <p:grpSp>
        <p:nvGrpSpPr>
          <p:cNvPr id="1380" name="Google Shape;1380;p22"/>
          <p:cNvGrpSpPr/>
          <p:nvPr/>
        </p:nvGrpSpPr>
        <p:grpSpPr>
          <a:xfrm>
            <a:off x="3386648" y="1585768"/>
            <a:ext cx="1709144" cy="2401887"/>
            <a:chOff x="3386648" y="1585768"/>
            <a:chExt cx="1709144" cy="2401887"/>
          </a:xfrm>
        </p:grpSpPr>
        <p:sp>
          <p:nvSpPr>
            <p:cNvPr id="1381" name="Google Shape;1381;p22"/>
            <p:cNvSpPr/>
            <p:nvPr/>
          </p:nvSpPr>
          <p:spPr>
            <a:xfrm>
              <a:off x="3386648" y="1585768"/>
              <a:ext cx="1709144" cy="2401887"/>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382" name="Google Shape;1382;p22"/>
            <p:cNvSpPr/>
            <p:nvPr/>
          </p:nvSpPr>
          <p:spPr>
            <a:xfrm>
              <a:off x="3837201" y="3524105"/>
              <a:ext cx="666750" cy="282575"/>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383" name="Google Shape;1383;p22"/>
            <p:cNvSpPr/>
            <p:nvPr/>
          </p:nvSpPr>
          <p:spPr>
            <a:xfrm>
              <a:off x="3856453" y="2936730"/>
              <a:ext cx="657225" cy="519113"/>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controller</a:t>
              </a:r>
              <a:endParaRPr/>
            </a:p>
          </p:txBody>
        </p:sp>
        <p:sp>
          <p:nvSpPr>
            <p:cNvPr id="1384" name="Google Shape;1384;p22"/>
            <p:cNvSpPr txBox="1"/>
            <p:nvPr/>
          </p:nvSpPr>
          <p:spPr>
            <a:xfrm>
              <a:off x="3792993" y="3514379"/>
              <a:ext cx="737702"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physical</a:t>
              </a:r>
              <a:endParaRPr/>
            </a:p>
            <a:p>
              <a:pPr indent="0" lvl="0" marL="0" marR="0" rtl="0" algn="ctr">
                <a:lnSpc>
                  <a:spcPct val="100000"/>
                </a:lnSpc>
                <a:spcBef>
                  <a:spcPts val="0"/>
                </a:spcBef>
                <a:spcAft>
                  <a:spcPts val="0"/>
                </a:spcAft>
                <a:buClr>
                  <a:schemeClr val="dk1"/>
                </a:buClr>
                <a:buSzPts val="1200"/>
                <a:buFont typeface="Comic Sans MS"/>
                <a:buNone/>
              </a:pPr>
              <a:r>
                <a:t/>
              </a:r>
              <a:endParaRPr b="0" i="0" sz="1200" u="none" cap="none" strike="noStrike">
                <a:solidFill>
                  <a:srgbClr val="000000"/>
                </a:solidFill>
                <a:latin typeface="Arial"/>
                <a:ea typeface="Arial"/>
                <a:cs typeface="Arial"/>
                <a:sym typeface="Arial"/>
              </a:endParaRPr>
            </a:p>
          </p:txBody>
        </p:sp>
        <p:sp>
          <p:nvSpPr>
            <p:cNvPr id="1385" name="Google Shape;1385;p22"/>
            <p:cNvSpPr/>
            <p:nvPr/>
          </p:nvSpPr>
          <p:spPr>
            <a:xfrm>
              <a:off x="3778897" y="2455718"/>
              <a:ext cx="326278" cy="460375"/>
            </a:xfrm>
            <a:custGeom>
              <a:rect b="b" l="l" r="r" t="t"/>
              <a:pathLst>
                <a:path extrusionOk="0" h="478" w="361">
                  <a:moveTo>
                    <a:pt x="0" y="0"/>
                  </a:moveTo>
                  <a:lnTo>
                    <a:pt x="0" y="230"/>
                  </a:lnTo>
                  <a:lnTo>
                    <a:pt x="361" y="230"/>
                  </a:lnTo>
                  <a:lnTo>
                    <a:pt x="359" y="478"/>
                  </a:lnTo>
                </a:path>
              </a:pathLst>
            </a:custGeom>
            <a:noFill/>
            <a:ln cap="flat" cmpd="sng" w="38100">
              <a:solidFill>
                <a:srgbClr val="0000A8"/>
              </a:solidFill>
              <a:prstDash val="solid"/>
              <a:round/>
              <a:headEnd len="med" w="med" type="triangl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1386" name="Google Shape;1386;p22"/>
            <p:cNvCxnSpPr/>
            <p:nvPr/>
          </p:nvCxnSpPr>
          <p:spPr>
            <a:xfrm>
              <a:off x="3643959" y="2628755"/>
              <a:ext cx="1358900" cy="0"/>
            </a:xfrm>
            <a:prstGeom prst="straightConnector1">
              <a:avLst/>
            </a:prstGeom>
            <a:noFill/>
            <a:ln cap="flat" cmpd="sng" w="9525">
              <a:solidFill>
                <a:srgbClr val="000000"/>
              </a:solidFill>
              <a:prstDash val="solid"/>
              <a:round/>
              <a:headEnd len="med" w="med" type="none"/>
              <a:tailEnd len="med" w="med" type="none"/>
            </a:ln>
          </p:spPr>
        </p:cxnSp>
        <p:cxnSp>
          <p:nvCxnSpPr>
            <p:cNvPr id="1387" name="Google Shape;1387;p22"/>
            <p:cNvCxnSpPr/>
            <p:nvPr/>
          </p:nvCxnSpPr>
          <p:spPr>
            <a:xfrm rot="10800000">
              <a:off x="4164375" y="2631881"/>
              <a:ext cx="0" cy="300037"/>
            </a:xfrm>
            <a:prstGeom prst="straightConnector1">
              <a:avLst/>
            </a:prstGeom>
            <a:noFill/>
            <a:ln cap="flat" cmpd="sng" w="9525">
              <a:solidFill>
                <a:srgbClr val="000000"/>
              </a:solidFill>
              <a:prstDash val="solid"/>
              <a:round/>
              <a:headEnd len="med" w="med" type="none"/>
              <a:tailEnd len="med" w="med" type="none"/>
            </a:ln>
          </p:spPr>
        </p:cxnSp>
        <p:sp>
          <p:nvSpPr>
            <p:cNvPr id="1388" name="Google Shape;1388;p22"/>
            <p:cNvSpPr/>
            <p:nvPr/>
          </p:nvSpPr>
          <p:spPr>
            <a:xfrm>
              <a:off x="3532834" y="1938193"/>
              <a:ext cx="657225" cy="519112"/>
            </a:xfrm>
            <a:prstGeom prst="rect">
              <a:avLst/>
            </a:prstGeom>
            <a:solidFill>
              <a:srgbClr val="FFFFFF"/>
            </a:solid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cpu</a:t>
              </a:r>
              <a:endParaRPr/>
            </a:p>
          </p:txBody>
        </p:sp>
        <p:sp>
          <p:nvSpPr>
            <p:cNvPr id="1389" name="Google Shape;1389;p22"/>
            <p:cNvSpPr/>
            <p:nvPr/>
          </p:nvSpPr>
          <p:spPr>
            <a:xfrm>
              <a:off x="4351984" y="1939780"/>
              <a:ext cx="657225" cy="519113"/>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memory</a:t>
              </a:r>
              <a:endParaRPr/>
            </a:p>
          </p:txBody>
        </p:sp>
        <p:cxnSp>
          <p:nvCxnSpPr>
            <p:cNvPr id="1390" name="Google Shape;1390;p22"/>
            <p:cNvCxnSpPr/>
            <p:nvPr/>
          </p:nvCxnSpPr>
          <p:spPr>
            <a:xfrm rot="10800000">
              <a:off x="3836047" y="2458893"/>
              <a:ext cx="1587" cy="169862"/>
            </a:xfrm>
            <a:prstGeom prst="straightConnector1">
              <a:avLst/>
            </a:prstGeom>
            <a:noFill/>
            <a:ln cap="flat" cmpd="sng" w="9525">
              <a:solidFill>
                <a:srgbClr val="000000"/>
              </a:solidFill>
              <a:prstDash val="solid"/>
              <a:round/>
              <a:headEnd len="med" w="med" type="none"/>
              <a:tailEnd len="med" w="med" type="none"/>
            </a:ln>
          </p:spPr>
        </p:cxnSp>
        <p:cxnSp>
          <p:nvCxnSpPr>
            <p:cNvPr id="1391" name="Google Shape;1391;p22"/>
            <p:cNvCxnSpPr/>
            <p:nvPr/>
          </p:nvCxnSpPr>
          <p:spPr>
            <a:xfrm rot="10800000">
              <a:off x="4709172" y="2460480"/>
              <a:ext cx="1587" cy="171450"/>
            </a:xfrm>
            <a:prstGeom prst="straightConnector1">
              <a:avLst/>
            </a:prstGeom>
            <a:noFill/>
            <a:ln cap="flat" cmpd="sng" w="9525">
              <a:solidFill>
                <a:srgbClr val="000000"/>
              </a:solidFill>
              <a:prstDash val="solid"/>
              <a:round/>
              <a:headEnd len="med" w="med" type="none"/>
              <a:tailEnd len="med" w="med" type="none"/>
            </a:ln>
          </p:spPr>
        </p:cxnSp>
        <p:cxnSp>
          <p:nvCxnSpPr>
            <p:cNvPr id="1392" name="Google Shape;1392;p22"/>
            <p:cNvCxnSpPr/>
            <p:nvPr/>
          </p:nvCxnSpPr>
          <p:spPr>
            <a:xfrm flipH="1">
              <a:off x="4172601" y="3239892"/>
              <a:ext cx="4474" cy="356262"/>
            </a:xfrm>
            <a:prstGeom prst="straightConnector1">
              <a:avLst/>
            </a:prstGeom>
            <a:noFill/>
            <a:ln cap="flat" cmpd="sng" w="38100">
              <a:solidFill>
                <a:srgbClr val="0000A8"/>
              </a:solidFill>
              <a:prstDash val="solid"/>
              <a:round/>
              <a:headEnd len="med" w="med" type="triangle"/>
              <a:tailEnd len="med" w="med" type="triangle"/>
            </a:ln>
          </p:spPr>
        </p:cxnSp>
        <p:sp>
          <p:nvSpPr>
            <p:cNvPr id="1393" name="Google Shape;1393;p22"/>
            <p:cNvSpPr/>
            <p:nvPr/>
          </p:nvSpPr>
          <p:spPr>
            <a:xfrm>
              <a:off x="3643876" y="2820792"/>
              <a:ext cx="1122362" cy="1082675"/>
            </a:xfrm>
            <a:prstGeom prst="rect">
              <a:avLst/>
            </a:prstGeom>
            <a:noFill/>
            <a:ln cap="flat" cmpd="sng" w="28575">
              <a:solidFill>
                <a:srgbClr val="FF000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1394" name="Google Shape;1394;p22"/>
          <p:cNvGrpSpPr/>
          <p:nvPr/>
        </p:nvGrpSpPr>
        <p:grpSpPr>
          <a:xfrm>
            <a:off x="2300585" y="1777854"/>
            <a:ext cx="1508125" cy="2035175"/>
            <a:chOff x="2695" y="1742"/>
            <a:chExt cx="950" cy="1282"/>
          </a:xfrm>
        </p:grpSpPr>
        <p:sp>
          <p:nvSpPr>
            <p:cNvPr id="1395" name="Google Shape;1395;p22"/>
            <p:cNvSpPr/>
            <p:nvPr/>
          </p:nvSpPr>
          <p:spPr>
            <a:xfrm>
              <a:off x="3228" y="2488"/>
              <a:ext cx="417" cy="536"/>
            </a:xfrm>
            <a:custGeom>
              <a:rect b="b" l="l" r="r" t="t"/>
              <a:pathLst>
                <a:path extrusionOk="0" h="12944" w="9954">
                  <a:moveTo>
                    <a:pt x="9934" y="0"/>
                  </a:moveTo>
                  <a:lnTo>
                    <a:pt x="0" y="2944"/>
                  </a:lnTo>
                  <a:cubicBezTo>
                    <a:pt x="3" y="5619"/>
                    <a:pt x="7" y="8292"/>
                    <a:pt x="10" y="10966"/>
                  </a:cubicBezTo>
                  <a:lnTo>
                    <a:pt x="9951" y="12944"/>
                  </a:lnTo>
                  <a:cubicBezTo>
                    <a:pt x="9967" y="8755"/>
                    <a:pt x="9917" y="4189"/>
                    <a:pt x="9934" y="0"/>
                  </a:cubicBezTo>
                  <a:close/>
                </a:path>
              </a:pathLst>
            </a:custGeom>
            <a:gradFill>
              <a:gsLst>
                <a:gs pos="0">
                  <a:srgbClr val="BFBFBF"/>
                </a:gs>
                <a:gs pos="100000">
                  <a:srgbClr val="FFFFFF">
                    <a:alpha val="73725"/>
                  </a:srgbClr>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396" name="Google Shape;1396;p22"/>
            <p:cNvSpPr/>
            <p:nvPr/>
          </p:nvSpPr>
          <p:spPr>
            <a:xfrm>
              <a:off x="2737" y="2678"/>
              <a:ext cx="489" cy="262"/>
            </a:xfrm>
            <a:prstGeom prst="rect">
              <a:avLst/>
            </a:prstGeom>
            <a:solidFill>
              <a:srgbClr val="FFFFFF"/>
            </a:solidFill>
            <a:ln cap="flat" cmpd="sng" w="9525">
              <a:solidFill>
                <a:srgbClr val="E40000"/>
              </a:solidFill>
              <a:prstDash val="solid"/>
              <a:miter lim="800000"/>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397" name="Google Shape;1397;p22"/>
            <p:cNvSpPr/>
            <p:nvPr/>
          </p:nvSpPr>
          <p:spPr>
            <a:xfrm>
              <a:off x="3222" y="1767"/>
              <a:ext cx="244" cy="443"/>
            </a:xfrm>
            <a:custGeom>
              <a:rect b="b" l="l" r="r" t="t"/>
              <a:pathLst>
                <a:path extrusionOk="0" h="443" w="275">
                  <a:moveTo>
                    <a:pt x="264" y="108"/>
                  </a:moveTo>
                  <a:lnTo>
                    <a:pt x="0" y="0"/>
                  </a:lnTo>
                  <a:lnTo>
                    <a:pt x="2" y="443"/>
                  </a:lnTo>
                  <a:lnTo>
                    <a:pt x="275" y="412"/>
                  </a:lnTo>
                  <a:lnTo>
                    <a:pt x="264" y="108"/>
                  </a:lnTo>
                  <a:close/>
                </a:path>
              </a:pathLst>
            </a:custGeom>
            <a:gradFill>
              <a:gsLst>
                <a:gs pos="0">
                  <a:srgbClr val="A5A5A5"/>
                </a:gs>
                <a:gs pos="99000">
                  <a:srgbClr val="FFFFFF">
                    <a:alpha val="65882"/>
                  </a:srgbClr>
                </a:gs>
                <a:gs pos="100000">
                  <a:srgbClr val="FFFFFF">
                    <a:alpha val="65882"/>
                  </a:srgbClr>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398" name="Google Shape;1398;p22"/>
            <p:cNvSpPr/>
            <p:nvPr/>
          </p:nvSpPr>
          <p:spPr>
            <a:xfrm>
              <a:off x="2734" y="1764"/>
              <a:ext cx="490" cy="463"/>
            </a:xfrm>
            <a:prstGeom prst="rect">
              <a:avLst/>
            </a:prstGeom>
            <a:solidFill>
              <a:srgbClr val="FFFFFF"/>
            </a:solidFill>
            <a:ln cap="flat" cmpd="sng" w="12700">
              <a:solidFill>
                <a:srgbClr val="FF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399" name="Google Shape;1399;p22"/>
            <p:cNvSpPr txBox="1"/>
            <p:nvPr/>
          </p:nvSpPr>
          <p:spPr>
            <a:xfrm>
              <a:off x="2703" y="1742"/>
              <a:ext cx="553" cy="52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application</a:t>
              </a:r>
              <a:endParaRPr/>
            </a:p>
            <a:p>
              <a:pPr indent="0" lvl="0" marL="0" marR="0" rtl="0" algn="ctr">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transport</a:t>
              </a:r>
              <a:endParaRPr/>
            </a:p>
            <a:p>
              <a:pPr indent="0" lvl="0" marL="0" marR="0" rtl="0" algn="ctr">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link</a:t>
              </a:r>
              <a:endParaRPr/>
            </a:p>
          </p:txBody>
        </p:sp>
        <p:cxnSp>
          <p:nvCxnSpPr>
            <p:cNvPr id="1400" name="Google Shape;1400;p22"/>
            <p:cNvCxnSpPr/>
            <p:nvPr/>
          </p:nvCxnSpPr>
          <p:spPr>
            <a:xfrm>
              <a:off x="2737" y="1898"/>
              <a:ext cx="489" cy="0"/>
            </a:xfrm>
            <a:prstGeom prst="straightConnector1">
              <a:avLst/>
            </a:prstGeom>
            <a:noFill/>
            <a:ln cap="flat" cmpd="sng" w="9525">
              <a:solidFill>
                <a:srgbClr val="E40000"/>
              </a:solidFill>
              <a:prstDash val="solid"/>
              <a:round/>
              <a:headEnd len="med" w="med" type="none"/>
              <a:tailEnd len="med" w="med" type="none"/>
            </a:ln>
          </p:spPr>
        </p:cxnSp>
        <p:cxnSp>
          <p:nvCxnSpPr>
            <p:cNvPr id="1401" name="Google Shape;1401;p22"/>
            <p:cNvCxnSpPr/>
            <p:nvPr/>
          </p:nvCxnSpPr>
          <p:spPr>
            <a:xfrm>
              <a:off x="2737" y="2001"/>
              <a:ext cx="489" cy="0"/>
            </a:xfrm>
            <a:prstGeom prst="straightConnector1">
              <a:avLst/>
            </a:prstGeom>
            <a:noFill/>
            <a:ln cap="flat" cmpd="sng" w="9525">
              <a:solidFill>
                <a:srgbClr val="E40000"/>
              </a:solidFill>
              <a:prstDash val="solid"/>
              <a:round/>
              <a:headEnd len="med" w="med" type="none"/>
              <a:tailEnd len="med" w="med" type="none"/>
            </a:ln>
          </p:spPr>
        </p:cxnSp>
        <p:cxnSp>
          <p:nvCxnSpPr>
            <p:cNvPr id="1402" name="Google Shape;1402;p22"/>
            <p:cNvCxnSpPr/>
            <p:nvPr/>
          </p:nvCxnSpPr>
          <p:spPr>
            <a:xfrm>
              <a:off x="2735" y="2110"/>
              <a:ext cx="489" cy="0"/>
            </a:xfrm>
            <a:prstGeom prst="straightConnector1">
              <a:avLst/>
            </a:prstGeom>
            <a:noFill/>
            <a:ln cap="flat" cmpd="sng" w="9525">
              <a:solidFill>
                <a:srgbClr val="FF0000"/>
              </a:solidFill>
              <a:prstDash val="solid"/>
              <a:round/>
              <a:headEnd len="med" w="med" type="none"/>
              <a:tailEnd len="med" w="med" type="none"/>
            </a:ln>
          </p:spPr>
        </p:cxnSp>
        <p:sp>
          <p:nvSpPr>
            <p:cNvPr id="1403" name="Google Shape;1403;p22"/>
            <p:cNvSpPr/>
            <p:nvPr/>
          </p:nvSpPr>
          <p:spPr>
            <a:xfrm>
              <a:off x="2695" y="2212"/>
              <a:ext cx="552" cy="11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1404" name="Google Shape;1404;p22"/>
            <p:cNvCxnSpPr/>
            <p:nvPr/>
          </p:nvCxnSpPr>
          <p:spPr>
            <a:xfrm>
              <a:off x="2734" y="2224"/>
              <a:ext cx="0" cy="65"/>
            </a:xfrm>
            <a:prstGeom prst="straightConnector1">
              <a:avLst/>
            </a:prstGeom>
            <a:noFill/>
            <a:ln cap="flat" cmpd="sng" w="9525">
              <a:solidFill>
                <a:srgbClr val="E40000"/>
              </a:solidFill>
              <a:prstDash val="dash"/>
              <a:round/>
              <a:headEnd len="med" w="med" type="none"/>
              <a:tailEnd len="med" w="med" type="none"/>
            </a:ln>
          </p:spPr>
        </p:cxnSp>
        <p:cxnSp>
          <p:nvCxnSpPr>
            <p:cNvPr id="1405" name="Google Shape;1405;p22"/>
            <p:cNvCxnSpPr/>
            <p:nvPr/>
          </p:nvCxnSpPr>
          <p:spPr>
            <a:xfrm>
              <a:off x="3225" y="2218"/>
              <a:ext cx="0" cy="64"/>
            </a:xfrm>
            <a:prstGeom prst="straightConnector1">
              <a:avLst/>
            </a:prstGeom>
            <a:noFill/>
            <a:ln cap="flat" cmpd="sng" w="9525">
              <a:solidFill>
                <a:srgbClr val="E40000"/>
              </a:solidFill>
              <a:prstDash val="dash"/>
              <a:round/>
              <a:headEnd len="med" w="med" type="none"/>
              <a:tailEnd len="med" w="med" type="none"/>
            </a:ln>
          </p:spPr>
        </p:cxnSp>
        <p:sp>
          <p:nvSpPr>
            <p:cNvPr id="1406" name="Google Shape;1406;p22"/>
            <p:cNvSpPr txBox="1"/>
            <p:nvPr/>
          </p:nvSpPr>
          <p:spPr>
            <a:xfrm>
              <a:off x="2755" y="2653"/>
              <a:ext cx="431" cy="29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link</a:t>
              </a:r>
              <a:endParaRPr/>
            </a:p>
            <a:p>
              <a:pPr indent="0" lvl="0" marL="0" marR="0" rtl="0" algn="ctr">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physical</a:t>
              </a:r>
              <a:endParaRPr/>
            </a:p>
          </p:txBody>
        </p:sp>
        <p:cxnSp>
          <p:nvCxnSpPr>
            <p:cNvPr id="1407" name="Google Shape;1407;p22"/>
            <p:cNvCxnSpPr/>
            <p:nvPr/>
          </p:nvCxnSpPr>
          <p:spPr>
            <a:xfrm>
              <a:off x="2736" y="2803"/>
              <a:ext cx="489" cy="0"/>
            </a:xfrm>
            <a:prstGeom prst="straightConnector1">
              <a:avLst/>
            </a:prstGeom>
            <a:noFill/>
            <a:ln cap="flat" cmpd="sng" w="9525">
              <a:solidFill>
                <a:srgbClr val="E40000"/>
              </a:solidFill>
              <a:prstDash val="solid"/>
              <a:round/>
              <a:headEnd len="med" w="med" type="none"/>
              <a:tailEnd len="med" w="med" type="none"/>
            </a:ln>
          </p:spPr>
        </p:cxnSp>
        <p:cxnSp>
          <p:nvCxnSpPr>
            <p:cNvPr id="1408" name="Google Shape;1408;p22"/>
            <p:cNvCxnSpPr/>
            <p:nvPr/>
          </p:nvCxnSpPr>
          <p:spPr>
            <a:xfrm>
              <a:off x="2737" y="2614"/>
              <a:ext cx="0" cy="65"/>
            </a:xfrm>
            <a:prstGeom prst="straightConnector1">
              <a:avLst/>
            </a:prstGeom>
            <a:noFill/>
            <a:ln cap="flat" cmpd="sng" w="9525">
              <a:solidFill>
                <a:srgbClr val="E40000"/>
              </a:solidFill>
              <a:prstDash val="dash"/>
              <a:round/>
              <a:headEnd len="med" w="med" type="none"/>
              <a:tailEnd len="med" w="med" type="none"/>
            </a:ln>
          </p:spPr>
        </p:cxnSp>
        <p:cxnSp>
          <p:nvCxnSpPr>
            <p:cNvPr id="1409" name="Google Shape;1409;p22"/>
            <p:cNvCxnSpPr/>
            <p:nvPr/>
          </p:nvCxnSpPr>
          <p:spPr>
            <a:xfrm>
              <a:off x="3226" y="2614"/>
              <a:ext cx="0" cy="64"/>
            </a:xfrm>
            <a:prstGeom prst="straightConnector1">
              <a:avLst/>
            </a:prstGeom>
            <a:noFill/>
            <a:ln cap="flat" cmpd="sng" w="9525">
              <a:solidFill>
                <a:srgbClr val="E40000"/>
              </a:solidFill>
              <a:prstDash val="dash"/>
              <a:round/>
              <a:headEnd len="med" w="med" type="none"/>
              <a:tailEnd len="med" w="med" type="none"/>
            </a:ln>
          </p:spPr>
        </p:cxnSp>
      </p:grpSp>
      <p:grpSp>
        <p:nvGrpSpPr>
          <p:cNvPr id="1410" name="Google Shape;1410;p22"/>
          <p:cNvGrpSpPr/>
          <p:nvPr/>
        </p:nvGrpSpPr>
        <p:grpSpPr>
          <a:xfrm>
            <a:off x="8154574" y="1741034"/>
            <a:ext cx="1453373" cy="2053837"/>
            <a:chOff x="9730606" y="1055376"/>
            <a:chExt cx="1453373" cy="2053837"/>
          </a:xfrm>
        </p:grpSpPr>
        <p:sp>
          <p:nvSpPr>
            <p:cNvPr id="1411" name="Google Shape;1411;p22"/>
            <p:cNvSpPr/>
            <p:nvPr/>
          </p:nvSpPr>
          <p:spPr>
            <a:xfrm flipH="1">
              <a:off x="9730606" y="2258313"/>
              <a:ext cx="623888" cy="850900"/>
            </a:xfrm>
            <a:custGeom>
              <a:rect b="b" l="l" r="r" t="t"/>
              <a:pathLst>
                <a:path extrusionOk="0" h="12944" w="9954">
                  <a:moveTo>
                    <a:pt x="9934" y="0"/>
                  </a:moveTo>
                  <a:lnTo>
                    <a:pt x="0" y="2944"/>
                  </a:lnTo>
                  <a:cubicBezTo>
                    <a:pt x="3" y="5619"/>
                    <a:pt x="7" y="8292"/>
                    <a:pt x="10" y="10966"/>
                  </a:cubicBezTo>
                  <a:lnTo>
                    <a:pt x="9951" y="12944"/>
                  </a:lnTo>
                  <a:cubicBezTo>
                    <a:pt x="9967" y="8755"/>
                    <a:pt x="9917" y="4189"/>
                    <a:pt x="9934" y="0"/>
                  </a:cubicBezTo>
                  <a:close/>
                </a:path>
              </a:pathLst>
            </a:custGeom>
            <a:gradFill>
              <a:gsLst>
                <a:gs pos="0">
                  <a:srgbClr val="BFBFBF"/>
                </a:gs>
                <a:gs pos="100000">
                  <a:srgbClr val="FFFFFF">
                    <a:alpha val="81960"/>
                  </a:srgbClr>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412" name="Google Shape;1412;p22"/>
            <p:cNvSpPr/>
            <p:nvPr/>
          </p:nvSpPr>
          <p:spPr>
            <a:xfrm>
              <a:off x="10360066" y="2541276"/>
              <a:ext cx="776288" cy="415925"/>
            </a:xfrm>
            <a:prstGeom prst="rect">
              <a:avLst/>
            </a:prstGeom>
            <a:solidFill>
              <a:srgbClr val="FFFFFF"/>
            </a:solidFill>
            <a:ln cap="flat" cmpd="sng" w="9525">
              <a:solidFill>
                <a:srgbClr val="E40000"/>
              </a:solidFill>
              <a:prstDash val="solid"/>
              <a:miter lim="800000"/>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413" name="Google Shape;1413;p22"/>
            <p:cNvSpPr/>
            <p:nvPr/>
          </p:nvSpPr>
          <p:spPr>
            <a:xfrm flipH="1">
              <a:off x="9935685" y="1076403"/>
              <a:ext cx="436563" cy="703263"/>
            </a:xfrm>
            <a:custGeom>
              <a:rect b="b" l="l" r="r" t="t"/>
              <a:pathLst>
                <a:path extrusionOk="0" h="443" w="275">
                  <a:moveTo>
                    <a:pt x="264" y="108"/>
                  </a:moveTo>
                  <a:lnTo>
                    <a:pt x="0" y="0"/>
                  </a:lnTo>
                  <a:lnTo>
                    <a:pt x="2" y="443"/>
                  </a:lnTo>
                  <a:lnTo>
                    <a:pt x="275" y="412"/>
                  </a:lnTo>
                  <a:lnTo>
                    <a:pt x="264" y="108"/>
                  </a:lnTo>
                  <a:close/>
                </a:path>
              </a:pathLst>
            </a:custGeom>
            <a:gradFill>
              <a:gsLst>
                <a:gs pos="0">
                  <a:srgbClr val="A5A5A5"/>
                </a:gs>
                <a:gs pos="100000">
                  <a:srgbClr val="FFFFFF">
                    <a:alpha val="80784"/>
                  </a:srgbClr>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414" name="Google Shape;1414;p22"/>
            <p:cNvSpPr/>
            <p:nvPr/>
          </p:nvSpPr>
          <p:spPr>
            <a:xfrm>
              <a:off x="10355304" y="1090301"/>
              <a:ext cx="777876" cy="735013"/>
            </a:xfrm>
            <a:prstGeom prst="rect">
              <a:avLst/>
            </a:prstGeom>
            <a:solidFill>
              <a:srgbClr val="FFFFFF"/>
            </a:solidFill>
            <a:ln cap="flat" cmpd="sng" w="12700">
              <a:solidFill>
                <a:srgbClr val="FF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415" name="Google Shape;1415;p22"/>
            <p:cNvSpPr txBox="1"/>
            <p:nvPr/>
          </p:nvSpPr>
          <p:spPr>
            <a:xfrm>
              <a:off x="10306091" y="1055376"/>
              <a:ext cx="877888" cy="8302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application</a:t>
              </a:r>
              <a:endParaRPr/>
            </a:p>
            <a:p>
              <a:pPr indent="0" lvl="0" marL="0" marR="0" rtl="0" algn="ctr">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transport</a:t>
              </a:r>
              <a:endParaRPr/>
            </a:p>
            <a:p>
              <a:pPr indent="0" lvl="0" marL="0" marR="0" rtl="0" algn="ctr">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link</a:t>
              </a:r>
              <a:endParaRPr/>
            </a:p>
          </p:txBody>
        </p:sp>
        <p:cxnSp>
          <p:nvCxnSpPr>
            <p:cNvPr id="1416" name="Google Shape;1416;p22"/>
            <p:cNvCxnSpPr/>
            <p:nvPr/>
          </p:nvCxnSpPr>
          <p:spPr>
            <a:xfrm>
              <a:off x="10360066" y="1303026"/>
              <a:ext cx="776288" cy="0"/>
            </a:xfrm>
            <a:prstGeom prst="straightConnector1">
              <a:avLst/>
            </a:prstGeom>
            <a:noFill/>
            <a:ln cap="flat" cmpd="sng" w="9525">
              <a:solidFill>
                <a:srgbClr val="E40000"/>
              </a:solidFill>
              <a:prstDash val="solid"/>
              <a:round/>
              <a:headEnd len="med" w="med" type="none"/>
              <a:tailEnd len="med" w="med" type="none"/>
            </a:ln>
          </p:spPr>
        </p:cxnSp>
        <p:cxnSp>
          <p:nvCxnSpPr>
            <p:cNvPr id="1417" name="Google Shape;1417;p22"/>
            <p:cNvCxnSpPr/>
            <p:nvPr/>
          </p:nvCxnSpPr>
          <p:spPr>
            <a:xfrm>
              <a:off x="10360066" y="1466539"/>
              <a:ext cx="776288" cy="0"/>
            </a:xfrm>
            <a:prstGeom prst="straightConnector1">
              <a:avLst/>
            </a:prstGeom>
            <a:noFill/>
            <a:ln cap="flat" cmpd="sng" w="9525">
              <a:solidFill>
                <a:srgbClr val="E40000"/>
              </a:solidFill>
              <a:prstDash val="solid"/>
              <a:round/>
              <a:headEnd len="med" w="med" type="none"/>
              <a:tailEnd len="med" w="med" type="none"/>
            </a:ln>
          </p:spPr>
        </p:cxnSp>
        <p:cxnSp>
          <p:nvCxnSpPr>
            <p:cNvPr id="1418" name="Google Shape;1418;p22"/>
            <p:cNvCxnSpPr/>
            <p:nvPr/>
          </p:nvCxnSpPr>
          <p:spPr>
            <a:xfrm>
              <a:off x="10356891" y="1639576"/>
              <a:ext cx="776288" cy="0"/>
            </a:xfrm>
            <a:prstGeom prst="straightConnector1">
              <a:avLst/>
            </a:prstGeom>
            <a:noFill/>
            <a:ln cap="flat" cmpd="sng" w="9525">
              <a:solidFill>
                <a:srgbClr val="FF0000"/>
              </a:solidFill>
              <a:prstDash val="solid"/>
              <a:round/>
              <a:headEnd len="med" w="med" type="none"/>
              <a:tailEnd len="med" w="med" type="none"/>
            </a:ln>
          </p:spPr>
        </p:cxnSp>
        <p:sp>
          <p:nvSpPr>
            <p:cNvPr id="1419" name="Google Shape;1419;p22"/>
            <p:cNvSpPr/>
            <p:nvPr/>
          </p:nvSpPr>
          <p:spPr>
            <a:xfrm>
              <a:off x="10293391" y="1801501"/>
              <a:ext cx="876301" cy="182563"/>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1420" name="Google Shape;1420;p22"/>
            <p:cNvCxnSpPr/>
            <p:nvPr/>
          </p:nvCxnSpPr>
          <p:spPr>
            <a:xfrm>
              <a:off x="10355304" y="1820551"/>
              <a:ext cx="0" cy="103188"/>
            </a:xfrm>
            <a:prstGeom prst="straightConnector1">
              <a:avLst/>
            </a:prstGeom>
            <a:noFill/>
            <a:ln cap="flat" cmpd="sng" w="9525">
              <a:solidFill>
                <a:srgbClr val="E40000"/>
              </a:solidFill>
              <a:prstDash val="dash"/>
              <a:round/>
              <a:headEnd len="med" w="med" type="none"/>
              <a:tailEnd len="med" w="med" type="none"/>
            </a:ln>
          </p:spPr>
        </p:cxnSp>
        <p:cxnSp>
          <p:nvCxnSpPr>
            <p:cNvPr id="1421" name="Google Shape;1421;p22"/>
            <p:cNvCxnSpPr/>
            <p:nvPr/>
          </p:nvCxnSpPr>
          <p:spPr>
            <a:xfrm>
              <a:off x="11134767" y="1811026"/>
              <a:ext cx="0" cy="101600"/>
            </a:xfrm>
            <a:prstGeom prst="straightConnector1">
              <a:avLst/>
            </a:prstGeom>
            <a:noFill/>
            <a:ln cap="flat" cmpd="sng" w="9525">
              <a:solidFill>
                <a:srgbClr val="E40000"/>
              </a:solidFill>
              <a:prstDash val="dash"/>
              <a:round/>
              <a:headEnd len="med" w="med" type="none"/>
              <a:tailEnd len="med" w="med" type="none"/>
            </a:ln>
          </p:spPr>
        </p:cxnSp>
        <p:sp>
          <p:nvSpPr>
            <p:cNvPr id="1422" name="Google Shape;1422;p22"/>
            <p:cNvSpPr txBox="1"/>
            <p:nvPr/>
          </p:nvSpPr>
          <p:spPr>
            <a:xfrm>
              <a:off x="10388641" y="2501589"/>
              <a:ext cx="684213" cy="4619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link</a:t>
              </a:r>
              <a:endParaRPr/>
            </a:p>
            <a:p>
              <a:pPr indent="0" lvl="0" marL="0" marR="0" rtl="0" algn="ctr">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physical</a:t>
              </a:r>
              <a:endParaRPr/>
            </a:p>
          </p:txBody>
        </p:sp>
        <p:cxnSp>
          <p:nvCxnSpPr>
            <p:cNvPr id="1423" name="Google Shape;1423;p22"/>
            <p:cNvCxnSpPr/>
            <p:nvPr/>
          </p:nvCxnSpPr>
          <p:spPr>
            <a:xfrm>
              <a:off x="10358479" y="2739714"/>
              <a:ext cx="776288" cy="0"/>
            </a:xfrm>
            <a:prstGeom prst="straightConnector1">
              <a:avLst/>
            </a:prstGeom>
            <a:noFill/>
            <a:ln cap="flat" cmpd="sng" w="9525">
              <a:solidFill>
                <a:srgbClr val="E40000"/>
              </a:solidFill>
              <a:prstDash val="solid"/>
              <a:round/>
              <a:headEnd len="med" w="med" type="none"/>
              <a:tailEnd len="med" w="med" type="none"/>
            </a:ln>
          </p:spPr>
        </p:cxnSp>
        <p:cxnSp>
          <p:nvCxnSpPr>
            <p:cNvPr id="1424" name="Google Shape;1424;p22"/>
            <p:cNvCxnSpPr/>
            <p:nvPr/>
          </p:nvCxnSpPr>
          <p:spPr>
            <a:xfrm>
              <a:off x="10360066" y="2439676"/>
              <a:ext cx="0" cy="103188"/>
            </a:xfrm>
            <a:prstGeom prst="straightConnector1">
              <a:avLst/>
            </a:prstGeom>
            <a:noFill/>
            <a:ln cap="flat" cmpd="sng" w="9525">
              <a:solidFill>
                <a:srgbClr val="E40000"/>
              </a:solidFill>
              <a:prstDash val="dash"/>
              <a:round/>
              <a:headEnd len="med" w="med" type="none"/>
              <a:tailEnd len="med" w="med" type="none"/>
            </a:ln>
          </p:spPr>
        </p:cxnSp>
        <p:cxnSp>
          <p:nvCxnSpPr>
            <p:cNvPr id="1425" name="Google Shape;1425;p22"/>
            <p:cNvCxnSpPr/>
            <p:nvPr/>
          </p:nvCxnSpPr>
          <p:spPr>
            <a:xfrm>
              <a:off x="11136354" y="2439676"/>
              <a:ext cx="0" cy="101600"/>
            </a:xfrm>
            <a:prstGeom prst="straightConnector1">
              <a:avLst/>
            </a:prstGeom>
            <a:noFill/>
            <a:ln cap="flat" cmpd="sng" w="9525">
              <a:solidFill>
                <a:srgbClr val="E40000"/>
              </a:solidFill>
              <a:prstDash val="dash"/>
              <a:round/>
              <a:headEnd len="med" w="med" type="none"/>
              <a:tailEnd len="med" w="med" type="none"/>
            </a:ln>
          </p:spPr>
        </p:cxnSp>
      </p:grpSp>
      <p:sp>
        <p:nvSpPr>
          <p:cNvPr id="1426" name="Google Shape;1426;p22"/>
          <p:cNvSpPr/>
          <p:nvPr/>
        </p:nvSpPr>
        <p:spPr>
          <a:xfrm>
            <a:off x="4153301" y="3785951"/>
            <a:ext cx="3591390" cy="522811"/>
          </a:xfrm>
          <a:custGeom>
            <a:rect b="b" l="l" r="r" t="t"/>
            <a:pathLst>
              <a:path extrusionOk="0" h="282601" w="5874327">
                <a:moveTo>
                  <a:pt x="0" y="5510"/>
                </a:moveTo>
                <a:lnTo>
                  <a:pt x="0" y="282601"/>
                </a:lnTo>
                <a:lnTo>
                  <a:pt x="5874327" y="282601"/>
                </a:lnTo>
                <a:cubicBezTo>
                  <a:pt x="5874327" y="204092"/>
                  <a:pt x="5863162" y="41065"/>
                  <a:pt x="5864278" y="0"/>
                </a:cubicBezTo>
              </a:path>
            </a:pathLst>
          </a:custGeom>
          <a:noFill/>
          <a:ln cap="flat" cmpd="sng" w="349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427" name="Google Shape;1427;p22"/>
          <p:cNvSpPr txBox="1"/>
          <p:nvPr/>
        </p:nvSpPr>
        <p:spPr>
          <a:xfrm>
            <a:off x="1181424" y="4590175"/>
            <a:ext cx="5247083" cy="1935162"/>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99"/>
              </a:buClr>
              <a:buSzPts val="2400"/>
              <a:buFont typeface="Noto Sans Symbols"/>
              <a:buNone/>
            </a:pPr>
            <a:r>
              <a:rPr b="0" i="0" lang="en-US" sz="2400" u="none" cap="none" strike="noStrike">
                <a:solidFill>
                  <a:srgbClr val="000000"/>
                </a:solidFill>
                <a:latin typeface="Calibri"/>
                <a:ea typeface="Calibri"/>
                <a:cs typeface="Calibri"/>
                <a:sym typeface="Calibri"/>
              </a:rPr>
              <a:t>sending side:</a:t>
            </a:r>
            <a:endParaRPr/>
          </a:p>
          <a:p>
            <a:pPr indent="-276225" lvl="0" marL="400050"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encapsulates datagram in frame</a:t>
            </a:r>
            <a:endParaRPr/>
          </a:p>
          <a:p>
            <a:pPr indent="-276225" lvl="0" marL="400050"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adds error checking bits, reliable data transfer, flow control, etc.</a:t>
            </a:r>
            <a:endParaRPr/>
          </a:p>
        </p:txBody>
      </p:sp>
      <p:sp>
        <p:nvSpPr>
          <p:cNvPr id="1428" name="Google Shape;1428;p22"/>
          <p:cNvSpPr txBox="1"/>
          <p:nvPr/>
        </p:nvSpPr>
        <p:spPr>
          <a:xfrm>
            <a:off x="6683664" y="4606063"/>
            <a:ext cx="4829464" cy="1851025"/>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99"/>
              </a:buClr>
              <a:buSzPts val="2400"/>
              <a:buFont typeface="Noto Sans Symbols"/>
              <a:buNone/>
            </a:pPr>
            <a:r>
              <a:rPr b="0" i="0" lang="en-US" sz="2400" u="none" cap="none" strike="noStrike">
                <a:solidFill>
                  <a:srgbClr val="000000"/>
                </a:solidFill>
                <a:latin typeface="Calibri"/>
                <a:ea typeface="Calibri"/>
                <a:cs typeface="Calibri"/>
                <a:sym typeface="Calibri"/>
              </a:rPr>
              <a:t>receiving side:</a:t>
            </a:r>
            <a:endParaRPr/>
          </a:p>
          <a:p>
            <a:pPr indent="-276225" lvl="0" marL="400050"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looks for errors, reliable data transfer, flow control, etc.</a:t>
            </a:r>
            <a:endParaRPr/>
          </a:p>
          <a:p>
            <a:pPr indent="-276225" lvl="0" marL="400050"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extracts datagram, passes to upper layer at receiving side</a:t>
            </a:r>
            <a:endParaRPr/>
          </a:p>
        </p:txBody>
      </p:sp>
      <p:grpSp>
        <p:nvGrpSpPr>
          <p:cNvPr id="1429" name="Google Shape;1429;p22"/>
          <p:cNvGrpSpPr/>
          <p:nvPr/>
        </p:nvGrpSpPr>
        <p:grpSpPr>
          <a:xfrm>
            <a:off x="957300" y="3054812"/>
            <a:ext cx="1569900" cy="338554"/>
            <a:chOff x="946500" y="2082812"/>
            <a:chExt cx="1569900" cy="338554"/>
          </a:xfrm>
        </p:grpSpPr>
        <p:sp>
          <p:nvSpPr>
            <p:cNvPr id="1430" name="Google Shape;1430;p22"/>
            <p:cNvSpPr/>
            <p:nvPr/>
          </p:nvSpPr>
          <p:spPr>
            <a:xfrm>
              <a:off x="977194" y="2096985"/>
              <a:ext cx="1539206" cy="311415"/>
            </a:xfrm>
            <a:prstGeom prst="rect">
              <a:avLst/>
            </a:prstGeom>
            <a:solidFill>
              <a:schemeClr val="lt1"/>
            </a:solidFill>
            <a:ln cap="flat" cmpd="sng" w="25400">
              <a:solidFill>
                <a:srgbClr val="0070C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431" name="Google Shape;1431;p22"/>
            <p:cNvSpPr txBox="1"/>
            <p:nvPr/>
          </p:nvSpPr>
          <p:spPr>
            <a:xfrm>
              <a:off x="946500" y="2082812"/>
              <a:ext cx="615900" cy="338554"/>
            </a:xfrm>
            <a:prstGeom prst="rect">
              <a:avLst/>
            </a:prstGeom>
            <a:noFill/>
            <a:ln>
              <a:noFill/>
            </a:ln>
            <a:effectLst>
              <a:outerShdw blurRad="50800" rotWithShape="0" algn="bl" dir="18900000" dist="38100">
                <a:srgbClr val="000000">
                  <a:alpha val="40000"/>
                </a:srgbClr>
              </a:outerShdw>
            </a:effectLst>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link</a:t>
              </a:r>
              <a:r>
                <a:rPr b="0" baseline="-25000" i="0" lang="en-US" sz="1600" u="none" cap="none" strike="noStrike">
                  <a:solidFill>
                    <a:srgbClr val="000000"/>
                  </a:solidFill>
                  <a:latin typeface="Calibri"/>
                  <a:ea typeface="Calibri"/>
                  <a:cs typeface="Calibri"/>
                  <a:sym typeface="Calibri"/>
                </a:rPr>
                <a:t>h</a:t>
              </a:r>
              <a:endParaRPr/>
            </a:p>
          </p:txBody>
        </p:sp>
      </p:grpSp>
      <p:grpSp>
        <p:nvGrpSpPr>
          <p:cNvPr id="1432" name="Google Shape;1432;p22"/>
          <p:cNvGrpSpPr/>
          <p:nvPr/>
        </p:nvGrpSpPr>
        <p:grpSpPr>
          <a:xfrm>
            <a:off x="955870" y="3055124"/>
            <a:ext cx="1642179" cy="339427"/>
            <a:chOff x="8795014" y="27710"/>
            <a:chExt cx="1642179" cy="339427"/>
          </a:xfrm>
        </p:grpSpPr>
        <p:grpSp>
          <p:nvGrpSpPr>
            <p:cNvPr id="1433" name="Google Shape;1433;p22"/>
            <p:cNvGrpSpPr/>
            <p:nvPr/>
          </p:nvGrpSpPr>
          <p:grpSpPr>
            <a:xfrm>
              <a:off x="8795014" y="28583"/>
              <a:ext cx="1569900" cy="338554"/>
              <a:chOff x="946500" y="2082812"/>
              <a:chExt cx="1569900" cy="338554"/>
            </a:xfrm>
          </p:grpSpPr>
          <p:sp>
            <p:nvSpPr>
              <p:cNvPr id="1434" name="Google Shape;1434;p22"/>
              <p:cNvSpPr/>
              <p:nvPr/>
            </p:nvSpPr>
            <p:spPr>
              <a:xfrm>
                <a:off x="977194" y="2096985"/>
                <a:ext cx="1539206" cy="311415"/>
              </a:xfrm>
              <a:prstGeom prst="rect">
                <a:avLst/>
              </a:prstGeom>
              <a:solidFill>
                <a:schemeClr val="lt1"/>
              </a:solidFill>
              <a:ln cap="flat" cmpd="sng" w="25400">
                <a:solidFill>
                  <a:srgbClr val="0070C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435" name="Google Shape;1435;p22"/>
              <p:cNvSpPr txBox="1"/>
              <p:nvPr/>
            </p:nvSpPr>
            <p:spPr>
              <a:xfrm>
                <a:off x="946500" y="2082812"/>
                <a:ext cx="615900" cy="338554"/>
              </a:xfrm>
              <a:prstGeom prst="rect">
                <a:avLst/>
              </a:prstGeom>
              <a:noFill/>
              <a:ln>
                <a:noFill/>
              </a:ln>
              <a:effectLst>
                <a:outerShdw blurRad="50800" rotWithShape="0" algn="bl" dir="18900000" dist="38100">
                  <a:srgbClr val="000000">
                    <a:alpha val="40000"/>
                  </a:srgbClr>
                </a:outerShdw>
              </a:effectLst>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link</a:t>
                </a:r>
                <a:r>
                  <a:rPr b="0" baseline="-25000" i="0" lang="en-US" sz="1600" u="none" cap="none" strike="noStrike">
                    <a:solidFill>
                      <a:srgbClr val="000000"/>
                    </a:solidFill>
                    <a:latin typeface="Calibri"/>
                    <a:ea typeface="Calibri"/>
                    <a:cs typeface="Calibri"/>
                    <a:sym typeface="Calibri"/>
                  </a:rPr>
                  <a:t>h</a:t>
                </a:r>
                <a:endParaRPr/>
              </a:p>
            </p:txBody>
          </p:sp>
        </p:grpSp>
        <p:grpSp>
          <p:nvGrpSpPr>
            <p:cNvPr id="1436" name="Google Shape;1436;p22"/>
            <p:cNvGrpSpPr/>
            <p:nvPr/>
          </p:nvGrpSpPr>
          <p:grpSpPr>
            <a:xfrm>
              <a:off x="9386857" y="27710"/>
              <a:ext cx="1050336" cy="338554"/>
              <a:chOff x="1551732" y="2084406"/>
              <a:chExt cx="1050336" cy="338554"/>
            </a:xfrm>
          </p:grpSpPr>
          <p:sp>
            <p:nvSpPr>
              <p:cNvPr id="1437" name="Google Shape;1437;p22"/>
              <p:cNvSpPr/>
              <p:nvPr/>
            </p:nvSpPr>
            <p:spPr>
              <a:xfrm>
                <a:off x="1568121" y="2133017"/>
                <a:ext cx="925841" cy="246705"/>
              </a:xfrm>
              <a:prstGeom prst="rect">
                <a:avLst/>
              </a:prstGeom>
              <a:solidFill>
                <a:schemeClr val="lt1"/>
              </a:solidFill>
              <a:ln cap="flat" cmpd="sng" w="12700">
                <a:solidFill>
                  <a:srgbClr val="0070C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438" name="Google Shape;1438;p22"/>
              <p:cNvSpPr txBox="1"/>
              <p:nvPr/>
            </p:nvSpPr>
            <p:spPr>
              <a:xfrm>
                <a:off x="1551732" y="2084406"/>
                <a:ext cx="1050336"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datagram</a:t>
                </a:r>
                <a:endParaRPr/>
              </a:p>
            </p:txBody>
          </p:sp>
        </p:grpSp>
      </p:grpSp>
      <p:grpSp>
        <p:nvGrpSpPr>
          <p:cNvPr id="1439" name="Google Shape;1439;p22"/>
          <p:cNvGrpSpPr/>
          <p:nvPr/>
        </p:nvGrpSpPr>
        <p:grpSpPr>
          <a:xfrm>
            <a:off x="1551732" y="2080806"/>
            <a:ext cx="1050336" cy="338554"/>
            <a:chOff x="1551732" y="2084406"/>
            <a:chExt cx="1050336" cy="338554"/>
          </a:xfrm>
        </p:grpSpPr>
        <p:sp>
          <p:nvSpPr>
            <p:cNvPr id="1440" name="Google Shape;1440;p22"/>
            <p:cNvSpPr/>
            <p:nvPr/>
          </p:nvSpPr>
          <p:spPr>
            <a:xfrm>
              <a:off x="1568121" y="2133017"/>
              <a:ext cx="925841" cy="246705"/>
            </a:xfrm>
            <a:prstGeom prst="rect">
              <a:avLst/>
            </a:prstGeom>
            <a:solidFill>
              <a:schemeClr val="lt1"/>
            </a:solidFill>
            <a:ln cap="flat" cmpd="sng" w="12700">
              <a:solidFill>
                <a:srgbClr val="0070C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441" name="Google Shape;1441;p22"/>
            <p:cNvSpPr txBox="1"/>
            <p:nvPr/>
          </p:nvSpPr>
          <p:spPr>
            <a:xfrm>
              <a:off x="1551732" y="2084406"/>
              <a:ext cx="1050336"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datagram</a:t>
              </a:r>
              <a:endParaRPr/>
            </a:p>
          </p:txBody>
        </p:sp>
      </p:grpSp>
      <p:grpSp>
        <p:nvGrpSpPr>
          <p:cNvPr id="1442" name="Google Shape;1442;p22"/>
          <p:cNvGrpSpPr/>
          <p:nvPr/>
        </p:nvGrpSpPr>
        <p:grpSpPr>
          <a:xfrm>
            <a:off x="9888337" y="3037360"/>
            <a:ext cx="1050336" cy="338554"/>
            <a:chOff x="309834" y="1124253"/>
            <a:chExt cx="1050336" cy="338554"/>
          </a:xfrm>
        </p:grpSpPr>
        <p:sp>
          <p:nvSpPr>
            <p:cNvPr id="1443" name="Google Shape;1443;p22"/>
            <p:cNvSpPr/>
            <p:nvPr/>
          </p:nvSpPr>
          <p:spPr>
            <a:xfrm>
              <a:off x="326223" y="1172864"/>
              <a:ext cx="925841" cy="246705"/>
            </a:xfrm>
            <a:prstGeom prst="rect">
              <a:avLst/>
            </a:prstGeom>
            <a:solidFill>
              <a:schemeClr val="lt1"/>
            </a:solidFill>
            <a:ln cap="flat" cmpd="sng" w="12700">
              <a:solidFill>
                <a:srgbClr val="0070C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444" name="Google Shape;1444;p22"/>
            <p:cNvSpPr txBox="1"/>
            <p:nvPr/>
          </p:nvSpPr>
          <p:spPr>
            <a:xfrm>
              <a:off x="309834" y="1124253"/>
              <a:ext cx="1050336"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datagram</a:t>
              </a:r>
              <a:endParaRPr/>
            </a:p>
          </p:txBody>
        </p:sp>
      </p:grpSp>
      <p:sp>
        <p:nvSpPr>
          <p:cNvPr id="1445" name="Google Shape;1445;p2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Link Layer </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429"/>
                                        </p:tgtEl>
                                        <p:attrNameLst>
                                          <p:attrName>style.visibility</p:attrName>
                                        </p:attrNameLst>
                                      </p:cBhvr>
                                      <p:to>
                                        <p:strVal val="visible"/>
                                      </p:to>
                                    </p:set>
                                    <p:animEffect filter="fade" transition="in">
                                      <p:cBhvr>
                                        <p:cTn dur="500"/>
                                        <p:tgtEl>
                                          <p:spTgt spid="1429"/>
                                        </p:tgtEl>
                                      </p:cBhvr>
                                    </p:animEffect>
                                  </p:childTnLst>
                                </p:cTn>
                              </p:par>
                              <p:par>
                                <p:cTn fill="hold" nodeType="withEffect" presetClass="entr" presetID="10" presetSubtype="0">
                                  <p:stCondLst>
                                    <p:cond delay="0"/>
                                  </p:stCondLst>
                                  <p:childTnLst>
                                    <p:set>
                                      <p:cBhvr>
                                        <p:cTn dur="1" fill="hold">
                                          <p:stCondLst>
                                            <p:cond delay="0"/>
                                          </p:stCondLst>
                                        </p:cTn>
                                        <p:tgtEl>
                                          <p:spTgt spid="1427"/>
                                        </p:tgtEl>
                                        <p:attrNameLst>
                                          <p:attrName>style.visibility</p:attrName>
                                        </p:attrNameLst>
                                      </p:cBhvr>
                                      <p:to>
                                        <p:strVal val="visible"/>
                                      </p:to>
                                    </p:set>
                                    <p:animEffect filter="fade" transition="in">
                                      <p:cBhvr>
                                        <p:cTn dur="500"/>
                                        <p:tgtEl>
                                          <p:spTgt spid="14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439"/>
                                        </p:tgtEl>
                                      </p:cBhvr>
                                    </p:animEffect>
                                    <p:set>
                                      <p:cBhvr>
                                        <p:cTn dur="1" fill="hold">
                                          <p:stCondLst>
                                            <p:cond delay="500"/>
                                          </p:stCondLst>
                                        </p:cTn>
                                        <p:tgtEl>
                                          <p:spTgt spid="1439"/>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429"/>
                                        </p:tgtEl>
                                      </p:cBhvr>
                                    </p:animEffect>
                                    <p:set>
                                      <p:cBhvr>
                                        <p:cTn dur="1" fill="hold">
                                          <p:stCondLst>
                                            <p:cond delay="500"/>
                                          </p:stCondLst>
                                        </p:cTn>
                                        <p:tgtEl>
                                          <p:spTgt spid="1429"/>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432"/>
                                        </p:tgtEl>
                                        <p:attrNameLst>
                                          <p:attrName>style.visibility</p:attrName>
                                        </p:attrNameLst>
                                      </p:cBhvr>
                                      <p:to>
                                        <p:strVal val="visible"/>
                                      </p:to>
                                    </p:set>
                                    <p:animEffect filter="fade" transition="in">
                                      <p:cBhvr>
                                        <p:cTn dur="500"/>
                                        <p:tgtEl>
                                          <p:spTgt spid="143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428"/>
                                        </p:tgtEl>
                                        <p:attrNameLst>
                                          <p:attrName>style.visibility</p:attrName>
                                        </p:attrNameLst>
                                      </p:cBhvr>
                                      <p:to>
                                        <p:strVal val="visible"/>
                                      </p:to>
                                    </p:set>
                                    <p:animEffect filter="fade" transition="in">
                                      <p:cBhvr>
                                        <p:cTn dur="500"/>
                                        <p:tgtEl>
                                          <p:spTgt spid="14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432"/>
                                        </p:tgtEl>
                                      </p:cBhvr>
                                    </p:animEffect>
                                    <p:set>
                                      <p:cBhvr>
                                        <p:cTn dur="1" fill="hold">
                                          <p:stCondLst>
                                            <p:cond delay="500"/>
                                          </p:stCondLst>
                                        </p:cTn>
                                        <p:tgtEl>
                                          <p:spTgt spid="1432"/>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442"/>
                                        </p:tgtEl>
                                        <p:attrNameLst>
                                          <p:attrName>style.visibility</p:attrName>
                                        </p:attrNameLst>
                                      </p:cBhvr>
                                      <p:to>
                                        <p:strVal val="visible"/>
                                      </p:to>
                                    </p:set>
                                    <p:animEffect filter="fade" transition="in">
                                      <p:cBhvr>
                                        <p:cTn dur="500"/>
                                        <p:tgtEl>
                                          <p:spTgt spid="14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0" name="Shape 1450"/>
        <p:cNvGrpSpPr/>
        <p:nvPr/>
      </p:nvGrpSpPr>
      <p:grpSpPr>
        <a:xfrm>
          <a:off x="0" y="0"/>
          <a:ext cx="0" cy="0"/>
          <a:chOff x="0" y="0"/>
          <a:chExt cx="0" cy="0"/>
        </a:xfrm>
      </p:grpSpPr>
      <p:sp>
        <p:nvSpPr>
          <p:cNvPr id="1451" name="Google Shape;1451;p23"/>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Link layer, LANs: roadmap</a:t>
            </a:r>
            <a:endParaRPr sz="4400"/>
          </a:p>
        </p:txBody>
      </p:sp>
      <p:pic>
        <p:nvPicPr>
          <p:cNvPr descr="A train crossing a bridge over a body of water&#10;&#10;Description automatically generated" id="1452" name="Google Shape;1452;p23"/>
          <p:cNvPicPr preferRelativeResize="0"/>
          <p:nvPr/>
        </p:nvPicPr>
        <p:blipFill rotWithShape="1">
          <a:blip r:embed="rId3">
            <a:alphaModFix/>
          </a:blip>
          <a:srcRect b="0" l="0" r="0" t="0"/>
          <a:stretch/>
        </p:blipFill>
        <p:spPr>
          <a:xfrm>
            <a:off x="7239434" y="1891814"/>
            <a:ext cx="3102316" cy="2326737"/>
          </a:xfrm>
          <a:prstGeom prst="rect">
            <a:avLst/>
          </a:prstGeom>
          <a:noFill/>
          <a:ln>
            <a:noFill/>
          </a:ln>
          <a:effectLst>
            <a:outerShdw blurRad="50800" rotWithShape="0" algn="bl" dir="18900000" dist="38100">
              <a:srgbClr val="000000">
                <a:alpha val="40000"/>
              </a:srgbClr>
            </a:outerShdw>
          </a:effectLst>
        </p:spPr>
      </p:pic>
      <p:sp>
        <p:nvSpPr>
          <p:cNvPr id="1453" name="Google Shape;1453;p23"/>
          <p:cNvSpPr txBox="1"/>
          <p:nvPr/>
        </p:nvSpPr>
        <p:spPr>
          <a:xfrm>
            <a:off x="6553857" y="4906563"/>
            <a:ext cx="5066531" cy="981619"/>
          </a:xfrm>
          <a:prstGeom prst="rect">
            <a:avLst/>
          </a:prstGeom>
          <a:noFill/>
          <a:ln>
            <a:noFill/>
          </a:ln>
        </p:spPr>
        <p:txBody>
          <a:bodyPr anchorCtr="0" anchor="t" bIns="45700" lIns="91425" spcFirstLastPara="1" rIns="91425" wrap="square" tIns="45700">
            <a:normAutofit/>
          </a:bodyPr>
          <a:lstStyle/>
          <a:p>
            <a:pPr indent="-333375" lvl="0" marL="457200" marR="0" rtl="0" algn="l">
              <a:lnSpc>
                <a:spcPct val="90000"/>
              </a:lnSpc>
              <a:spcBef>
                <a:spcPts val="0"/>
              </a:spcBef>
              <a:spcAft>
                <a:spcPts val="0"/>
              </a:spcAft>
              <a:buClr>
                <a:srgbClr val="BFBFBF"/>
              </a:buClr>
              <a:buSzPts val="3200"/>
              <a:buFont typeface="Noto Sans Symbols"/>
              <a:buChar char="▪"/>
            </a:pPr>
            <a:r>
              <a:rPr b="0" i="0" lang="en-US" sz="3200" u="none" cap="none" strike="noStrike">
                <a:solidFill>
                  <a:srgbClr val="BFBFBF"/>
                </a:solidFill>
                <a:latin typeface="Calibri"/>
                <a:ea typeface="Calibri"/>
                <a:cs typeface="Calibri"/>
                <a:sym typeface="Calibri"/>
              </a:rPr>
              <a:t>a day in the life of a web request</a:t>
            </a:r>
            <a:endParaRPr/>
          </a:p>
          <a:p>
            <a:pPr indent="-79375" lvl="1" marL="695325" marR="0" rtl="0" algn="l">
              <a:lnSpc>
                <a:spcPct val="90000"/>
              </a:lnSpc>
              <a:spcBef>
                <a:spcPts val="500"/>
              </a:spcBef>
              <a:spcAft>
                <a:spcPts val="0"/>
              </a:spcAft>
              <a:buClr>
                <a:srgbClr val="0000A8"/>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1454" name="Google Shape;1454;p23"/>
          <p:cNvSpPr txBox="1"/>
          <p:nvPr/>
        </p:nvSpPr>
        <p:spPr>
          <a:xfrm>
            <a:off x="622456" y="1361615"/>
            <a:ext cx="5571867" cy="5039185"/>
          </a:xfrm>
          <a:prstGeom prst="rect">
            <a:avLst/>
          </a:prstGeom>
          <a:noFill/>
          <a:ln>
            <a:noFill/>
          </a:ln>
        </p:spPr>
        <p:txBody>
          <a:bodyPr anchorCtr="0" anchor="t" bIns="45700" lIns="91425" spcFirstLastPara="1" rIns="91425" wrap="square" tIns="45700">
            <a:noAutofit/>
          </a:bodyPr>
          <a:lstStyle/>
          <a:p>
            <a:pPr indent="-274638" lvl="0" marL="285750" marR="0" rtl="0" algn="l">
              <a:lnSpc>
                <a:spcPct val="90000"/>
              </a:lnSpc>
              <a:spcBef>
                <a:spcPts val="0"/>
              </a:spcBef>
              <a:spcAft>
                <a:spcPts val="0"/>
              </a:spcAft>
              <a:buClr>
                <a:srgbClr val="BFBFBF"/>
              </a:buClr>
              <a:buSzPts val="3200"/>
              <a:buFont typeface="Noto Sans Symbols"/>
              <a:buChar char="▪"/>
            </a:pPr>
            <a:r>
              <a:rPr b="0" i="0" lang="en-US" sz="3200" u="none" cap="none" strike="noStrike">
                <a:solidFill>
                  <a:srgbClr val="BFBFBF"/>
                </a:solidFill>
                <a:latin typeface="Calibri"/>
                <a:ea typeface="Calibri"/>
                <a:cs typeface="Calibri"/>
                <a:sym typeface="Calibri"/>
              </a:rPr>
              <a:t>introduction</a:t>
            </a:r>
            <a:endParaRPr/>
          </a:p>
          <a:p>
            <a:pPr indent="-274638" lvl="0" marL="285750" marR="0" rtl="0" algn="l">
              <a:lnSpc>
                <a:spcPct val="90000"/>
              </a:lnSpc>
              <a:spcBef>
                <a:spcPts val="600"/>
              </a:spcBef>
              <a:spcAft>
                <a:spcPts val="0"/>
              </a:spcAft>
              <a:buClr>
                <a:srgbClr val="0000A8"/>
              </a:buClr>
              <a:buSzPts val="3600"/>
              <a:buFont typeface="Noto Sans Symbols"/>
              <a:buChar char="▪"/>
            </a:pPr>
            <a:r>
              <a:rPr b="0" i="0" lang="en-US" sz="3600" u="none" cap="none" strike="noStrike">
                <a:solidFill>
                  <a:schemeClr val="dk1"/>
                </a:solidFill>
                <a:latin typeface="Calibri"/>
                <a:ea typeface="Calibri"/>
                <a:cs typeface="Calibri"/>
                <a:sym typeface="Calibri"/>
              </a:rPr>
              <a:t>error detection, correction </a:t>
            </a:r>
            <a:endParaRPr/>
          </a:p>
          <a:p>
            <a:pPr indent="-274638" lvl="0" marL="285750" marR="0" rtl="0" algn="l">
              <a:lnSpc>
                <a:spcPct val="90000"/>
              </a:lnSpc>
              <a:spcBef>
                <a:spcPts val="600"/>
              </a:spcBef>
              <a:spcAft>
                <a:spcPts val="0"/>
              </a:spcAft>
              <a:buClr>
                <a:srgbClr val="BFBFBF"/>
              </a:buClr>
              <a:buSzPts val="3200"/>
              <a:buFont typeface="Noto Sans Symbols"/>
              <a:buChar char="▪"/>
            </a:pPr>
            <a:r>
              <a:rPr b="0" i="0" lang="en-US" sz="3200" u="none" cap="none" strike="noStrike">
                <a:solidFill>
                  <a:srgbClr val="BFBFBF"/>
                </a:solidFill>
                <a:latin typeface="Calibri"/>
                <a:ea typeface="Calibri"/>
                <a:cs typeface="Calibri"/>
                <a:sym typeface="Calibri"/>
              </a:rPr>
              <a:t>multiple access protocols</a:t>
            </a:r>
            <a:endParaRPr/>
          </a:p>
          <a:p>
            <a:pPr indent="-274638" lvl="0" marL="285750" marR="0" rtl="0" algn="l">
              <a:lnSpc>
                <a:spcPct val="90000"/>
              </a:lnSpc>
              <a:spcBef>
                <a:spcPts val="600"/>
              </a:spcBef>
              <a:spcAft>
                <a:spcPts val="0"/>
              </a:spcAft>
              <a:buClr>
                <a:srgbClr val="BFBFBF"/>
              </a:buClr>
              <a:buSzPts val="3200"/>
              <a:buFont typeface="Noto Sans Symbols"/>
              <a:buChar char="▪"/>
            </a:pPr>
            <a:r>
              <a:rPr b="0" i="0" lang="en-US" sz="3200" u="none" cap="none" strike="noStrike">
                <a:solidFill>
                  <a:srgbClr val="BFBFBF"/>
                </a:solidFill>
                <a:latin typeface="Calibri"/>
                <a:ea typeface="Calibri"/>
                <a:cs typeface="Calibri"/>
                <a:sym typeface="Calibri"/>
              </a:rPr>
              <a:t>LANs</a:t>
            </a:r>
            <a:endParaRPr/>
          </a:p>
          <a:p>
            <a:pPr indent="-274638" lvl="1" marL="628650" marR="0" rtl="0" algn="l">
              <a:lnSpc>
                <a:spcPct val="90000"/>
              </a:lnSpc>
              <a:spcBef>
                <a:spcPts val="600"/>
              </a:spcBef>
              <a:spcAft>
                <a:spcPts val="0"/>
              </a:spcAft>
              <a:buClr>
                <a:srgbClr val="BFBFBF"/>
              </a:buClr>
              <a:buSzPts val="2800"/>
              <a:buFont typeface="Arial"/>
              <a:buChar char="•"/>
            </a:pPr>
            <a:r>
              <a:rPr b="0" i="0" lang="en-US" sz="2800" u="none" cap="none" strike="noStrike">
                <a:solidFill>
                  <a:srgbClr val="BFBFBF"/>
                </a:solidFill>
                <a:latin typeface="Calibri"/>
                <a:ea typeface="Calibri"/>
                <a:cs typeface="Calibri"/>
                <a:sym typeface="Calibri"/>
              </a:rPr>
              <a:t>addressing, ARP</a:t>
            </a:r>
            <a:endParaRPr/>
          </a:p>
          <a:p>
            <a:pPr indent="-274638" lvl="1" marL="628650" marR="0" rtl="0" algn="l">
              <a:lnSpc>
                <a:spcPct val="90000"/>
              </a:lnSpc>
              <a:spcBef>
                <a:spcPts val="600"/>
              </a:spcBef>
              <a:spcAft>
                <a:spcPts val="0"/>
              </a:spcAft>
              <a:buClr>
                <a:srgbClr val="BFBFBF"/>
              </a:buClr>
              <a:buSzPts val="2800"/>
              <a:buFont typeface="Arial"/>
              <a:buChar char="•"/>
            </a:pPr>
            <a:r>
              <a:rPr b="0" i="0" lang="en-US" sz="2800" u="none" cap="none" strike="noStrike">
                <a:solidFill>
                  <a:srgbClr val="BFBFBF"/>
                </a:solidFill>
                <a:latin typeface="Calibri"/>
                <a:ea typeface="Calibri"/>
                <a:cs typeface="Calibri"/>
                <a:sym typeface="Calibri"/>
              </a:rPr>
              <a:t>Ethernet</a:t>
            </a:r>
            <a:endParaRPr/>
          </a:p>
          <a:p>
            <a:pPr indent="-274638" lvl="1" marL="628650" marR="0" rtl="0" algn="l">
              <a:lnSpc>
                <a:spcPct val="90000"/>
              </a:lnSpc>
              <a:spcBef>
                <a:spcPts val="600"/>
              </a:spcBef>
              <a:spcAft>
                <a:spcPts val="0"/>
              </a:spcAft>
              <a:buClr>
                <a:srgbClr val="BFBFBF"/>
              </a:buClr>
              <a:buSzPts val="2800"/>
              <a:buFont typeface="Arial"/>
              <a:buChar char="•"/>
            </a:pPr>
            <a:r>
              <a:rPr b="0" i="0" lang="en-US" sz="2800" u="none" cap="none" strike="noStrike">
                <a:solidFill>
                  <a:srgbClr val="BFBFBF"/>
                </a:solidFill>
                <a:latin typeface="Calibri"/>
                <a:ea typeface="Calibri"/>
                <a:cs typeface="Calibri"/>
                <a:sym typeface="Calibri"/>
              </a:rPr>
              <a:t>switches</a:t>
            </a:r>
            <a:endParaRPr/>
          </a:p>
          <a:p>
            <a:pPr indent="-274638" lvl="1" marL="628650" marR="0" rtl="0" algn="l">
              <a:lnSpc>
                <a:spcPct val="90000"/>
              </a:lnSpc>
              <a:spcBef>
                <a:spcPts val="600"/>
              </a:spcBef>
              <a:spcAft>
                <a:spcPts val="0"/>
              </a:spcAft>
              <a:buClr>
                <a:srgbClr val="BFBFBF"/>
              </a:buClr>
              <a:buSzPts val="2800"/>
              <a:buFont typeface="Arial"/>
              <a:buChar char="•"/>
            </a:pPr>
            <a:r>
              <a:rPr b="0" i="0" lang="en-US" sz="2800" u="none" cap="none" strike="noStrike">
                <a:solidFill>
                  <a:srgbClr val="BFBFBF"/>
                </a:solidFill>
                <a:latin typeface="Calibri"/>
                <a:ea typeface="Calibri"/>
                <a:cs typeface="Calibri"/>
                <a:sym typeface="Calibri"/>
              </a:rPr>
              <a:t>VLANs</a:t>
            </a:r>
            <a:endParaRPr/>
          </a:p>
          <a:p>
            <a:pPr indent="-274638" lvl="0" marL="285750" marR="0" rtl="0" algn="l">
              <a:lnSpc>
                <a:spcPct val="90000"/>
              </a:lnSpc>
              <a:spcBef>
                <a:spcPts val="600"/>
              </a:spcBef>
              <a:spcAft>
                <a:spcPts val="0"/>
              </a:spcAft>
              <a:buClr>
                <a:srgbClr val="BFBFBF"/>
              </a:buClr>
              <a:buSzPts val="3200"/>
              <a:buFont typeface="Noto Sans Symbols"/>
              <a:buChar char="▪"/>
            </a:pPr>
            <a:r>
              <a:rPr b="0" i="0" lang="en-US" sz="3200" u="none" cap="none" strike="noStrike">
                <a:solidFill>
                  <a:srgbClr val="BFBFBF"/>
                </a:solidFill>
                <a:latin typeface="Calibri"/>
                <a:ea typeface="Calibri"/>
                <a:cs typeface="Calibri"/>
                <a:sym typeface="Calibri"/>
              </a:rPr>
              <a:t>link virtualization: MPLS</a:t>
            </a:r>
            <a:endParaRPr/>
          </a:p>
          <a:p>
            <a:pPr indent="-274638" lvl="0" marL="285750" marR="0" rtl="0" algn="l">
              <a:lnSpc>
                <a:spcPct val="90000"/>
              </a:lnSpc>
              <a:spcBef>
                <a:spcPts val="600"/>
              </a:spcBef>
              <a:spcAft>
                <a:spcPts val="0"/>
              </a:spcAft>
              <a:buClr>
                <a:srgbClr val="BFBFBF"/>
              </a:buClr>
              <a:buSzPts val="3200"/>
              <a:buFont typeface="Noto Sans Symbols"/>
              <a:buChar char="▪"/>
            </a:pPr>
            <a:r>
              <a:rPr b="0" i="0" lang="en-US" sz="3200" u="none" cap="none" strike="noStrike">
                <a:solidFill>
                  <a:srgbClr val="BFBFBF"/>
                </a:solidFill>
                <a:latin typeface="Calibri"/>
                <a:ea typeface="Calibri"/>
                <a:cs typeface="Calibri"/>
                <a:sym typeface="Calibri"/>
              </a:rPr>
              <a:t>data center networking</a:t>
            </a:r>
            <a:endParaRPr/>
          </a:p>
          <a:p>
            <a:pPr indent="-71438" lvl="0" marL="285750" marR="0" rtl="0" algn="l">
              <a:lnSpc>
                <a:spcPct val="90000"/>
              </a:lnSpc>
              <a:spcBef>
                <a:spcPts val="600"/>
              </a:spcBef>
              <a:spcAft>
                <a:spcPts val="0"/>
              </a:spcAft>
              <a:buClr>
                <a:srgbClr val="0000A3"/>
              </a:buClr>
              <a:buSzPts val="3200"/>
              <a:buFont typeface="Noto Sans Symbols"/>
              <a:buNone/>
            </a:pPr>
            <a:r>
              <a:t/>
            </a:r>
            <a:endParaRPr b="0" i="0" sz="3200" u="none" cap="none" strike="noStrike">
              <a:solidFill>
                <a:schemeClr val="dk1"/>
              </a:solidFill>
              <a:latin typeface="Calibri"/>
              <a:ea typeface="Calibri"/>
              <a:cs typeface="Calibri"/>
              <a:sym typeface="Calibri"/>
            </a:endParaRPr>
          </a:p>
          <a:p>
            <a:pPr indent="-96837" lvl="1" marL="628650" marR="0" rtl="0" algn="l">
              <a:lnSpc>
                <a:spcPct val="90000"/>
              </a:lnSpc>
              <a:spcBef>
                <a:spcPts val="600"/>
              </a:spcBef>
              <a:spcAft>
                <a:spcPts val="0"/>
              </a:spcAft>
              <a:buClr>
                <a:srgbClr val="0000A8"/>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1455" name="Google Shape;1455;p2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Link Layer: 6-</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0" name="Shape 1460"/>
        <p:cNvGrpSpPr/>
        <p:nvPr/>
      </p:nvGrpSpPr>
      <p:grpSpPr>
        <a:xfrm>
          <a:off x="0" y="0"/>
          <a:ext cx="0" cy="0"/>
          <a:chOff x="0" y="0"/>
          <a:chExt cx="0" cy="0"/>
        </a:xfrm>
      </p:grpSpPr>
      <p:sp>
        <p:nvSpPr>
          <p:cNvPr id="1461" name="Google Shape;1461;p24"/>
          <p:cNvSpPr/>
          <p:nvPr/>
        </p:nvSpPr>
        <p:spPr>
          <a:xfrm>
            <a:off x="2093843" y="2862471"/>
            <a:ext cx="596348" cy="2902226"/>
          </a:xfrm>
          <a:custGeom>
            <a:rect b="b" l="l" r="r" t="t"/>
            <a:pathLst>
              <a:path extrusionOk="0" h="2796209" w="596348">
                <a:moveTo>
                  <a:pt x="0" y="0"/>
                </a:moveTo>
                <a:lnTo>
                  <a:pt x="0" y="2796209"/>
                </a:lnTo>
                <a:lnTo>
                  <a:pt x="596348" y="2796209"/>
                </a:lnTo>
              </a:path>
            </a:pathLst>
          </a:custGeom>
          <a:noFill/>
          <a:ln cap="flat" cmpd="sng" w="31750">
            <a:solidFill>
              <a:srgbClr val="C00000"/>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462" name="Google Shape;1462;p24"/>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b="0" lang="en-US">
                <a:latin typeface="Calibri"/>
                <a:ea typeface="Calibri"/>
                <a:cs typeface="Calibri"/>
                <a:sym typeface="Calibri"/>
              </a:rPr>
              <a:t>Error detection</a:t>
            </a:r>
            <a:endParaRPr/>
          </a:p>
        </p:txBody>
      </p:sp>
      <p:sp>
        <p:nvSpPr>
          <p:cNvPr id="1463" name="Google Shape;1463;p24"/>
          <p:cNvSpPr txBox="1"/>
          <p:nvPr/>
        </p:nvSpPr>
        <p:spPr>
          <a:xfrm>
            <a:off x="1089990" y="1500049"/>
            <a:ext cx="9869558"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EDC: error detection and correction bits (e.g., redundancy)</a:t>
            </a:r>
            <a:endParaRPr/>
          </a:p>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D:  data protected by error checking, may include header fields </a:t>
            </a:r>
            <a:endParaRPr/>
          </a:p>
        </p:txBody>
      </p:sp>
      <p:sp>
        <p:nvSpPr>
          <p:cNvPr id="1464" name="Google Shape;1464;p24"/>
          <p:cNvSpPr txBox="1"/>
          <p:nvPr/>
        </p:nvSpPr>
        <p:spPr>
          <a:xfrm>
            <a:off x="8080513" y="3028121"/>
            <a:ext cx="3448878" cy="26776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Error detection not 100% reliable!</a:t>
            </a:r>
            <a:endParaRPr/>
          </a:p>
          <a:p>
            <a:pPr indent="-287338" lvl="1" marL="404813" marR="0" rtl="0" algn="l">
              <a:lnSpc>
                <a:spcPct val="100000"/>
              </a:lnSpc>
              <a:spcBef>
                <a:spcPts val="0"/>
              </a:spcBef>
              <a:spcAft>
                <a:spcPts val="0"/>
              </a:spcAft>
              <a:buClr>
                <a:srgbClr val="0000A8"/>
              </a:buClr>
              <a:buSzPts val="2400"/>
              <a:buFont typeface="Noto Sans Symbols"/>
              <a:buChar char="▪"/>
            </a:pPr>
            <a:r>
              <a:rPr b="0" i="0" lang="en-US" sz="2400" u="none" cap="none" strike="noStrike">
                <a:solidFill>
                  <a:srgbClr val="000000"/>
                </a:solidFill>
                <a:latin typeface="Calibri"/>
                <a:ea typeface="Calibri"/>
                <a:cs typeface="Calibri"/>
                <a:sym typeface="Calibri"/>
              </a:rPr>
              <a:t>protocol may miss some errors, but rarely</a:t>
            </a:r>
            <a:endParaRPr/>
          </a:p>
          <a:p>
            <a:pPr indent="-287338" lvl="1" marL="404813" marR="0" rtl="0" algn="l">
              <a:lnSpc>
                <a:spcPct val="100000"/>
              </a:lnSpc>
              <a:spcBef>
                <a:spcPts val="0"/>
              </a:spcBef>
              <a:spcAft>
                <a:spcPts val="0"/>
              </a:spcAft>
              <a:buClr>
                <a:srgbClr val="0000A8"/>
              </a:buClr>
              <a:buSzPts val="2400"/>
              <a:buFont typeface="Noto Sans Symbols"/>
              <a:buChar char="▪"/>
            </a:pPr>
            <a:r>
              <a:rPr b="0" i="0" lang="en-US" sz="2400" u="none" cap="none" strike="noStrike">
                <a:solidFill>
                  <a:srgbClr val="000000"/>
                </a:solidFill>
                <a:latin typeface="Calibri"/>
                <a:ea typeface="Calibri"/>
                <a:cs typeface="Calibri"/>
                <a:sym typeface="Calibri"/>
              </a:rPr>
              <a:t>larger EDC field yields better detection and correction</a:t>
            </a:r>
            <a:endParaRPr/>
          </a:p>
        </p:txBody>
      </p:sp>
      <p:grpSp>
        <p:nvGrpSpPr>
          <p:cNvPr id="1465" name="Google Shape;1465;p24"/>
          <p:cNvGrpSpPr/>
          <p:nvPr/>
        </p:nvGrpSpPr>
        <p:grpSpPr>
          <a:xfrm>
            <a:off x="1550505" y="3048001"/>
            <a:ext cx="1656522" cy="400110"/>
            <a:chOff x="437322" y="2637183"/>
            <a:chExt cx="1656522" cy="400110"/>
          </a:xfrm>
        </p:grpSpPr>
        <p:sp>
          <p:nvSpPr>
            <p:cNvPr id="1466" name="Google Shape;1466;p24"/>
            <p:cNvSpPr/>
            <p:nvPr/>
          </p:nvSpPr>
          <p:spPr>
            <a:xfrm>
              <a:off x="437322" y="2690191"/>
              <a:ext cx="1656522" cy="291548"/>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467" name="Google Shape;1467;p24"/>
            <p:cNvSpPr txBox="1"/>
            <p:nvPr/>
          </p:nvSpPr>
          <p:spPr>
            <a:xfrm>
              <a:off x="675860" y="2637183"/>
              <a:ext cx="118058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datagram</a:t>
              </a:r>
              <a:endParaRPr b="0" i="0" sz="1800" u="none" cap="none" strike="noStrike">
                <a:solidFill>
                  <a:srgbClr val="000000"/>
                </a:solidFill>
                <a:latin typeface="Calibri"/>
                <a:ea typeface="Calibri"/>
                <a:cs typeface="Calibri"/>
                <a:sym typeface="Calibri"/>
              </a:endParaRPr>
            </a:p>
          </p:txBody>
        </p:sp>
      </p:grpSp>
      <p:grpSp>
        <p:nvGrpSpPr>
          <p:cNvPr id="1468" name="Google Shape;1468;p24"/>
          <p:cNvGrpSpPr/>
          <p:nvPr/>
        </p:nvGrpSpPr>
        <p:grpSpPr>
          <a:xfrm>
            <a:off x="1567043" y="4446000"/>
            <a:ext cx="2325599" cy="862266"/>
            <a:chOff x="1567043" y="4446000"/>
            <a:chExt cx="2325599" cy="862266"/>
          </a:xfrm>
        </p:grpSpPr>
        <p:grpSp>
          <p:nvGrpSpPr>
            <p:cNvPr id="1469" name="Google Shape;1469;p24"/>
            <p:cNvGrpSpPr/>
            <p:nvPr/>
          </p:nvGrpSpPr>
          <p:grpSpPr>
            <a:xfrm>
              <a:off x="1567043" y="4905756"/>
              <a:ext cx="2325599" cy="402510"/>
              <a:chOff x="1904400" y="5169547"/>
              <a:chExt cx="2325599" cy="402510"/>
            </a:xfrm>
          </p:grpSpPr>
          <p:sp>
            <p:nvSpPr>
              <p:cNvPr id="1470" name="Google Shape;1470;p24"/>
              <p:cNvSpPr/>
              <p:nvPr/>
            </p:nvSpPr>
            <p:spPr>
              <a:xfrm>
                <a:off x="1904400" y="5221355"/>
                <a:ext cx="2325599" cy="291548"/>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471" name="Google Shape;1471;p24"/>
              <p:cNvSpPr txBox="1"/>
              <p:nvPr/>
            </p:nvSpPr>
            <p:spPr>
              <a:xfrm>
                <a:off x="2617147" y="5171947"/>
                <a:ext cx="34176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D</a:t>
                </a:r>
                <a:endParaRPr b="0" i="0" sz="1800" u="none" cap="none" strike="noStrike">
                  <a:solidFill>
                    <a:srgbClr val="000000"/>
                  </a:solidFill>
                  <a:latin typeface="Calibri"/>
                  <a:ea typeface="Calibri"/>
                  <a:cs typeface="Calibri"/>
                  <a:sym typeface="Calibri"/>
                </a:endParaRPr>
              </a:p>
            </p:txBody>
          </p:sp>
          <p:sp>
            <p:nvSpPr>
              <p:cNvPr id="1472" name="Google Shape;1472;p24"/>
              <p:cNvSpPr txBox="1"/>
              <p:nvPr/>
            </p:nvSpPr>
            <p:spPr>
              <a:xfrm>
                <a:off x="3549850" y="5169547"/>
                <a:ext cx="60305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EDC</a:t>
                </a:r>
                <a:endParaRPr b="0" i="0" sz="1800" u="none" cap="none" strike="noStrike">
                  <a:solidFill>
                    <a:srgbClr val="000000"/>
                  </a:solidFill>
                  <a:latin typeface="Calibri"/>
                  <a:ea typeface="Calibri"/>
                  <a:cs typeface="Calibri"/>
                  <a:sym typeface="Calibri"/>
                </a:endParaRPr>
              </a:p>
            </p:txBody>
          </p:sp>
          <p:cxnSp>
            <p:nvCxnSpPr>
              <p:cNvPr id="1473" name="Google Shape;1473;p24"/>
              <p:cNvCxnSpPr/>
              <p:nvPr/>
            </p:nvCxnSpPr>
            <p:spPr>
              <a:xfrm>
                <a:off x="3531600" y="5223600"/>
                <a:ext cx="0" cy="288000"/>
              </a:xfrm>
              <a:prstGeom prst="straightConnector1">
                <a:avLst/>
              </a:prstGeom>
              <a:noFill/>
              <a:ln cap="flat" cmpd="sng" w="22225">
                <a:solidFill>
                  <a:schemeClr val="dk1"/>
                </a:solidFill>
                <a:prstDash val="solid"/>
                <a:miter lim="800000"/>
                <a:headEnd len="sm" w="sm" type="none"/>
                <a:tailEnd len="sm" w="sm" type="none"/>
              </a:ln>
            </p:spPr>
          </p:cxnSp>
        </p:grpSp>
        <p:grpSp>
          <p:nvGrpSpPr>
            <p:cNvPr id="1474" name="Google Shape;1474;p24"/>
            <p:cNvGrpSpPr/>
            <p:nvPr/>
          </p:nvGrpSpPr>
          <p:grpSpPr>
            <a:xfrm>
              <a:off x="1571947" y="4446000"/>
              <a:ext cx="1645200" cy="400110"/>
              <a:chOff x="1897200" y="4446000"/>
              <a:chExt cx="1645200" cy="400110"/>
            </a:xfrm>
          </p:grpSpPr>
          <p:cxnSp>
            <p:nvCxnSpPr>
              <p:cNvPr id="1475" name="Google Shape;1475;p24"/>
              <p:cNvCxnSpPr/>
              <p:nvPr/>
            </p:nvCxnSpPr>
            <p:spPr>
              <a:xfrm>
                <a:off x="1897200" y="4665600"/>
                <a:ext cx="1638000" cy="0"/>
              </a:xfrm>
              <a:prstGeom prst="straightConnector1">
                <a:avLst/>
              </a:prstGeom>
              <a:noFill/>
              <a:ln cap="flat" cmpd="sng" w="22225">
                <a:solidFill>
                  <a:schemeClr val="dk1"/>
                </a:solidFill>
                <a:prstDash val="solid"/>
                <a:miter lim="800000"/>
                <a:headEnd len="med" w="med" type="triangle"/>
                <a:tailEnd len="med" w="med" type="triangle"/>
              </a:ln>
            </p:spPr>
          </p:cxnSp>
          <p:sp>
            <p:nvSpPr>
              <p:cNvPr id="1476" name="Google Shape;1476;p24"/>
              <p:cNvSpPr/>
              <p:nvPr/>
            </p:nvSpPr>
            <p:spPr>
              <a:xfrm>
                <a:off x="2098800" y="4636800"/>
                <a:ext cx="1245600" cy="4571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477" name="Google Shape;1477;p24"/>
              <p:cNvSpPr txBox="1"/>
              <p:nvPr/>
            </p:nvSpPr>
            <p:spPr>
              <a:xfrm>
                <a:off x="2088000" y="4446000"/>
                <a:ext cx="1278812" cy="40011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d data bits</a:t>
                </a:r>
                <a:endParaRPr/>
              </a:p>
            </p:txBody>
          </p:sp>
          <p:cxnSp>
            <p:nvCxnSpPr>
              <p:cNvPr id="1478" name="Google Shape;1478;p24"/>
              <p:cNvCxnSpPr/>
              <p:nvPr/>
            </p:nvCxnSpPr>
            <p:spPr>
              <a:xfrm>
                <a:off x="3542400" y="4572000"/>
                <a:ext cx="0" cy="187200"/>
              </a:xfrm>
              <a:prstGeom prst="straightConnector1">
                <a:avLst/>
              </a:prstGeom>
              <a:noFill/>
              <a:ln cap="flat" cmpd="sng" w="9525">
                <a:solidFill>
                  <a:schemeClr val="dk1"/>
                </a:solidFill>
                <a:prstDash val="solid"/>
                <a:miter lim="800000"/>
                <a:headEnd len="sm" w="sm" type="none"/>
                <a:tailEnd len="sm" w="sm" type="none"/>
              </a:ln>
            </p:spPr>
          </p:cxnSp>
          <p:cxnSp>
            <p:nvCxnSpPr>
              <p:cNvPr id="1479" name="Google Shape;1479;p24"/>
              <p:cNvCxnSpPr/>
              <p:nvPr/>
            </p:nvCxnSpPr>
            <p:spPr>
              <a:xfrm>
                <a:off x="1902000" y="4569600"/>
                <a:ext cx="0" cy="187200"/>
              </a:xfrm>
              <a:prstGeom prst="straightConnector1">
                <a:avLst/>
              </a:prstGeom>
              <a:noFill/>
              <a:ln cap="flat" cmpd="sng" w="9525">
                <a:solidFill>
                  <a:schemeClr val="dk1"/>
                </a:solidFill>
                <a:prstDash val="solid"/>
                <a:miter lim="800000"/>
                <a:headEnd len="sm" w="sm" type="none"/>
                <a:tailEnd len="sm" w="sm" type="none"/>
              </a:ln>
            </p:spPr>
          </p:cxnSp>
        </p:grpSp>
      </p:grpSp>
      <p:grpSp>
        <p:nvGrpSpPr>
          <p:cNvPr id="1480" name="Google Shape;1480;p24"/>
          <p:cNvGrpSpPr/>
          <p:nvPr/>
        </p:nvGrpSpPr>
        <p:grpSpPr>
          <a:xfrm>
            <a:off x="2714378" y="5528580"/>
            <a:ext cx="2679258" cy="434898"/>
            <a:chOff x="3244465" y="6071919"/>
            <a:chExt cx="2679258" cy="434898"/>
          </a:xfrm>
        </p:grpSpPr>
        <p:grpSp>
          <p:nvGrpSpPr>
            <p:cNvPr id="1481" name="Google Shape;1481;p24"/>
            <p:cNvGrpSpPr/>
            <p:nvPr/>
          </p:nvGrpSpPr>
          <p:grpSpPr>
            <a:xfrm>
              <a:off x="3244465" y="6071919"/>
              <a:ext cx="2679258" cy="434898"/>
              <a:chOff x="3244464" y="6071919"/>
              <a:chExt cx="2864787" cy="434898"/>
            </a:xfrm>
          </p:grpSpPr>
          <p:sp>
            <p:nvSpPr>
              <p:cNvPr id="1482" name="Google Shape;1482;p24"/>
              <p:cNvSpPr/>
              <p:nvPr/>
            </p:nvSpPr>
            <p:spPr>
              <a:xfrm>
                <a:off x="3320909" y="6071919"/>
                <a:ext cx="2711898" cy="434898"/>
              </a:xfrm>
              <a:prstGeom prst="rect">
                <a:avLst/>
              </a:prstGeom>
              <a:gradFill>
                <a:gsLst>
                  <a:gs pos="0">
                    <a:srgbClr val="2E75B5"/>
                  </a:gs>
                  <a:gs pos="52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483" name="Google Shape;1483;p24"/>
              <p:cNvSpPr/>
              <p:nvPr/>
            </p:nvSpPr>
            <p:spPr>
              <a:xfrm>
                <a:off x="3244464" y="6071919"/>
                <a:ext cx="152890" cy="434896"/>
              </a:xfrm>
              <a:prstGeom prst="ellipse">
                <a:avLst/>
              </a:prstGeom>
              <a:solidFill>
                <a:srgbClr val="7ACCF4"/>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484" name="Google Shape;1484;p24"/>
              <p:cNvSpPr/>
              <p:nvPr/>
            </p:nvSpPr>
            <p:spPr>
              <a:xfrm>
                <a:off x="5956361" y="6071919"/>
                <a:ext cx="152890" cy="434896"/>
              </a:xfrm>
              <a:prstGeom prst="ellipse">
                <a:avLst/>
              </a:prstGeom>
              <a:gradFill>
                <a:gsLst>
                  <a:gs pos="0">
                    <a:srgbClr val="2E75B5"/>
                  </a:gs>
                  <a:gs pos="50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485" name="Google Shape;1485;p24"/>
              <p:cNvSpPr/>
              <p:nvPr/>
            </p:nvSpPr>
            <p:spPr>
              <a:xfrm>
                <a:off x="5752507" y="6071919"/>
                <a:ext cx="280299" cy="434896"/>
              </a:xfrm>
              <a:prstGeom prst="rect">
                <a:avLst/>
              </a:prstGeom>
              <a:gradFill>
                <a:gsLst>
                  <a:gs pos="0">
                    <a:srgbClr val="2E75B5"/>
                  </a:gs>
                  <a:gs pos="52000">
                    <a:srgbClr val="7ACCF4"/>
                  </a:gs>
                  <a:gs pos="100000">
                    <a:srgbClr val="2E75B5"/>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1486" name="Google Shape;1486;p24"/>
            <p:cNvSpPr txBox="1"/>
            <p:nvPr/>
          </p:nvSpPr>
          <p:spPr>
            <a:xfrm>
              <a:off x="3568996" y="6078283"/>
              <a:ext cx="2137252"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1" lang="en-US" sz="2000" u="none" cap="none" strike="noStrike">
                  <a:solidFill>
                    <a:srgbClr val="000000"/>
                  </a:solidFill>
                  <a:latin typeface="Calibri"/>
                  <a:ea typeface="Calibri"/>
                  <a:cs typeface="Calibri"/>
                  <a:sym typeface="Calibri"/>
                </a:rPr>
                <a:t>bit-error prone link</a:t>
              </a:r>
              <a:endParaRPr/>
            </a:p>
          </p:txBody>
        </p:sp>
      </p:grpSp>
      <p:grpSp>
        <p:nvGrpSpPr>
          <p:cNvPr id="1487" name="Google Shape;1487;p24"/>
          <p:cNvGrpSpPr/>
          <p:nvPr/>
        </p:nvGrpSpPr>
        <p:grpSpPr>
          <a:xfrm>
            <a:off x="4661425" y="4717774"/>
            <a:ext cx="2325599" cy="1033670"/>
            <a:chOff x="4661425" y="4717774"/>
            <a:chExt cx="2325599" cy="1033670"/>
          </a:xfrm>
        </p:grpSpPr>
        <p:sp>
          <p:nvSpPr>
            <p:cNvPr id="1488" name="Google Shape;1488;p24"/>
            <p:cNvSpPr/>
            <p:nvPr/>
          </p:nvSpPr>
          <p:spPr>
            <a:xfrm>
              <a:off x="5486400" y="4717774"/>
              <a:ext cx="238539" cy="1033670"/>
            </a:xfrm>
            <a:custGeom>
              <a:rect b="b" l="l" r="r" t="t"/>
              <a:pathLst>
                <a:path extrusionOk="0" h="1033670" w="238539">
                  <a:moveTo>
                    <a:pt x="0" y="1033670"/>
                  </a:moveTo>
                  <a:lnTo>
                    <a:pt x="238539" y="1033670"/>
                  </a:lnTo>
                  <a:lnTo>
                    <a:pt x="238539" y="0"/>
                  </a:lnTo>
                </a:path>
              </a:pathLst>
            </a:custGeom>
            <a:noFill/>
            <a:ln cap="flat" cmpd="sng" w="28575">
              <a:solidFill>
                <a:srgbClr val="C00000"/>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1489" name="Google Shape;1489;p24"/>
            <p:cNvGrpSpPr/>
            <p:nvPr/>
          </p:nvGrpSpPr>
          <p:grpSpPr>
            <a:xfrm>
              <a:off x="4661425" y="4890052"/>
              <a:ext cx="2325599" cy="402510"/>
              <a:chOff x="1904400" y="5169547"/>
              <a:chExt cx="2325599" cy="402510"/>
            </a:xfrm>
          </p:grpSpPr>
          <p:sp>
            <p:nvSpPr>
              <p:cNvPr id="1490" name="Google Shape;1490;p24"/>
              <p:cNvSpPr/>
              <p:nvPr/>
            </p:nvSpPr>
            <p:spPr>
              <a:xfrm>
                <a:off x="1904400" y="5221355"/>
                <a:ext cx="2325599" cy="291548"/>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491" name="Google Shape;1491;p24"/>
              <p:cNvSpPr txBox="1"/>
              <p:nvPr/>
            </p:nvSpPr>
            <p:spPr>
              <a:xfrm>
                <a:off x="2617147" y="5171947"/>
                <a:ext cx="406265"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D’</a:t>
                </a:r>
                <a:endParaRPr b="0" i="0" sz="1800" u="none" cap="none" strike="noStrike">
                  <a:solidFill>
                    <a:srgbClr val="000000"/>
                  </a:solidFill>
                  <a:latin typeface="Calibri"/>
                  <a:ea typeface="Calibri"/>
                  <a:cs typeface="Calibri"/>
                  <a:sym typeface="Calibri"/>
                </a:endParaRPr>
              </a:p>
            </p:txBody>
          </p:sp>
          <p:sp>
            <p:nvSpPr>
              <p:cNvPr id="1492" name="Google Shape;1492;p24"/>
              <p:cNvSpPr txBox="1"/>
              <p:nvPr/>
            </p:nvSpPr>
            <p:spPr>
              <a:xfrm>
                <a:off x="3549850" y="5169547"/>
                <a:ext cx="67832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EDC’</a:t>
                </a:r>
                <a:endParaRPr b="0" i="0" sz="1800" u="none" cap="none" strike="noStrike">
                  <a:solidFill>
                    <a:srgbClr val="000000"/>
                  </a:solidFill>
                  <a:latin typeface="Calibri"/>
                  <a:ea typeface="Calibri"/>
                  <a:cs typeface="Calibri"/>
                  <a:sym typeface="Calibri"/>
                </a:endParaRPr>
              </a:p>
            </p:txBody>
          </p:sp>
          <p:cxnSp>
            <p:nvCxnSpPr>
              <p:cNvPr id="1493" name="Google Shape;1493;p24"/>
              <p:cNvCxnSpPr/>
              <p:nvPr/>
            </p:nvCxnSpPr>
            <p:spPr>
              <a:xfrm>
                <a:off x="3531600" y="5223600"/>
                <a:ext cx="0" cy="288000"/>
              </a:xfrm>
              <a:prstGeom prst="straightConnector1">
                <a:avLst/>
              </a:prstGeom>
              <a:noFill/>
              <a:ln cap="flat" cmpd="sng" w="22225">
                <a:solidFill>
                  <a:schemeClr val="dk1"/>
                </a:solidFill>
                <a:prstDash val="solid"/>
                <a:miter lim="800000"/>
                <a:headEnd len="sm" w="sm" type="none"/>
                <a:tailEnd len="sm" w="sm" type="none"/>
              </a:ln>
            </p:spPr>
          </p:cxnSp>
        </p:grpSp>
      </p:grpSp>
      <p:grpSp>
        <p:nvGrpSpPr>
          <p:cNvPr id="1494" name="Google Shape;1494;p24"/>
          <p:cNvGrpSpPr/>
          <p:nvPr/>
        </p:nvGrpSpPr>
        <p:grpSpPr>
          <a:xfrm>
            <a:off x="4996068" y="3670851"/>
            <a:ext cx="2457775" cy="1037317"/>
            <a:chOff x="4996068" y="3670851"/>
            <a:chExt cx="2457775" cy="1037317"/>
          </a:xfrm>
        </p:grpSpPr>
        <p:grpSp>
          <p:nvGrpSpPr>
            <p:cNvPr id="1495" name="Google Shape;1495;p24"/>
            <p:cNvGrpSpPr/>
            <p:nvPr/>
          </p:nvGrpSpPr>
          <p:grpSpPr>
            <a:xfrm>
              <a:off x="4996068" y="3670851"/>
              <a:ext cx="1431235" cy="1037317"/>
              <a:chOff x="6718851" y="5632173"/>
              <a:chExt cx="1431235" cy="1037317"/>
            </a:xfrm>
          </p:grpSpPr>
          <p:sp>
            <p:nvSpPr>
              <p:cNvPr id="1496" name="Google Shape;1496;p24"/>
              <p:cNvSpPr/>
              <p:nvPr/>
            </p:nvSpPr>
            <p:spPr>
              <a:xfrm>
                <a:off x="6718851" y="5632173"/>
                <a:ext cx="1431235" cy="993913"/>
              </a:xfrm>
              <a:prstGeom prst="diamond">
                <a:avLst/>
              </a:prstGeom>
              <a:solidFill>
                <a:schemeClr val="lt1"/>
              </a:solidFill>
              <a:ln cap="flat" cmpd="sng" w="317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497" name="Google Shape;1497;p24"/>
              <p:cNvSpPr txBox="1"/>
              <p:nvPr/>
            </p:nvSpPr>
            <p:spPr>
              <a:xfrm>
                <a:off x="6932490" y="5737183"/>
                <a:ext cx="1007327" cy="932307"/>
              </a:xfrm>
              <a:prstGeom prst="rect">
                <a:avLst/>
              </a:prstGeom>
              <a:noFill/>
              <a:ln>
                <a:noFill/>
              </a:ln>
            </p:spPr>
            <p:txBody>
              <a:bodyPr anchorCtr="0" anchor="t" bIns="45700" lIns="91425" spcFirstLastPara="1" rIns="91425" wrap="square" tIns="45700">
                <a:spAutoFit/>
              </a:bodyPr>
              <a:lstStyle/>
              <a:p>
                <a:pPr indent="0" lvl="0" marL="0" marR="0" rtl="0" algn="ctr">
                  <a:lnSpc>
                    <a:spcPct val="75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all</a:t>
                </a:r>
                <a:endParaRPr/>
              </a:p>
              <a:p>
                <a:pPr indent="0" lvl="0" marL="0" marR="0" rtl="0" algn="ctr">
                  <a:lnSpc>
                    <a:spcPct val="75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bits in D’</a:t>
                </a:r>
                <a:endParaRPr/>
              </a:p>
              <a:p>
                <a:pPr indent="0" lvl="0" marL="0" marR="0" rtl="0" algn="ctr">
                  <a:lnSpc>
                    <a:spcPct val="75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OK</a:t>
                </a:r>
                <a:endParaRPr/>
              </a:p>
              <a:p>
                <a:pPr indent="0" lvl="0" marL="0" marR="0" rtl="0" algn="ctr">
                  <a:lnSpc>
                    <a:spcPct val="75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t>
                </a:r>
                <a:endParaRPr/>
              </a:p>
            </p:txBody>
          </p:sp>
        </p:grpSp>
        <p:sp>
          <p:nvSpPr>
            <p:cNvPr id="1498" name="Google Shape;1498;p24"/>
            <p:cNvSpPr txBox="1"/>
            <p:nvPr/>
          </p:nvSpPr>
          <p:spPr>
            <a:xfrm>
              <a:off x="6440556" y="3843131"/>
              <a:ext cx="349776"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N</a:t>
              </a:r>
              <a:endParaRPr b="0" i="0" sz="1800" u="none" cap="none" strike="noStrike">
                <a:solidFill>
                  <a:srgbClr val="000000"/>
                </a:solidFill>
                <a:latin typeface="Calibri"/>
                <a:ea typeface="Calibri"/>
                <a:cs typeface="Calibri"/>
                <a:sym typeface="Calibri"/>
              </a:endParaRPr>
            </a:p>
          </p:txBody>
        </p:sp>
        <p:sp>
          <p:nvSpPr>
            <p:cNvPr id="1499" name="Google Shape;1499;p24"/>
            <p:cNvSpPr txBox="1"/>
            <p:nvPr/>
          </p:nvSpPr>
          <p:spPr>
            <a:xfrm>
              <a:off x="6380921" y="4207566"/>
              <a:ext cx="1072922" cy="492571"/>
            </a:xfrm>
            <a:prstGeom prst="rect">
              <a:avLst/>
            </a:prstGeom>
            <a:noFill/>
            <a:ln>
              <a:noFill/>
            </a:ln>
          </p:spPr>
          <p:txBody>
            <a:bodyPr anchorCtr="0" anchor="t" bIns="45700" lIns="91425" spcFirstLastPara="1" rIns="91425" wrap="square" tIns="45700">
              <a:spAutoFit/>
            </a:bodyPr>
            <a:lstStyle/>
            <a:p>
              <a:pPr indent="0" lvl="0" marL="0" marR="0" rtl="0" algn="l">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detected </a:t>
              </a:r>
              <a:endParaRPr/>
            </a:p>
            <a:p>
              <a:pPr indent="0" lvl="0" marL="0" marR="0" rtl="0" algn="l">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error</a:t>
              </a:r>
              <a:endParaRPr b="0" i="0" sz="1600" u="none" cap="none" strike="noStrike">
                <a:solidFill>
                  <a:srgbClr val="000000"/>
                </a:solidFill>
                <a:latin typeface="Calibri"/>
                <a:ea typeface="Calibri"/>
                <a:cs typeface="Calibri"/>
                <a:sym typeface="Calibri"/>
              </a:endParaRPr>
            </a:p>
          </p:txBody>
        </p:sp>
        <p:cxnSp>
          <p:nvCxnSpPr>
            <p:cNvPr id="1500" name="Google Shape;1500;p24"/>
            <p:cNvCxnSpPr/>
            <p:nvPr/>
          </p:nvCxnSpPr>
          <p:spPr>
            <a:xfrm>
              <a:off x="6440557" y="4161183"/>
              <a:ext cx="715618" cy="0"/>
            </a:xfrm>
            <a:prstGeom prst="straightConnector1">
              <a:avLst/>
            </a:prstGeom>
            <a:noFill/>
            <a:ln cap="flat" cmpd="sng" w="31750">
              <a:solidFill>
                <a:srgbClr val="C00000"/>
              </a:solidFill>
              <a:prstDash val="solid"/>
              <a:miter lim="800000"/>
              <a:headEnd len="sm" w="sm" type="none"/>
              <a:tailEnd len="med" w="med" type="triangle"/>
            </a:ln>
          </p:spPr>
        </p:cxnSp>
      </p:grpSp>
      <p:grpSp>
        <p:nvGrpSpPr>
          <p:cNvPr id="1501" name="Google Shape;1501;p24"/>
          <p:cNvGrpSpPr/>
          <p:nvPr/>
        </p:nvGrpSpPr>
        <p:grpSpPr>
          <a:xfrm>
            <a:off x="4684642" y="2888974"/>
            <a:ext cx="1656522" cy="845626"/>
            <a:chOff x="4658138" y="2928730"/>
            <a:chExt cx="1656522" cy="845626"/>
          </a:xfrm>
        </p:grpSpPr>
        <p:sp>
          <p:nvSpPr>
            <p:cNvPr id="1502" name="Google Shape;1502;p24"/>
            <p:cNvSpPr/>
            <p:nvPr/>
          </p:nvSpPr>
          <p:spPr>
            <a:xfrm>
              <a:off x="5437808" y="3492294"/>
              <a:ext cx="176213" cy="19367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1503" name="Google Shape;1503;p24"/>
            <p:cNvCxnSpPr/>
            <p:nvPr/>
          </p:nvCxnSpPr>
          <p:spPr>
            <a:xfrm rot="10800000">
              <a:off x="5685182" y="2928730"/>
              <a:ext cx="0" cy="728870"/>
            </a:xfrm>
            <a:prstGeom prst="straightConnector1">
              <a:avLst/>
            </a:prstGeom>
            <a:noFill/>
            <a:ln cap="flat" cmpd="sng" w="31750">
              <a:solidFill>
                <a:srgbClr val="C00000"/>
              </a:solidFill>
              <a:prstDash val="solid"/>
              <a:miter lim="800000"/>
              <a:headEnd len="sm" w="sm" type="none"/>
              <a:tailEnd len="med" w="med" type="triangle"/>
            </a:ln>
          </p:spPr>
        </p:cxnSp>
        <p:sp>
          <p:nvSpPr>
            <p:cNvPr id="1504" name="Google Shape;1504;p24"/>
            <p:cNvSpPr txBox="1"/>
            <p:nvPr/>
          </p:nvSpPr>
          <p:spPr>
            <a:xfrm>
              <a:off x="4696239" y="3498575"/>
              <a:ext cx="1022524" cy="275781"/>
            </a:xfrm>
            <a:prstGeom prst="rect">
              <a:avLst/>
            </a:prstGeom>
            <a:noFill/>
            <a:ln>
              <a:noFill/>
            </a:ln>
          </p:spPr>
          <p:txBody>
            <a:bodyPr anchorCtr="0" anchor="t" bIns="45700" lIns="91425" spcFirstLastPara="1" rIns="91425" wrap="square" tIns="45700">
              <a:spAutoFit/>
            </a:bodyPr>
            <a:lstStyle/>
            <a:p>
              <a:pPr indent="0" lvl="0" marL="0" marR="0" rtl="0" algn="l">
                <a:lnSpc>
                  <a:spcPct val="7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otherwise</a:t>
              </a:r>
              <a:endParaRPr/>
            </a:p>
          </p:txBody>
        </p:sp>
        <p:grpSp>
          <p:nvGrpSpPr>
            <p:cNvPr id="1505" name="Google Shape;1505;p24"/>
            <p:cNvGrpSpPr/>
            <p:nvPr/>
          </p:nvGrpSpPr>
          <p:grpSpPr>
            <a:xfrm>
              <a:off x="4658138" y="3028123"/>
              <a:ext cx="1656522" cy="400110"/>
              <a:chOff x="437322" y="2637183"/>
              <a:chExt cx="1656522" cy="400110"/>
            </a:xfrm>
          </p:grpSpPr>
          <p:sp>
            <p:nvSpPr>
              <p:cNvPr id="1506" name="Google Shape;1506;p24"/>
              <p:cNvSpPr/>
              <p:nvPr/>
            </p:nvSpPr>
            <p:spPr>
              <a:xfrm>
                <a:off x="437322" y="2690191"/>
                <a:ext cx="1656522" cy="291548"/>
              </a:xfrm>
              <a:prstGeom prst="rect">
                <a:avLst/>
              </a:prstGeom>
              <a:solidFill>
                <a:schemeClr val="lt1"/>
              </a:solidFill>
              <a:ln cap="flat" cmpd="sng" w="12700">
                <a:solidFill>
                  <a:srgbClr val="31538F"/>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07" name="Google Shape;1507;p24"/>
              <p:cNvSpPr txBox="1"/>
              <p:nvPr/>
            </p:nvSpPr>
            <p:spPr>
              <a:xfrm>
                <a:off x="675860" y="2637183"/>
                <a:ext cx="118058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datagram</a:t>
                </a:r>
                <a:endParaRPr b="0" i="0" sz="1800" u="none" cap="none" strike="noStrike">
                  <a:solidFill>
                    <a:srgbClr val="000000"/>
                  </a:solidFill>
                  <a:latin typeface="Calibri"/>
                  <a:ea typeface="Calibri"/>
                  <a:cs typeface="Calibri"/>
                  <a:sym typeface="Calibri"/>
                </a:endParaRPr>
              </a:p>
            </p:txBody>
          </p:sp>
        </p:grpSp>
      </p:grpSp>
      <p:sp>
        <p:nvSpPr>
          <p:cNvPr id="1508" name="Google Shape;1508;p2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Link Layer </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8"/>
                                        </p:tgtEl>
                                        <p:attrNameLst>
                                          <p:attrName>style.visibility</p:attrName>
                                        </p:attrNameLst>
                                      </p:cBhvr>
                                      <p:to>
                                        <p:strVal val="visible"/>
                                      </p:to>
                                    </p:set>
                                    <p:animEffect filter="fade" transition="in">
                                      <p:cBhvr>
                                        <p:cTn dur="500"/>
                                        <p:tgtEl>
                                          <p:spTgt spid="14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7"/>
                                        </p:tgtEl>
                                        <p:attrNameLst>
                                          <p:attrName>style.visibility</p:attrName>
                                        </p:attrNameLst>
                                      </p:cBhvr>
                                      <p:to>
                                        <p:strVal val="visible"/>
                                      </p:to>
                                    </p:set>
                                    <p:animEffect filter="fade" transition="in">
                                      <p:cBhvr>
                                        <p:cTn dur="500"/>
                                        <p:tgtEl>
                                          <p:spTgt spid="14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4"/>
                                        </p:tgtEl>
                                        <p:attrNameLst>
                                          <p:attrName>style.visibility</p:attrName>
                                        </p:attrNameLst>
                                      </p:cBhvr>
                                      <p:to>
                                        <p:strVal val="visible"/>
                                      </p:to>
                                    </p:set>
                                    <p:animEffect filter="fade" transition="in">
                                      <p:cBhvr>
                                        <p:cTn dur="500"/>
                                        <p:tgtEl>
                                          <p:spTgt spid="14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1"/>
                                        </p:tgtEl>
                                        <p:attrNameLst>
                                          <p:attrName>style.visibility</p:attrName>
                                        </p:attrNameLst>
                                      </p:cBhvr>
                                      <p:to>
                                        <p:strVal val="visible"/>
                                      </p:to>
                                    </p:set>
                                    <p:animEffect filter="fade" transition="in">
                                      <p:cBhvr>
                                        <p:cTn dur="500"/>
                                        <p:tgtEl>
                                          <p:spTgt spid="15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4"/>
                                        </p:tgtEl>
                                        <p:attrNameLst>
                                          <p:attrName>style.visibility</p:attrName>
                                        </p:attrNameLst>
                                      </p:cBhvr>
                                      <p:to>
                                        <p:strVal val="visible"/>
                                      </p:to>
                                    </p:set>
                                    <p:animEffect filter="fade" transition="in">
                                      <p:cBhvr>
                                        <p:cTn dur="500"/>
                                        <p:tgtEl>
                                          <p:spTgt spid="14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12" name="Shape 1512"/>
        <p:cNvGrpSpPr/>
        <p:nvPr/>
      </p:nvGrpSpPr>
      <p:grpSpPr>
        <a:xfrm>
          <a:off x="0" y="0"/>
          <a:ext cx="0" cy="0"/>
          <a:chOff x="0" y="0"/>
          <a:chExt cx="0" cy="0"/>
        </a:xfrm>
      </p:grpSpPr>
      <p:sp>
        <p:nvSpPr>
          <p:cNvPr id="1513" name="Google Shape;1513;p25"/>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b="0" lang="en-US">
                <a:latin typeface="Calibri"/>
                <a:ea typeface="Calibri"/>
                <a:cs typeface="Calibri"/>
                <a:sym typeface="Calibri"/>
              </a:rPr>
              <a:t>Parity checking</a:t>
            </a:r>
            <a:endParaRPr/>
          </a:p>
        </p:txBody>
      </p:sp>
      <p:sp>
        <p:nvSpPr>
          <p:cNvPr id="1514" name="Google Shape;1514;p25"/>
          <p:cNvSpPr txBox="1"/>
          <p:nvPr/>
        </p:nvSpPr>
        <p:spPr>
          <a:xfrm>
            <a:off x="850830" y="1311689"/>
            <a:ext cx="3366673" cy="892552"/>
          </a:xfrm>
          <a:prstGeom prst="rect">
            <a:avLst/>
          </a:prstGeom>
          <a:noFill/>
          <a:ln>
            <a:noFill/>
          </a:ln>
        </p:spPr>
        <p:txBody>
          <a:bodyPr anchorCtr="0" anchor="t" bIns="45700" lIns="91425" spcFirstLastPara="1" rIns="91425" wrap="square" tIns="45700">
            <a:spAutoFit/>
          </a:bodyPr>
          <a:lstStyle/>
          <a:p>
            <a:pPr indent="-233363" lvl="0" marL="233363" marR="0" rtl="0" algn="l">
              <a:lnSpc>
                <a:spcPct val="100000"/>
              </a:lnSpc>
              <a:spcBef>
                <a:spcPts val="0"/>
              </a:spcBef>
              <a:spcAft>
                <a:spcPts val="0"/>
              </a:spcAft>
              <a:buClr>
                <a:srgbClr val="C00000"/>
              </a:buClr>
              <a:buSzPts val="2800"/>
              <a:buFont typeface="Calibri"/>
              <a:buNone/>
            </a:pPr>
            <a:r>
              <a:rPr b="0" i="0" lang="en-US" sz="2800" u="none" cap="none" strike="noStrike">
                <a:solidFill>
                  <a:srgbClr val="C00000"/>
                </a:solidFill>
                <a:latin typeface="Calibri"/>
                <a:ea typeface="Calibri"/>
                <a:cs typeface="Calibri"/>
                <a:sym typeface="Calibri"/>
              </a:rPr>
              <a:t>single bit parity</a:t>
            </a:r>
            <a:r>
              <a:rPr b="0" i="0" lang="en-US" sz="2800" u="none" cap="none" strike="noStrike">
                <a:solidFill>
                  <a:srgbClr val="CC0000"/>
                </a:solidFill>
                <a:latin typeface="Calibri"/>
                <a:ea typeface="Calibri"/>
                <a:cs typeface="Calibri"/>
                <a:sym typeface="Calibri"/>
              </a:rPr>
              <a:t>:</a:t>
            </a:r>
            <a:r>
              <a:rPr b="1" i="0" lang="en-US" sz="2800" u="none" cap="none" strike="noStrike">
                <a:solidFill>
                  <a:srgbClr val="CC0000"/>
                </a:solidFill>
                <a:latin typeface="Calibri"/>
                <a:ea typeface="Calibri"/>
                <a:cs typeface="Calibri"/>
                <a:sym typeface="Calibri"/>
              </a:rPr>
              <a:t> </a:t>
            </a:r>
            <a:endParaRPr/>
          </a:p>
          <a:p>
            <a:pPr indent="-225425" lvl="0" marL="342900" marR="0" rtl="0" algn="l">
              <a:lnSpc>
                <a:spcPct val="100000"/>
              </a:lnSpc>
              <a:spcBef>
                <a:spcPts val="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detect single bit errors</a:t>
            </a:r>
            <a:endParaRPr/>
          </a:p>
        </p:txBody>
      </p:sp>
      <p:sp>
        <p:nvSpPr>
          <p:cNvPr id="1515" name="Google Shape;1515;p25"/>
          <p:cNvSpPr/>
          <p:nvPr/>
        </p:nvSpPr>
        <p:spPr>
          <a:xfrm>
            <a:off x="946392" y="2320933"/>
            <a:ext cx="2407444" cy="382191"/>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16" name="Google Shape;1516;p25"/>
          <p:cNvSpPr txBox="1"/>
          <p:nvPr/>
        </p:nvSpPr>
        <p:spPr>
          <a:xfrm>
            <a:off x="985682" y="2328077"/>
            <a:ext cx="205697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0111000110101011</a:t>
            </a:r>
            <a:endParaRPr/>
          </a:p>
        </p:txBody>
      </p:sp>
      <p:cxnSp>
        <p:nvCxnSpPr>
          <p:cNvPr id="1517" name="Google Shape;1517;p25"/>
          <p:cNvCxnSpPr/>
          <p:nvPr/>
        </p:nvCxnSpPr>
        <p:spPr>
          <a:xfrm>
            <a:off x="925903" y="2939909"/>
            <a:ext cx="2077615" cy="0"/>
          </a:xfrm>
          <a:prstGeom prst="straightConnector1">
            <a:avLst/>
          </a:prstGeom>
          <a:noFill/>
          <a:ln cap="flat" cmpd="sng" w="22225">
            <a:solidFill>
              <a:schemeClr val="dk1"/>
            </a:solidFill>
            <a:prstDash val="solid"/>
            <a:miter lim="800000"/>
            <a:headEnd len="med" w="med" type="triangle"/>
            <a:tailEnd len="med" w="med" type="triangle"/>
          </a:ln>
        </p:spPr>
      </p:cxnSp>
      <p:cxnSp>
        <p:nvCxnSpPr>
          <p:cNvPr id="1518" name="Google Shape;1518;p25"/>
          <p:cNvCxnSpPr/>
          <p:nvPr/>
        </p:nvCxnSpPr>
        <p:spPr>
          <a:xfrm>
            <a:off x="3013295" y="2846309"/>
            <a:ext cx="0" cy="187200"/>
          </a:xfrm>
          <a:prstGeom prst="straightConnector1">
            <a:avLst/>
          </a:prstGeom>
          <a:noFill/>
          <a:ln cap="flat" cmpd="sng" w="9525">
            <a:solidFill>
              <a:schemeClr val="dk1"/>
            </a:solidFill>
            <a:prstDash val="solid"/>
            <a:miter lim="800000"/>
            <a:headEnd len="sm" w="sm" type="none"/>
            <a:tailEnd len="sm" w="sm" type="none"/>
          </a:ln>
        </p:spPr>
      </p:cxnSp>
      <p:cxnSp>
        <p:nvCxnSpPr>
          <p:cNvPr id="1519" name="Google Shape;1519;p25"/>
          <p:cNvCxnSpPr/>
          <p:nvPr/>
        </p:nvCxnSpPr>
        <p:spPr>
          <a:xfrm>
            <a:off x="931949" y="2843909"/>
            <a:ext cx="0" cy="187200"/>
          </a:xfrm>
          <a:prstGeom prst="straightConnector1">
            <a:avLst/>
          </a:prstGeom>
          <a:noFill/>
          <a:ln cap="flat" cmpd="sng" w="9525">
            <a:solidFill>
              <a:schemeClr val="dk1"/>
            </a:solidFill>
            <a:prstDash val="solid"/>
            <a:miter lim="800000"/>
            <a:headEnd len="sm" w="sm" type="none"/>
            <a:tailEnd len="sm" w="sm" type="none"/>
          </a:ln>
        </p:spPr>
      </p:cxnSp>
      <p:grpSp>
        <p:nvGrpSpPr>
          <p:cNvPr id="1520" name="Google Shape;1520;p25"/>
          <p:cNvGrpSpPr/>
          <p:nvPr/>
        </p:nvGrpSpPr>
        <p:grpSpPr>
          <a:xfrm>
            <a:off x="2902279" y="2326886"/>
            <a:ext cx="1803071" cy="1201960"/>
            <a:chOff x="2978479" y="2669786"/>
            <a:chExt cx="1803071" cy="1201960"/>
          </a:xfrm>
        </p:grpSpPr>
        <p:sp>
          <p:nvSpPr>
            <p:cNvPr id="1521" name="Google Shape;1521;p25"/>
            <p:cNvSpPr txBox="1"/>
            <p:nvPr/>
          </p:nvSpPr>
          <p:spPr>
            <a:xfrm>
              <a:off x="3093089" y="2669786"/>
              <a:ext cx="30168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1</a:t>
              </a:r>
              <a:endParaRPr/>
            </a:p>
          </p:txBody>
        </p:sp>
        <p:sp>
          <p:nvSpPr>
            <p:cNvPr id="1522" name="Google Shape;1522;p25"/>
            <p:cNvSpPr txBox="1"/>
            <p:nvPr/>
          </p:nvSpPr>
          <p:spPr>
            <a:xfrm>
              <a:off x="2978479" y="3527036"/>
              <a:ext cx="1803071" cy="34471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parity bit</a:t>
              </a:r>
              <a:endParaRPr/>
            </a:p>
          </p:txBody>
        </p:sp>
        <p:cxnSp>
          <p:nvCxnSpPr>
            <p:cNvPr id="1523" name="Google Shape;1523;p25"/>
            <p:cNvCxnSpPr/>
            <p:nvPr/>
          </p:nvCxnSpPr>
          <p:spPr>
            <a:xfrm>
              <a:off x="3244610" y="3167702"/>
              <a:ext cx="0" cy="424721"/>
            </a:xfrm>
            <a:prstGeom prst="straightConnector1">
              <a:avLst/>
            </a:prstGeom>
            <a:noFill/>
            <a:ln cap="flat" cmpd="sng" w="12700">
              <a:solidFill>
                <a:schemeClr val="dk1"/>
              </a:solidFill>
              <a:prstDash val="solid"/>
              <a:miter lim="800000"/>
              <a:headEnd len="sm" w="sm" type="none"/>
              <a:tailEnd len="sm" w="sm" type="none"/>
            </a:ln>
          </p:spPr>
        </p:cxnSp>
      </p:grpSp>
      <p:cxnSp>
        <p:nvCxnSpPr>
          <p:cNvPr id="1524" name="Google Shape;1524;p25"/>
          <p:cNvCxnSpPr/>
          <p:nvPr/>
        </p:nvCxnSpPr>
        <p:spPr>
          <a:xfrm>
            <a:off x="3016010" y="2322631"/>
            <a:ext cx="0" cy="387246"/>
          </a:xfrm>
          <a:prstGeom prst="straightConnector1">
            <a:avLst/>
          </a:prstGeom>
          <a:noFill/>
          <a:ln cap="flat" cmpd="sng" w="12700">
            <a:solidFill>
              <a:schemeClr val="dk1"/>
            </a:solidFill>
            <a:prstDash val="solid"/>
            <a:miter lim="800000"/>
            <a:headEnd len="sm" w="sm" type="none"/>
            <a:tailEnd len="sm" w="sm" type="none"/>
          </a:ln>
        </p:spPr>
      </p:cxnSp>
      <p:sp>
        <p:nvSpPr>
          <p:cNvPr id="1525" name="Google Shape;1525;p25"/>
          <p:cNvSpPr txBox="1"/>
          <p:nvPr/>
        </p:nvSpPr>
        <p:spPr>
          <a:xfrm>
            <a:off x="1358401" y="2779945"/>
            <a:ext cx="1354981" cy="34471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2000"/>
              <a:buFont typeface="Calibri"/>
              <a:buNone/>
            </a:pPr>
            <a:r>
              <a:rPr b="0" i="1" lang="en-US" sz="2000" u="none" cap="none" strike="noStrike">
                <a:solidFill>
                  <a:srgbClr val="000000"/>
                </a:solidFill>
                <a:latin typeface="Calibri"/>
                <a:ea typeface="Calibri"/>
                <a:cs typeface="Calibri"/>
                <a:sym typeface="Calibri"/>
              </a:rPr>
              <a:t>d</a:t>
            </a:r>
            <a:r>
              <a:rPr b="0" i="0" lang="en-US" sz="2000" u="none" cap="none" strike="noStrike">
                <a:solidFill>
                  <a:srgbClr val="000000"/>
                </a:solidFill>
                <a:latin typeface="Calibri"/>
                <a:ea typeface="Calibri"/>
                <a:cs typeface="Calibri"/>
                <a:sym typeface="Calibri"/>
              </a:rPr>
              <a:t> data bits</a:t>
            </a:r>
            <a:endParaRPr/>
          </a:p>
        </p:txBody>
      </p:sp>
      <p:sp>
        <p:nvSpPr>
          <p:cNvPr id="1526" name="Google Shape;1526;p25"/>
          <p:cNvSpPr txBox="1"/>
          <p:nvPr/>
        </p:nvSpPr>
        <p:spPr>
          <a:xfrm>
            <a:off x="6448623" y="736681"/>
            <a:ext cx="4543227" cy="169277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Calibri"/>
              <a:buNone/>
            </a:pPr>
            <a:r>
              <a:rPr b="0" i="0" lang="en-US" sz="2800" u="none" cap="none" strike="noStrike">
                <a:solidFill>
                  <a:schemeClr val="dk1"/>
                </a:solidFill>
                <a:latin typeface="Calibri"/>
                <a:ea typeface="Calibri"/>
                <a:cs typeface="Calibri"/>
                <a:sym typeface="Calibri"/>
              </a:rPr>
              <a:t>Can detect </a:t>
            </a:r>
            <a:r>
              <a:rPr b="0" i="1" lang="en-US" sz="2800" u="none" cap="none" strike="noStrike">
                <a:solidFill>
                  <a:srgbClr val="C00000"/>
                </a:solidFill>
                <a:latin typeface="Calibri"/>
                <a:ea typeface="Calibri"/>
                <a:cs typeface="Calibri"/>
                <a:sym typeface="Calibri"/>
              </a:rPr>
              <a:t>and</a:t>
            </a:r>
            <a:r>
              <a:rPr b="0" i="0" lang="en-US" sz="2800" u="none" cap="none" strike="noStrike">
                <a:solidFill>
                  <a:schemeClr val="dk1"/>
                </a:solidFill>
                <a:latin typeface="Calibri"/>
                <a:ea typeface="Calibri"/>
                <a:cs typeface="Calibri"/>
                <a:sym typeface="Calibri"/>
              </a:rPr>
              <a:t> correct errors (without  retransmission!)</a:t>
            </a:r>
            <a:endParaRPr/>
          </a:p>
          <a:p>
            <a:pPr indent="-169863" lvl="0" marL="287338" marR="0" rtl="0" algn="l">
              <a:lnSpc>
                <a:spcPct val="100000"/>
              </a:lnSpc>
              <a:spcBef>
                <a:spcPts val="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 two-dimensional parity: detect </a:t>
            </a:r>
            <a:r>
              <a:rPr b="0" i="1" lang="en-US" sz="2400" u="none" cap="none" strike="noStrike">
                <a:solidFill>
                  <a:srgbClr val="0000A8"/>
                </a:solidFill>
                <a:latin typeface="Calibri"/>
                <a:ea typeface="Calibri"/>
                <a:cs typeface="Calibri"/>
                <a:sym typeface="Calibri"/>
              </a:rPr>
              <a:t>and correct </a:t>
            </a:r>
            <a:r>
              <a:rPr b="0" i="0" lang="en-US" sz="2400" u="none" cap="none" strike="noStrike">
                <a:solidFill>
                  <a:srgbClr val="000000"/>
                </a:solidFill>
                <a:latin typeface="Calibri"/>
                <a:ea typeface="Calibri"/>
                <a:cs typeface="Calibri"/>
                <a:sym typeface="Calibri"/>
              </a:rPr>
              <a:t>single bit errors</a:t>
            </a:r>
            <a:endParaRPr/>
          </a:p>
        </p:txBody>
      </p:sp>
      <p:grpSp>
        <p:nvGrpSpPr>
          <p:cNvPr id="1527" name="Google Shape;1527;p25"/>
          <p:cNvGrpSpPr/>
          <p:nvPr/>
        </p:nvGrpSpPr>
        <p:grpSpPr>
          <a:xfrm>
            <a:off x="6724651" y="2387877"/>
            <a:ext cx="3683372" cy="2054406"/>
            <a:chOff x="7427845" y="2584175"/>
            <a:chExt cx="3683372" cy="2054406"/>
          </a:xfrm>
        </p:grpSpPr>
        <p:grpSp>
          <p:nvGrpSpPr>
            <p:cNvPr id="1528" name="Google Shape;1528;p25"/>
            <p:cNvGrpSpPr/>
            <p:nvPr/>
          </p:nvGrpSpPr>
          <p:grpSpPr>
            <a:xfrm>
              <a:off x="8263305" y="2908577"/>
              <a:ext cx="697811" cy="1261499"/>
              <a:chOff x="6586330" y="2915478"/>
              <a:chExt cx="697811" cy="1261499"/>
            </a:xfrm>
          </p:grpSpPr>
          <p:sp>
            <p:nvSpPr>
              <p:cNvPr id="1529" name="Google Shape;1529;p25"/>
              <p:cNvSpPr txBox="1"/>
              <p:nvPr/>
            </p:nvSpPr>
            <p:spPr>
              <a:xfrm>
                <a:off x="6586330" y="2915478"/>
                <a:ext cx="53572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d</a:t>
                </a:r>
                <a:r>
                  <a:rPr b="0" baseline="-25000" i="0" lang="en-US" sz="2000" u="none" cap="none" strike="noStrike">
                    <a:solidFill>
                      <a:srgbClr val="000000"/>
                    </a:solidFill>
                    <a:latin typeface="Calibri"/>
                    <a:ea typeface="Calibri"/>
                    <a:cs typeface="Calibri"/>
                    <a:sym typeface="Calibri"/>
                  </a:rPr>
                  <a:t>1,1</a:t>
                </a:r>
                <a:endParaRPr/>
              </a:p>
            </p:txBody>
          </p:sp>
          <p:sp>
            <p:nvSpPr>
              <p:cNvPr id="1530" name="Google Shape;1530;p25"/>
              <p:cNvSpPr txBox="1"/>
              <p:nvPr/>
            </p:nvSpPr>
            <p:spPr>
              <a:xfrm>
                <a:off x="6588401" y="3213650"/>
                <a:ext cx="69574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d</a:t>
                </a:r>
                <a:r>
                  <a:rPr b="0" baseline="-25000" i="0" lang="en-US" sz="2000" u="none" cap="none" strike="noStrike">
                    <a:solidFill>
                      <a:srgbClr val="000000"/>
                    </a:solidFill>
                    <a:latin typeface="Calibri"/>
                    <a:ea typeface="Calibri"/>
                    <a:cs typeface="Calibri"/>
                    <a:sym typeface="Calibri"/>
                  </a:rPr>
                  <a:t>2,1</a:t>
                </a:r>
                <a:endParaRPr/>
              </a:p>
            </p:txBody>
          </p:sp>
          <p:sp>
            <p:nvSpPr>
              <p:cNvPr id="1531" name="Google Shape;1531;p25"/>
              <p:cNvSpPr txBox="1"/>
              <p:nvPr/>
            </p:nvSpPr>
            <p:spPr>
              <a:xfrm>
                <a:off x="6588401" y="3776867"/>
                <a:ext cx="69574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d</a:t>
                </a:r>
                <a:r>
                  <a:rPr b="0" baseline="-25000" i="0" lang="en-US" sz="2000" u="none" cap="none" strike="noStrike">
                    <a:solidFill>
                      <a:srgbClr val="000000"/>
                    </a:solidFill>
                    <a:latin typeface="Calibri"/>
                    <a:ea typeface="Calibri"/>
                    <a:cs typeface="Calibri"/>
                    <a:sym typeface="Calibri"/>
                  </a:rPr>
                  <a:t>i,1</a:t>
                </a:r>
                <a:endParaRPr/>
              </a:p>
            </p:txBody>
          </p:sp>
          <p:sp>
            <p:nvSpPr>
              <p:cNvPr id="1532" name="Google Shape;1532;p25"/>
              <p:cNvSpPr txBox="1"/>
              <p:nvPr/>
            </p:nvSpPr>
            <p:spPr>
              <a:xfrm>
                <a:off x="6625087" y="3488522"/>
                <a:ext cx="62800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grpSp>
        <p:grpSp>
          <p:nvGrpSpPr>
            <p:cNvPr id="1533" name="Google Shape;1533;p25"/>
            <p:cNvGrpSpPr/>
            <p:nvPr/>
          </p:nvGrpSpPr>
          <p:grpSpPr>
            <a:xfrm>
              <a:off x="10324987" y="2929914"/>
              <a:ext cx="697811" cy="1261499"/>
              <a:chOff x="6586330" y="2915478"/>
              <a:chExt cx="697811" cy="1261499"/>
            </a:xfrm>
          </p:grpSpPr>
          <p:sp>
            <p:nvSpPr>
              <p:cNvPr id="1534" name="Google Shape;1534;p25"/>
              <p:cNvSpPr txBox="1"/>
              <p:nvPr/>
            </p:nvSpPr>
            <p:spPr>
              <a:xfrm>
                <a:off x="6586330" y="2915478"/>
                <a:ext cx="662361"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d</a:t>
                </a:r>
                <a:r>
                  <a:rPr b="0" baseline="-25000" i="0" lang="en-US" sz="2000" u="none" cap="none" strike="noStrike">
                    <a:solidFill>
                      <a:srgbClr val="000000"/>
                    </a:solidFill>
                    <a:latin typeface="Calibri"/>
                    <a:ea typeface="Calibri"/>
                    <a:cs typeface="Calibri"/>
                    <a:sym typeface="Calibri"/>
                  </a:rPr>
                  <a:t>1,j+1</a:t>
                </a:r>
                <a:endParaRPr/>
              </a:p>
            </p:txBody>
          </p:sp>
          <p:sp>
            <p:nvSpPr>
              <p:cNvPr id="1535" name="Google Shape;1535;p25"/>
              <p:cNvSpPr txBox="1"/>
              <p:nvPr/>
            </p:nvSpPr>
            <p:spPr>
              <a:xfrm>
                <a:off x="6588401" y="3213650"/>
                <a:ext cx="69574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d</a:t>
                </a:r>
                <a:r>
                  <a:rPr b="0" baseline="-25000" i="0" lang="en-US" sz="2000" u="none" cap="none" strike="noStrike">
                    <a:solidFill>
                      <a:srgbClr val="000000"/>
                    </a:solidFill>
                    <a:latin typeface="Calibri"/>
                    <a:ea typeface="Calibri"/>
                    <a:cs typeface="Calibri"/>
                    <a:sym typeface="Calibri"/>
                  </a:rPr>
                  <a:t>2,j+1</a:t>
                </a:r>
                <a:endParaRPr/>
              </a:p>
            </p:txBody>
          </p:sp>
          <p:sp>
            <p:nvSpPr>
              <p:cNvPr id="1536" name="Google Shape;1536;p25"/>
              <p:cNvSpPr txBox="1"/>
              <p:nvPr/>
            </p:nvSpPr>
            <p:spPr>
              <a:xfrm>
                <a:off x="6588401" y="3776867"/>
                <a:ext cx="69574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d</a:t>
                </a:r>
                <a:r>
                  <a:rPr b="0" baseline="-25000" i="0" lang="en-US" sz="2000" u="none" cap="none" strike="noStrike">
                    <a:solidFill>
                      <a:srgbClr val="000000"/>
                    </a:solidFill>
                    <a:latin typeface="Calibri"/>
                    <a:ea typeface="Calibri"/>
                    <a:cs typeface="Calibri"/>
                    <a:sym typeface="Calibri"/>
                  </a:rPr>
                  <a:t>i,j+1</a:t>
                </a:r>
                <a:endParaRPr/>
              </a:p>
            </p:txBody>
          </p:sp>
          <p:sp>
            <p:nvSpPr>
              <p:cNvPr id="1537" name="Google Shape;1537;p25"/>
              <p:cNvSpPr txBox="1"/>
              <p:nvPr/>
            </p:nvSpPr>
            <p:spPr>
              <a:xfrm>
                <a:off x="6625087" y="3488522"/>
                <a:ext cx="62800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grpSp>
        <p:sp>
          <p:nvSpPr>
            <p:cNvPr id="1538" name="Google Shape;1538;p25"/>
            <p:cNvSpPr txBox="1"/>
            <p:nvPr/>
          </p:nvSpPr>
          <p:spPr>
            <a:xfrm>
              <a:off x="9118145" y="4177312"/>
              <a:ext cx="62800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grpSp>
          <p:nvGrpSpPr>
            <p:cNvPr id="1539" name="Google Shape;1539;p25"/>
            <p:cNvGrpSpPr/>
            <p:nvPr/>
          </p:nvGrpSpPr>
          <p:grpSpPr>
            <a:xfrm>
              <a:off x="9722377" y="2910339"/>
              <a:ext cx="697811" cy="1261499"/>
              <a:chOff x="6586330" y="2915478"/>
              <a:chExt cx="697811" cy="1261499"/>
            </a:xfrm>
          </p:grpSpPr>
          <p:sp>
            <p:nvSpPr>
              <p:cNvPr id="1540" name="Google Shape;1540;p25"/>
              <p:cNvSpPr txBox="1"/>
              <p:nvPr/>
            </p:nvSpPr>
            <p:spPr>
              <a:xfrm>
                <a:off x="6586330" y="2915478"/>
                <a:ext cx="49084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d</a:t>
                </a:r>
                <a:r>
                  <a:rPr b="0" baseline="-25000" i="0" lang="en-US" sz="2000" u="none" cap="none" strike="noStrike">
                    <a:solidFill>
                      <a:srgbClr val="000000"/>
                    </a:solidFill>
                    <a:latin typeface="Calibri"/>
                    <a:ea typeface="Calibri"/>
                    <a:cs typeface="Calibri"/>
                    <a:sym typeface="Calibri"/>
                  </a:rPr>
                  <a:t>1,j</a:t>
                </a:r>
                <a:endParaRPr/>
              </a:p>
            </p:txBody>
          </p:sp>
          <p:sp>
            <p:nvSpPr>
              <p:cNvPr id="1541" name="Google Shape;1541;p25"/>
              <p:cNvSpPr txBox="1"/>
              <p:nvPr/>
            </p:nvSpPr>
            <p:spPr>
              <a:xfrm>
                <a:off x="6588401" y="3213650"/>
                <a:ext cx="69574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d</a:t>
                </a:r>
                <a:r>
                  <a:rPr b="0" baseline="-25000" i="0" lang="en-US" sz="2000" u="none" cap="none" strike="noStrike">
                    <a:solidFill>
                      <a:srgbClr val="000000"/>
                    </a:solidFill>
                    <a:latin typeface="Calibri"/>
                    <a:ea typeface="Calibri"/>
                    <a:cs typeface="Calibri"/>
                    <a:sym typeface="Calibri"/>
                  </a:rPr>
                  <a:t>2,j</a:t>
                </a:r>
                <a:endParaRPr/>
              </a:p>
            </p:txBody>
          </p:sp>
          <p:sp>
            <p:nvSpPr>
              <p:cNvPr id="1542" name="Google Shape;1542;p25"/>
              <p:cNvSpPr txBox="1"/>
              <p:nvPr/>
            </p:nvSpPr>
            <p:spPr>
              <a:xfrm>
                <a:off x="6588401" y="3776867"/>
                <a:ext cx="69574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d</a:t>
                </a:r>
                <a:r>
                  <a:rPr b="0" baseline="-25000" i="0" lang="en-US" sz="2000" u="none" cap="none" strike="noStrike">
                    <a:solidFill>
                      <a:srgbClr val="000000"/>
                    </a:solidFill>
                    <a:latin typeface="Calibri"/>
                    <a:ea typeface="Calibri"/>
                    <a:cs typeface="Calibri"/>
                    <a:sym typeface="Calibri"/>
                  </a:rPr>
                  <a:t>i,j</a:t>
                </a:r>
                <a:endParaRPr b="0" baseline="-25000" i="0" sz="2000" u="none" cap="none" strike="noStrike">
                  <a:solidFill>
                    <a:srgbClr val="000000"/>
                  </a:solidFill>
                  <a:latin typeface="Calibri"/>
                  <a:ea typeface="Calibri"/>
                  <a:cs typeface="Calibri"/>
                  <a:sym typeface="Calibri"/>
                </a:endParaRPr>
              </a:p>
            </p:txBody>
          </p:sp>
          <p:sp>
            <p:nvSpPr>
              <p:cNvPr id="1543" name="Google Shape;1543;p25"/>
              <p:cNvSpPr txBox="1"/>
              <p:nvPr/>
            </p:nvSpPr>
            <p:spPr>
              <a:xfrm>
                <a:off x="6625087" y="3488522"/>
                <a:ext cx="62800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grpSp>
        <p:grpSp>
          <p:nvGrpSpPr>
            <p:cNvPr id="1544" name="Google Shape;1544;p25"/>
            <p:cNvGrpSpPr/>
            <p:nvPr/>
          </p:nvGrpSpPr>
          <p:grpSpPr>
            <a:xfrm>
              <a:off x="8262620" y="4202830"/>
              <a:ext cx="2848597" cy="435751"/>
              <a:chOff x="8262620" y="4431427"/>
              <a:chExt cx="2848597" cy="435751"/>
            </a:xfrm>
          </p:grpSpPr>
          <p:sp>
            <p:nvSpPr>
              <p:cNvPr id="1545" name="Google Shape;1545;p25"/>
              <p:cNvSpPr txBox="1"/>
              <p:nvPr/>
            </p:nvSpPr>
            <p:spPr>
              <a:xfrm>
                <a:off x="8262620" y="4431427"/>
                <a:ext cx="68159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d</a:t>
                </a:r>
                <a:r>
                  <a:rPr b="0" baseline="-25000" i="0" lang="en-US" sz="2000" u="none" cap="none" strike="noStrike">
                    <a:solidFill>
                      <a:srgbClr val="000000"/>
                    </a:solidFill>
                    <a:latin typeface="Calibri"/>
                    <a:ea typeface="Calibri"/>
                    <a:cs typeface="Calibri"/>
                    <a:sym typeface="Calibri"/>
                  </a:rPr>
                  <a:t>i+1,1</a:t>
                </a:r>
                <a:endParaRPr/>
              </a:p>
            </p:txBody>
          </p:sp>
          <p:sp>
            <p:nvSpPr>
              <p:cNvPr id="1546" name="Google Shape;1546;p25"/>
              <p:cNvSpPr txBox="1"/>
              <p:nvPr/>
            </p:nvSpPr>
            <p:spPr>
              <a:xfrm>
                <a:off x="10329998" y="4467068"/>
                <a:ext cx="781219"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d</a:t>
                </a:r>
                <a:r>
                  <a:rPr b="0" baseline="-25000" i="0" lang="en-US" sz="2000" u="none" cap="none" strike="noStrike">
                    <a:solidFill>
                      <a:srgbClr val="000000"/>
                    </a:solidFill>
                    <a:latin typeface="Calibri"/>
                    <a:ea typeface="Calibri"/>
                    <a:cs typeface="Calibri"/>
                    <a:sym typeface="Calibri"/>
                  </a:rPr>
                  <a:t>i+1,j+1</a:t>
                </a:r>
                <a:endParaRPr/>
              </a:p>
            </p:txBody>
          </p:sp>
          <p:sp>
            <p:nvSpPr>
              <p:cNvPr id="1547" name="Google Shape;1547;p25"/>
              <p:cNvSpPr txBox="1"/>
              <p:nvPr/>
            </p:nvSpPr>
            <p:spPr>
              <a:xfrm>
                <a:off x="9727388" y="4447493"/>
                <a:ext cx="781219"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d</a:t>
                </a:r>
                <a:r>
                  <a:rPr b="0" baseline="-25000" i="0" lang="en-US" sz="2000" u="none" cap="none" strike="noStrike">
                    <a:solidFill>
                      <a:srgbClr val="000000"/>
                    </a:solidFill>
                    <a:latin typeface="Calibri"/>
                    <a:ea typeface="Calibri"/>
                    <a:cs typeface="Calibri"/>
                    <a:sym typeface="Calibri"/>
                  </a:rPr>
                  <a:t>i+1,j</a:t>
                </a:r>
                <a:endParaRPr/>
              </a:p>
            </p:txBody>
          </p:sp>
        </p:grpSp>
        <p:cxnSp>
          <p:nvCxnSpPr>
            <p:cNvPr id="1548" name="Google Shape;1548;p25"/>
            <p:cNvCxnSpPr/>
            <p:nvPr/>
          </p:nvCxnSpPr>
          <p:spPr>
            <a:xfrm>
              <a:off x="8343900" y="4214192"/>
              <a:ext cx="2087218" cy="0"/>
            </a:xfrm>
            <a:prstGeom prst="straightConnector1">
              <a:avLst/>
            </a:prstGeom>
            <a:noFill/>
            <a:ln cap="flat" cmpd="sng" w="25400">
              <a:solidFill>
                <a:schemeClr val="dk1"/>
              </a:solidFill>
              <a:prstDash val="solid"/>
              <a:miter lim="800000"/>
              <a:headEnd len="sm" w="sm" type="none"/>
              <a:tailEnd len="sm" w="sm" type="none"/>
            </a:ln>
          </p:spPr>
        </p:cxnSp>
        <p:cxnSp>
          <p:nvCxnSpPr>
            <p:cNvPr id="1549" name="Google Shape;1549;p25"/>
            <p:cNvCxnSpPr/>
            <p:nvPr/>
          </p:nvCxnSpPr>
          <p:spPr>
            <a:xfrm rot="10800000">
              <a:off x="10325100" y="3064566"/>
              <a:ext cx="0" cy="1288773"/>
            </a:xfrm>
            <a:prstGeom prst="straightConnector1">
              <a:avLst/>
            </a:prstGeom>
            <a:noFill/>
            <a:ln cap="flat" cmpd="sng" w="25400">
              <a:solidFill>
                <a:schemeClr val="dk1"/>
              </a:solidFill>
              <a:prstDash val="solid"/>
              <a:miter lim="800000"/>
              <a:headEnd len="sm" w="sm" type="none"/>
              <a:tailEnd len="sm" w="sm" type="none"/>
            </a:ln>
          </p:spPr>
        </p:cxnSp>
        <p:sp>
          <p:nvSpPr>
            <p:cNvPr id="1550" name="Google Shape;1550;p25"/>
            <p:cNvSpPr txBox="1"/>
            <p:nvPr/>
          </p:nvSpPr>
          <p:spPr>
            <a:xfrm>
              <a:off x="9111519" y="3792998"/>
              <a:ext cx="62800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sp>
          <p:nvSpPr>
            <p:cNvPr id="1551" name="Google Shape;1551;p25"/>
            <p:cNvSpPr txBox="1"/>
            <p:nvPr/>
          </p:nvSpPr>
          <p:spPr>
            <a:xfrm>
              <a:off x="9104893" y="3478259"/>
              <a:ext cx="62800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sp>
          <p:nvSpPr>
            <p:cNvPr id="1552" name="Google Shape;1552;p25"/>
            <p:cNvSpPr txBox="1"/>
            <p:nvPr/>
          </p:nvSpPr>
          <p:spPr>
            <a:xfrm>
              <a:off x="9108206" y="3183395"/>
              <a:ext cx="62800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sp>
          <p:nvSpPr>
            <p:cNvPr id="1553" name="Google Shape;1553;p25"/>
            <p:cNvSpPr txBox="1"/>
            <p:nvPr/>
          </p:nvSpPr>
          <p:spPr>
            <a:xfrm>
              <a:off x="9111519" y="2878596"/>
              <a:ext cx="62800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sp>
          <p:nvSpPr>
            <p:cNvPr id="1554" name="Google Shape;1554;p25"/>
            <p:cNvSpPr txBox="1"/>
            <p:nvPr/>
          </p:nvSpPr>
          <p:spPr>
            <a:xfrm>
              <a:off x="9670775" y="2584175"/>
              <a:ext cx="104131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row parity</a:t>
              </a:r>
              <a:endParaRPr/>
            </a:p>
          </p:txBody>
        </p:sp>
        <p:sp>
          <p:nvSpPr>
            <p:cNvPr id="1555" name="Google Shape;1555;p25"/>
            <p:cNvSpPr txBox="1"/>
            <p:nvPr/>
          </p:nvSpPr>
          <p:spPr>
            <a:xfrm>
              <a:off x="7427845" y="3998845"/>
              <a:ext cx="803297" cy="491225"/>
            </a:xfrm>
            <a:prstGeom prst="rect">
              <a:avLst/>
            </a:prstGeom>
            <a:noFill/>
            <a:ln>
              <a:noFill/>
            </a:ln>
          </p:spPr>
          <p:txBody>
            <a:bodyPr anchorCtr="0" anchor="t" bIns="45700" lIns="91425" spcFirstLastPara="1" rIns="91425" wrap="square" tIns="45700">
              <a:spAutoFit/>
            </a:bodyPr>
            <a:lstStyle/>
            <a:p>
              <a:pPr indent="0" lvl="0" marL="0" marR="0" rtl="0" algn="r">
                <a:lnSpc>
                  <a:spcPct val="8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column</a:t>
              </a:r>
              <a:endParaRPr/>
            </a:p>
            <a:p>
              <a:pPr indent="0" lvl="0" marL="0" marR="0" rtl="0" algn="r">
                <a:lnSpc>
                  <a:spcPct val="8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 parity</a:t>
              </a:r>
              <a:endParaRPr/>
            </a:p>
          </p:txBody>
        </p:sp>
        <p:cxnSp>
          <p:nvCxnSpPr>
            <p:cNvPr id="1556" name="Google Shape;1556;p25"/>
            <p:cNvCxnSpPr/>
            <p:nvPr/>
          </p:nvCxnSpPr>
          <p:spPr>
            <a:xfrm>
              <a:off x="9760226" y="2922104"/>
              <a:ext cx="854766" cy="0"/>
            </a:xfrm>
            <a:prstGeom prst="straightConnector1">
              <a:avLst/>
            </a:prstGeom>
            <a:noFill/>
            <a:ln cap="flat" cmpd="sng" w="22225">
              <a:solidFill>
                <a:srgbClr val="0000A8"/>
              </a:solidFill>
              <a:prstDash val="solid"/>
              <a:miter lim="800000"/>
              <a:headEnd len="sm" w="sm" type="none"/>
              <a:tailEnd len="med" w="med" type="triangle"/>
            </a:ln>
          </p:spPr>
        </p:cxnSp>
        <p:cxnSp>
          <p:nvCxnSpPr>
            <p:cNvPr id="1557" name="Google Shape;1557;p25"/>
            <p:cNvCxnSpPr/>
            <p:nvPr/>
          </p:nvCxnSpPr>
          <p:spPr>
            <a:xfrm rot="5400000">
              <a:off x="7795591" y="4137991"/>
              <a:ext cx="854766" cy="0"/>
            </a:xfrm>
            <a:prstGeom prst="straightConnector1">
              <a:avLst/>
            </a:prstGeom>
            <a:noFill/>
            <a:ln cap="flat" cmpd="sng" w="22225">
              <a:solidFill>
                <a:srgbClr val="0000A8"/>
              </a:solidFill>
              <a:prstDash val="solid"/>
              <a:miter lim="800000"/>
              <a:headEnd len="sm" w="sm" type="none"/>
              <a:tailEnd len="med" w="med" type="triangle"/>
            </a:ln>
          </p:spPr>
        </p:cxnSp>
      </p:grpSp>
      <p:sp>
        <p:nvSpPr>
          <p:cNvPr id="1558" name="Google Shape;1558;p25"/>
          <p:cNvSpPr txBox="1"/>
          <p:nvPr/>
        </p:nvSpPr>
        <p:spPr>
          <a:xfrm>
            <a:off x="6996399" y="5656116"/>
            <a:ext cx="98135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1 0 1 0 1</a:t>
            </a:r>
            <a:endParaRPr/>
          </a:p>
        </p:txBody>
      </p:sp>
      <p:grpSp>
        <p:nvGrpSpPr>
          <p:cNvPr id="1559" name="Google Shape;1559;p25"/>
          <p:cNvGrpSpPr/>
          <p:nvPr/>
        </p:nvGrpSpPr>
        <p:grpSpPr>
          <a:xfrm>
            <a:off x="6988036" y="4811287"/>
            <a:ext cx="1112530" cy="1123229"/>
            <a:chOff x="6988036" y="4811287"/>
            <a:chExt cx="1112530" cy="1123229"/>
          </a:xfrm>
        </p:grpSpPr>
        <p:sp>
          <p:nvSpPr>
            <p:cNvPr id="1560" name="Google Shape;1560;p25"/>
            <p:cNvSpPr txBox="1"/>
            <p:nvPr/>
          </p:nvSpPr>
          <p:spPr>
            <a:xfrm>
              <a:off x="6988036" y="5364459"/>
              <a:ext cx="98135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0 1 1 1 0</a:t>
              </a:r>
              <a:endParaRPr/>
            </a:p>
          </p:txBody>
        </p:sp>
        <p:sp>
          <p:nvSpPr>
            <p:cNvPr id="1561" name="Google Shape;1561;p25"/>
            <p:cNvSpPr txBox="1"/>
            <p:nvPr/>
          </p:nvSpPr>
          <p:spPr>
            <a:xfrm>
              <a:off x="7001286" y="4811287"/>
              <a:ext cx="98135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1 0 1 0 1</a:t>
              </a:r>
              <a:endParaRPr/>
            </a:p>
          </p:txBody>
        </p:sp>
        <p:sp>
          <p:nvSpPr>
            <p:cNvPr id="1562" name="Google Shape;1562;p25"/>
            <p:cNvSpPr txBox="1"/>
            <p:nvPr/>
          </p:nvSpPr>
          <p:spPr>
            <a:xfrm>
              <a:off x="6994660" y="5092897"/>
              <a:ext cx="98135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1 1 1 1 0</a:t>
              </a:r>
              <a:endParaRPr/>
            </a:p>
          </p:txBody>
        </p:sp>
        <p:cxnSp>
          <p:nvCxnSpPr>
            <p:cNvPr id="1563" name="Google Shape;1563;p25"/>
            <p:cNvCxnSpPr/>
            <p:nvPr/>
          </p:nvCxnSpPr>
          <p:spPr>
            <a:xfrm>
              <a:off x="7081235" y="5722156"/>
              <a:ext cx="1019331" cy="0"/>
            </a:xfrm>
            <a:prstGeom prst="straightConnector1">
              <a:avLst/>
            </a:prstGeom>
            <a:noFill/>
            <a:ln cap="flat" cmpd="sng" w="19050">
              <a:solidFill>
                <a:schemeClr val="dk1"/>
              </a:solidFill>
              <a:prstDash val="solid"/>
              <a:miter lim="800000"/>
              <a:headEnd len="sm" w="sm" type="none"/>
              <a:tailEnd len="sm" w="sm" type="none"/>
            </a:ln>
          </p:spPr>
        </p:cxnSp>
        <p:cxnSp>
          <p:nvCxnSpPr>
            <p:cNvPr id="1564" name="Google Shape;1564;p25"/>
            <p:cNvCxnSpPr/>
            <p:nvPr/>
          </p:nvCxnSpPr>
          <p:spPr>
            <a:xfrm rot="-5400000">
              <a:off x="7428508" y="5424851"/>
              <a:ext cx="1019331" cy="0"/>
            </a:xfrm>
            <a:prstGeom prst="straightConnector1">
              <a:avLst/>
            </a:prstGeom>
            <a:noFill/>
            <a:ln cap="flat" cmpd="sng" w="19050">
              <a:solidFill>
                <a:schemeClr val="dk1"/>
              </a:solidFill>
              <a:prstDash val="solid"/>
              <a:miter lim="800000"/>
              <a:headEnd len="sm" w="sm" type="none"/>
              <a:tailEnd len="sm" w="sm" type="none"/>
            </a:ln>
          </p:spPr>
        </p:cxnSp>
      </p:grpSp>
      <p:sp>
        <p:nvSpPr>
          <p:cNvPr id="1565" name="Google Shape;1565;p25"/>
          <p:cNvSpPr txBox="1"/>
          <p:nvPr/>
        </p:nvSpPr>
        <p:spPr>
          <a:xfrm>
            <a:off x="7917960" y="4810150"/>
            <a:ext cx="30168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1</a:t>
            </a:r>
            <a:endParaRPr/>
          </a:p>
        </p:txBody>
      </p:sp>
      <p:sp>
        <p:nvSpPr>
          <p:cNvPr id="1566" name="Google Shape;1566;p25"/>
          <p:cNvSpPr txBox="1"/>
          <p:nvPr/>
        </p:nvSpPr>
        <p:spPr>
          <a:xfrm>
            <a:off x="7913410" y="5095616"/>
            <a:ext cx="30168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567" name="Google Shape;1567;p25"/>
          <p:cNvSpPr txBox="1"/>
          <p:nvPr/>
        </p:nvSpPr>
        <p:spPr>
          <a:xfrm>
            <a:off x="7913410" y="5378806"/>
            <a:ext cx="30168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1</a:t>
            </a:r>
            <a:endParaRPr/>
          </a:p>
        </p:txBody>
      </p:sp>
      <p:sp>
        <p:nvSpPr>
          <p:cNvPr id="1568" name="Google Shape;1568;p25"/>
          <p:cNvSpPr txBox="1"/>
          <p:nvPr/>
        </p:nvSpPr>
        <p:spPr>
          <a:xfrm>
            <a:off x="7919097" y="5664273"/>
            <a:ext cx="30168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569" name="Google Shape;1569;p25"/>
          <p:cNvSpPr txBox="1"/>
          <p:nvPr/>
        </p:nvSpPr>
        <p:spPr>
          <a:xfrm>
            <a:off x="5884529" y="4804713"/>
            <a:ext cx="110350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no errors:</a:t>
            </a:r>
            <a:endParaRPr/>
          </a:p>
        </p:txBody>
      </p:sp>
      <p:grpSp>
        <p:nvGrpSpPr>
          <p:cNvPr id="1570" name="Google Shape;1570;p25"/>
          <p:cNvGrpSpPr/>
          <p:nvPr/>
        </p:nvGrpSpPr>
        <p:grpSpPr>
          <a:xfrm>
            <a:off x="9880003" y="5062723"/>
            <a:ext cx="1778682" cy="359137"/>
            <a:chOff x="9880003" y="5062723"/>
            <a:chExt cx="1778682" cy="359137"/>
          </a:xfrm>
        </p:grpSpPr>
        <p:sp>
          <p:nvSpPr>
            <p:cNvPr id="1571" name="Google Shape;1571;p25"/>
            <p:cNvSpPr txBox="1"/>
            <p:nvPr/>
          </p:nvSpPr>
          <p:spPr>
            <a:xfrm>
              <a:off x="11111740" y="5062723"/>
              <a:ext cx="546945" cy="359137"/>
            </a:xfrm>
            <a:prstGeom prst="rect">
              <a:avLst/>
            </a:prstGeom>
            <a:noFill/>
            <a:ln>
              <a:noFill/>
            </a:ln>
          </p:spPr>
          <p:txBody>
            <a:bodyPr anchorCtr="0" anchor="t" bIns="45700" lIns="91425" spcFirstLastPara="1" rIns="91425" wrap="square" tIns="45700">
              <a:spAutoFit/>
            </a:bodyPr>
            <a:lstStyle/>
            <a:p>
              <a:pPr indent="0" lvl="0" marL="0" marR="0" rtl="0" algn="l">
                <a:lnSpc>
                  <a:spcPct val="70000"/>
                </a:lnSpc>
                <a:spcBef>
                  <a:spcPts val="0"/>
                </a:spcBef>
                <a:spcAft>
                  <a:spcPts val="0"/>
                </a:spcAft>
                <a:buClr>
                  <a:srgbClr val="C00000"/>
                </a:buClr>
                <a:buSzPts val="1200"/>
                <a:buFont typeface="Calibri"/>
                <a:buNone/>
              </a:pPr>
              <a:r>
                <a:rPr b="0" i="0" lang="en-US" sz="1200" u="none" cap="none" strike="noStrike">
                  <a:solidFill>
                    <a:srgbClr val="C00000"/>
                  </a:solidFill>
                  <a:latin typeface="Calibri"/>
                  <a:ea typeface="Calibri"/>
                  <a:cs typeface="Calibri"/>
                  <a:sym typeface="Calibri"/>
                </a:rPr>
                <a:t>parity</a:t>
              </a:r>
              <a:endParaRPr/>
            </a:p>
            <a:p>
              <a:pPr indent="0" lvl="0" marL="0" marR="0" rtl="0" algn="l">
                <a:lnSpc>
                  <a:spcPct val="70000"/>
                </a:lnSpc>
                <a:spcBef>
                  <a:spcPts val="0"/>
                </a:spcBef>
                <a:spcAft>
                  <a:spcPts val="0"/>
                </a:spcAft>
                <a:buClr>
                  <a:srgbClr val="C00000"/>
                </a:buClr>
                <a:buSzPts val="1200"/>
                <a:buFont typeface="Calibri"/>
                <a:buNone/>
              </a:pPr>
              <a:r>
                <a:rPr b="0" i="0" lang="en-US" sz="1200" u="none" cap="none" strike="noStrike">
                  <a:solidFill>
                    <a:srgbClr val="C00000"/>
                  </a:solidFill>
                  <a:latin typeface="Calibri"/>
                  <a:ea typeface="Calibri"/>
                  <a:cs typeface="Calibri"/>
                  <a:sym typeface="Calibri"/>
                </a:rPr>
                <a:t>error</a:t>
              </a:r>
              <a:endParaRPr/>
            </a:p>
          </p:txBody>
        </p:sp>
        <p:cxnSp>
          <p:nvCxnSpPr>
            <p:cNvPr id="1572" name="Google Shape;1572;p25"/>
            <p:cNvCxnSpPr>
              <a:stCxn id="1573" idx="1"/>
            </p:cNvCxnSpPr>
            <p:nvPr/>
          </p:nvCxnSpPr>
          <p:spPr>
            <a:xfrm flipH="1" rot="10800000">
              <a:off x="9880003" y="5232723"/>
              <a:ext cx="1303200" cy="7500"/>
            </a:xfrm>
            <a:prstGeom prst="straightConnector1">
              <a:avLst/>
            </a:prstGeom>
            <a:noFill/>
            <a:ln cap="flat" cmpd="sng" w="15875">
              <a:solidFill>
                <a:srgbClr val="C00000"/>
              </a:solidFill>
              <a:prstDash val="solid"/>
              <a:miter lim="800000"/>
              <a:headEnd len="sm" w="sm" type="none"/>
              <a:tailEnd len="med" w="med" type="triangle"/>
            </a:ln>
          </p:spPr>
        </p:cxnSp>
      </p:grpSp>
      <p:grpSp>
        <p:nvGrpSpPr>
          <p:cNvPr id="1574" name="Google Shape;1574;p25"/>
          <p:cNvGrpSpPr/>
          <p:nvPr/>
        </p:nvGrpSpPr>
        <p:grpSpPr>
          <a:xfrm>
            <a:off x="9930014" y="4772156"/>
            <a:ext cx="546945" cy="1621566"/>
            <a:chOff x="9930014" y="4772156"/>
            <a:chExt cx="546945" cy="1621566"/>
          </a:xfrm>
        </p:grpSpPr>
        <p:sp>
          <p:nvSpPr>
            <p:cNvPr id="1575" name="Google Shape;1575;p25"/>
            <p:cNvSpPr txBox="1"/>
            <p:nvPr/>
          </p:nvSpPr>
          <p:spPr>
            <a:xfrm>
              <a:off x="9930014" y="6034585"/>
              <a:ext cx="546945" cy="359137"/>
            </a:xfrm>
            <a:prstGeom prst="rect">
              <a:avLst/>
            </a:prstGeom>
            <a:noFill/>
            <a:ln>
              <a:noFill/>
            </a:ln>
          </p:spPr>
          <p:txBody>
            <a:bodyPr anchorCtr="0" anchor="t" bIns="45700" lIns="91425" spcFirstLastPara="1" rIns="91425" wrap="square" tIns="45700">
              <a:spAutoFit/>
            </a:bodyPr>
            <a:lstStyle/>
            <a:p>
              <a:pPr indent="0" lvl="0" marL="0" marR="0" rtl="0" algn="ctr">
                <a:lnSpc>
                  <a:spcPct val="70000"/>
                </a:lnSpc>
                <a:spcBef>
                  <a:spcPts val="0"/>
                </a:spcBef>
                <a:spcAft>
                  <a:spcPts val="0"/>
                </a:spcAft>
                <a:buClr>
                  <a:srgbClr val="C00000"/>
                </a:buClr>
                <a:buSzPts val="1200"/>
                <a:buFont typeface="Calibri"/>
                <a:buNone/>
              </a:pPr>
              <a:r>
                <a:rPr b="0" i="0" lang="en-US" sz="1200" u="none" cap="none" strike="noStrike">
                  <a:solidFill>
                    <a:srgbClr val="C00000"/>
                  </a:solidFill>
                  <a:latin typeface="Calibri"/>
                  <a:ea typeface="Calibri"/>
                  <a:cs typeface="Calibri"/>
                  <a:sym typeface="Calibri"/>
                </a:rPr>
                <a:t>parity</a:t>
              </a:r>
              <a:endParaRPr/>
            </a:p>
            <a:p>
              <a:pPr indent="0" lvl="0" marL="0" marR="0" rtl="0" algn="ctr">
                <a:lnSpc>
                  <a:spcPct val="70000"/>
                </a:lnSpc>
                <a:spcBef>
                  <a:spcPts val="0"/>
                </a:spcBef>
                <a:spcAft>
                  <a:spcPts val="0"/>
                </a:spcAft>
                <a:buClr>
                  <a:srgbClr val="C00000"/>
                </a:buClr>
                <a:buSzPts val="1200"/>
                <a:buFont typeface="Calibri"/>
                <a:buNone/>
              </a:pPr>
              <a:r>
                <a:rPr b="0" i="0" lang="en-US" sz="1200" u="none" cap="none" strike="noStrike">
                  <a:solidFill>
                    <a:srgbClr val="C00000"/>
                  </a:solidFill>
                  <a:latin typeface="Calibri"/>
                  <a:ea typeface="Calibri"/>
                  <a:cs typeface="Calibri"/>
                  <a:sym typeface="Calibri"/>
                </a:rPr>
                <a:t>error</a:t>
              </a:r>
              <a:endParaRPr/>
            </a:p>
          </p:txBody>
        </p:sp>
        <p:cxnSp>
          <p:nvCxnSpPr>
            <p:cNvPr id="1576" name="Google Shape;1576;p25"/>
            <p:cNvCxnSpPr/>
            <p:nvPr/>
          </p:nvCxnSpPr>
          <p:spPr>
            <a:xfrm flipH="1" rot="-5400000">
              <a:off x="9551132" y="5419989"/>
              <a:ext cx="1303277" cy="7611"/>
            </a:xfrm>
            <a:prstGeom prst="straightConnector1">
              <a:avLst/>
            </a:prstGeom>
            <a:noFill/>
            <a:ln cap="flat" cmpd="sng" w="15875">
              <a:solidFill>
                <a:srgbClr val="C00000"/>
              </a:solidFill>
              <a:prstDash val="solid"/>
              <a:miter lim="800000"/>
              <a:headEnd len="sm" w="sm" type="none"/>
              <a:tailEnd len="med" w="med" type="triangle"/>
            </a:ln>
          </p:spPr>
        </p:cxnSp>
      </p:grpSp>
      <p:grpSp>
        <p:nvGrpSpPr>
          <p:cNvPr id="1577" name="Google Shape;1577;p25"/>
          <p:cNvGrpSpPr/>
          <p:nvPr/>
        </p:nvGrpSpPr>
        <p:grpSpPr>
          <a:xfrm>
            <a:off x="8346385" y="4773947"/>
            <a:ext cx="2744420" cy="1243263"/>
            <a:chOff x="8346385" y="4773947"/>
            <a:chExt cx="2744420" cy="1243263"/>
          </a:xfrm>
        </p:grpSpPr>
        <p:grpSp>
          <p:nvGrpSpPr>
            <p:cNvPr id="1578" name="Google Shape;1578;p25"/>
            <p:cNvGrpSpPr/>
            <p:nvPr/>
          </p:nvGrpSpPr>
          <p:grpSpPr>
            <a:xfrm>
              <a:off x="9873379" y="4773947"/>
              <a:ext cx="1217426" cy="1214161"/>
              <a:chOff x="9873379" y="4773947"/>
              <a:chExt cx="1217426" cy="1214161"/>
            </a:xfrm>
          </p:grpSpPr>
          <p:sp>
            <p:nvSpPr>
              <p:cNvPr id="1579" name="Google Shape;1579;p25"/>
              <p:cNvSpPr txBox="1"/>
              <p:nvPr/>
            </p:nvSpPr>
            <p:spPr>
              <a:xfrm>
                <a:off x="9873379" y="5327119"/>
                <a:ext cx="120417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0 1 1 1 0  1</a:t>
                </a:r>
                <a:endParaRPr/>
              </a:p>
            </p:txBody>
          </p:sp>
          <p:grpSp>
            <p:nvGrpSpPr>
              <p:cNvPr id="1580" name="Google Shape;1580;p25"/>
              <p:cNvGrpSpPr/>
              <p:nvPr/>
            </p:nvGrpSpPr>
            <p:grpSpPr>
              <a:xfrm>
                <a:off x="9880003" y="4773947"/>
                <a:ext cx="1210802" cy="1214161"/>
                <a:chOff x="6394173" y="4840358"/>
                <a:chExt cx="1210802" cy="1214161"/>
              </a:xfrm>
            </p:grpSpPr>
            <p:sp>
              <p:nvSpPr>
                <p:cNvPr id="1581" name="Google Shape;1581;p25"/>
                <p:cNvSpPr txBox="1"/>
                <p:nvPr/>
              </p:nvSpPr>
              <p:spPr>
                <a:xfrm>
                  <a:off x="6400799" y="4840358"/>
                  <a:ext cx="120417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1 0 1 0 1  1</a:t>
                  </a:r>
                  <a:endParaRPr/>
                </a:p>
              </p:txBody>
            </p:sp>
            <p:sp>
              <p:nvSpPr>
                <p:cNvPr id="1573" name="Google Shape;1573;p25"/>
                <p:cNvSpPr txBox="1"/>
                <p:nvPr/>
              </p:nvSpPr>
              <p:spPr>
                <a:xfrm>
                  <a:off x="6394173" y="5121968"/>
                  <a:ext cx="120417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1 </a:t>
                  </a:r>
                  <a:r>
                    <a:rPr b="0" i="0" lang="en-US" sz="1800" u="none" cap="none" strike="noStrike">
                      <a:solidFill>
                        <a:srgbClr val="FF0000"/>
                      </a:solidFill>
                      <a:latin typeface="Calibri"/>
                      <a:ea typeface="Calibri"/>
                      <a:cs typeface="Calibri"/>
                      <a:sym typeface="Calibri"/>
                    </a:rPr>
                    <a:t>0</a:t>
                  </a:r>
                  <a:r>
                    <a:rPr b="0" i="0" lang="en-US" sz="1800" u="none" cap="none" strike="noStrike">
                      <a:solidFill>
                        <a:srgbClr val="000000"/>
                      </a:solidFill>
                      <a:latin typeface="Calibri"/>
                      <a:ea typeface="Calibri"/>
                      <a:cs typeface="Calibri"/>
                      <a:sym typeface="Calibri"/>
                    </a:rPr>
                    <a:t> 1 1 0  0</a:t>
                  </a:r>
                  <a:endParaRPr/>
                </a:p>
              </p:txBody>
            </p:sp>
            <p:sp>
              <p:nvSpPr>
                <p:cNvPr id="1582" name="Google Shape;1582;p25"/>
                <p:cNvSpPr txBox="1"/>
                <p:nvPr/>
              </p:nvSpPr>
              <p:spPr>
                <a:xfrm>
                  <a:off x="6395912" y="5685187"/>
                  <a:ext cx="120417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1 0 1 0 1  0</a:t>
                  </a:r>
                  <a:endParaRPr/>
                </a:p>
              </p:txBody>
            </p:sp>
            <p:cxnSp>
              <p:nvCxnSpPr>
                <p:cNvPr id="1583" name="Google Shape;1583;p25"/>
                <p:cNvCxnSpPr/>
                <p:nvPr/>
              </p:nvCxnSpPr>
              <p:spPr>
                <a:xfrm>
                  <a:off x="6480748" y="5751227"/>
                  <a:ext cx="1019331" cy="0"/>
                </a:xfrm>
                <a:prstGeom prst="straightConnector1">
                  <a:avLst/>
                </a:prstGeom>
                <a:noFill/>
                <a:ln cap="flat" cmpd="sng" w="19050">
                  <a:solidFill>
                    <a:schemeClr val="dk1"/>
                  </a:solidFill>
                  <a:prstDash val="solid"/>
                  <a:miter lim="800000"/>
                  <a:headEnd len="sm" w="sm" type="none"/>
                  <a:tailEnd len="sm" w="sm" type="none"/>
                </a:ln>
              </p:spPr>
            </p:cxnSp>
            <p:cxnSp>
              <p:nvCxnSpPr>
                <p:cNvPr id="1584" name="Google Shape;1584;p25"/>
                <p:cNvCxnSpPr/>
                <p:nvPr/>
              </p:nvCxnSpPr>
              <p:spPr>
                <a:xfrm rot="-5400000">
                  <a:off x="6828021" y="5453922"/>
                  <a:ext cx="1019331" cy="0"/>
                </a:xfrm>
                <a:prstGeom prst="straightConnector1">
                  <a:avLst/>
                </a:prstGeom>
                <a:noFill/>
                <a:ln cap="flat" cmpd="sng" w="19050">
                  <a:solidFill>
                    <a:schemeClr val="dk1"/>
                  </a:solidFill>
                  <a:prstDash val="solid"/>
                  <a:miter lim="800000"/>
                  <a:headEnd len="sm" w="sm" type="none"/>
                  <a:tailEnd len="sm" w="sm" type="none"/>
                </a:ln>
              </p:spPr>
            </p:cxnSp>
          </p:grpSp>
        </p:grpSp>
        <p:sp>
          <p:nvSpPr>
            <p:cNvPr id="1585" name="Google Shape;1585;p25"/>
            <p:cNvSpPr txBox="1"/>
            <p:nvPr/>
          </p:nvSpPr>
          <p:spPr>
            <a:xfrm>
              <a:off x="8346385" y="4811367"/>
              <a:ext cx="1411353" cy="1205843"/>
            </a:xfrm>
            <a:prstGeom prst="rect">
              <a:avLst/>
            </a:prstGeom>
            <a:noFill/>
            <a:ln>
              <a:noFill/>
            </a:ln>
          </p:spPr>
          <p:txBody>
            <a:bodyPr anchorCtr="0" anchor="t" bIns="45700" lIns="91425" spcFirstLastPara="1" rIns="91425" wrap="square" tIns="45700">
              <a:spAutoFit/>
            </a:bodyPr>
            <a:lstStyle/>
            <a:p>
              <a:pPr indent="0" lvl="0" marL="0" marR="0" rtl="0" algn="r">
                <a:lnSpc>
                  <a:spcPct val="80000"/>
                </a:lnSpc>
                <a:spcBef>
                  <a:spcPts val="0"/>
                </a:spcBef>
                <a:spcAft>
                  <a:spcPts val="0"/>
                </a:spcAft>
                <a:buClr>
                  <a:srgbClr val="C00000"/>
                </a:buClr>
                <a:buSzPts val="1800"/>
                <a:buFont typeface="Calibri"/>
                <a:buNone/>
              </a:pPr>
              <a:r>
                <a:rPr b="0" i="0" lang="en-US" sz="1800" u="none" cap="none" strike="noStrike">
                  <a:solidFill>
                    <a:srgbClr val="C00000"/>
                  </a:solidFill>
                  <a:latin typeface="Calibri"/>
                  <a:ea typeface="Calibri"/>
                  <a:cs typeface="Calibri"/>
                  <a:sym typeface="Calibri"/>
                </a:rPr>
                <a:t>detected</a:t>
              </a:r>
              <a:endParaRPr/>
            </a:p>
            <a:p>
              <a:pPr indent="0" lvl="0" marL="0" marR="0" rtl="0" algn="r">
                <a:lnSpc>
                  <a:spcPct val="80000"/>
                </a:lnSpc>
                <a:spcBef>
                  <a:spcPts val="0"/>
                </a:spcBef>
                <a:spcAft>
                  <a:spcPts val="0"/>
                </a:spcAft>
                <a:buClr>
                  <a:srgbClr val="C00000"/>
                </a:buClr>
                <a:buSzPts val="1800"/>
                <a:buFont typeface="Calibri"/>
                <a:buNone/>
              </a:pPr>
              <a:r>
                <a:rPr b="0" i="0" lang="en-US" sz="1800" u="none" cap="none" strike="noStrike">
                  <a:solidFill>
                    <a:srgbClr val="C00000"/>
                  </a:solidFill>
                  <a:latin typeface="Calibri"/>
                  <a:ea typeface="Calibri"/>
                  <a:cs typeface="Calibri"/>
                  <a:sym typeface="Calibri"/>
                </a:rPr>
                <a:t>and</a:t>
              </a:r>
              <a:endParaRPr/>
            </a:p>
            <a:p>
              <a:pPr indent="0" lvl="0" marL="0" marR="0" rtl="0" algn="r">
                <a:lnSpc>
                  <a:spcPct val="80000"/>
                </a:lnSpc>
                <a:spcBef>
                  <a:spcPts val="0"/>
                </a:spcBef>
                <a:spcAft>
                  <a:spcPts val="0"/>
                </a:spcAft>
                <a:buClr>
                  <a:srgbClr val="C00000"/>
                </a:buClr>
                <a:buSzPts val="1800"/>
                <a:buFont typeface="Calibri"/>
                <a:buNone/>
              </a:pPr>
              <a:r>
                <a:rPr b="0" i="0" lang="en-US" sz="1800" u="none" cap="none" strike="noStrike">
                  <a:solidFill>
                    <a:srgbClr val="C00000"/>
                  </a:solidFill>
                  <a:latin typeface="Calibri"/>
                  <a:ea typeface="Calibri"/>
                  <a:cs typeface="Calibri"/>
                  <a:sym typeface="Calibri"/>
                </a:rPr>
                <a:t>correctable</a:t>
              </a:r>
              <a:endParaRPr/>
            </a:p>
            <a:p>
              <a:pPr indent="0" lvl="0" marL="0" marR="0" rtl="0" algn="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single-bit</a:t>
              </a:r>
              <a:endParaRPr/>
            </a:p>
            <a:p>
              <a:pPr indent="0" lvl="0" marL="0" marR="0" rtl="0" algn="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error:</a:t>
              </a:r>
              <a:endParaRPr/>
            </a:p>
          </p:txBody>
        </p:sp>
      </p:grpSp>
      <p:sp>
        <p:nvSpPr>
          <p:cNvPr id="1586" name="Google Shape;1586;p25"/>
          <p:cNvSpPr txBox="1"/>
          <p:nvPr/>
        </p:nvSpPr>
        <p:spPr>
          <a:xfrm>
            <a:off x="1176958" y="3591520"/>
            <a:ext cx="3585542" cy="5909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A8"/>
              </a:buClr>
              <a:buSzPts val="1800"/>
              <a:buFont typeface="Calibri"/>
              <a:buNone/>
            </a:pPr>
            <a:r>
              <a:rPr b="0" i="0" lang="en-US" sz="1800" u="none" cap="none" strike="noStrike">
                <a:solidFill>
                  <a:srgbClr val="0000A8"/>
                </a:solidFill>
                <a:latin typeface="Calibri"/>
                <a:ea typeface="Calibri"/>
                <a:cs typeface="Calibri"/>
                <a:sym typeface="Calibri"/>
              </a:rPr>
              <a:t>Even/odd parity: </a:t>
            </a:r>
            <a:r>
              <a:rPr b="0" i="0" lang="en-US" sz="1800" u="none" cap="none" strike="noStrike">
                <a:solidFill>
                  <a:srgbClr val="000000"/>
                </a:solidFill>
                <a:latin typeface="Calibri"/>
                <a:ea typeface="Calibri"/>
                <a:cs typeface="Calibri"/>
                <a:sym typeface="Calibri"/>
              </a:rPr>
              <a:t>set parity bit so there is an even/odd number of 1’s</a:t>
            </a:r>
            <a:endParaRPr/>
          </a:p>
        </p:txBody>
      </p:sp>
      <p:sp>
        <p:nvSpPr>
          <p:cNvPr id="1587" name="Google Shape;1587;p25"/>
          <p:cNvSpPr txBox="1"/>
          <p:nvPr/>
        </p:nvSpPr>
        <p:spPr>
          <a:xfrm>
            <a:off x="435076" y="6389262"/>
            <a:ext cx="9451874"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Check out the online interactive exercises for more examples: h</a:t>
            </a:r>
            <a:r>
              <a:rPr b="0" i="0" lang="en-US" sz="1200" u="none" cap="none" strike="noStrike">
                <a:solidFill>
                  <a:srgbClr val="000000"/>
                </a:solidFill>
                <a:latin typeface="Arial"/>
                <a:ea typeface="Arial"/>
                <a:cs typeface="Arial"/>
                <a:sym typeface="Arial"/>
              </a:rPr>
              <a:t>ttp://gaia.cs.umass.edu/kurose_ross/interactive/</a:t>
            </a:r>
            <a:endParaRPr/>
          </a:p>
        </p:txBody>
      </p:sp>
      <p:pic>
        <p:nvPicPr>
          <p:cNvPr descr="Icon&#10;&#10;Description automatically generated" id="1588" name="Google Shape;1588;p25"/>
          <p:cNvPicPr preferRelativeResize="0"/>
          <p:nvPr/>
        </p:nvPicPr>
        <p:blipFill rotWithShape="1">
          <a:blip r:embed="rId3">
            <a:alphaModFix/>
          </a:blip>
          <a:srcRect b="0" l="0" r="0" t="0"/>
          <a:stretch/>
        </p:blipFill>
        <p:spPr>
          <a:xfrm>
            <a:off x="4762500" y="293370"/>
            <a:ext cx="2258290" cy="1987295"/>
          </a:xfrm>
          <a:prstGeom prst="rect">
            <a:avLst/>
          </a:prstGeom>
          <a:noFill/>
          <a:ln>
            <a:noFill/>
          </a:ln>
        </p:spPr>
      </p:pic>
      <p:sp>
        <p:nvSpPr>
          <p:cNvPr id="1589" name="Google Shape;1589;p25"/>
          <p:cNvSpPr txBox="1"/>
          <p:nvPr/>
        </p:nvSpPr>
        <p:spPr>
          <a:xfrm>
            <a:off x="872158" y="4277320"/>
            <a:ext cx="4557092" cy="2086725"/>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A8"/>
              </a:buClr>
              <a:buSzPts val="2400"/>
              <a:buFont typeface="Calibri"/>
              <a:buNone/>
            </a:pPr>
            <a:r>
              <a:rPr b="0" i="0" lang="en-US" sz="2400" u="none" cap="none" strike="noStrike">
                <a:solidFill>
                  <a:srgbClr val="0000A8"/>
                </a:solidFill>
                <a:latin typeface="Calibri"/>
                <a:ea typeface="Calibri"/>
                <a:cs typeface="Calibri"/>
                <a:sym typeface="Calibri"/>
              </a:rPr>
              <a:t>At receiver:</a:t>
            </a:r>
            <a:endParaRPr/>
          </a:p>
          <a:p>
            <a:pPr indent="-342900" lvl="0" marL="342900" marR="0" rtl="0" algn="l">
              <a:lnSpc>
                <a:spcPct val="90000"/>
              </a:lnSpc>
              <a:spcBef>
                <a:spcPts val="0"/>
              </a:spcBef>
              <a:spcAft>
                <a:spcPts val="0"/>
              </a:spcAft>
              <a:buClr>
                <a:srgbClr val="0013A3"/>
              </a:buClr>
              <a:buSzPts val="2400"/>
              <a:buFont typeface="Noto Sans Symbols"/>
              <a:buChar char="▪"/>
            </a:pPr>
            <a:r>
              <a:rPr b="0" i="0" lang="en-US" sz="2400" u="none" cap="none" strike="noStrike">
                <a:solidFill>
                  <a:srgbClr val="000000"/>
                </a:solidFill>
                <a:latin typeface="Calibri"/>
                <a:ea typeface="Calibri"/>
                <a:cs typeface="Calibri"/>
                <a:sym typeface="Calibri"/>
              </a:rPr>
              <a:t>compute parity of </a:t>
            </a:r>
            <a:r>
              <a:rPr b="0" i="1" lang="en-US" sz="2400" u="none" cap="none" strike="noStrike">
                <a:solidFill>
                  <a:srgbClr val="000000"/>
                </a:solidFill>
                <a:latin typeface="Calibri"/>
                <a:ea typeface="Calibri"/>
                <a:cs typeface="Calibri"/>
                <a:sym typeface="Calibri"/>
              </a:rPr>
              <a:t>d</a:t>
            </a:r>
            <a:r>
              <a:rPr b="0" i="0" lang="en-US" sz="2400" u="none" cap="none" strike="noStrike">
                <a:solidFill>
                  <a:srgbClr val="000000"/>
                </a:solidFill>
                <a:latin typeface="Calibri"/>
                <a:ea typeface="Calibri"/>
                <a:cs typeface="Calibri"/>
                <a:sym typeface="Calibri"/>
              </a:rPr>
              <a:t> received bits</a:t>
            </a:r>
            <a:endParaRPr/>
          </a:p>
          <a:p>
            <a:pPr indent="-342900" lvl="0" marL="342900" marR="0" rtl="0" algn="l">
              <a:lnSpc>
                <a:spcPct val="90000"/>
              </a:lnSpc>
              <a:spcBef>
                <a:spcPts val="0"/>
              </a:spcBef>
              <a:spcAft>
                <a:spcPts val="0"/>
              </a:spcAft>
              <a:buClr>
                <a:srgbClr val="0013A3"/>
              </a:buClr>
              <a:buSzPts val="2400"/>
              <a:buFont typeface="Noto Sans Symbols"/>
              <a:buChar char="▪"/>
            </a:pPr>
            <a:r>
              <a:rPr b="0" i="0" lang="en-US" sz="2400" u="none" cap="none" strike="noStrike">
                <a:solidFill>
                  <a:srgbClr val="000000"/>
                </a:solidFill>
                <a:latin typeface="Calibri"/>
                <a:ea typeface="Calibri"/>
                <a:cs typeface="Calibri"/>
                <a:sym typeface="Calibri"/>
              </a:rPr>
              <a:t>compare with received parity bit – if different than error detected</a:t>
            </a:r>
            <a:endParaRPr b="0" i="0" sz="24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9"/>
                                        </p:tgtEl>
                                        <p:attrNameLst>
                                          <p:attrName>style.visibility</p:attrName>
                                        </p:attrNameLst>
                                      </p:cBhvr>
                                      <p:to>
                                        <p:strVal val="visible"/>
                                      </p:to>
                                    </p:set>
                                    <p:animEffect filter="fade" transition="in">
                                      <p:cBhvr>
                                        <p:cTn dur="500"/>
                                        <p:tgtEl>
                                          <p:spTgt spid="15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6"/>
                                        </p:tgtEl>
                                        <p:attrNameLst>
                                          <p:attrName>style.visibility</p:attrName>
                                        </p:attrNameLst>
                                      </p:cBhvr>
                                      <p:to>
                                        <p:strVal val="visible"/>
                                      </p:to>
                                    </p:set>
                                    <p:animEffect filter="fade" transition="in">
                                      <p:cBhvr>
                                        <p:cTn dur="500"/>
                                        <p:tgtEl>
                                          <p:spTgt spid="1526"/>
                                        </p:tgtEl>
                                      </p:cBhvr>
                                    </p:animEffect>
                                  </p:childTnLst>
                                </p:cTn>
                              </p:par>
                              <p:par>
                                <p:cTn fill="hold" nodeType="withEffect" presetClass="entr" presetID="10" presetSubtype="0">
                                  <p:stCondLst>
                                    <p:cond delay="0"/>
                                  </p:stCondLst>
                                  <p:childTnLst>
                                    <p:set>
                                      <p:cBhvr>
                                        <p:cTn dur="1" fill="hold">
                                          <p:stCondLst>
                                            <p:cond delay="0"/>
                                          </p:stCondLst>
                                        </p:cTn>
                                        <p:tgtEl>
                                          <p:spTgt spid="1588"/>
                                        </p:tgtEl>
                                        <p:attrNameLst>
                                          <p:attrName>style.visibility</p:attrName>
                                        </p:attrNameLst>
                                      </p:cBhvr>
                                      <p:to>
                                        <p:strVal val="visible"/>
                                      </p:to>
                                    </p:set>
                                    <p:animEffect filter="fade" transition="in">
                                      <p:cBhvr>
                                        <p:cTn dur="500"/>
                                        <p:tgtEl>
                                          <p:spTgt spid="15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7"/>
                                        </p:tgtEl>
                                        <p:attrNameLst>
                                          <p:attrName>style.visibility</p:attrName>
                                        </p:attrNameLst>
                                      </p:cBhvr>
                                      <p:to>
                                        <p:strVal val="visible"/>
                                      </p:to>
                                    </p:set>
                                    <p:animEffect filter="fade" transition="in">
                                      <p:cBhvr>
                                        <p:cTn dur="500"/>
                                        <p:tgtEl>
                                          <p:spTgt spid="15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9"/>
                                        </p:tgtEl>
                                        <p:attrNameLst>
                                          <p:attrName>style.visibility</p:attrName>
                                        </p:attrNameLst>
                                      </p:cBhvr>
                                      <p:to>
                                        <p:strVal val="visible"/>
                                      </p:to>
                                    </p:set>
                                    <p:animEffect filter="fade" transition="in">
                                      <p:cBhvr>
                                        <p:cTn dur="500"/>
                                        <p:tgtEl>
                                          <p:spTgt spid="1569"/>
                                        </p:tgtEl>
                                      </p:cBhvr>
                                    </p:animEffect>
                                  </p:childTnLst>
                                </p:cTn>
                              </p:par>
                              <p:par>
                                <p:cTn fill="hold" nodeType="withEffect" presetClass="entr" presetID="10" presetSubtype="0">
                                  <p:stCondLst>
                                    <p:cond delay="0"/>
                                  </p:stCondLst>
                                  <p:childTnLst>
                                    <p:set>
                                      <p:cBhvr>
                                        <p:cTn dur="1" fill="hold">
                                          <p:stCondLst>
                                            <p:cond delay="0"/>
                                          </p:stCondLst>
                                        </p:cTn>
                                        <p:tgtEl>
                                          <p:spTgt spid="1559"/>
                                        </p:tgtEl>
                                        <p:attrNameLst>
                                          <p:attrName>style.visibility</p:attrName>
                                        </p:attrNameLst>
                                      </p:cBhvr>
                                      <p:to>
                                        <p:strVal val="visible"/>
                                      </p:to>
                                    </p:set>
                                    <p:animEffect filter="fade" transition="in">
                                      <p:cBhvr>
                                        <p:cTn dur="500"/>
                                        <p:tgtEl>
                                          <p:spTgt spid="15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5"/>
                                        </p:tgtEl>
                                        <p:attrNameLst>
                                          <p:attrName>style.visibility</p:attrName>
                                        </p:attrNameLst>
                                      </p:cBhvr>
                                      <p:to>
                                        <p:strVal val="visible"/>
                                      </p:to>
                                    </p:set>
                                    <p:animEffect filter="fade" transition="in">
                                      <p:cBhvr>
                                        <p:cTn dur="500"/>
                                        <p:tgtEl>
                                          <p:spTgt spid="15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6"/>
                                        </p:tgtEl>
                                        <p:attrNameLst>
                                          <p:attrName>style.visibility</p:attrName>
                                        </p:attrNameLst>
                                      </p:cBhvr>
                                      <p:to>
                                        <p:strVal val="visible"/>
                                      </p:to>
                                    </p:set>
                                    <p:animEffect filter="fade" transition="in">
                                      <p:cBhvr>
                                        <p:cTn dur="500"/>
                                        <p:tgtEl>
                                          <p:spTgt spid="15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7"/>
                                        </p:tgtEl>
                                        <p:attrNameLst>
                                          <p:attrName>style.visibility</p:attrName>
                                        </p:attrNameLst>
                                      </p:cBhvr>
                                      <p:to>
                                        <p:strVal val="visible"/>
                                      </p:to>
                                    </p:set>
                                    <p:animEffect filter="fade" transition="in">
                                      <p:cBhvr>
                                        <p:cTn dur="500"/>
                                        <p:tgtEl>
                                          <p:spTgt spid="15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8"/>
                                        </p:tgtEl>
                                        <p:attrNameLst>
                                          <p:attrName>style.visibility</p:attrName>
                                        </p:attrNameLst>
                                      </p:cBhvr>
                                      <p:to>
                                        <p:strVal val="visible"/>
                                      </p:to>
                                    </p:set>
                                    <p:animEffect filter="fade" transition="in">
                                      <p:cBhvr>
                                        <p:cTn dur="2000"/>
                                        <p:tgtEl>
                                          <p:spTgt spid="15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8"/>
                                        </p:tgtEl>
                                        <p:attrNameLst>
                                          <p:attrName>style.visibility</p:attrName>
                                        </p:attrNameLst>
                                      </p:cBhvr>
                                      <p:to>
                                        <p:strVal val="visible"/>
                                      </p:to>
                                    </p:set>
                                    <p:animEffect filter="fade" transition="in">
                                      <p:cBhvr>
                                        <p:cTn dur="500"/>
                                        <p:tgtEl>
                                          <p:spTgt spid="15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7"/>
                                        </p:tgtEl>
                                        <p:attrNameLst>
                                          <p:attrName>style.visibility</p:attrName>
                                        </p:attrNameLst>
                                      </p:cBhvr>
                                      <p:to>
                                        <p:strVal val="visible"/>
                                      </p:to>
                                    </p:set>
                                    <p:animEffect filter="fade" transition="in">
                                      <p:cBhvr>
                                        <p:cTn dur="500"/>
                                        <p:tgtEl>
                                          <p:spTgt spid="15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0"/>
                                        </p:tgtEl>
                                        <p:attrNameLst>
                                          <p:attrName>style.visibility</p:attrName>
                                        </p:attrNameLst>
                                      </p:cBhvr>
                                      <p:to>
                                        <p:strVal val="visible"/>
                                      </p:to>
                                    </p:set>
                                    <p:animEffect filter="fade" transition="in">
                                      <p:cBhvr>
                                        <p:cTn dur="1000"/>
                                        <p:tgtEl>
                                          <p:spTgt spid="15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4"/>
                                        </p:tgtEl>
                                        <p:attrNameLst>
                                          <p:attrName>style.visibility</p:attrName>
                                        </p:attrNameLst>
                                      </p:cBhvr>
                                      <p:to>
                                        <p:strVal val="visible"/>
                                      </p:to>
                                    </p:set>
                                    <p:animEffect filter="fade" transition="in">
                                      <p:cBhvr>
                                        <p:cTn dur="1000"/>
                                        <p:tgtEl>
                                          <p:spTgt spid="15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7"/>
                                        </p:tgtEl>
                                        <p:attrNameLst>
                                          <p:attrName>style.visibility</p:attrName>
                                        </p:attrNameLst>
                                      </p:cBhvr>
                                      <p:to>
                                        <p:strVal val="visible"/>
                                      </p:to>
                                    </p:set>
                                    <p:animEffect filter="fade" transition="in">
                                      <p:cBhvr>
                                        <p:cTn dur="500"/>
                                        <p:tgtEl>
                                          <p:spTgt spid="15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94" name="Shape 1594"/>
        <p:cNvGrpSpPr/>
        <p:nvPr/>
      </p:nvGrpSpPr>
      <p:grpSpPr>
        <a:xfrm>
          <a:off x="0" y="0"/>
          <a:ext cx="0" cy="0"/>
          <a:chOff x="0" y="0"/>
          <a:chExt cx="0" cy="0"/>
        </a:xfrm>
      </p:grpSpPr>
      <p:sp>
        <p:nvSpPr>
          <p:cNvPr id="1595" name="Google Shape;1595;p26"/>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Internet checksum </a:t>
            </a:r>
            <a:r>
              <a:rPr lang="en-US" sz="2800"/>
              <a:t>(review, see section 3.3)</a:t>
            </a:r>
            <a:endParaRPr sz="4400"/>
          </a:p>
        </p:txBody>
      </p:sp>
      <p:sp>
        <p:nvSpPr>
          <p:cNvPr id="1596" name="Google Shape;1596;p26"/>
          <p:cNvSpPr txBox="1"/>
          <p:nvPr/>
        </p:nvSpPr>
        <p:spPr>
          <a:xfrm>
            <a:off x="990599" y="2218943"/>
            <a:ext cx="4662055" cy="4478069"/>
          </a:xfrm>
          <a:prstGeom prst="rect">
            <a:avLst/>
          </a:prstGeom>
          <a:noFill/>
          <a:ln>
            <a:noFill/>
          </a:ln>
        </p:spPr>
        <p:txBody>
          <a:bodyPr anchorCtr="0" anchor="t" bIns="45700" lIns="91425" spcFirstLastPara="1" rIns="91425" wrap="square" tIns="45700">
            <a:normAutofit/>
          </a:bodyPr>
          <a:lstStyle/>
          <a:p>
            <a:pPr indent="0" lvl="0" marL="12700" marR="0" rtl="0" algn="l">
              <a:lnSpc>
                <a:spcPct val="70000"/>
              </a:lnSpc>
              <a:spcBef>
                <a:spcPts val="0"/>
              </a:spcBef>
              <a:spcAft>
                <a:spcPts val="0"/>
              </a:spcAft>
              <a:buClr>
                <a:srgbClr val="0000A3"/>
              </a:buClr>
              <a:buSzPts val="3200"/>
              <a:buFont typeface="Noto Sans Symbols"/>
              <a:buNone/>
            </a:pPr>
            <a:r>
              <a:rPr b="0" i="0" lang="en-US" sz="3200" u="none" cap="none" strike="noStrike">
                <a:solidFill>
                  <a:srgbClr val="C00000"/>
                </a:solidFill>
                <a:latin typeface="Calibri"/>
                <a:ea typeface="Calibri"/>
                <a:cs typeface="Calibri"/>
                <a:sym typeface="Calibri"/>
              </a:rPr>
              <a:t>sender</a:t>
            </a:r>
            <a:r>
              <a:rPr b="0" i="0" lang="en-US" sz="3200" u="none" cap="none" strike="noStrike">
                <a:solidFill>
                  <a:srgbClr val="CC0000"/>
                </a:solidFill>
                <a:latin typeface="Calibri"/>
                <a:ea typeface="Calibri"/>
                <a:cs typeface="Calibri"/>
                <a:sym typeface="Calibri"/>
              </a:rPr>
              <a:t>:</a:t>
            </a:r>
            <a:endParaRPr/>
          </a:p>
          <a:p>
            <a:pPr indent="-222250" lvl="0" marL="352425" marR="0" rtl="0" algn="l">
              <a:lnSpc>
                <a:spcPct val="8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treat contents of UDP segment </a:t>
            </a:r>
            <a:r>
              <a:rPr b="0" i="0" lang="en-US" sz="2400" u="none" cap="none" strike="noStrike">
                <a:solidFill>
                  <a:srgbClr val="000000"/>
                </a:solidFill>
                <a:latin typeface="Calibri"/>
                <a:ea typeface="Calibri"/>
                <a:cs typeface="Calibri"/>
                <a:sym typeface="Calibri"/>
              </a:rPr>
              <a:t>(including UDP header fields and IP addresses) </a:t>
            </a:r>
            <a:r>
              <a:rPr b="0" i="0" lang="en-US" sz="2800" u="none" cap="none" strike="noStrike">
                <a:solidFill>
                  <a:srgbClr val="000000"/>
                </a:solidFill>
                <a:latin typeface="Calibri"/>
                <a:ea typeface="Calibri"/>
                <a:cs typeface="Calibri"/>
                <a:sym typeface="Calibri"/>
              </a:rPr>
              <a:t>as sequence of 16-bit integers</a:t>
            </a:r>
            <a:endParaRPr/>
          </a:p>
          <a:p>
            <a:pPr indent="-222250" lvl="0" marL="352425" marR="0" rtl="0" algn="l">
              <a:lnSpc>
                <a:spcPct val="80000"/>
              </a:lnSpc>
              <a:spcBef>
                <a:spcPts val="1000"/>
              </a:spcBef>
              <a:spcAft>
                <a:spcPts val="0"/>
              </a:spcAft>
              <a:buClr>
                <a:srgbClr val="0000A3"/>
              </a:buClr>
              <a:buSzPts val="2800"/>
              <a:buFont typeface="Noto Sans Symbols"/>
              <a:buChar char="▪"/>
            </a:pPr>
            <a:r>
              <a:rPr b="0" i="0" lang="en-US" sz="2800" u="none" cap="none" strike="noStrike">
                <a:solidFill>
                  <a:srgbClr val="C00000"/>
                </a:solidFill>
                <a:latin typeface="Calibri"/>
                <a:ea typeface="Calibri"/>
                <a:cs typeface="Calibri"/>
                <a:sym typeface="Calibri"/>
              </a:rPr>
              <a:t>checksum: </a:t>
            </a:r>
            <a:r>
              <a:rPr b="0" i="0" lang="en-US" sz="2800" u="none" cap="none" strike="noStrike">
                <a:solidFill>
                  <a:srgbClr val="000000"/>
                </a:solidFill>
                <a:latin typeface="Calibri"/>
                <a:ea typeface="Calibri"/>
                <a:cs typeface="Calibri"/>
                <a:sym typeface="Calibri"/>
              </a:rPr>
              <a:t>addition </a:t>
            </a:r>
            <a:r>
              <a:rPr b="0" i="0" lang="en-US" sz="2400" u="none" cap="none" strike="noStrike">
                <a:solidFill>
                  <a:srgbClr val="000000"/>
                </a:solidFill>
                <a:latin typeface="Calibri"/>
                <a:ea typeface="Calibri"/>
                <a:cs typeface="Calibri"/>
                <a:sym typeface="Calibri"/>
              </a:rPr>
              <a:t>(one’s complement sum)</a:t>
            </a:r>
            <a:r>
              <a:rPr b="0" i="0" lang="en-US" sz="2800" u="none" cap="none" strike="noStrike">
                <a:solidFill>
                  <a:srgbClr val="000000"/>
                </a:solidFill>
                <a:latin typeface="Calibri"/>
                <a:ea typeface="Calibri"/>
                <a:cs typeface="Calibri"/>
                <a:sym typeface="Calibri"/>
              </a:rPr>
              <a:t> of segment content</a:t>
            </a:r>
            <a:endParaRPr/>
          </a:p>
          <a:p>
            <a:pPr indent="-222250" lvl="0" marL="352425" marR="0" rtl="0" algn="l">
              <a:lnSpc>
                <a:spcPct val="8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checksum value put into UDP checksum field</a:t>
            </a:r>
            <a:endParaRPr/>
          </a:p>
          <a:p>
            <a:pPr indent="-222250" lvl="0" marL="352425" marR="0" rtl="0" algn="l">
              <a:lnSpc>
                <a:spcPct val="70000"/>
              </a:lnSpc>
              <a:spcBef>
                <a:spcPts val="1000"/>
              </a:spcBef>
              <a:spcAft>
                <a:spcPts val="0"/>
              </a:spcAft>
              <a:buClr>
                <a:srgbClr val="0000A3"/>
              </a:buClr>
              <a:buSzPts val="2400"/>
              <a:buFont typeface="Noto Sans Symbols"/>
              <a:buNone/>
            </a:pPr>
            <a:r>
              <a:t/>
            </a:r>
            <a:endParaRPr b="0" i="0" sz="2400" u="none" cap="none" strike="noStrike">
              <a:solidFill>
                <a:srgbClr val="000000"/>
              </a:solidFill>
              <a:latin typeface="Calibri"/>
              <a:ea typeface="Calibri"/>
              <a:cs typeface="Calibri"/>
              <a:sym typeface="Calibri"/>
            </a:endParaRPr>
          </a:p>
          <a:p>
            <a:pPr indent="-19050" lvl="0" marL="352425" marR="0" rtl="0" algn="l">
              <a:lnSpc>
                <a:spcPct val="70000"/>
              </a:lnSpc>
              <a:spcBef>
                <a:spcPts val="1000"/>
              </a:spcBef>
              <a:spcAft>
                <a:spcPts val="0"/>
              </a:spcAft>
              <a:buClr>
                <a:srgbClr val="0000A3"/>
              </a:buClr>
              <a:buSzPts val="3200"/>
              <a:buFont typeface="Noto Sans Symbols"/>
              <a:buNone/>
            </a:pPr>
            <a:r>
              <a:t/>
            </a:r>
            <a:endParaRPr b="0" i="0" sz="3200" u="none" cap="none" strike="noStrike">
              <a:solidFill>
                <a:srgbClr val="000000"/>
              </a:solidFill>
              <a:latin typeface="Calibri"/>
              <a:ea typeface="Calibri"/>
              <a:cs typeface="Calibri"/>
              <a:sym typeface="Calibri"/>
            </a:endParaRPr>
          </a:p>
        </p:txBody>
      </p:sp>
      <p:sp>
        <p:nvSpPr>
          <p:cNvPr id="1597" name="Google Shape;1597;p26"/>
          <p:cNvSpPr txBox="1"/>
          <p:nvPr/>
        </p:nvSpPr>
        <p:spPr>
          <a:xfrm>
            <a:off x="5767820" y="2132890"/>
            <a:ext cx="5728855" cy="4082476"/>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C00000"/>
                </a:solidFill>
                <a:latin typeface="Calibri"/>
                <a:ea typeface="Calibri"/>
                <a:cs typeface="Calibri"/>
                <a:sym typeface="Calibri"/>
              </a:rPr>
              <a:t>receiver</a:t>
            </a:r>
            <a:r>
              <a:rPr b="0" i="0" lang="en-US" sz="3500" u="none" cap="none" strike="noStrike">
                <a:solidFill>
                  <a:srgbClr val="C00000"/>
                </a:solidFill>
                <a:latin typeface="Calibri"/>
                <a:ea typeface="Calibri"/>
                <a:cs typeface="Calibri"/>
                <a:sym typeface="Calibri"/>
              </a:rPr>
              <a:t>:</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compute checksum of received segment</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check if computed checksum equals checksum field value:</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not equal - error detected</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equal - no error detected. </a:t>
            </a:r>
            <a:r>
              <a:rPr b="0" i="1" lang="en-US" sz="2400" u="none" cap="none" strike="noStrike">
                <a:solidFill>
                  <a:srgbClr val="000000"/>
                </a:solidFill>
                <a:latin typeface="Calibri"/>
                <a:ea typeface="Calibri"/>
                <a:cs typeface="Calibri"/>
                <a:sym typeface="Calibri"/>
              </a:rPr>
              <a:t>But maybe errors nonetheless?</a:t>
            </a:r>
            <a:r>
              <a:rPr b="0" i="0" lang="en-US" sz="2400" u="none" cap="none" strike="noStrike">
                <a:solidFill>
                  <a:srgbClr val="000000"/>
                </a:solidFill>
                <a:latin typeface="Calibri"/>
                <a:ea typeface="Calibri"/>
                <a:cs typeface="Calibri"/>
                <a:sym typeface="Calibri"/>
              </a:rPr>
              <a:t> More later ….</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1598" name="Google Shape;1598;p26"/>
          <p:cNvSpPr/>
          <p:nvPr/>
        </p:nvSpPr>
        <p:spPr>
          <a:xfrm>
            <a:off x="798690" y="1371219"/>
            <a:ext cx="11100624" cy="8477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2080"/>
              <a:buFont typeface="Noto Sans Symbols"/>
              <a:buNone/>
            </a:pPr>
            <a:r>
              <a:rPr b="0" i="1" lang="en-US" sz="3200" u="none" cap="none" strike="noStrike">
                <a:solidFill>
                  <a:srgbClr val="C00000"/>
                </a:solidFill>
                <a:latin typeface="Calibri"/>
                <a:ea typeface="Calibri"/>
                <a:cs typeface="Calibri"/>
                <a:sym typeface="Calibri"/>
              </a:rPr>
              <a:t>Goal</a:t>
            </a:r>
            <a:r>
              <a:rPr b="0" i="1" lang="en-US" sz="3200" u="none" cap="none" strike="noStrike">
                <a:solidFill>
                  <a:srgbClr val="CC0000"/>
                </a:solidFill>
                <a:latin typeface="Calibri"/>
                <a:ea typeface="Calibri"/>
                <a:cs typeface="Calibri"/>
                <a:sym typeface="Calibri"/>
              </a:rPr>
              <a:t>:</a:t>
            </a:r>
            <a:r>
              <a:rPr b="0" i="0" lang="en-US" sz="3200" u="none" cap="none" strike="noStrike">
                <a:solidFill>
                  <a:srgbClr val="000000"/>
                </a:solidFill>
                <a:latin typeface="Calibri"/>
                <a:ea typeface="Calibri"/>
                <a:cs typeface="Calibri"/>
                <a:sym typeface="Calibri"/>
              </a:rPr>
              <a:t> detect errors (</a:t>
            </a:r>
            <a:r>
              <a:rPr b="0" i="1" lang="en-US" sz="3200" u="none" cap="none" strike="noStrike">
                <a:solidFill>
                  <a:srgbClr val="000000"/>
                </a:solidFill>
                <a:latin typeface="Calibri"/>
                <a:ea typeface="Calibri"/>
                <a:cs typeface="Calibri"/>
                <a:sym typeface="Calibri"/>
              </a:rPr>
              <a:t>i.e., </a:t>
            </a:r>
            <a:r>
              <a:rPr b="0" i="0" lang="en-US" sz="3200" u="none" cap="none" strike="noStrike">
                <a:solidFill>
                  <a:srgbClr val="000000"/>
                </a:solidFill>
                <a:latin typeface="Calibri"/>
                <a:ea typeface="Calibri"/>
                <a:cs typeface="Calibri"/>
                <a:sym typeface="Calibri"/>
              </a:rPr>
              <a:t>flipped bits) in transmitted segment</a:t>
            </a:r>
            <a:endParaRPr/>
          </a:p>
          <a:p>
            <a:pPr indent="-227330" lvl="0" marL="342900" marR="0" rtl="0" algn="l">
              <a:lnSpc>
                <a:spcPct val="85000"/>
              </a:lnSpc>
              <a:spcBef>
                <a:spcPts val="560"/>
              </a:spcBef>
              <a:spcAft>
                <a:spcPts val="0"/>
              </a:spcAft>
              <a:buClr>
                <a:srgbClr val="000099"/>
              </a:buClr>
              <a:buSzPts val="1820"/>
              <a:buFont typeface="Noto Sans Symbols"/>
              <a:buNone/>
            </a:pPr>
            <a:r>
              <a:t/>
            </a:r>
            <a:endParaRPr b="0" i="0" sz="2800" u="none" cap="none" strike="noStrike">
              <a:solidFill>
                <a:srgbClr val="000000"/>
              </a:solidFill>
              <a:latin typeface="Gill Sans"/>
              <a:ea typeface="Gill Sans"/>
              <a:cs typeface="Gill Sans"/>
              <a:sym typeface="Gill Sans"/>
            </a:endParaRPr>
          </a:p>
        </p:txBody>
      </p:sp>
      <p:sp>
        <p:nvSpPr>
          <p:cNvPr id="1599" name="Google Shape;1599;p2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Link Layer </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7"/>
                                        </p:tgtEl>
                                        <p:attrNameLst>
                                          <p:attrName>style.visibility</p:attrName>
                                        </p:attrNameLst>
                                      </p:cBhvr>
                                      <p:to>
                                        <p:strVal val="visible"/>
                                      </p:to>
                                    </p:set>
                                    <p:animEffect filter="fade" transition="in">
                                      <p:cBhvr>
                                        <p:cTn dur="500"/>
                                        <p:tgtEl>
                                          <p:spTgt spid="15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04" name="Shape 1604"/>
        <p:cNvGrpSpPr/>
        <p:nvPr/>
      </p:nvGrpSpPr>
      <p:grpSpPr>
        <a:xfrm>
          <a:off x="0" y="0"/>
          <a:ext cx="0" cy="0"/>
          <a:chOff x="0" y="0"/>
          <a:chExt cx="0" cy="0"/>
        </a:xfrm>
      </p:grpSpPr>
      <p:sp>
        <p:nvSpPr>
          <p:cNvPr id="1605" name="Google Shape;1605;p27"/>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Cyclic Redundancy Check (CRC)</a:t>
            </a:r>
            <a:endParaRPr sz="4400"/>
          </a:p>
        </p:txBody>
      </p:sp>
      <p:sp>
        <p:nvSpPr>
          <p:cNvPr id="1606" name="Google Shape;1606;p27"/>
          <p:cNvSpPr txBox="1"/>
          <p:nvPr/>
        </p:nvSpPr>
        <p:spPr>
          <a:xfrm>
            <a:off x="830820" y="1239611"/>
            <a:ext cx="10632309" cy="1530093"/>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more powerful error-detection coding</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CC0000"/>
                </a:solidFill>
                <a:latin typeface="Calibri"/>
                <a:ea typeface="Calibri"/>
                <a:cs typeface="Calibri"/>
                <a:sym typeface="Calibri"/>
              </a:rPr>
              <a:t>D: </a:t>
            </a:r>
            <a:r>
              <a:rPr b="0" i="0" lang="en-US" sz="2800" u="none" cap="none" strike="noStrike">
                <a:solidFill>
                  <a:srgbClr val="000000"/>
                </a:solidFill>
                <a:latin typeface="Calibri"/>
                <a:ea typeface="Calibri"/>
                <a:cs typeface="Calibri"/>
                <a:sym typeface="Calibri"/>
              </a:rPr>
              <a:t>data bits </a:t>
            </a:r>
            <a:r>
              <a:rPr b="0" i="0" lang="en-US" sz="2400" u="none" cap="none" strike="noStrike">
                <a:solidFill>
                  <a:srgbClr val="000000"/>
                </a:solidFill>
                <a:latin typeface="Calibri"/>
                <a:ea typeface="Calibri"/>
                <a:cs typeface="Calibri"/>
                <a:sym typeface="Calibri"/>
              </a:rPr>
              <a:t>(given, think of these as a binary number)</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CC0000"/>
                </a:solidFill>
                <a:latin typeface="Calibri"/>
                <a:ea typeface="Calibri"/>
                <a:cs typeface="Calibri"/>
                <a:sym typeface="Calibri"/>
              </a:rPr>
              <a:t>G: </a:t>
            </a:r>
            <a:r>
              <a:rPr b="0" i="0" lang="en-US" sz="2800" u="none" cap="none" strike="noStrike">
                <a:solidFill>
                  <a:srgbClr val="000000"/>
                </a:solidFill>
                <a:latin typeface="Calibri"/>
                <a:ea typeface="Calibri"/>
                <a:cs typeface="Calibri"/>
                <a:sym typeface="Calibri"/>
              </a:rPr>
              <a:t>bit pattern (generator), of </a:t>
            </a:r>
            <a:r>
              <a:rPr b="0" i="1" lang="en-US" sz="2800" u="none" cap="none" strike="noStrike">
                <a:solidFill>
                  <a:srgbClr val="000000"/>
                </a:solidFill>
                <a:latin typeface="Calibri"/>
                <a:ea typeface="Calibri"/>
                <a:cs typeface="Calibri"/>
                <a:sym typeface="Calibri"/>
              </a:rPr>
              <a:t>r+1 </a:t>
            </a:r>
            <a:r>
              <a:rPr b="0" i="0" lang="en-US" sz="2800" u="none" cap="none" strike="noStrike">
                <a:solidFill>
                  <a:srgbClr val="000000"/>
                </a:solidFill>
                <a:latin typeface="Calibri"/>
                <a:ea typeface="Calibri"/>
                <a:cs typeface="Calibri"/>
                <a:sym typeface="Calibri"/>
              </a:rPr>
              <a:t>bits </a:t>
            </a:r>
            <a:r>
              <a:rPr b="0" i="0" lang="en-US" sz="2400" u="none" cap="none" strike="noStrike">
                <a:solidFill>
                  <a:srgbClr val="000000"/>
                </a:solidFill>
                <a:latin typeface="Calibri"/>
                <a:ea typeface="Calibri"/>
                <a:cs typeface="Calibri"/>
                <a:sym typeface="Calibri"/>
              </a:rPr>
              <a:t>(given, specified in CRC standard)</a:t>
            </a:r>
            <a:endParaRPr/>
          </a:p>
          <a:p>
            <a:pPr indent="-50800" lvl="2" marL="1143000" marR="0" rtl="0" algn="l">
              <a:lnSpc>
                <a:spcPct val="90000"/>
              </a:lnSpc>
              <a:spcBef>
                <a:spcPts val="50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1607" name="Google Shape;1607;p27"/>
          <p:cNvSpPr txBox="1"/>
          <p:nvPr/>
        </p:nvSpPr>
        <p:spPr>
          <a:xfrm>
            <a:off x="850698" y="4665031"/>
            <a:ext cx="11036502" cy="1868290"/>
          </a:xfrm>
          <a:prstGeom prst="rect">
            <a:avLst/>
          </a:prstGeom>
          <a:noFill/>
          <a:ln>
            <a:noFill/>
          </a:ln>
        </p:spPr>
        <p:txBody>
          <a:bodyPr anchorCtr="0" anchor="t" bIns="45700" lIns="91425" spcFirstLastPara="1" rIns="91425" wrap="square" tIns="45700">
            <a:normAutofit/>
          </a:bodyPr>
          <a:lstStyle/>
          <a:p>
            <a:pPr indent="0" lvl="0" marL="130175" marR="0" rtl="0" algn="l">
              <a:lnSpc>
                <a:spcPct val="90000"/>
              </a:lnSpc>
              <a:spcBef>
                <a:spcPts val="0"/>
              </a:spcBef>
              <a:spcAft>
                <a:spcPts val="0"/>
              </a:spcAft>
              <a:buClr>
                <a:srgbClr val="0000A3"/>
              </a:buClr>
              <a:buSzPts val="2800"/>
              <a:buFont typeface="Noto Sans Symbols"/>
              <a:buNone/>
            </a:pPr>
            <a:r>
              <a:rPr b="0" i="1" lang="en-US" sz="2800" u="none" cap="none" strike="noStrike">
                <a:solidFill>
                  <a:srgbClr val="0000A8"/>
                </a:solidFill>
                <a:latin typeface="Calibri"/>
                <a:ea typeface="Calibri"/>
                <a:cs typeface="Calibri"/>
                <a:sym typeface="Calibri"/>
              </a:rPr>
              <a:t>sender: </a:t>
            </a:r>
            <a:r>
              <a:rPr b="0" i="0" lang="en-US" sz="2800" u="none" cap="none" strike="noStrike">
                <a:solidFill>
                  <a:srgbClr val="000000"/>
                </a:solidFill>
                <a:latin typeface="Calibri"/>
                <a:ea typeface="Calibri"/>
                <a:cs typeface="Calibri"/>
                <a:sym typeface="Calibri"/>
              </a:rPr>
              <a:t>compute </a:t>
            </a:r>
            <a:r>
              <a:rPr b="0" i="1" lang="en-US" sz="2800" u="none" cap="none" strike="noStrike">
                <a:solidFill>
                  <a:srgbClr val="000000"/>
                </a:solidFill>
                <a:latin typeface="Calibri"/>
                <a:ea typeface="Calibri"/>
                <a:cs typeface="Calibri"/>
                <a:sym typeface="Calibri"/>
              </a:rPr>
              <a:t>r</a:t>
            </a:r>
            <a:r>
              <a:rPr b="0" i="0" lang="en-US" sz="2800" u="none" cap="none" strike="noStrike">
                <a:solidFill>
                  <a:srgbClr val="000000"/>
                </a:solidFill>
                <a:latin typeface="Calibri"/>
                <a:ea typeface="Calibri"/>
                <a:cs typeface="Calibri"/>
                <a:sym typeface="Calibri"/>
              </a:rPr>
              <a:t> CRC bits, </a:t>
            </a:r>
            <a:r>
              <a:rPr b="0" i="0" lang="en-US" sz="2800" u="none" cap="none" strike="noStrike">
                <a:solidFill>
                  <a:srgbClr val="CC0000"/>
                </a:solidFill>
                <a:latin typeface="Calibri"/>
                <a:ea typeface="Calibri"/>
                <a:cs typeface="Calibri"/>
                <a:sym typeface="Calibri"/>
              </a:rPr>
              <a:t>R</a:t>
            </a:r>
            <a:r>
              <a:rPr b="0" i="0" lang="en-US" sz="2800" u="none" cap="none" strike="noStrike">
                <a:solidFill>
                  <a:srgbClr val="000000"/>
                </a:solidFill>
                <a:latin typeface="Calibri"/>
                <a:ea typeface="Calibri"/>
                <a:cs typeface="Calibri"/>
                <a:sym typeface="Calibri"/>
              </a:rPr>
              <a:t>, such that &lt;D,R&gt; </a:t>
            </a:r>
            <a:r>
              <a:rPr b="0" i="1" lang="en-US" sz="2800" u="none" cap="none" strike="noStrike">
                <a:solidFill>
                  <a:srgbClr val="000000"/>
                </a:solidFill>
                <a:latin typeface="Calibri"/>
                <a:ea typeface="Calibri"/>
                <a:cs typeface="Calibri"/>
                <a:sym typeface="Calibri"/>
              </a:rPr>
              <a:t>exactly</a:t>
            </a:r>
            <a:r>
              <a:rPr b="0" i="0" lang="en-US" sz="2800" u="none" cap="none" strike="noStrike">
                <a:solidFill>
                  <a:srgbClr val="000000"/>
                </a:solidFill>
                <a:latin typeface="Calibri"/>
                <a:ea typeface="Calibri"/>
                <a:cs typeface="Calibri"/>
                <a:sym typeface="Calibri"/>
              </a:rPr>
              <a:t> divisible by G </a:t>
            </a:r>
            <a:r>
              <a:rPr b="0" i="0" lang="en-US" sz="2000" u="none" cap="none" strike="noStrike">
                <a:solidFill>
                  <a:srgbClr val="000000"/>
                </a:solidFill>
                <a:latin typeface="Calibri"/>
                <a:ea typeface="Calibri"/>
                <a:cs typeface="Calibri"/>
                <a:sym typeface="Calibri"/>
              </a:rPr>
              <a:t>(mod 2) </a:t>
            </a:r>
            <a:endParaRPr b="0" i="0" sz="2800" u="none" cap="none" strike="noStrike">
              <a:solidFill>
                <a:srgbClr val="000000"/>
              </a:solidFill>
              <a:latin typeface="Calibri"/>
              <a:ea typeface="Calibri"/>
              <a:cs typeface="Calibri"/>
              <a:sym typeface="Calibri"/>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receiver knows G, divides &lt;D,R&gt; by G.  If non-zero remainder: error detected!</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can detect all burst errors less than r+1 bits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widely used in practice (Ethernet, 802.11 WiFi)</a:t>
            </a:r>
            <a:endParaRPr/>
          </a:p>
          <a:p>
            <a:pPr indent="-50800" lvl="2" marL="1143000" marR="0" rtl="0" algn="l">
              <a:lnSpc>
                <a:spcPct val="90000"/>
              </a:lnSpc>
              <a:spcBef>
                <a:spcPts val="50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grpSp>
        <p:nvGrpSpPr>
          <p:cNvPr id="1608" name="Google Shape;1608;p27"/>
          <p:cNvGrpSpPr/>
          <p:nvPr/>
        </p:nvGrpSpPr>
        <p:grpSpPr>
          <a:xfrm>
            <a:off x="3954671" y="3889513"/>
            <a:ext cx="6922203" cy="492873"/>
            <a:chOff x="3954671" y="3889513"/>
            <a:chExt cx="6922203" cy="492873"/>
          </a:xfrm>
        </p:grpSpPr>
        <p:grpSp>
          <p:nvGrpSpPr>
            <p:cNvPr id="1609" name="Google Shape;1609;p27"/>
            <p:cNvGrpSpPr/>
            <p:nvPr/>
          </p:nvGrpSpPr>
          <p:grpSpPr>
            <a:xfrm>
              <a:off x="3954671" y="3896138"/>
              <a:ext cx="2934586" cy="486248"/>
              <a:chOff x="8759687" y="3087756"/>
              <a:chExt cx="2934586" cy="486248"/>
            </a:xfrm>
          </p:grpSpPr>
          <p:sp>
            <p:nvSpPr>
              <p:cNvPr id="1610" name="Google Shape;1610;p27"/>
              <p:cNvSpPr txBox="1"/>
              <p:nvPr/>
            </p:nvSpPr>
            <p:spPr>
              <a:xfrm>
                <a:off x="8759687" y="3087756"/>
                <a:ext cx="293458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&lt;D,R&gt; = D  2</a:t>
                </a:r>
                <a:r>
                  <a:rPr b="0" baseline="30000" i="0" lang="en-US" sz="2400" u="none" cap="none" strike="noStrike">
                    <a:solidFill>
                      <a:srgbClr val="000000"/>
                    </a:solidFill>
                    <a:latin typeface="Calibri"/>
                    <a:ea typeface="Calibri"/>
                    <a:cs typeface="Calibri"/>
                    <a:sym typeface="Calibri"/>
                  </a:rPr>
                  <a:t>r</a:t>
                </a:r>
                <a:r>
                  <a:rPr b="0" i="0" lang="en-US" sz="2400" u="none" cap="none" strike="noStrike">
                    <a:solidFill>
                      <a:srgbClr val="000000"/>
                    </a:solidFill>
                    <a:latin typeface="Calibri"/>
                    <a:ea typeface="Calibri"/>
                    <a:cs typeface="Calibri"/>
                    <a:sym typeface="Calibri"/>
                  </a:rPr>
                  <a:t>   XOR  R  </a:t>
                </a:r>
                <a:endParaRPr/>
              </a:p>
            </p:txBody>
          </p:sp>
          <p:sp>
            <p:nvSpPr>
              <p:cNvPr id="1611" name="Google Shape;1611;p27"/>
              <p:cNvSpPr txBox="1"/>
              <p:nvPr/>
            </p:nvSpPr>
            <p:spPr>
              <a:xfrm>
                <a:off x="9972262" y="3173894"/>
                <a:ext cx="312906"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t>
                </a:r>
                <a:endParaRPr/>
              </a:p>
            </p:txBody>
          </p:sp>
        </p:grpSp>
        <p:sp>
          <p:nvSpPr>
            <p:cNvPr id="1612" name="Google Shape;1612;p27"/>
            <p:cNvSpPr txBox="1"/>
            <p:nvPr/>
          </p:nvSpPr>
          <p:spPr>
            <a:xfrm>
              <a:off x="7997688" y="3889513"/>
              <a:ext cx="287918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2400"/>
                <a:buFont typeface="Calibri"/>
                <a:buNone/>
              </a:pPr>
              <a:r>
                <a:rPr b="0" i="0" lang="en-US" sz="2400" u="none" cap="none" strike="noStrike">
                  <a:solidFill>
                    <a:srgbClr val="0000A8"/>
                  </a:solidFill>
                  <a:latin typeface="Calibri"/>
                  <a:ea typeface="Calibri"/>
                  <a:cs typeface="Calibri"/>
                  <a:sym typeface="Calibri"/>
                </a:rPr>
                <a:t>formula for these bits</a:t>
              </a:r>
              <a:endParaRPr/>
            </a:p>
          </p:txBody>
        </p:sp>
        <p:cxnSp>
          <p:nvCxnSpPr>
            <p:cNvPr id="1613" name="Google Shape;1613;p27"/>
            <p:cNvCxnSpPr/>
            <p:nvPr/>
          </p:nvCxnSpPr>
          <p:spPr>
            <a:xfrm>
              <a:off x="6811619" y="4134678"/>
              <a:ext cx="1192695" cy="0"/>
            </a:xfrm>
            <a:prstGeom prst="straightConnector1">
              <a:avLst/>
            </a:prstGeom>
            <a:noFill/>
            <a:ln cap="flat" cmpd="sng" w="9525">
              <a:solidFill>
                <a:schemeClr val="accent1"/>
              </a:solidFill>
              <a:prstDash val="solid"/>
              <a:miter lim="800000"/>
              <a:headEnd len="sm" w="sm" type="none"/>
              <a:tailEnd len="sm" w="sm" type="none"/>
            </a:ln>
          </p:spPr>
        </p:cxnSp>
      </p:grpSp>
      <p:grpSp>
        <p:nvGrpSpPr>
          <p:cNvPr id="1614" name="Google Shape;1614;p27"/>
          <p:cNvGrpSpPr/>
          <p:nvPr/>
        </p:nvGrpSpPr>
        <p:grpSpPr>
          <a:xfrm>
            <a:off x="4243982" y="2770984"/>
            <a:ext cx="5397512" cy="1096490"/>
            <a:chOff x="4243982" y="2770984"/>
            <a:chExt cx="5397512" cy="1096490"/>
          </a:xfrm>
        </p:grpSpPr>
        <p:grpSp>
          <p:nvGrpSpPr>
            <p:cNvPr id="1615" name="Google Shape;1615;p27"/>
            <p:cNvGrpSpPr/>
            <p:nvPr/>
          </p:nvGrpSpPr>
          <p:grpSpPr>
            <a:xfrm>
              <a:off x="4243982" y="2770984"/>
              <a:ext cx="2691529" cy="1072438"/>
              <a:chOff x="2335669" y="2731227"/>
              <a:chExt cx="2691529" cy="1072438"/>
            </a:xfrm>
          </p:grpSpPr>
          <p:grpSp>
            <p:nvGrpSpPr>
              <p:cNvPr id="1616" name="Google Shape;1616;p27"/>
              <p:cNvGrpSpPr/>
              <p:nvPr/>
            </p:nvGrpSpPr>
            <p:grpSpPr>
              <a:xfrm>
                <a:off x="3847708" y="2731227"/>
                <a:ext cx="1179490" cy="644795"/>
                <a:chOff x="2714347" y="4114405"/>
                <a:chExt cx="1179490" cy="644795"/>
              </a:xfrm>
            </p:grpSpPr>
            <p:cxnSp>
              <p:nvCxnSpPr>
                <p:cNvPr id="1617" name="Google Shape;1617;p27"/>
                <p:cNvCxnSpPr/>
                <p:nvPr/>
              </p:nvCxnSpPr>
              <p:spPr>
                <a:xfrm>
                  <a:off x="2993162" y="4665600"/>
                  <a:ext cx="542038" cy="0"/>
                </a:xfrm>
                <a:prstGeom prst="straightConnector1">
                  <a:avLst/>
                </a:prstGeom>
                <a:noFill/>
                <a:ln cap="flat" cmpd="sng" w="22225">
                  <a:solidFill>
                    <a:schemeClr val="dk1"/>
                  </a:solidFill>
                  <a:prstDash val="solid"/>
                  <a:miter lim="800000"/>
                  <a:headEnd len="med" w="med" type="triangle"/>
                  <a:tailEnd len="med" w="med" type="triangle"/>
                </a:ln>
              </p:spPr>
            </p:cxnSp>
            <p:sp>
              <p:nvSpPr>
                <p:cNvPr id="1618" name="Google Shape;1618;p27"/>
                <p:cNvSpPr txBox="1"/>
                <p:nvPr/>
              </p:nvSpPr>
              <p:spPr>
                <a:xfrm>
                  <a:off x="2714347" y="4114405"/>
                  <a:ext cx="1179490" cy="40011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1" lang="en-US" sz="2000" u="none" cap="none" strike="noStrike">
                      <a:solidFill>
                        <a:srgbClr val="000000"/>
                      </a:solidFill>
                      <a:latin typeface="Calibri"/>
                      <a:ea typeface="Calibri"/>
                      <a:cs typeface="Calibri"/>
                      <a:sym typeface="Calibri"/>
                    </a:rPr>
                    <a:t>r</a:t>
                  </a:r>
                  <a:r>
                    <a:rPr b="0" i="0" lang="en-US" sz="2000" u="none" cap="none" strike="noStrike">
                      <a:solidFill>
                        <a:srgbClr val="000000"/>
                      </a:solidFill>
                      <a:latin typeface="Calibri"/>
                      <a:ea typeface="Calibri"/>
                      <a:cs typeface="Calibri"/>
                      <a:sym typeface="Calibri"/>
                    </a:rPr>
                    <a:t> CRC bits</a:t>
                  </a:r>
                  <a:endParaRPr/>
                </a:p>
              </p:txBody>
            </p:sp>
            <p:cxnSp>
              <p:nvCxnSpPr>
                <p:cNvPr id="1619" name="Google Shape;1619;p27"/>
                <p:cNvCxnSpPr/>
                <p:nvPr/>
              </p:nvCxnSpPr>
              <p:spPr>
                <a:xfrm>
                  <a:off x="3542400" y="4572000"/>
                  <a:ext cx="0" cy="187200"/>
                </a:xfrm>
                <a:prstGeom prst="straightConnector1">
                  <a:avLst/>
                </a:prstGeom>
                <a:noFill/>
                <a:ln cap="flat" cmpd="sng" w="9525">
                  <a:solidFill>
                    <a:schemeClr val="dk1"/>
                  </a:solidFill>
                  <a:prstDash val="solid"/>
                  <a:miter lim="800000"/>
                  <a:headEnd len="sm" w="sm" type="none"/>
                  <a:tailEnd len="sm" w="sm" type="none"/>
                </a:ln>
              </p:spPr>
            </p:cxnSp>
          </p:grpSp>
          <p:grpSp>
            <p:nvGrpSpPr>
              <p:cNvPr id="1620" name="Google Shape;1620;p27"/>
              <p:cNvGrpSpPr/>
              <p:nvPr/>
            </p:nvGrpSpPr>
            <p:grpSpPr>
              <a:xfrm>
                <a:off x="2491075" y="3061148"/>
                <a:ext cx="1630353" cy="400110"/>
                <a:chOff x="1912047" y="4446000"/>
                <a:chExt cx="1630353" cy="400110"/>
              </a:xfrm>
            </p:grpSpPr>
            <p:cxnSp>
              <p:nvCxnSpPr>
                <p:cNvPr id="1621" name="Google Shape;1621;p27"/>
                <p:cNvCxnSpPr/>
                <p:nvPr/>
              </p:nvCxnSpPr>
              <p:spPr>
                <a:xfrm>
                  <a:off x="1914638" y="4665600"/>
                  <a:ext cx="1620562" cy="0"/>
                </a:xfrm>
                <a:prstGeom prst="straightConnector1">
                  <a:avLst/>
                </a:prstGeom>
                <a:noFill/>
                <a:ln cap="flat" cmpd="sng" w="22225">
                  <a:solidFill>
                    <a:schemeClr val="dk1"/>
                  </a:solidFill>
                  <a:prstDash val="solid"/>
                  <a:miter lim="800000"/>
                  <a:headEnd len="med" w="med" type="triangle"/>
                  <a:tailEnd len="med" w="med" type="triangle"/>
                </a:ln>
              </p:spPr>
            </p:cxnSp>
            <p:sp>
              <p:nvSpPr>
                <p:cNvPr id="1622" name="Google Shape;1622;p27"/>
                <p:cNvSpPr/>
                <p:nvPr/>
              </p:nvSpPr>
              <p:spPr>
                <a:xfrm>
                  <a:off x="2098800" y="4636800"/>
                  <a:ext cx="1245600" cy="4571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23" name="Google Shape;1623;p27"/>
                <p:cNvSpPr txBox="1"/>
                <p:nvPr/>
              </p:nvSpPr>
              <p:spPr>
                <a:xfrm>
                  <a:off x="2088000" y="4446000"/>
                  <a:ext cx="1278812" cy="40011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d data bits</a:t>
                  </a:r>
                  <a:endParaRPr/>
                </a:p>
              </p:txBody>
            </p:sp>
            <p:cxnSp>
              <p:nvCxnSpPr>
                <p:cNvPr id="1624" name="Google Shape;1624;p27"/>
                <p:cNvCxnSpPr/>
                <p:nvPr/>
              </p:nvCxnSpPr>
              <p:spPr>
                <a:xfrm>
                  <a:off x="3542400" y="4572000"/>
                  <a:ext cx="0" cy="187200"/>
                </a:xfrm>
                <a:prstGeom prst="straightConnector1">
                  <a:avLst/>
                </a:prstGeom>
                <a:noFill/>
                <a:ln cap="flat" cmpd="sng" w="9525">
                  <a:solidFill>
                    <a:schemeClr val="dk1"/>
                  </a:solidFill>
                  <a:prstDash val="solid"/>
                  <a:miter lim="800000"/>
                  <a:headEnd len="sm" w="sm" type="none"/>
                  <a:tailEnd len="sm" w="sm" type="none"/>
                </a:ln>
              </p:spPr>
            </p:cxnSp>
            <p:cxnSp>
              <p:nvCxnSpPr>
                <p:cNvPr id="1625" name="Google Shape;1625;p27"/>
                <p:cNvCxnSpPr/>
                <p:nvPr/>
              </p:nvCxnSpPr>
              <p:spPr>
                <a:xfrm>
                  <a:off x="1912047" y="4569600"/>
                  <a:ext cx="0" cy="187200"/>
                </a:xfrm>
                <a:prstGeom prst="straightConnector1">
                  <a:avLst/>
                </a:prstGeom>
                <a:noFill/>
                <a:ln cap="flat" cmpd="sng" w="9525">
                  <a:solidFill>
                    <a:schemeClr val="dk1"/>
                  </a:solidFill>
                  <a:prstDash val="solid"/>
                  <a:miter lim="800000"/>
                  <a:headEnd len="sm" w="sm" type="none"/>
                  <a:tailEnd len="sm" w="sm" type="none"/>
                </a:ln>
              </p:spPr>
            </p:cxnSp>
          </p:grpSp>
          <p:grpSp>
            <p:nvGrpSpPr>
              <p:cNvPr id="1626" name="Google Shape;1626;p27"/>
              <p:cNvGrpSpPr/>
              <p:nvPr/>
            </p:nvGrpSpPr>
            <p:grpSpPr>
              <a:xfrm>
                <a:off x="2335669" y="3342000"/>
                <a:ext cx="2325599" cy="461665"/>
                <a:chOff x="1904400" y="5143043"/>
                <a:chExt cx="2325599" cy="461665"/>
              </a:xfrm>
            </p:grpSpPr>
            <p:sp>
              <p:nvSpPr>
                <p:cNvPr id="1627" name="Google Shape;1627;p27"/>
                <p:cNvSpPr/>
                <p:nvPr/>
              </p:nvSpPr>
              <p:spPr>
                <a:xfrm>
                  <a:off x="1904400" y="5221355"/>
                  <a:ext cx="2325599" cy="291548"/>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28" name="Google Shape;1628;p27"/>
                <p:cNvSpPr txBox="1"/>
                <p:nvPr/>
              </p:nvSpPr>
              <p:spPr>
                <a:xfrm>
                  <a:off x="2617147" y="5171947"/>
                  <a:ext cx="34176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D</a:t>
                  </a:r>
                  <a:endParaRPr b="0" i="0" sz="1800" u="none" cap="none" strike="noStrike">
                    <a:solidFill>
                      <a:srgbClr val="000000"/>
                    </a:solidFill>
                    <a:latin typeface="Calibri"/>
                    <a:ea typeface="Calibri"/>
                    <a:cs typeface="Calibri"/>
                    <a:sym typeface="Calibri"/>
                  </a:endParaRPr>
                </a:p>
              </p:txBody>
            </p:sp>
            <p:sp>
              <p:nvSpPr>
                <p:cNvPr id="1629" name="Google Shape;1629;p27"/>
                <p:cNvSpPr txBox="1"/>
                <p:nvPr/>
              </p:nvSpPr>
              <p:spPr>
                <a:xfrm>
                  <a:off x="3708874" y="5143043"/>
                  <a:ext cx="35137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0" lang="en-US" sz="2400" u="none" cap="none" strike="noStrike">
                      <a:solidFill>
                        <a:srgbClr val="C00000"/>
                      </a:solidFill>
                      <a:latin typeface="Calibri"/>
                      <a:ea typeface="Calibri"/>
                      <a:cs typeface="Calibri"/>
                      <a:sym typeface="Calibri"/>
                    </a:rPr>
                    <a:t>R</a:t>
                  </a:r>
                  <a:endParaRPr b="0" i="0" sz="2000" u="none" cap="none" strike="noStrike">
                    <a:solidFill>
                      <a:srgbClr val="C00000"/>
                    </a:solidFill>
                    <a:latin typeface="Calibri"/>
                    <a:ea typeface="Calibri"/>
                    <a:cs typeface="Calibri"/>
                    <a:sym typeface="Calibri"/>
                  </a:endParaRPr>
                </a:p>
              </p:txBody>
            </p:sp>
            <p:cxnSp>
              <p:nvCxnSpPr>
                <p:cNvPr id="1630" name="Google Shape;1630;p27"/>
                <p:cNvCxnSpPr/>
                <p:nvPr/>
              </p:nvCxnSpPr>
              <p:spPr>
                <a:xfrm>
                  <a:off x="3531600" y="5223600"/>
                  <a:ext cx="0" cy="288000"/>
                </a:xfrm>
                <a:prstGeom prst="straightConnector1">
                  <a:avLst/>
                </a:prstGeom>
                <a:noFill/>
                <a:ln cap="flat" cmpd="sng" w="22225">
                  <a:solidFill>
                    <a:schemeClr val="dk1"/>
                  </a:solidFill>
                  <a:prstDash val="solid"/>
                  <a:miter lim="800000"/>
                  <a:headEnd len="sm" w="sm" type="none"/>
                  <a:tailEnd len="sm" w="sm" type="none"/>
                </a:ln>
              </p:spPr>
            </p:cxnSp>
          </p:grpSp>
        </p:grpSp>
        <p:sp>
          <p:nvSpPr>
            <p:cNvPr id="1631" name="Google Shape;1631;p27"/>
            <p:cNvSpPr txBox="1"/>
            <p:nvPr/>
          </p:nvSpPr>
          <p:spPr>
            <a:xfrm>
              <a:off x="8004315" y="3405809"/>
              <a:ext cx="163717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2400"/>
                <a:buFont typeface="Calibri"/>
                <a:buNone/>
              </a:pPr>
              <a:r>
                <a:rPr b="0" i="0" lang="en-US" sz="2400" u="none" cap="none" strike="noStrike">
                  <a:solidFill>
                    <a:srgbClr val="0000A8"/>
                  </a:solidFill>
                  <a:latin typeface="Calibri"/>
                  <a:ea typeface="Calibri"/>
                  <a:cs typeface="Calibri"/>
                  <a:sym typeface="Calibri"/>
                </a:rPr>
                <a:t>bits to send</a:t>
              </a:r>
              <a:endParaRPr/>
            </a:p>
          </p:txBody>
        </p:sp>
        <p:cxnSp>
          <p:nvCxnSpPr>
            <p:cNvPr id="1632" name="Google Shape;1632;p27"/>
            <p:cNvCxnSpPr/>
            <p:nvPr/>
          </p:nvCxnSpPr>
          <p:spPr>
            <a:xfrm>
              <a:off x="6791741" y="3637722"/>
              <a:ext cx="1192695" cy="0"/>
            </a:xfrm>
            <a:prstGeom prst="straightConnector1">
              <a:avLst/>
            </a:prstGeom>
            <a:noFill/>
            <a:ln cap="flat" cmpd="sng" w="9525">
              <a:solidFill>
                <a:schemeClr val="accent1"/>
              </a:solidFill>
              <a:prstDash val="solid"/>
              <a:miter lim="800000"/>
              <a:headEnd len="sm" w="sm" type="none"/>
              <a:tailEnd len="sm" w="sm" type="none"/>
            </a:ln>
          </p:spPr>
        </p:cxnSp>
      </p:grpSp>
      <p:sp>
        <p:nvSpPr>
          <p:cNvPr id="1633" name="Google Shape;1633;p2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Link Layer </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4"/>
                                        </p:tgtEl>
                                        <p:attrNameLst>
                                          <p:attrName>style.visibility</p:attrName>
                                        </p:attrNameLst>
                                      </p:cBhvr>
                                      <p:to>
                                        <p:strVal val="visible"/>
                                      </p:to>
                                    </p:set>
                                    <p:animEffect filter="fade" transition="in">
                                      <p:cBhvr>
                                        <p:cTn dur="500"/>
                                        <p:tgtEl>
                                          <p:spTgt spid="16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8"/>
                                        </p:tgtEl>
                                        <p:attrNameLst>
                                          <p:attrName>style.visibility</p:attrName>
                                        </p:attrNameLst>
                                      </p:cBhvr>
                                      <p:to>
                                        <p:strVal val="visible"/>
                                      </p:to>
                                    </p:set>
                                    <p:animEffect filter="fade" transition="in">
                                      <p:cBhvr>
                                        <p:cTn dur="500"/>
                                        <p:tgtEl>
                                          <p:spTgt spid="16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7">
                                            <p:txEl>
                                              <p:pRg end="0" st="0"/>
                                            </p:txEl>
                                          </p:spTgt>
                                        </p:tgtEl>
                                        <p:attrNameLst>
                                          <p:attrName>style.visibility</p:attrName>
                                        </p:attrNameLst>
                                      </p:cBhvr>
                                      <p:to>
                                        <p:strVal val="visible"/>
                                      </p:to>
                                    </p:set>
                                    <p:animEffect filter="fade" transition="in">
                                      <p:cBhvr>
                                        <p:cTn dur="500"/>
                                        <p:tgtEl>
                                          <p:spTgt spid="160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7">
                                            <p:txEl>
                                              <p:pRg end="1" st="1"/>
                                            </p:txEl>
                                          </p:spTgt>
                                        </p:tgtEl>
                                        <p:attrNameLst>
                                          <p:attrName>style.visibility</p:attrName>
                                        </p:attrNameLst>
                                      </p:cBhvr>
                                      <p:to>
                                        <p:strVal val="visible"/>
                                      </p:to>
                                    </p:set>
                                    <p:animEffect filter="fade" transition="in">
                                      <p:cBhvr>
                                        <p:cTn dur="500"/>
                                        <p:tgtEl>
                                          <p:spTgt spid="160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7">
                                            <p:txEl>
                                              <p:pRg end="2" st="2"/>
                                            </p:txEl>
                                          </p:spTgt>
                                        </p:tgtEl>
                                        <p:attrNameLst>
                                          <p:attrName>style.visibility</p:attrName>
                                        </p:attrNameLst>
                                      </p:cBhvr>
                                      <p:to>
                                        <p:strVal val="visible"/>
                                      </p:to>
                                    </p:set>
                                    <p:animEffect filter="fade" transition="in">
                                      <p:cBhvr>
                                        <p:cTn dur="500"/>
                                        <p:tgtEl>
                                          <p:spTgt spid="160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7">
                                            <p:txEl>
                                              <p:pRg end="3" st="3"/>
                                            </p:txEl>
                                          </p:spTgt>
                                        </p:tgtEl>
                                        <p:attrNameLst>
                                          <p:attrName>style.visibility</p:attrName>
                                        </p:attrNameLst>
                                      </p:cBhvr>
                                      <p:to>
                                        <p:strVal val="visible"/>
                                      </p:to>
                                    </p:set>
                                    <p:animEffect filter="fade" transition="in">
                                      <p:cBhvr>
                                        <p:cTn dur="500"/>
                                        <p:tgtEl>
                                          <p:spTgt spid="160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7">
                                            <p:txEl>
                                              <p:pRg end="4" st="4"/>
                                            </p:txEl>
                                          </p:spTgt>
                                        </p:tgtEl>
                                        <p:attrNameLst>
                                          <p:attrName>style.visibility</p:attrName>
                                        </p:attrNameLst>
                                      </p:cBhvr>
                                      <p:to>
                                        <p:strVal val="visible"/>
                                      </p:to>
                                    </p:set>
                                    <p:animEffect filter="fade" transition="in">
                                      <p:cBhvr>
                                        <p:cTn dur="500"/>
                                        <p:tgtEl>
                                          <p:spTgt spid="1607">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38" name="Shape 1638"/>
        <p:cNvGrpSpPr/>
        <p:nvPr/>
      </p:nvGrpSpPr>
      <p:grpSpPr>
        <a:xfrm>
          <a:off x="0" y="0"/>
          <a:ext cx="0" cy="0"/>
          <a:chOff x="0" y="0"/>
          <a:chExt cx="0" cy="0"/>
        </a:xfrm>
      </p:grpSpPr>
      <p:sp>
        <p:nvSpPr>
          <p:cNvPr id="1639" name="Google Shape;1639;p28"/>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Cyclic Redundancy Check (CRC): example</a:t>
            </a:r>
            <a:endParaRPr sz="4400"/>
          </a:p>
        </p:txBody>
      </p:sp>
      <p:sp>
        <p:nvSpPr>
          <p:cNvPr id="1640" name="Google Shape;1640;p28"/>
          <p:cNvSpPr txBox="1"/>
          <p:nvPr/>
        </p:nvSpPr>
        <p:spPr>
          <a:xfrm>
            <a:off x="753302" y="1408042"/>
            <a:ext cx="5114097" cy="1335157"/>
          </a:xfrm>
          <a:prstGeom prst="rect">
            <a:avLst/>
          </a:prstGeom>
          <a:noFill/>
          <a:ln>
            <a:noFill/>
          </a:ln>
        </p:spPr>
        <p:txBody>
          <a:bodyPr anchorCtr="0" anchor="t" bIns="45700" lIns="91425" spcFirstLastPara="1" rIns="91425" wrap="square" tIns="45700">
            <a:normAutofit fontScale="92500" lnSpcReduction="10000"/>
          </a:bodyPr>
          <a:lstStyle/>
          <a:p>
            <a:pPr indent="-222250" lvl="0" marL="352425" marR="0" rtl="0" algn="l">
              <a:lnSpc>
                <a:spcPct val="100000"/>
              </a:lnSpc>
              <a:spcBef>
                <a:spcPts val="0"/>
              </a:spcBef>
              <a:spcAft>
                <a:spcPts val="0"/>
              </a:spcAft>
              <a:buClr>
                <a:srgbClr val="0000A3"/>
              </a:buClr>
              <a:buSzPct val="100000"/>
              <a:buFont typeface="Noto Sans Symbols"/>
              <a:buNone/>
            </a:pPr>
            <a:r>
              <a:rPr b="0" i="0" lang="en-US" sz="3200" u="none" cap="none" strike="noStrike">
                <a:solidFill>
                  <a:srgbClr val="000099"/>
                </a:solidFill>
                <a:latin typeface="Calibri"/>
                <a:ea typeface="Calibri"/>
                <a:cs typeface="Calibri"/>
                <a:sym typeface="Calibri"/>
              </a:rPr>
              <a:t>Sender wants to compute R such that:</a:t>
            </a:r>
            <a:endParaRPr b="0" i="0" sz="3200" u="none" cap="none" strike="noStrike">
              <a:solidFill>
                <a:srgbClr val="000099"/>
              </a:solidFill>
              <a:latin typeface="Calibri"/>
              <a:ea typeface="Calibri"/>
              <a:cs typeface="Calibri"/>
              <a:sym typeface="Calibri"/>
            </a:endParaRPr>
          </a:p>
          <a:p>
            <a:pPr indent="-231775" lvl="1" marL="695325" marR="0" rtl="0" algn="l">
              <a:lnSpc>
                <a:spcPct val="75000"/>
              </a:lnSpc>
              <a:spcBef>
                <a:spcPts val="500"/>
              </a:spcBef>
              <a:spcAft>
                <a:spcPts val="0"/>
              </a:spcAft>
              <a:buClr>
                <a:srgbClr val="0000A8"/>
              </a:buClr>
              <a:buSzPct val="100000"/>
              <a:buFont typeface="Noto Sans Symbols"/>
              <a:buNone/>
            </a:pPr>
            <a:r>
              <a:rPr b="0" i="1" lang="en-US" sz="3000" u="none" cap="none" strike="noStrike">
                <a:solidFill>
                  <a:srgbClr val="000000"/>
                </a:solidFill>
                <a:latin typeface="Calibri"/>
                <a:ea typeface="Calibri"/>
                <a:cs typeface="Calibri"/>
                <a:sym typeface="Calibri"/>
              </a:rPr>
              <a:t>D </a:t>
            </a:r>
            <a:r>
              <a:rPr b="0" baseline="30000" i="1" lang="en-US" sz="3000" u="none" cap="none" strike="noStrike">
                <a:solidFill>
                  <a:srgbClr val="000000"/>
                </a:solidFill>
                <a:latin typeface="Calibri"/>
                <a:ea typeface="Calibri"/>
                <a:cs typeface="Calibri"/>
                <a:sym typeface="Calibri"/>
              </a:rPr>
              <a:t>. </a:t>
            </a:r>
            <a:r>
              <a:rPr b="0" i="1" lang="en-US" sz="3000" u="none" cap="none" strike="noStrike">
                <a:solidFill>
                  <a:srgbClr val="000000"/>
                </a:solidFill>
                <a:latin typeface="Calibri"/>
                <a:ea typeface="Calibri"/>
                <a:cs typeface="Calibri"/>
                <a:sym typeface="Calibri"/>
              </a:rPr>
              <a:t>2</a:t>
            </a:r>
            <a:r>
              <a:rPr b="0" baseline="30000" i="1" lang="en-US" sz="3000" u="none" cap="none" strike="noStrike">
                <a:solidFill>
                  <a:srgbClr val="000000"/>
                </a:solidFill>
                <a:latin typeface="Calibri"/>
                <a:ea typeface="Calibri"/>
                <a:cs typeface="Calibri"/>
                <a:sym typeface="Calibri"/>
              </a:rPr>
              <a:t>r</a:t>
            </a:r>
            <a:r>
              <a:rPr b="0" i="1" lang="en-US" sz="3000" u="none" cap="none" strike="noStrike">
                <a:solidFill>
                  <a:srgbClr val="000000"/>
                </a:solidFill>
                <a:latin typeface="Calibri"/>
                <a:ea typeface="Calibri"/>
                <a:cs typeface="Calibri"/>
                <a:sym typeface="Calibri"/>
              </a:rPr>
              <a:t>  XOR  R = nG</a:t>
            </a:r>
            <a:endParaRPr/>
          </a:p>
        </p:txBody>
      </p:sp>
      <p:sp>
        <p:nvSpPr>
          <p:cNvPr id="1641" name="Google Shape;1641;p28"/>
          <p:cNvSpPr txBox="1"/>
          <p:nvPr/>
        </p:nvSpPr>
        <p:spPr>
          <a:xfrm>
            <a:off x="498852" y="6357788"/>
            <a:ext cx="9533044"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Check out the online interactive exercises for more examples: h</a:t>
            </a:r>
            <a:r>
              <a:rPr b="0" i="0" lang="en-US" sz="1200" u="none" cap="none" strike="noStrike">
                <a:solidFill>
                  <a:srgbClr val="000000"/>
                </a:solidFill>
                <a:latin typeface="Arial"/>
                <a:ea typeface="Arial"/>
                <a:cs typeface="Arial"/>
                <a:sym typeface="Arial"/>
              </a:rPr>
              <a:t>ttp://gaia.cs.umass.edu/kurose_ross/interactive/</a:t>
            </a:r>
            <a:endParaRPr/>
          </a:p>
        </p:txBody>
      </p:sp>
      <p:grpSp>
        <p:nvGrpSpPr>
          <p:cNvPr id="1642" name="Google Shape;1642;p28"/>
          <p:cNvGrpSpPr/>
          <p:nvPr/>
        </p:nvGrpSpPr>
        <p:grpSpPr>
          <a:xfrm>
            <a:off x="1783729" y="5292725"/>
            <a:ext cx="2788271" cy="822325"/>
            <a:chOff x="1783729" y="4359275"/>
            <a:chExt cx="2788271" cy="822325"/>
          </a:xfrm>
        </p:grpSpPr>
        <p:sp>
          <p:nvSpPr>
            <p:cNvPr id="1643" name="Google Shape;1643;p28"/>
            <p:cNvSpPr txBox="1"/>
            <p:nvPr/>
          </p:nvSpPr>
          <p:spPr>
            <a:xfrm>
              <a:off x="3184939" y="4359275"/>
              <a:ext cx="1336675" cy="8223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0" i="1" lang="en-US" sz="2400" u="none" cap="none" strike="noStrike">
                  <a:solidFill>
                    <a:srgbClr val="000000"/>
                  </a:solidFill>
                  <a:latin typeface="Arial"/>
                  <a:ea typeface="Arial"/>
                  <a:cs typeface="Arial"/>
                  <a:sym typeface="Arial"/>
                </a:rPr>
                <a:t>D</a:t>
              </a:r>
              <a:r>
                <a:rPr b="0" baseline="30000" i="1" lang="en-US" sz="2400" u="none" cap="none" strike="noStrike">
                  <a:solidFill>
                    <a:srgbClr val="000000"/>
                  </a:solidFill>
                  <a:latin typeface="Arial"/>
                  <a:ea typeface="Arial"/>
                  <a:cs typeface="Arial"/>
                  <a:sym typeface="Arial"/>
                </a:rPr>
                <a:t>.</a:t>
              </a:r>
              <a:r>
                <a:rPr b="0" i="1" lang="en-US" sz="2400" u="none" cap="none" strike="noStrike">
                  <a:solidFill>
                    <a:srgbClr val="000000"/>
                  </a:solidFill>
                  <a:latin typeface="Arial"/>
                  <a:ea typeface="Arial"/>
                  <a:cs typeface="Arial"/>
                  <a:sym typeface="Arial"/>
                </a:rPr>
                <a:t>2</a:t>
              </a:r>
              <a:r>
                <a:rPr b="0" baseline="30000" i="1" lang="en-US" sz="2400" u="none" cap="none" strike="noStrike">
                  <a:solidFill>
                    <a:srgbClr val="000000"/>
                  </a:solidFill>
                  <a:latin typeface="Arial"/>
                  <a:ea typeface="Arial"/>
                  <a:cs typeface="Arial"/>
                  <a:sym typeface="Arial"/>
                </a:rPr>
                <a:t>r</a:t>
              </a:r>
              <a:endParaRPr/>
            </a:p>
            <a:p>
              <a:pPr indent="0" lvl="0" marL="0" marR="0" rtl="0" algn="ctr">
                <a:lnSpc>
                  <a:spcPct val="100000"/>
                </a:lnSpc>
                <a:spcBef>
                  <a:spcPts val="0"/>
                </a:spcBef>
                <a:spcAft>
                  <a:spcPts val="0"/>
                </a:spcAft>
                <a:buClr>
                  <a:srgbClr val="000000"/>
                </a:buClr>
                <a:buSzPts val="2400"/>
                <a:buFont typeface="Arial"/>
                <a:buNone/>
              </a:pPr>
              <a:r>
                <a:rPr b="0" i="1" lang="en-US" sz="2400" u="none" cap="none" strike="noStrike">
                  <a:solidFill>
                    <a:srgbClr val="000000"/>
                  </a:solidFill>
                  <a:latin typeface="Arial"/>
                  <a:ea typeface="Arial"/>
                  <a:cs typeface="Arial"/>
                  <a:sym typeface="Arial"/>
                </a:rPr>
                <a:t>G</a:t>
              </a:r>
              <a:endParaRPr/>
            </a:p>
          </p:txBody>
        </p:sp>
        <p:cxnSp>
          <p:nvCxnSpPr>
            <p:cNvPr id="1644" name="Google Shape;1644;p28"/>
            <p:cNvCxnSpPr/>
            <p:nvPr/>
          </p:nvCxnSpPr>
          <p:spPr>
            <a:xfrm>
              <a:off x="3527839" y="4775200"/>
              <a:ext cx="631825" cy="0"/>
            </a:xfrm>
            <a:prstGeom prst="straightConnector1">
              <a:avLst/>
            </a:prstGeom>
            <a:noFill/>
            <a:ln cap="flat" cmpd="sng" w="19050">
              <a:solidFill>
                <a:schemeClr val="dk1"/>
              </a:solidFill>
              <a:prstDash val="solid"/>
              <a:round/>
              <a:headEnd len="med" w="med" type="none"/>
              <a:tailEnd len="med" w="med" type="none"/>
            </a:ln>
          </p:spPr>
        </p:cxnSp>
        <p:sp>
          <p:nvSpPr>
            <p:cNvPr id="1645" name="Google Shape;1645;p28"/>
            <p:cNvSpPr txBox="1"/>
            <p:nvPr/>
          </p:nvSpPr>
          <p:spPr>
            <a:xfrm>
              <a:off x="1783729" y="4504911"/>
              <a:ext cx="2788271" cy="47190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1" lang="en-US" sz="2400" u="none" cap="none" strike="noStrike">
                  <a:solidFill>
                    <a:srgbClr val="000000"/>
                  </a:solidFill>
                  <a:latin typeface="Arial"/>
                  <a:ea typeface="Arial"/>
                  <a:cs typeface="Arial"/>
                  <a:sym typeface="Arial"/>
                </a:rPr>
                <a:t>R</a:t>
              </a:r>
              <a:r>
                <a:rPr b="0" i="1" lang="en-US" sz="1800" u="none" cap="none" strike="noStrike">
                  <a:solidFill>
                    <a:srgbClr val="000000"/>
                  </a:solidFill>
                  <a:latin typeface="Arial"/>
                  <a:ea typeface="Arial"/>
                  <a:cs typeface="Arial"/>
                  <a:sym typeface="Arial"/>
                </a:rPr>
                <a:t> = remainder </a:t>
              </a:r>
              <a:r>
                <a:rPr b="0" i="1" lang="en-US" sz="2400" u="none" cap="none" strike="noStrike">
                  <a:solidFill>
                    <a:srgbClr val="000000"/>
                  </a:solidFill>
                  <a:latin typeface="Arial"/>
                  <a:ea typeface="Arial"/>
                  <a:cs typeface="Arial"/>
                  <a:sym typeface="Arial"/>
                </a:rPr>
                <a:t>[</a:t>
              </a:r>
              <a:r>
                <a:rPr b="0" i="1" lang="en-US" sz="1800" u="none" cap="none" strike="noStrike">
                  <a:solidFill>
                    <a:srgbClr val="000000"/>
                  </a:solidFill>
                  <a:latin typeface="Arial"/>
                  <a:ea typeface="Arial"/>
                  <a:cs typeface="Arial"/>
                  <a:sym typeface="Arial"/>
                </a:rPr>
                <a:t>           </a:t>
              </a:r>
              <a:r>
                <a:rPr b="0" i="1" lang="en-US" sz="2400" u="none" cap="none" strike="noStrike">
                  <a:solidFill>
                    <a:srgbClr val="000000"/>
                  </a:solidFill>
                  <a:latin typeface="Arial"/>
                  <a:ea typeface="Arial"/>
                  <a:cs typeface="Arial"/>
                  <a:sym typeface="Arial"/>
                </a:rPr>
                <a:t>]</a:t>
              </a:r>
              <a:endParaRPr b="0" i="1" sz="1800" u="none" cap="none" strike="noStrike">
                <a:solidFill>
                  <a:srgbClr val="000000"/>
                </a:solidFill>
                <a:latin typeface="Arial"/>
                <a:ea typeface="Arial"/>
                <a:cs typeface="Arial"/>
                <a:sym typeface="Arial"/>
              </a:endParaRPr>
            </a:p>
          </p:txBody>
        </p:sp>
      </p:grpSp>
      <p:sp>
        <p:nvSpPr>
          <p:cNvPr id="1646" name="Google Shape;1646;p28"/>
          <p:cNvSpPr txBox="1"/>
          <p:nvPr/>
        </p:nvSpPr>
        <p:spPr>
          <a:xfrm>
            <a:off x="767158" y="2996120"/>
            <a:ext cx="5252642" cy="877957"/>
          </a:xfrm>
          <a:prstGeom prst="rect">
            <a:avLst/>
          </a:prstGeom>
          <a:noFill/>
          <a:ln>
            <a:noFill/>
          </a:ln>
        </p:spPr>
        <p:txBody>
          <a:bodyPr anchorCtr="0" anchor="t" bIns="45700" lIns="91425" spcFirstLastPara="1" rIns="91425" wrap="square" tIns="45700">
            <a:normAutofit/>
          </a:bodyPr>
          <a:lstStyle/>
          <a:p>
            <a:pPr indent="-117475" lvl="0" marL="352425" marR="0" rtl="0" algn="l">
              <a:lnSpc>
                <a:spcPct val="75000"/>
              </a:lnSpc>
              <a:spcBef>
                <a:spcPts val="0"/>
              </a:spcBef>
              <a:spcAft>
                <a:spcPts val="0"/>
              </a:spcAft>
              <a:buClr>
                <a:srgbClr val="0000A3"/>
              </a:buClr>
              <a:buSzPts val="2800"/>
              <a:buFont typeface="Noto Sans Symbols"/>
              <a:buNone/>
            </a:pPr>
            <a:r>
              <a:rPr b="0" i="0" lang="en-US" sz="2800" u="none" cap="none" strike="noStrike">
                <a:solidFill>
                  <a:srgbClr val="000099"/>
                </a:solidFill>
                <a:latin typeface="Calibri"/>
                <a:ea typeface="Calibri"/>
                <a:cs typeface="Calibri"/>
                <a:sym typeface="Calibri"/>
              </a:rPr>
              <a:t>... or equivalently </a:t>
            </a:r>
            <a:r>
              <a:rPr b="0" i="0" lang="en-US" sz="2200" u="none" cap="none" strike="noStrike">
                <a:solidFill>
                  <a:srgbClr val="000099"/>
                </a:solidFill>
                <a:latin typeface="Calibri"/>
                <a:ea typeface="Calibri"/>
                <a:cs typeface="Calibri"/>
                <a:sym typeface="Calibri"/>
              </a:rPr>
              <a:t>(XOR R both sides):</a:t>
            </a:r>
            <a:endParaRPr b="0" i="0" sz="3200" u="none" cap="none" strike="noStrike">
              <a:solidFill>
                <a:srgbClr val="000099"/>
              </a:solidFill>
              <a:latin typeface="Calibri"/>
              <a:ea typeface="Calibri"/>
              <a:cs typeface="Calibri"/>
              <a:sym typeface="Calibri"/>
            </a:endParaRPr>
          </a:p>
          <a:p>
            <a:pPr indent="-231775" lvl="1" marL="695325" marR="0" rtl="0" algn="l">
              <a:lnSpc>
                <a:spcPct val="75000"/>
              </a:lnSpc>
              <a:spcBef>
                <a:spcPts val="500"/>
              </a:spcBef>
              <a:spcAft>
                <a:spcPts val="0"/>
              </a:spcAft>
              <a:buClr>
                <a:srgbClr val="0000A8"/>
              </a:buClr>
              <a:buSzPts val="2800"/>
              <a:buFont typeface="Noto Sans Symbols"/>
              <a:buNone/>
            </a:pPr>
            <a:r>
              <a:rPr b="0" i="1" lang="en-US" sz="2800" u="none" cap="none" strike="noStrike">
                <a:solidFill>
                  <a:srgbClr val="000000"/>
                </a:solidFill>
                <a:latin typeface="Calibri"/>
                <a:ea typeface="Calibri"/>
                <a:cs typeface="Calibri"/>
                <a:sym typeface="Calibri"/>
              </a:rPr>
              <a:t>D </a:t>
            </a:r>
            <a:r>
              <a:rPr b="0" baseline="30000" i="1" lang="en-US" sz="2800" u="none" cap="none" strike="noStrike">
                <a:solidFill>
                  <a:srgbClr val="000000"/>
                </a:solidFill>
                <a:latin typeface="Calibri"/>
                <a:ea typeface="Calibri"/>
                <a:cs typeface="Calibri"/>
                <a:sym typeface="Calibri"/>
              </a:rPr>
              <a:t>. </a:t>
            </a:r>
            <a:r>
              <a:rPr b="0" i="1" lang="en-US" sz="2800" u="none" cap="none" strike="noStrike">
                <a:solidFill>
                  <a:srgbClr val="000000"/>
                </a:solidFill>
                <a:latin typeface="Calibri"/>
                <a:ea typeface="Calibri"/>
                <a:cs typeface="Calibri"/>
                <a:sym typeface="Calibri"/>
              </a:rPr>
              <a:t>2</a:t>
            </a:r>
            <a:r>
              <a:rPr b="0" baseline="30000" i="1" lang="en-US" sz="2800" u="none" cap="none" strike="noStrike">
                <a:solidFill>
                  <a:srgbClr val="000000"/>
                </a:solidFill>
                <a:latin typeface="Calibri"/>
                <a:ea typeface="Calibri"/>
                <a:cs typeface="Calibri"/>
                <a:sym typeface="Calibri"/>
              </a:rPr>
              <a:t>r</a:t>
            </a:r>
            <a:r>
              <a:rPr b="0" i="1" lang="en-US" sz="2800" u="none" cap="none" strike="noStrike">
                <a:solidFill>
                  <a:srgbClr val="000000"/>
                </a:solidFill>
                <a:latin typeface="Calibri"/>
                <a:ea typeface="Calibri"/>
                <a:cs typeface="Calibri"/>
                <a:sym typeface="Calibri"/>
              </a:rPr>
              <a:t> = nG  XOR  R </a:t>
            </a:r>
            <a:endParaRPr/>
          </a:p>
        </p:txBody>
      </p:sp>
      <p:sp>
        <p:nvSpPr>
          <p:cNvPr id="1647" name="Google Shape;1647;p28"/>
          <p:cNvSpPr txBox="1"/>
          <p:nvPr/>
        </p:nvSpPr>
        <p:spPr>
          <a:xfrm>
            <a:off x="725595" y="4002308"/>
            <a:ext cx="4984888" cy="1252030"/>
          </a:xfrm>
          <a:prstGeom prst="rect">
            <a:avLst/>
          </a:prstGeom>
          <a:noFill/>
          <a:ln>
            <a:noFill/>
          </a:ln>
        </p:spPr>
        <p:txBody>
          <a:bodyPr anchorCtr="0" anchor="t" bIns="45700" lIns="91425" spcFirstLastPara="1" rIns="91425" wrap="square" tIns="45700">
            <a:normAutofit/>
          </a:bodyPr>
          <a:lstStyle/>
          <a:p>
            <a:pPr indent="-117475" lvl="0" marL="352425" marR="0" rtl="0" algn="l">
              <a:lnSpc>
                <a:spcPct val="75000"/>
              </a:lnSpc>
              <a:spcBef>
                <a:spcPts val="0"/>
              </a:spcBef>
              <a:spcAft>
                <a:spcPts val="0"/>
              </a:spcAft>
              <a:buClr>
                <a:srgbClr val="0000A3"/>
              </a:buClr>
              <a:buSzPts val="2800"/>
              <a:buFont typeface="Noto Sans Symbols"/>
              <a:buNone/>
            </a:pPr>
            <a:r>
              <a:rPr b="0" i="0" lang="en-US" sz="2800" u="none" cap="none" strike="noStrike">
                <a:solidFill>
                  <a:srgbClr val="000099"/>
                </a:solidFill>
                <a:latin typeface="Calibri"/>
                <a:ea typeface="Calibri"/>
                <a:cs typeface="Calibri"/>
                <a:sym typeface="Calibri"/>
              </a:rPr>
              <a:t> ... which says:</a:t>
            </a:r>
            <a:r>
              <a:rPr b="0" i="0" lang="en-US" sz="2800" u="none" cap="none" strike="noStrike">
                <a:solidFill>
                  <a:srgbClr val="000000"/>
                </a:solidFill>
                <a:latin typeface="Calibri"/>
                <a:ea typeface="Calibri"/>
                <a:cs typeface="Calibri"/>
                <a:sym typeface="Calibri"/>
              </a:rPr>
              <a:t>  </a:t>
            </a:r>
            <a:endParaRPr/>
          </a:p>
          <a:p>
            <a:pPr indent="-234950" lvl="0" marL="457200" marR="0" rtl="0" algn="l">
              <a:lnSpc>
                <a:spcPct val="75000"/>
              </a:lnSpc>
              <a:spcBef>
                <a:spcPts val="100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   if we divide D </a:t>
            </a:r>
            <a:r>
              <a:rPr b="0" baseline="30000" i="0" lang="en-US" sz="2800" u="none" cap="none" strike="noStrike">
                <a:solidFill>
                  <a:srgbClr val="000000"/>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2</a:t>
            </a:r>
            <a:r>
              <a:rPr b="0" baseline="30000" i="0" lang="en-US" sz="2800" u="none" cap="none" strike="noStrike">
                <a:solidFill>
                  <a:srgbClr val="000000"/>
                </a:solidFill>
                <a:latin typeface="Calibri"/>
                <a:ea typeface="Calibri"/>
                <a:cs typeface="Calibri"/>
                <a:sym typeface="Calibri"/>
              </a:rPr>
              <a:t>r</a:t>
            </a:r>
            <a:r>
              <a:rPr b="0" i="0" lang="en-US" sz="2800" u="none" cap="none" strike="noStrike">
                <a:solidFill>
                  <a:srgbClr val="000000"/>
                </a:solidFill>
                <a:latin typeface="Calibri"/>
                <a:ea typeface="Calibri"/>
                <a:cs typeface="Calibri"/>
                <a:sym typeface="Calibri"/>
              </a:rPr>
              <a:t> by G, we want remainder R to satisfy:</a:t>
            </a:r>
            <a:endParaRPr b="0" i="0" sz="3200" u="none" cap="none" strike="noStrike">
              <a:solidFill>
                <a:srgbClr val="000000"/>
              </a:solidFill>
              <a:latin typeface="Calibri"/>
              <a:ea typeface="Calibri"/>
              <a:cs typeface="Calibri"/>
              <a:sym typeface="Calibri"/>
            </a:endParaRPr>
          </a:p>
        </p:txBody>
      </p:sp>
      <p:sp>
        <p:nvSpPr>
          <p:cNvPr id="1648" name="Google Shape;1648;p28"/>
          <p:cNvSpPr txBox="1"/>
          <p:nvPr/>
        </p:nvSpPr>
        <p:spPr>
          <a:xfrm>
            <a:off x="7679634" y="2146851"/>
            <a:ext cx="122020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1  0  0  1</a:t>
            </a:r>
            <a:endParaRPr/>
          </a:p>
        </p:txBody>
      </p:sp>
      <p:sp>
        <p:nvSpPr>
          <p:cNvPr id="1649" name="Google Shape;1649;p28"/>
          <p:cNvSpPr txBox="1"/>
          <p:nvPr/>
        </p:nvSpPr>
        <p:spPr>
          <a:xfrm>
            <a:off x="8249478" y="3041373"/>
            <a:ext cx="122020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1  0  1  0</a:t>
            </a:r>
            <a:endParaRPr/>
          </a:p>
        </p:txBody>
      </p:sp>
      <p:sp>
        <p:nvSpPr>
          <p:cNvPr id="1650" name="Google Shape;1650;p28"/>
          <p:cNvSpPr txBox="1"/>
          <p:nvPr/>
        </p:nvSpPr>
        <p:spPr>
          <a:xfrm>
            <a:off x="8249479" y="2451654"/>
            <a:ext cx="92685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1  0  1</a:t>
            </a:r>
            <a:endParaRPr/>
          </a:p>
        </p:txBody>
      </p:sp>
      <p:sp>
        <p:nvSpPr>
          <p:cNvPr id="1651" name="Google Shape;1651;p28"/>
          <p:cNvSpPr txBox="1"/>
          <p:nvPr/>
        </p:nvSpPr>
        <p:spPr>
          <a:xfrm>
            <a:off x="8262729" y="2756456"/>
            <a:ext cx="92685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0  0  0</a:t>
            </a:r>
            <a:endParaRPr/>
          </a:p>
        </p:txBody>
      </p:sp>
      <p:sp>
        <p:nvSpPr>
          <p:cNvPr id="1652" name="Google Shape;1652;p28"/>
          <p:cNvSpPr txBox="1"/>
          <p:nvPr/>
        </p:nvSpPr>
        <p:spPr>
          <a:xfrm>
            <a:off x="8256103" y="3339547"/>
            <a:ext cx="122020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1  0  0  1</a:t>
            </a:r>
            <a:endParaRPr/>
          </a:p>
        </p:txBody>
      </p:sp>
      <p:grpSp>
        <p:nvGrpSpPr>
          <p:cNvPr id="1653" name="Google Shape;1653;p28"/>
          <p:cNvGrpSpPr/>
          <p:nvPr/>
        </p:nvGrpSpPr>
        <p:grpSpPr>
          <a:xfrm>
            <a:off x="8825948" y="3664228"/>
            <a:ext cx="1505129" cy="2259494"/>
            <a:chOff x="8825948" y="3664228"/>
            <a:chExt cx="1505129" cy="2259494"/>
          </a:xfrm>
        </p:grpSpPr>
        <p:sp>
          <p:nvSpPr>
            <p:cNvPr id="1654" name="Google Shape;1654;p28"/>
            <p:cNvSpPr txBox="1"/>
            <p:nvPr/>
          </p:nvSpPr>
          <p:spPr>
            <a:xfrm>
              <a:off x="8832573" y="4558747"/>
              <a:ext cx="122020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1  0  0  1</a:t>
              </a:r>
              <a:endParaRPr/>
            </a:p>
          </p:txBody>
        </p:sp>
        <p:sp>
          <p:nvSpPr>
            <p:cNvPr id="1655" name="Google Shape;1655;p28"/>
            <p:cNvSpPr txBox="1"/>
            <p:nvPr/>
          </p:nvSpPr>
          <p:spPr>
            <a:xfrm>
              <a:off x="9110869" y="5155096"/>
              <a:ext cx="122020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1  0  0  1</a:t>
              </a:r>
              <a:endParaRPr/>
            </a:p>
          </p:txBody>
        </p:sp>
        <p:sp>
          <p:nvSpPr>
            <p:cNvPr id="1656" name="Google Shape;1656;p28"/>
            <p:cNvSpPr txBox="1"/>
            <p:nvPr/>
          </p:nvSpPr>
          <p:spPr>
            <a:xfrm>
              <a:off x="8845821" y="3962406"/>
              <a:ext cx="92685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0  0  0</a:t>
              </a:r>
              <a:endParaRPr/>
            </a:p>
          </p:txBody>
        </p:sp>
        <p:sp>
          <p:nvSpPr>
            <p:cNvPr id="1657" name="Google Shape;1657;p28"/>
            <p:cNvSpPr txBox="1"/>
            <p:nvPr/>
          </p:nvSpPr>
          <p:spPr>
            <a:xfrm>
              <a:off x="8825949" y="3664228"/>
              <a:ext cx="92685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1  1  0</a:t>
              </a:r>
              <a:endParaRPr/>
            </a:p>
          </p:txBody>
        </p:sp>
        <p:sp>
          <p:nvSpPr>
            <p:cNvPr id="1658" name="Google Shape;1658;p28"/>
            <p:cNvSpPr txBox="1"/>
            <p:nvPr/>
          </p:nvSpPr>
          <p:spPr>
            <a:xfrm>
              <a:off x="8825948" y="4253947"/>
              <a:ext cx="122020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1  1  0  0</a:t>
              </a:r>
              <a:endParaRPr/>
            </a:p>
          </p:txBody>
        </p:sp>
        <p:sp>
          <p:nvSpPr>
            <p:cNvPr id="1659" name="Google Shape;1659;p28"/>
            <p:cNvSpPr txBox="1"/>
            <p:nvPr/>
          </p:nvSpPr>
          <p:spPr>
            <a:xfrm>
              <a:off x="9110871" y="4856920"/>
              <a:ext cx="122020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1  0  1  0</a:t>
              </a:r>
              <a:endParaRPr/>
            </a:p>
          </p:txBody>
        </p:sp>
        <p:sp>
          <p:nvSpPr>
            <p:cNvPr id="1660" name="Google Shape;1660;p28"/>
            <p:cNvSpPr txBox="1"/>
            <p:nvPr/>
          </p:nvSpPr>
          <p:spPr>
            <a:xfrm>
              <a:off x="9395794" y="5462057"/>
              <a:ext cx="92685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0  1  1</a:t>
              </a:r>
              <a:endParaRPr/>
            </a:p>
          </p:txBody>
        </p:sp>
      </p:grpSp>
      <p:sp>
        <p:nvSpPr>
          <p:cNvPr id="1661" name="Google Shape;1661;p28"/>
          <p:cNvSpPr txBox="1"/>
          <p:nvPr/>
        </p:nvSpPr>
        <p:spPr>
          <a:xfrm>
            <a:off x="9262887" y="1451109"/>
            <a:ext cx="1064715"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  0  1  1</a:t>
            </a:r>
            <a:endParaRPr/>
          </a:p>
        </p:txBody>
      </p:sp>
      <p:sp>
        <p:nvSpPr>
          <p:cNvPr id="1662" name="Google Shape;1662;p28"/>
          <p:cNvSpPr txBox="1"/>
          <p:nvPr/>
        </p:nvSpPr>
        <p:spPr>
          <a:xfrm>
            <a:off x="9998764" y="2537791"/>
            <a:ext cx="40588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800"/>
              <a:buFont typeface="Calibri"/>
              <a:buNone/>
            </a:pPr>
            <a:r>
              <a:rPr b="0" i="0" lang="en-US" sz="2800" u="none" cap="none" strike="noStrike">
                <a:solidFill>
                  <a:srgbClr val="C00000"/>
                </a:solidFill>
                <a:latin typeface="Calibri"/>
                <a:ea typeface="Calibri"/>
                <a:cs typeface="Calibri"/>
                <a:sym typeface="Calibri"/>
              </a:rPr>
              <a:t>D</a:t>
            </a:r>
            <a:endParaRPr/>
          </a:p>
        </p:txBody>
      </p:sp>
      <p:sp>
        <p:nvSpPr>
          <p:cNvPr id="1663" name="Google Shape;1663;p28"/>
          <p:cNvSpPr txBox="1"/>
          <p:nvPr/>
        </p:nvSpPr>
        <p:spPr>
          <a:xfrm>
            <a:off x="9700589" y="5963477"/>
            <a:ext cx="38023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800"/>
              <a:buFont typeface="Calibri"/>
              <a:buNone/>
            </a:pPr>
            <a:r>
              <a:rPr b="0" i="0" lang="en-US" sz="2800" u="none" cap="none" strike="noStrike">
                <a:solidFill>
                  <a:srgbClr val="C00000"/>
                </a:solidFill>
                <a:latin typeface="Calibri"/>
                <a:ea typeface="Calibri"/>
                <a:cs typeface="Calibri"/>
                <a:sym typeface="Calibri"/>
              </a:rPr>
              <a:t>R</a:t>
            </a:r>
            <a:endParaRPr/>
          </a:p>
        </p:txBody>
      </p:sp>
      <p:sp>
        <p:nvSpPr>
          <p:cNvPr id="1664" name="Google Shape;1664;p28"/>
          <p:cNvSpPr/>
          <p:nvPr/>
        </p:nvSpPr>
        <p:spPr>
          <a:xfrm rot="5400000">
            <a:off x="9749390" y="5609878"/>
            <a:ext cx="185531" cy="680698"/>
          </a:xfrm>
          <a:prstGeom prst="rightBrace">
            <a:avLst>
              <a:gd fmla="val 8333" name="adj1"/>
              <a:gd fmla="val 50000" name="adj2"/>
            </a:avLst>
          </a:prstGeom>
          <a:no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665" name="Google Shape;1665;p28"/>
          <p:cNvGrpSpPr/>
          <p:nvPr/>
        </p:nvGrpSpPr>
        <p:grpSpPr>
          <a:xfrm>
            <a:off x="6367670" y="1219201"/>
            <a:ext cx="1220206" cy="1064637"/>
            <a:chOff x="6367670" y="1219201"/>
            <a:chExt cx="1220206" cy="1064637"/>
          </a:xfrm>
        </p:grpSpPr>
        <p:sp>
          <p:nvSpPr>
            <p:cNvPr id="1666" name="Google Shape;1666;p28"/>
            <p:cNvSpPr txBox="1"/>
            <p:nvPr/>
          </p:nvSpPr>
          <p:spPr>
            <a:xfrm>
              <a:off x="6367670" y="1822173"/>
              <a:ext cx="122020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1  0  0  1</a:t>
              </a:r>
              <a:endParaRPr/>
            </a:p>
          </p:txBody>
        </p:sp>
        <p:sp>
          <p:nvSpPr>
            <p:cNvPr id="1667" name="Google Shape;1667;p28"/>
            <p:cNvSpPr txBox="1"/>
            <p:nvPr/>
          </p:nvSpPr>
          <p:spPr>
            <a:xfrm>
              <a:off x="6745358" y="1219201"/>
              <a:ext cx="41069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800"/>
                <a:buFont typeface="Calibri"/>
                <a:buNone/>
              </a:pPr>
              <a:r>
                <a:rPr b="0" i="0" lang="en-US" sz="2800" u="none" cap="none" strike="noStrike">
                  <a:solidFill>
                    <a:srgbClr val="C00000"/>
                  </a:solidFill>
                  <a:latin typeface="Calibri"/>
                  <a:ea typeface="Calibri"/>
                  <a:cs typeface="Calibri"/>
                  <a:sym typeface="Calibri"/>
                </a:rPr>
                <a:t>G</a:t>
              </a:r>
              <a:endParaRPr/>
            </a:p>
          </p:txBody>
        </p:sp>
        <p:sp>
          <p:nvSpPr>
            <p:cNvPr id="1668" name="Google Shape;1668;p28"/>
            <p:cNvSpPr/>
            <p:nvPr/>
          </p:nvSpPr>
          <p:spPr>
            <a:xfrm rot="-5400000">
              <a:off x="6831499" y="1265579"/>
              <a:ext cx="231910" cy="1000543"/>
            </a:xfrm>
            <a:prstGeom prst="rightBrace">
              <a:avLst>
                <a:gd fmla="val 8333" name="adj1"/>
                <a:gd fmla="val 50000" name="adj2"/>
              </a:avLst>
            </a:prstGeom>
            <a:no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cxnSp>
        <p:nvCxnSpPr>
          <p:cNvPr id="1669" name="Google Shape;1669;p28"/>
          <p:cNvCxnSpPr>
            <a:endCxn id="1662" idx="1"/>
          </p:cNvCxnSpPr>
          <p:nvPr/>
        </p:nvCxnSpPr>
        <p:spPr>
          <a:xfrm>
            <a:off x="8839264" y="2200001"/>
            <a:ext cx="1159500" cy="599400"/>
          </a:xfrm>
          <a:prstGeom prst="straightConnector1">
            <a:avLst/>
          </a:prstGeom>
          <a:noFill/>
          <a:ln cap="flat" cmpd="sng" w="19050">
            <a:solidFill>
              <a:srgbClr val="C00000"/>
            </a:solidFill>
            <a:prstDash val="solid"/>
            <a:miter lim="800000"/>
            <a:headEnd len="sm" w="sm" type="none"/>
            <a:tailEnd len="sm" w="sm" type="none"/>
          </a:ln>
        </p:spPr>
      </p:cxnSp>
      <p:grpSp>
        <p:nvGrpSpPr>
          <p:cNvPr id="1670" name="Google Shape;1670;p28"/>
          <p:cNvGrpSpPr/>
          <p:nvPr/>
        </p:nvGrpSpPr>
        <p:grpSpPr>
          <a:xfrm>
            <a:off x="7550150" y="1873802"/>
            <a:ext cx="2658303" cy="323299"/>
            <a:chOff x="7550150" y="1873802"/>
            <a:chExt cx="2658303" cy="323299"/>
          </a:xfrm>
        </p:grpSpPr>
        <p:grpSp>
          <p:nvGrpSpPr>
            <p:cNvPr id="1671" name="Google Shape;1671;p28"/>
            <p:cNvGrpSpPr/>
            <p:nvPr/>
          </p:nvGrpSpPr>
          <p:grpSpPr>
            <a:xfrm>
              <a:off x="7550150" y="1873802"/>
              <a:ext cx="2658303" cy="323299"/>
              <a:chOff x="7572375" y="1842052"/>
              <a:chExt cx="2658303" cy="323299"/>
            </a:xfrm>
          </p:grpSpPr>
          <p:cxnSp>
            <p:nvCxnSpPr>
              <p:cNvPr id="1672" name="Google Shape;1672;p28"/>
              <p:cNvCxnSpPr/>
              <p:nvPr/>
            </p:nvCxnSpPr>
            <p:spPr>
              <a:xfrm>
                <a:off x="7659757" y="1842052"/>
                <a:ext cx="2570921" cy="0"/>
              </a:xfrm>
              <a:prstGeom prst="straightConnector1">
                <a:avLst/>
              </a:prstGeom>
              <a:noFill/>
              <a:ln cap="flat" cmpd="sng" w="19050">
                <a:solidFill>
                  <a:schemeClr val="dk1"/>
                </a:solidFill>
                <a:prstDash val="solid"/>
                <a:miter lim="800000"/>
                <a:headEnd len="sm" w="sm" type="none"/>
                <a:tailEnd len="sm" w="sm" type="none"/>
              </a:ln>
            </p:spPr>
          </p:cxnSp>
          <p:sp>
            <p:nvSpPr>
              <p:cNvPr id="1673" name="Google Shape;1673;p28"/>
              <p:cNvSpPr/>
              <p:nvPr/>
            </p:nvSpPr>
            <p:spPr>
              <a:xfrm rot="-5400000">
                <a:off x="7488045" y="1927002"/>
                <a:ext cx="322679" cy="154018"/>
              </a:xfrm>
              <a:prstGeom prst="pie">
                <a:avLst>
                  <a:gd fmla="val 0" name="adj1"/>
                  <a:gd fmla="val 10753547" name="adj2"/>
                </a:avLst>
              </a:prstGeom>
              <a:no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674" name="Google Shape;1674;p28"/>
            <p:cNvSpPr/>
            <p:nvPr/>
          </p:nvSpPr>
          <p:spPr>
            <a:xfrm>
              <a:off x="7585075" y="1882775"/>
              <a:ext cx="85725" cy="307976"/>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1675" name="Google Shape;1675;p28"/>
          <p:cNvSpPr txBox="1"/>
          <p:nvPr/>
        </p:nvSpPr>
        <p:spPr>
          <a:xfrm>
            <a:off x="9406127" y="1822173"/>
            <a:ext cx="92685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0  0  0</a:t>
            </a:r>
            <a:endParaRPr/>
          </a:p>
        </p:txBody>
      </p:sp>
      <p:sp>
        <p:nvSpPr>
          <p:cNvPr id="1676" name="Google Shape;1676;p28"/>
          <p:cNvSpPr txBox="1"/>
          <p:nvPr/>
        </p:nvSpPr>
        <p:spPr>
          <a:xfrm>
            <a:off x="7673008" y="1828798"/>
            <a:ext cx="1806905"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1  0  1  1  1  0</a:t>
            </a:r>
            <a:endParaRPr/>
          </a:p>
        </p:txBody>
      </p:sp>
      <p:sp>
        <p:nvSpPr>
          <p:cNvPr id="1677" name="Google Shape;1677;p28"/>
          <p:cNvSpPr/>
          <p:nvPr/>
        </p:nvSpPr>
        <p:spPr>
          <a:xfrm>
            <a:off x="7712766" y="1881809"/>
            <a:ext cx="2597426" cy="331304"/>
          </a:xfrm>
          <a:prstGeom prst="roundRect">
            <a:avLst>
              <a:gd fmla="val 16667" name="adj"/>
            </a:avLst>
          </a:prstGeom>
          <a:no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1678" name="Google Shape;1678;p28"/>
          <p:cNvCxnSpPr>
            <a:endCxn id="1662" idx="1"/>
          </p:cNvCxnSpPr>
          <p:nvPr/>
        </p:nvCxnSpPr>
        <p:spPr>
          <a:xfrm>
            <a:off x="9720364" y="2219801"/>
            <a:ext cx="278400" cy="579600"/>
          </a:xfrm>
          <a:prstGeom prst="straightConnector1">
            <a:avLst/>
          </a:prstGeom>
          <a:noFill/>
          <a:ln cap="flat" cmpd="sng" w="12700">
            <a:solidFill>
              <a:srgbClr val="C00000"/>
            </a:solidFill>
            <a:prstDash val="solid"/>
            <a:miter lim="800000"/>
            <a:headEnd len="sm" w="sm" type="none"/>
            <a:tailEnd len="sm" w="sm" type="none"/>
          </a:ln>
        </p:spPr>
      </p:cxnSp>
      <p:sp>
        <p:nvSpPr>
          <p:cNvPr id="1679" name="Google Shape;1679;p28"/>
          <p:cNvSpPr txBox="1"/>
          <p:nvPr/>
        </p:nvSpPr>
        <p:spPr>
          <a:xfrm>
            <a:off x="10376447" y="2544418"/>
            <a:ext cx="1482009"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800"/>
              <a:buFont typeface="Calibri"/>
              <a:buNone/>
            </a:pPr>
            <a:r>
              <a:rPr b="0" i="0" lang="en-US" sz="2800" u="none" cap="none" strike="noStrike">
                <a:solidFill>
                  <a:srgbClr val="C00000"/>
                </a:solidFill>
                <a:latin typeface="Calibri"/>
                <a:ea typeface="Calibri"/>
                <a:cs typeface="Calibri"/>
                <a:sym typeface="Calibri"/>
              </a:rPr>
              <a:t>2</a:t>
            </a:r>
            <a:r>
              <a:rPr b="0" baseline="30000" i="0" lang="en-US" sz="2800" u="none" cap="none" strike="noStrike">
                <a:solidFill>
                  <a:srgbClr val="C00000"/>
                </a:solidFill>
                <a:latin typeface="Calibri"/>
                <a:ea typeface="Calibri"/>
                <a:cs typeface="Calibri"/>
                <a:sym typeface="Calibri"/>
              </a:rPr>
              <a:t>r </a:t>
            </a:r>
            <a:r>
              <a:rPr b="0" i="0" lang="en-US" sz="1600" u="none" cap="none" strike="noStrike">
                <a:solidFill>
                  <a:schemeClr val="dk1"/>
                </a:solidFill>
                <a:latin typeface="Calibri"/>
                <a:ea typeface="Calibri"/>
                <a:cs typeface="Calibri"/>
                <a:sym typeface="Calibri"/>
              </a:rPr>
              <a:t>  (here, r=3)</a:t>
            </a:r>
            <a:endParaRPr b="0" i="0" sz="2800" u="none" cap="none" strike="noStrike">
              <a:solidFill>
                <a:schemeClr val="dk1"/>
              </a:solidFill>
              <a:latin typeface="Calibri"/>
              <a:ea typeface="Calibri"/>
              <a:cs typeface="Calibri"/>
              <a:sym typeface="Calibri"/>
            </a:endParaRPr>
          </a:p>
        </p:txBody>
      </p:sp>
      <p:sp>
        <p:nvSpPr>
          <p:cNvPr id="1680" name="Google Shape;1680;p28"/>
          <p:cNvSpPr txBox="1"/>
          <p:nvPr/>
        </p:nvSpPr>
        <p:spPr>
          <a:xfrm>
            <a:off x="10227366" y="2637181"/>
            <a:ext cx="312906"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000"/>
              <a:buFont typeface="Calibri"/>
              <a:buNone/>
            </a:pPr>
            <a:r>
              <a:rPr b="0" i="0" lang="en-US" sz="2000" u="none" cap="none" strike="noStrike">
                <a:solidFill>
                  <a:srgbClr val="C00000"/>
                </a:solidFill>
                <a:latin typeface="Calibri"/>
                <a:ea typeface="Calibri"/>
                <a:cs typeface="Calibri"/>
                <a:sym typeface="Calibri"/>
              </a:rPr>
              <a:t>*</a:t>
            </a:r>
            <a:endParaRPr/>
          </a:p>
        </p:txBody>
      </p:sp>
      <p:sp>
        <p:nvSpPr>
          <p:cNvPr id="1681" name="Google Shape;1681;p28"/>
          <p:cNvSpPr txBox="1"/>
          <p:nvPr/>
        </p:nvSpPr>
        <p:spPr>
          <a:xfrm>
            <a:off x="8523844" y="1441645"/>
            <a:ext cx="3401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1</a:t>
            </a:r>
            <a:endParaRPr/>
          </a:p>
        </p:txBody>
      </p:sp>
      <p:sp>
        <p:nvSpPr>
          <p:cNvPr id="1682" name="Google Shape;1682;p28"/>
          <p:cNvSpPr txBox="1"/>
          <p:nvPr/>
        </p:nvSpPr>
        <p:spPr>
          <a:xfrm>
            <a:off x="8810715" y="1450610"/>
            <a:ext cx="3401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0</a:t>
            </a:r>
            <a:endParaRPr/>
          </a:p>
        </p:txBody>
      </p:sp>
      <p:sp>
        <p:nvSpPr>
          <p:cNvPr id="1683" name="Google Shape;1683;p28"/>
          <p:cNvSpPr txBox="1"/>
          <p:nvPr/>
        </p:nvSpPr>
        <p:spPr>
          <a:xfrm>
            <a:off x="9097586" y="1441645"/>
            <a:ext cx="3401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1</a:t>
            </a:r>
            <a:endParaRPr/>
          </a:p>
        </p:txBody>
      </p:sp>
      <p:sp>
        <p:nvSpPr>
          <p:cNvPr id="1684" name="Google Shape;1684;p28"/>
          <p:cNvSpPr txBox="1"/>
          <p:nvPr/>
        </p:nvSpPr>
        <p:spPr>
          <a:xfrm>
            <a:off x="4648200" y="5372100"/>
            <a:ext cx="1905715" cy="722955"/>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None/>
            </a:pPr>
            <a:r>
              <a:rPr b="0" i="1" lang="en-US" sz="2400" u="none" cap="none" strike="noStrike">
                <a:solidFill>
                  <a:srgbClr val="C00000"/>
                </a:solidFill>
                <a:latin typeface="Calibri"/>
                <a:ea typeface="Calibri"/>
                <a:cs typeface="Calibri"/>
                <a:sym typeface="Calibri"/>
              </a:rPr>
              <a:t>algorithm for </a:t>
            </a:r>
            <a:endParaRPr/>
          </a:p>
          <a:p>
            <a:pPr indent="0" lvl="0" marL="0" marR="0" rtl="0" algn="l">
              <a:lnSpc>
                <a:spcPct val="85000"/>
              </a:lnSpc>
              <a:spcBef>
                <a:spcPts val="0"/>
              </a:spcBef>
              <a:spcAft>
                <a:spcPts val="0"/>
              </a:spcAft>
              <a:buNone/>
            </a:pPr>
            <a:r>
              <a:rPr b="0" i="1" lang="en-US" sz="2400" u="none" cap="none" strike="noStrike">
                <a:solidFill>
                  <a:srgbClr val="C00000"/>
                </a:solidFill>
                <a:latin typeface="Calibri"/>
                <a:ea typeface="Calibri"/>
                <a:cs typeface="Calibri"/>
                <a:sym typeface="Calibri"/>
              </a:rPr>
              <a:t>computing R</a:t>
            </a:r>
            <a:endParaRPr/>
          </a:p>
        </p:txBody>
      </p:sp>
      <p:sp>
        <p:nvSpPr>
          <p:cNvPr id="1685" name="Google Shape;1685;p28"/>
          <p:cNvSpPr/>
          <p:nvPr/>
        </p:nvSpPr>
        <p:spPr>
          <a:xfrm>
            <a:off x="1543050" y="5124450"/>
            <a:ext cx="3162300" cy="1123950"/>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86" name="Google Shape;1686;p2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Link Layer </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6"/>
                                        </p:tgtEl>
                                        <p:attrNameLst>
                                          <p:attrName>style.visibility</p:attrName>
                                        </p:attrNameLst>
                                      </p:cBhvr>
                                      <p:to>
                                        <p:strVal val="visible"/>
                                      </p:to>
                                    </p:set>
                                    <p:animEffect filter="fade" transition="in">
                                      <p:cBhvr>
                                        <p:cTn dur="500"/>
                                        <p:tgtEl>
                                          <p:spTgt spid="16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7"/>
                                        </p:tgtEl>
                                        <p:attrNameLst>
                                          <p:attrName>style.visibility</p:attrName>
                                        </p:attrNameLst>
                                      </p:cBhvr>
                                      <p:to>
                                        <p:strVal val="visible"/>
                                      </p:to>
                                    </p:set>
                                    <p:animEffect filter="fade" transition="in">
                                      <p:cBhvr>
                                        <p:cTn dur="500"/>
                                        <p:tgtEl>
                                          <p:spTgt spid="16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2"/>
                                        </p:tgtEl>
                                        <p:attrNameLst>
                                          <p:attrName>style.visibility</p:attrName>
                                        </p:attrNameLst>
                                      </p:cBhvr>
                                      <p:to>
                                        <p:strVal val="visible"/>
                                      </p:to>
                                    </p:set>
                                    <p:animEffect filter="fade" transition="in">
                                      <p:cBhvr>
                                        <p:cTn dur="500"/>
                                        <p:tgtEl>
                                          <p:spTgt spid="16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4"/>
                                        </p:tgtEl>
                                        <p:attrNameLst>
                                          <p:attrName>style.visibility</p:attrName>
                                        </p:attrNameLst>
                                      </p:cBhvr>
                                      <p:to>
                                        <p:strVal val="visible"/>
                                      </p:to>
                                    </p:set>
                                    <p:animEffect filter="fade" transition="in">
                                      <p:cBhvr>
                                        <p:cTn dur="500"/>
                                        <p:tgtEl>
                                          <p:spTgt spid="1684"/>
                                        </p:tgtEl>
                                      </p:cBhvr>
                                    </p:animEffect>
                                  </p:childTnLst>
                                </p:cTn>
                              </p:par>
                              <p:par>
                                <p:cTn fill="hold" nodeType="withEffect" presetClass="entr" presetID="10" presetSubtype="0">
                                  <p:stCondLst>
                                    <p:cond delay="0"/>
                                  </p:stCondLst>
                                  <p:childTnLst>
                                    <p:set>
                                      <p:cBhvr>
                                        <p:cTn dur="1" fill="hold">
                                          <p:stCondLst>
                                            <p:cond delay="0"/>
                                          </p:stCondLst>
                                        </p:cTn>
                                        <p:tgtEl>
                                          <p:spTgt spid="1685"/>
                                        </p:tgtEl>
                                        <p:attrNameLst>
                                          <p:attrName>style.visibility</p:attrName>
                                        </p:attrNameLst>
                                      </p:cBhvr>
                                      <p:to>
                                        <p:strVal val="visible"/>
                                      </p:to>
                                    </p:set>
                                    <p:animEffect filter="fade" transition="in">
                                      <p:cBhvr>
                                        <p:cTn dur="500"/>
                                        <p:tgtEl>
                                          <p:spTgt spid="16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5"/>
                                        </p:tgtEl>
                                        <p:attrNameLst>
                                          <p:attrName>style.visibility</p:attrName>
                                        </p:attrNameLst>
                                      </p:cBhvr>
                                      <p:to>
                                        <p:strVal val="visible"/>
                                      </p:to>
                                    </p:set>
                                    <p:animEffect filter="fade" transition="in">
                                      <p:cBhvr>
                                        <p:cTn dur="1000"/>
                                        <p:tgtEl>
                                          <p:spTgt spid="16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6"/>
                                        </p:tgtEl>
                                        <p:attrNameLst>
                                          <p:attrName>style.visibility</p:attrName>
                                        </p:attrNameLst>
                                      </p:cBhvr>
                                      <p:to>
                                        <p:strVal val="visible"/>
                                      </p:to>
                                    </p:set>
                                    <p:animEffect filter="fade" transition="in">
                                      <p:cBhvr>
                                        <p:cTn dur="1000"/>
                                        <p:tgtEl>
                                          <p:spTgt spid="1676"/>
                                        </p:tgtEl>
                                      </p:cBhvr>
                                    </p:animEffect>
                                  </p:childTnLst>
                                </p:cTn>
                              </p:par>
                              <p:par>
                                <p:cTn fill="hold" nodeType="withEffect" presetClass="entr" presetID="10" presetSubtype="0">
                                  <p:stCondLst>
                                    <p:cond delay="0"/>
                                  </p:stCondLst>
                                  <p:childTnLst>
                                    <p:set>
                                      <p:cBhvr>
                                        <p:cTn dur="1" fill="hold">
                                          <p:stCondLst>
                                            <p:cond delay="0"/>
                                          </p:stCondLst>
                                        </p:cTn>
                                        <p:tgtEl>
                                          <p:spTgt spid="1669"/>
                                        </p:tgtEl>
                                        <p:attrNameLst>
                                          <p:attrName>style.visibility</p:attrName>
                                        </p:attrNameLst>
                                      </p:cBhvr>
                                      <p:to>
                                        <p:strVal val="visible"/>
                                      </p:to>
                                    </p:set>
                                    <p:animEffect filter="fade" transition="in">
                                      <p:cBhvr>
                                        <p:cTn dur="1000"/>
                                        <p:tgtEl>
                                          <p:spTgt spid="1669"/>
                                        </p:tgtEl>
                                      </p:cBhvr>
                                    </p:animEffect>
                                  </p:childTnLst>
                                </p:cTn>
                              </p:par>
                              <p:par>
                                <p:cTn fill="hold" nodeType="withEffect" presetClass="entr" presetID="10" presetSubtype="0">
                                  <p:stCondLst>
                                    <p:cond delay="0"/>
                                  </p:stCondLst>
                                  <p:childTnLst>
                                    <p:set>
                                      <p:cBhvr>
                                        <p:cTn dur="1" fill="hold">
                                          <p:stCondLst>
                                            <p:cond delay="0"/>
                                          </p:stCondLst>
                                        </p:cTn>
                                        <p:tgtEl>
                                          <p:spTgt spid="1662"/>
                                        </p:tgtEl>
                                        <p:attrNameLst>
                                          <p:attrName>style.visibility</p:attrName>
                                        </p:attrNameLst>
                                      </p:cBhvr>
                                      <p:to>
                                        <p:strVal val="visible"/>
                                      </p:to>
                                    </p:set>
                                    <p:animEffect filter="fade" transition="in">
                                      <p:cBhvr>
                                        <p:cTn dur="1000"/>
                                        <p:tgtEl>
                                          <p:spTgt spid="16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0"/>
                                        </p:tgtEl>
                                        <p:attrNameLst>
                                          <p:attrName>style.visibility</p:attrName>
                                        </p:attrNameLst>
                                      </p:cBhvr>
                                      <p:to>
                                        <p:strVal val="visible"/>
                                      </p:to>
                                    </p:set>
                                    <p:animEffect filter="fade" transition="in">
                                      <p:cBhvr>
                                        <p:cTn dur="1000"/>
                                        <p:tgtEl>
                                          <p:spTgt spid="1680"/>
                                        </p:tgtEl>
                                      </p:cBhvr>
                                    </p:animEffect>
                                  </p:childTnLst>
                                </p:cTn>
                              </p:par>
                              <p:par>
                                <p:cTn fill="hold" nodeType="withEffect" presetClass="entr" presetID="10" presetSubtype="0">
                                  <p:stCondLst>
                                    <p:cond delay="0"/>
                                  </p:stCondLst>
                                  <p:childTnLst>
                                    <p:set>
                                      <p:cBhvr>
                                        <p:cTn dur="1" fill="hold">
                                          <p:stCondLst>
                                            <p:cond delay="0"/>
                                          </p:stCondLst>
                                        </p:cTn>
                                        <p:tgtEl>
                                          <p:spTgt spid="1675"/>
                                        </p:tgtEl>
                                        <p:attrNameLst>
                                          <p:attrName>style.visibility</p:attrName>
                                        </p:attrNameLst>
                                      </p:cBhvr>
                                      <p:to>
                                        <p:strVal val="visible"/>
                                      </p:to>
                                    </p:set>
                                    <p:animEffect filter="fade" transition="in">
                                      <p:cBhvr>
                                        <p:cTn dur="1000"/>
                                        <p:tgtEl>
                                          <p:spTgt spid="1675"/>
                                        </p:tgtEl>
                                      </p:cBhvr>
                                    </p:animEffect>
                                  </p:childTnLst>
                                </p:cTn>
                              </p:par>
                              <p:par>
                                <p:cTn fill="hold" nodeType="withEffect" presetClass="exit" presetID="10" presetSubtype="0">
                                  <p:stCondLst>
                                    <p:cond delay="0"/>
                                  </p:stCondLst>
                                  <p:childTnLst>
                                    <p:animEffect filter="fade" transition="out">
                                      <p:cBhvr>
                                        <p:cTn dur="500"/>
                                        <p:tgtEl>
                                          <p:spTgt spid="1669"/>
                                        </p:tgtEl>
                                      </p:cBhvr>
                                    </p:animEffect>
                                    <p:set>
                                      <p:cBhvr>
                                        <p:cTn dur="1" fill="hold">
                                          <p:stCondLst>
                                            <p:cond delay="500"/>
                                          </p:stCondLst>
                                        </p:cTn>
                                        <p:tgtEl>
                                          <p:spTgt spid="1669"/>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677"/>
                                        </p:tgtEl>
                                        <p:attrNameLst>
                                          <p:attrName>style.visibility</p:attrName>
                                        </p:attrNameLst>
                                      </p:cBhvr>
                                      <p:to>
                                        <p:strVal val="visible"/>
                                      </p:to>
                                    </p:set>
                                    <p:animEffect filter="fade" transition="in">
                                      <p:cBhvr>
                                        <p:cTn dur="500"/>
                                        <p:tgtEl>
                                          <p:spTgt spid="1677"/>
                                        </p:tgtEl>
                                      </p:cBhvr>
                                    </p:animEffect>
                                  </p:childTnLst>
                                </p:cTn>
                              </p:par>
                              <p:par>
                                <p:cTn fill="hold" nodeType="withEffect" presetClass="entr" presetID="10" presetSubtype="0">
                                  <p:stCondLst>
                                    <p:cond delay="0"/>
                                  </p:stCondLst>
                                  <p:childTnLst>
                                    <p:set>
                                      <p:cBhvr>
                                        <p:cTn dur="1" fill="hold">
                                          <p:stCondLst>
                                            <p:cond delay="0"/>
                                          </p:stCondLst>
                                        </p:cTn>
                                        <p:tgtEl>
                                          <p:spTgt spid="1678"/>
                                        </p:tgtEl>
                                        <p:attrNameLst>
                                          <p:attrName>style.visibility</p:attrName>
                                        </p:attrNameLst>
                                      </p:cBhvr>
                                      <p:to>
                                        <p:strVal val="visible"/>
                                      </p:to>
                                    </p:set>
                                    <p:animEffect filter="fade" transition="in">
                                      <p:cBhvr>
                                        <p:cTn dur="500"/>
                                        <p:tgtEl>
                                          <p:spTgt spid="1678"/>
                                        </p:tgtEl>
                                      </p:cBhvr>
                                    </p:animEffect>
                                  </p:childTnLst>
                                </p:cTn>
                              </p:par>
                              <p:par>
                                <p:cTn fill="hold" nodeType="withEffect" presetClass="entr" presetID="10" presetSubtype="0">
                                  <p:stCondLst>
                                    <p:cond delay="0"/>
                                  </p:stCondLst>
                                  <p:childTnLst>
                                    <p:set>
                                      <p:cBhvr>
                                        <p:cTn dur="1" fill="hold">
                                          <p:stCondLst>
                                            <p:cond delay="0"/>
                                          </p:stCondLst>
                                        </p:cTn>
                                        <p:tgtEl>
                                          <p:spTgt spid="1679"/>
                                        </p:tgtEl>
                                        <p:attrNameLst>
                                          <p:attrName>style.visibility</p:attrName>
                                        </p:attrNameLst>
                                      </p:cBhvr>
                                      <p:to>
                                        <p:strVal val="visible"/>
                                      </p:to>
                                    </p:set>
                                    <p:animEffect filter="fade" transition="in">
                                      <p:cBhvr>
                                        <p:cTn dur="500"/>
                                        <p:tgtEl>
                                          <p:spTgt spid="16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0"/>
                                        </p:tgtEl>
                                        <p:attrNameLst>
                                          <p:attrName>style.visibility</p:attrName>
                                        </p:attrNameLst>
                                      </p:cBhvr>
                                      <p:to>
                                        <p:strVal val="visible"/>
                                      </p:to>
                                    </p:set>
                                    <p:animEffect filter="fade" transition="in">
                                      <p:cBhvr>
                                        <p:cTn dur="500"/>
                                        <p:tgtEl>
                                          <p:spTgt spid="1670"/>
                                        </p:tgtEl>
                                      </p:cBhvr>
                                    </p:animEffect>
                                  </p:childTnLst>
                                </p:cTn>
                              </p:par>
                              <p:par>
                                <p:cTn fill="hold" nodeType="withEffect" presetClass="exit" presetID="10" presetSubtype="0">
                                  <p:stCondLst>
                                    <p:cond delay="0"/>
                                  </p:stCondLst>
                                  <p:childTnLst>
                                    <p:animEffect filter="fade" transition="out">
                                      <p:cBhvr>
                                        <p:cTn dur="500"/>
                                        <p:tgtEl>
                                          <p:spTgt spid="1677"/>
                                        </p:tgtEl>
                                      </p:cBhvr>
                                    </p:animEffect>
                                    <p:set>
                                      <p:cBhvr>
                                        <p:cTn dur="1" fill="hold">
                                          <p:stCondLst>
                                            <p:cond delay="500"/>
                                          </p:stCondLst>
                                        </p:cTn>
                                        <p:tgtEl>
                                          <p:spTgt spid="167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1"/>
                                        </p:tgtEl>
                                        <p:attrNameLst>
                                          <p:attrName>style.visibility</p:attrName>
                                        </p:attrNameLst>
                                      </p:cBhvr>
                                      <p:to>
                                        <p:strVal val="visible"/>
                                      </p:to>
                                    </p:set>
                                    <p:animEffect filter="fade" transition="in">
                                      <p:cBhvr>
                                        <p:cTn dur="1000"/>
                                        <p:tgtEl>
                                          <p:spTgt spid="168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648"/>
                                        </p:tgtEl>
                                        <p:attrNameLst>
                                          <p:attrName>style.visibility</p:attrName>
                                        </p:attrNameLst>
                                      </p:cBhvr>
                                      <p:to>
                                        <p:strVal val="visible"/>
                                      </p:to>
                                    </p:set>
                                    <p:animEffect filter="fade" transition="in">
                                      <p:cBhvr>
                                        <p:cTn dur="1000"/>
                                        <p:tgtEl>
                                          <p:spTgt spid="1648"/>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650"/>
                                        </p:tgtEl>
                                        <p:attrNameLst>
                                          <p:attrName>style.visibility</p:attrName>
                                        </p:attrNameLst>
                                      </p:cBhvr>
                                      <p:to>
                                        <p:strVal val="visible"/>
                                      </p:to>
                                    </p:set>
                                    <p:animEffect filter="fade" transition="in">
                                      <p:cBhvr>
                                        <p:cTn dur="1000"/>
                                        <p:tgtEl>
                                          <p:spTgt spid="16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2"/>
                                        </p:tgtEl>
                                        <p:attrNameLst>
                                          <p:attrName>style.visibility</p:attrName>
                                        </p:attrNameLst>
                                      </p:cBhvr>
                                      <p:to>
                                        <p:strVal val="visible"/>
                                      </p:to>
                                    </p:set>
                                    <p:animEffect filter="fade" transition="in">
                                      <p:cBhvr>
                                        <p:cTn dur="1000"/>
                                        <p:tgtEl>
                                          <p:spTgt spid="168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651"/>
                                        </p:tgtEl>
                                        <p:attrNameLst>
                                          <p:attrName>style.visibility</p:attrName>
                                        </p:attrNameLst>
                                      </p:cBhvr>
                                      <p:to>
                                        <p:strVal val="visible"/>
                                      </p:to>
                                    </p:set>
                                    <p:animEffect filter="fade" transition="in">
                                      <p:cBhvr>
                                        <p:cTn dur="1000"/>
                                        <p:tgtEl>
                                          <p:spTgt spid="1651"/>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649"/>
                                        </p:tgtEl>
                                        <p:attrNameLst>
                                          <p:attrName>style.visibility</p:attrName>
                                        </p:attrNameLst>
                                      </p:cBhvr>
                                      <p:to>
                                        <p:strVal val="visible"/>
                                      </p:to>
                                    </p:set>
                                    <p:animEffect filter="fade" transition="in">
                                      <p:cBhvr>
                                        <p:cTn dur="1000"/>
                                        <p:tgtEl>
                                          <p:spTgt spid="16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3"/>
                                        </p:tgtEl>
                                        <p:attrNameLst>
                                          <p:attrName>style.visibility</p:attrName>
                                        </p:attrNameLst>
                                      </p:cBhvr>
                                      <p:to>
                                        <p:strVal val="visible"/>
                                      </p:to>
                                    </p:set>
                                    <p:animEffect filter="fade" transition="in">
                                      <p:cBhvr>
                                        <p:cTn dur="1000"/>
                                        <p:tgtEl>
                                          <p:spTgt spid="168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652"/>
                                        </p:tgtEl>
                                        <p:attrNameLst>
                                          <p:attrName>style.visibility</p:attrName>
                                        </p:attrNameLst>
                                      </p:cBhvr>
                                      <p:to>
                                        <p:strVal val="visible"/>
                                      </p:to>
                                    </p:set>
                                    <p:animEffect filter="fade" transition="in">
                                      <p:cBhvr>
                                        <p:cTn dur="1000"/>
                                        <p:tgtEl>
                                          <p:spTgt spid="16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3"/>
                                        </p:tgtEl>
                                        <p:attrNameLst>
                                          <p:attrName>style.visibility</p:attrName>
                                        </p:attrNameLst>
                                      </p:cBhvr>
                                      <p:to>
                                        <p:strVal val="visible"/>
                                      </p:to>
                                    </p:set>
                                    <p:animEffect filter="fade" transition="in">
                                      <p:cBhvr>
                                        <p:cTn dur="1000"/>
                                        <p:tgtEl>
                                          <p:spTgt spid="1653"/>
                                        </p:tgtEl>
                                      </p:cBhvr>
                                    </p:animEffect>
                                  </p:childTnLst>
                                </p:cTn>
                              </p:par>
                              <p:par>
                                <p:cTn fill="hold" nodeType="withEffect" presetClass="entr" presetID="10" presetSubtype="0">
                                  <p:stCondLst>
                                    <p:cond delay="0"/>
                                  </p:stCondLst>
                                  <p:childTnLst>
                                    <p:set>
                                      <p:cBhvr>
                                        <p:cTn dur="1" fill="hold">
                                          <p:stCondLst>
                                            <p:cond delay="0"/>
                                          </p:stCondLst>
                                        </p:cTn>
                                        <p:tgtEl>
                                          <p:spTgt spid="1661"/>
                                        </p:tgtEl>
                                        <p:attrNameLst>
                                          <p:attrName>style.visibility</p:attrName>
                                        </p:attrNameLst>
                                      </p:cBhvr>
                                      <p:to>
                                        <p:strVal val="visible"/>
                                      </p:to>
                                    </p:set>
                                    <p:animEffect filter="fade" transition="in">
                                      <p:cBhvr>
                                        <p:cTn dur="1000"/>
                                        <p:tgtEl>
                                          <p:spTgt spid="16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3"/>
                                        </p:tgtEl>
                                        <p:attrNameLst>
                                          <p:attrName>style.visibility</p:attrName>
                                        </p:attrNameLst>
                                      </p:cBhvr>
                                      <p:to>
                                        <p:strVal val="visible"/>
                                      </p:to>
                                    </p:set>
                                    <p:animEffect filter="fade" transition="in">
                                      <p:cBhvr>
                                        <p:cTn dur="1000"/>
                                        <p:tgtEl>
                                          <p:spTgt spid="1663"/>
                                        </p:tgtEl>
                                      </p:cBhvr>
                                    </p:animEffect>
                                  </p:childTnLst>
                                </p:cTn>
                              </p:par>
                              <p:par>
                                <p:cTn fill="hold" nodeType="withEffect" presetClass="entr" presetID="10" presetSubtype="0">
                                  <p:stCondLst>
                                    <p:cond delay="0"/>
                                  </p:stCondLst>
                                  <p:childTnLst>
                                    <p:set>
                                      <p:cBhvr>
                                        <p:cTn dur="1" fill="hold">
                                          <p:stCondLst>
                                            <p:cond delay="0"/>
                                          </p:stCondLst>
                                        </p:cTn>
                                        <p:tgtEl>
                                          <p:spTgt spid="1664"/>
                                        </p:tgtEl>
                                        <p:attrNameLst>
                                          <p:attrName>style.visibility</p:attrName>
                                        </p:attrNameLst>
                                      </p:cBhvr>
                                      <p:to>
                                        <p:strVal val="visible"/>
                                      </p:to>
                                    </p:set>
                                    <p:animEffect filter="fade" transition="in">
                                      <p:cBhvr>
                                        <p:cTn dur="1000"/>
                                        <p:tgtEl>
                                          <p:spTgt spid="1664"/>
                                        </p:tgtEl>
                                      </p:cBhvr>
                                    </p:animEffect>
                                  </p:childTnLst>
                                </p:cTn>
                              </p:par>
                              <p:par>
                                <p:cTn fill="hold" nodeType="withEffect" presetClass="entr" presetID="10" presetSubtype="0">
                                  <p:stCondLst>
                                    <p:cond delay="0"/>
                                  </p:stCondLst>
                                  <p:childTnLst>
                                    <p:set>
                                      <p:cBhvr>
                                        <p:cTn dur="1" fill="hold">
                                          <p:stCondLst>
                                            <p:cond delay="0"/>
                                          </p:stCondLst>
                                        </p:cTn>
                                        <p:tgtEl>
                                          <p:spTgt spid="1641"/>
                                        </p:tgtEl>
                                        <p:attrNameLst>
                                          <p:attrName>style.visibility</p:attrName>
                                        </p:attrNameLst>
                                      </p:cBhvr>
                                      <p:to>
                                        <p:strVal val="visible"/>
                                      </p:to>
                                    </p:set>
                                    <p:animEffect filter="fade" transition="in">
                                      <p:cBhvr>
                                        <p:cTn dur="500"/>
                                        <p:tgtEl>
                                          <p:spTgt spid="16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1" name="Shape 1691"/>
        <p:cNvGrpSpPr/>
        <p:nvPr/>
      </p:nvGrpSpPr>
      <p:grpSpPr>
        <a:xfrm>
          <a:off x="0" y="0"/>
          <a:ext cx="0" cy="0"/>
          <a:chOff x="0" y="0"/>
          <a:chExt cx="0" cy="0"/>
        </a:xfrm>
      </p:grpSpPr>
      <p:sp>
        <p:nvSpPr>
          <p:cNvPr id="1692" name="Google Shape;1692;p29"/>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Link layer, LANs: roadmap</a:t>
            </a:r>
            <a:endParaRPr sz="4400"/>
          </a:p>
        </p:txBody>
      </p:sp>
      <p:pic>
        <p:nvPicPr>
          <p:cNvPr descr="A train crossing a bridge over a body of water&#10;&#10;Description automatically generated" id="1693" name="Google Shape;1693;p29"/>
          <p:cNvPicPr preferRelativeResize="0"/>
          <p:nvPr/>
        </p:nvPicPr>
        <p:blipFill rotWithShape="1">
          <a:blip r:embed="rId3">
            <a:alphaModFix/>
          </a:blip>
          <a:srcRect b="0" l="0" r="0" t="0"/>
          <a:stretch/>
        </p:blipFill>
        <p:spPr>
          <a:xfrm>
            <a:off x="7239434" y="1891814"/>
            <a:ext cx="3102316" cy="2326737"/>
          </a:xfrm>
          <a:prstGeom prst="rect">
            <a:avLst/>
          </a:prstGeom>
          <a:noFill/>
          <a:ln>
            <a:noFill/>
          </a:ln>
          <a:effectLst>
            <a:outerShdw blurRad="50800" rotWithShape="0" algn="bl" dir="18900000" dist="38100">
              <a:srgbClr val="000000">
                <a:alpha val="40000"/>
              </a:srgbClr>
            </a:outerShdw>
          </a:effectLst>
        </p:spPr>
      </p:pic>
      <p:sp>
        <p:nvSpPr>
          <p:cNvPr id="1694" name="Google Shape;1694;p29"/>
          <p:cNvSpPr txBox="1"/>
          <p:nvPr/>
        </p:nvSpPr>
        <p:spPr>
          <a:xfrm>
            <a:off x="6553857" y="4906563"/>
            <a:ext cx="5066531" cy="981619"/>
          </a:xfrm>
          <a:prstGeom prst="rect">
            <a:avLst/>
          </a:prstGeom>
          <a:noFill/>
          <a:ln>
            <a:noFill/>
          </a:ln>
        </p:spPr>
        <p:txBody>
          <a:bodyPr anchorCtr="0" anchor="t" bIns="45700" lIns="91425" spcFirstLastPara="1" rIns="91425" wrap="square" tIns="45700">
            <a:normAutofit/>
          </a:bodyPr>
          <a:lstStyle/>
          <a:p>
            <a:pPr indent="-333375" lvl="0" marL="457200" marR="0" rtl="0" algn="l">
              <a:lnSpc>
                <a:spcPct val="90000"/>
              </a:lnSpc>
              <a:spcBef>
                <a:spcPts val="0"/>
              </a:spcBef>
              <a:spcAft>
                <a:spcPts val="0"/>
              </a:spcAft>
              <a:buClr>
                <a:srgbClr val="BFBFBF"/>
              </a:buClr>
              <a:buSzPts val="3200"/>
              <a:buFont typeface="Noto Sans Symbols"/>
              <a:buChar char="▪"/>
            </a:pPr>
            <a:r>
              <a:rPr b="0" i="0" lang="en-US" sz="3200" u="none" cap="none" strike="noStrike">
                <a:solidFill>
                  <a:srgbClr val="BFBFBF"/>
                </a:solidFill>
                <a:latin typeface="Calibri"/>
                <a:ea typeface="Calibri"/>
                <a:cs typeface="Calibri"/>
                <a:sym typeface="Calibri"/>
              </a:rPr>
              <a:t>a day in the life of a web request</a:t>
            </a:r>
            <a:endParaRPr/>
          </a:p>
          <a:p>
            <a:pPr indent="-79375" lvl="1" marL="695325" marR="0" rtl="0" algn="l">
              <a:lnSpc>
                <a:spcPct val="90000"/>
              </a:lnSpc>
              <a:spcBef>
                <a:spcPts val="500"/>
              </a:spcBef>
              <a:spcAft>
                <a:spcPts val="0"/>
              </a:spcAft>
              <a:buClr>
                <a:srgbClr val="0000A8"/>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1695" name="Google Shape;1695;p29"/>
          <p:cNvSpPr txBox="1"/>
          <p:nvPr/>
        </p:nvSpPr>
        <p:spPr>
          <a:xfrm>
            <a:off x="622456" y="1361615"/>
            <a:ext cx="5571867" cy="5039185"/>
          </a:xfrm>
          <a:prstGeom prst="rect">
            <a:avLst/>
          </a:prstGeom>
          <a:noFill/>
          <a:ln>
            <a:noFill/>
          </a:ln>
        </p:spPr>
        <p:txBody>
          <a:bodyPr anchorCtr="0" anchor="t" bIns="45700" lIns="91425" spcFirstLastPara="1" rIns="91425" wrap="square" tIns="45700">
            <a:noAutofit/>
          </a:bodyPr>
          <a:lstStyle/>
          <a:p>
            <a:pPr indent="-274638" lvl="0" marL="285750" marR="0" rtl="0" algn="l">
              <a:lnSpc>
                <a:spcPct val="90000"/>
              </a:lnSpc>
              <a:spcBef>
                <a:spcPts val="0"/>
              </a:spcBef>
              <a:spcAft>
                <a:spcPts val="0"/>
              </a:spcAft>
              <a:buClr>
                <a:srgbClr val="BFBFBF"/>
              </a:buClr>
              <a:buSzPts val="3200"/>
              <a:buFont typeface="Noto Sans Symbols"/>
              <a:buChar char="▪"/>
            </a:pPr>
            <a:r>
              <a:rPr b="0" i="0" lang="en-US" sz="3200" u="none" cap="none" strike="noStrike">
                <a:solidFill>
                  <a:srgbClr val="BFBFBF"/>
                </a:solidFill>
                <a:latin typeface="Calibri"/>
                <a:ea typeface="Calibri"/>
                <a:cs typeface="Calibri"/>
                <a:sym typeface="Calibri"/>
              </a:rPr>
              <a:t>introduction</a:t>
            </a:r>
            <a:endParaRPr/>
          </a:p>
          <a:p>
            <a:pPr indent="-274638" lvl="0" marL="285750" marR="0" rtl="0" algn="l">
              <a:lnSpc>
                <a:spcPct val="90000"/>
              </a:lnSpc>
              <a:spcBef>
                <a:spcPts val="600"/>
              </a:spcBef>
              <a:spcAft>
                <a:spcPts val="0"/>
              </a:spcAft>
              <a:buClr>
                <a:srgbClr val="BFBFBF"/>
              </a:buClr>
              <a:buSzPts val="3200"/>
              <a:buFont typeface="Noto Sans Symbols"/>
              <a:buChar char="▪"/>
            </a:pPr>
            <a:r>
              <a:rPr b="0" i="0" lang="en-US" sz="3200" u="none" cap="none" strike="noStrike">
                <a:solidFill>
                  <a:srgbClr val="BFBFBF"/>
                </a:solidFill>
                <a:latin typeface="Calibri"/>
                <a:ea typeface="Calibri"/>
                <a:cs typeface="Calibri"/>
                <a:sym typeface="Calibri"/>
              </a:rPr>
              <a:t>error detection, correction </a:t>
            </a:r>
            <a:endParaRPr/>
          </a:p>
          <a:p>
            <a:pPr indent="-274638" lvl="0" marL="285750" marR="0" rtl="0" algn="l">
              <a:lnSpc>
                <a:spcPct val="90000"/>
              </a:lnSpc>
              <a:spcBef>
                <a:spcPts val="600"/>
              </a:spcBef>
              <a:spcAft>
                <a:spcPts val="0"/>
              </a:spcAft>
              <a:buClr>
                <a:srgbClr val="0000A8"/>
              </a:buClr>
              <a:buSzPts val="3600"/>
              <a:buFont typeface="Noto Sans Symbols"/>
              <a:buChar char="▪"/>
            </a:pPr>
            <a:r>
              <a:rPr b="0" i="0" lang="en-US" sz="3600" u="none" cap="none" strike="noStrike">
                <a:solidFill>
                  <a:schemeClr val="dk1"/>
                </a:solidFill>
                <a:latin typeface="Calibri"/>
                <a:ea typeface="Calibri"/>
                <a:cs typeface="Calibri"/>
                <a:sym typeface="Calibri"/>
              </a:rPr>
              <a:t>multiple access protocols</a:t>
            </a:r>
            <a:endParaRPr/>
          </a:p>
          <a:p>
            <a:pPr indent="-274638" lvl="0" marL="285750" marR="0" rtl="0" algn="l">
              <a:lnSpc>
                <a:spcPct val="90000"/>
              </a:lnSpc>
              <a:spcBef>
                <a:spcPts val="600"/>
              </a:spcBef>
              <a:spcAft>
                <a:spcPts val="0"/>
              </a:spcAft>
              <a:buClr>
                <a:srgbClr val="BFBFBF"/>
              </a:buClr>
              <a:buSzPts val="3200"/>
              <a:buFont typeface="Noto Sans Symbols"/>
              <a:buChar char="▪"/>
            </a:pPr>
            <a:r>
              <a:rPr b="0" i="0" lang="en-US" sz="3200" u="none" cap="none" strike="noStrike">
                <a:solidFill>
                  <a:srgbClr val="BFBFBF"/>
                </a:solidFill>
                <a:latin typeface="Calibri"/>
                <a:ea typeface="Calibri"/>
                <a:cs typeface="Calibri"/>
                <a:sym typeface="Calibri"/>
              </a:rPr>
              <a:t>LANs</a:t>
            </a:r>
            <a:endParaRPr/>
          </a:p>
          <a:p>
            <a:pPr indent="-274638" lvl="1" marL="628650" marR="0" rtl="0" algn="l">
              <a:lnSpc>
                <a:spcPct val="90000"/>
              </a:lnSpc>
              <a:spcBef>
                <a:spcPts val="600"/>
              </a:spcBef>
              <a:spcAft>
                <a:spcPts val="0"/>
              </a:spcAft>
              <a:buClr>
                <a:srgbClr val="BFBFBF"/>
              </a:buClr>
              <a:buSzPts val="2800"/>
              <a:buFont typeface="Arial"/>
              <a:buChar char="•"/>
            </a:pPr>
            <a:r>
              <a:rPr b="0" i="0" lang="en-US" sz="2800" u="none" cap="none" strike="noStrike">
                <a:solidFill>
                  <a:srgbClr val="BFBFBF"/>
                </a:solidFill>
                <a:latin typeface="Calibri"/>
                <a:ea typeface="Calibri"/>
                <a:cs typeface="Calibri"/>
                <a:sym typeface="Calibri"/>
              </a:rPr>
              <a:t>addressing, ARP</a:t>
            </a:r>
            <a:endParaRPr/>
          </a:p>
          <a:p>
            <a:pPr indent="-274638" lvl="1" marL="628650" marR="0" rtl="0" algn="l">
              <a:lnSpc>
                <a:spcPct val="90000"/>
              </a:lnSpc>
              <a:spcBef>
                <a:spcPts val="600"/>
              </a:spcBef>
              <a:spcAft>
                <a:spcPts val="0"/>
              </a:spcAft>
              <a:buClr>
                <a:srgbClr val="BFBFBF"/>
              </a:buClr>
              <a:buSzPts val="2800"/>
              <a:buFont typeface="Arial"/>
              <a:buChar char="•"/>
            </a:pPr>
            <a:r>
              <a:rPr b="0" i="0" lang="en-US" sz="2800" u="none" cap="none" strike="noStrike">
                <a:solidFill>
                  <a:srgbClr val="BFBFBF"/>
                </a:solidFill>
                <a:latin typeface="Calibri"/>
                <a:ea typeface="Calibri"/>
                <a:cs typeface="Calibri"/>
                <a:sym typeface="Calibri"/>
              </a:rPr>
              <a:t>Ethernet</a:t>
            </a:r>
            <a:endParaRPr/>
          </a:p>
          <a:p>
            <a:pPr indent="-274638" lvl="1" marL="628650" marR="0" rtl="0" algn="l">
              <a:lnSpc>
                <a:spcPct val="90000"/>
              </a:lnSpc>
              <a:spcBef>
                <a:spcPts val="600"/>
              </a:spcBef>
              <a:spcAft>
                <a:spcPts val="0"/>
              </a:spcAft>
              <a:buClr>
                <a:srgbClr val="BFBFBF"/>
              </a:buClr>
              <a:buSzPts val="2800"/>
              <a:buFont typeface="Arial"/>
              <a:buChar char="•"/>
            </a:pPr>
            <a:r>
              <a:rPr b="0" i="0" lang="en-US" sz="2800" u="none" cap="none" strike="noStrike">
                <a:solidFill>
                  <a:srgbClr val="BFBFBF"/>
                </a:solidFill>
                <a:latin typeface="Calibri"/>
                <a:ea typeface="Calibri"/>
                <a:cs typeface="Calibri"/>
                <a:sym typeface="Calibri"/>
              </a:rPr>
              <a:t>switches</a:t>
            </a:r>
            <a:endParaRPr/>
          </a:p>
          <a:p>
            <a:pPr indent="-274638" lvl="1" marL="628650" marR="0" rtl="0" algn="l">
              <a:lnSpc>
                <a:spcPct val="90000"/>
              </a:lnSpc>
              <a:spcBef>
                <a:spcPts val="600"/>
              </a:spcBef>
              <a:spcAft>
                <a:spcPts val="0"/>
              </a:spcAft>
              <a:buClr>
                <a:srgbClr val="BFBFBF"/>
              </a:buClr>
              <a:buSzPts val="2800"/>
              <a:buFont typeface="Arial"/>
              <a:buChar char="•"/>
            </a:pPr>
            <a:r>
              <a:rPr b="0" i="0" lang="en-US" sz="2800" u="none" cap="none" strike="noStrike">
                <a:solidFill>
                  <a:srgbClr val="BFBFBF"/>
                </a:solidFill>
                <a:latin typeface="Calibri"/>
                <a:ea typeface="Calibri"/>
                <a:cs typeface="Calibri"/>
                <a:sym typeface="Calibri"/>
              </a:rPr>
              <a:t>VLANs</a:t>
            </a:r>
            <a:endParaRPr/>
          </a:p>
          <a:p>
            <a:pPr indent="-274638" lvl="0" marL="285750" marR="0" rtl="0" algn="l">
              <a:lnSpc>
                <a:spcPct val="90000"/>
              </a:lnSpc>
              <a:spcBef>
                <a:spcPts val="600"/>
              </a:spcBef>
              <a:spcAft>
                <a:spcPts val="0"/>
              </a:spcAft>
              <a:buClr>
                <a:srgbClr val="BFBFBF"/>
              </a:buClr>
              <a:buSzPts val="3200"/>
              <a:buFont typeface="Noto Sans Symbols"/>
              <a:buChar char="▪"/>
            </a:pPr>
            <a:r>
              <a:rPr b="0" i="0" lang="en-US" sz="3200" u="none" cap="none" strike="noStrike">
                <a:solidFill>
                  <a:srgbClr val="BFBFBF"/>
                </a:solidFill>
                <a:latin typeface="Calibri"/>
                <a:ea typeface="Calibri"/>
                <a:cs typeface="Calibri"/>
                <a:sym typeface="Calibri"/>
              </a:rPr>
              <a:t>link virtualization: MPLS</a:t>
            </a:r>
            <a:endParaRPr/>
          </a:p>
          <a:p>
            <a:pPr indent="-274638" lvl="0" marL="285750" marR="0" rtl="0" algn="l">
              <a:lnSpc>
                <a:spcPct val="90000"/>
              </a:lnSpc>
              <a:spcBef>
                <a:spcPts val="600"/>
              </a:spcBef>
              <a:spcAft>
                <a:spcPts val="0"/>
              </a:spcAft>
              <a:buClr>
                <a:srgbClr val="BFBFBF"/>
              </a:buClr>
              <a:buSzPts val="3200"/>
              <a:buFont typeface="Noto Sans Symbols"/>
              <a:buChar char="▪"/>
            </a:pPr>
            <a:r>
              <a:rPr b="0" i="0" lang="en-US" sz="3200" u="none" cap="none" strike="noStrike">
                <a:solidFill>
                  <a:srgbClr val="BFBFBF"/>
                </a:solidFill>
                <a:latin typeface="Calibri"/>
                <a:ea typeface="Calibri"/>
                <a:cs typeface="Calibri"/>
                <a:sym typeface="Calibri"/>
              </a:rPr>
              <a:t>data center networking</a:t>
            </a:r>
            <a:endParaRPr/>
          </a:p>
          <a:p>
            <a:pPr indent="-71438" lvl="0" marL="285750" marR="0" rtl="0" algn="l">
              <a:lnSpc>
                <a:spcPct val="90000"/>
              </a:lnSpc>
              <a:spcBef>
                <a:spcPts val="600"/>
              </a:spcBef>
              <a:spcAft>
                <a:spcPts val="0"/>
              </a:spcAft>
              <a:buClr>
                <a:srgbClr val="0000A3"/>
              </a:buClr>
              <a:buSzPts val="3200"/>
              <a:buFont typeface="Noto Sans Symbols"/>
              <a:buNone/>
            </a:pPr>
            <a:r>
              <a:t/>
            </a:r>
            <a:endParaRPr b="0" i="0" sz="3200" u="none" cap="none" strike="noStrike">
              <a:solidFill>
                <a:schemeClr val="dk1"/>
              </a:solidFill>
              <a:latin typeface="Calibri"/>
              <a:ea typeface="Calibri"/>
              <a:cs typeface="Calibri"/>
              <a:sym typeface="Calibri"/>
            </a:endParaRPr>
          </a:p>
          <a:p>
            <a:pPr indent="-96837" lvl="1" marL="628650" marR="0" rtl="0" algn="l">
              <a:lnSpc>
                <a:spcPct val="90000"/>
              </a:lnSpc>
              <a:spcBef>
                <a:spcPts val="600"/>
              </a:spcBef>
              <a:spcAft>
                <a:spcPts val="0"/>
              </a:spcAft>
              <a:buClr>
                <a:srgbClr val="0000A8"/>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1696" name="Google Shape;1696;p2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Link Layer: 6-</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1" name="Shape 1701"/>
        <p:cNvGrpSpPr/>
        <p:nvPr/>
      </p:nvGrpSpPr>
      <p:grpSpPr>
        <a:xfrm>
          <a:off x="0" y="0"/>
          <a:ext cx="0" cy="0"/>
          <a:chOff x="0" y="0"/>
          <a:chExt cx="0" cy="0"/>
        </a:xfrm>
      </p:grpSpPr>
      <p:sp>
        <p:nvSpPr>
          <p:cNvPr id="1702" name="Google Shape;1702;p30"/>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Multiple access links, protocols</a:t>
            </a:r>
            <a:endParaRPr sz="4400"/>
          </a:p>
        </p:txBody>
      </p:sp>
      <p:sp>
        <p:nvSpPr>
          <p:cNvPr id="1703" name="Google Shape;1703;p30"/>
          <p:cNvSpPr txBox="1"/>
          <p:nvPr/>
        </p:nvSpPr>
        <p:spPr>
          <a:xfrm>
            <a:off x="1448045" y="1319435"/>
            <a:ext cx="7772400" cy="32924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3200"/>
              <a:buFont typeface="Noto Sans Symbols"/>
              <a:buNone/>
            </a:pPr>
            <a:r>
              <a:rPr b="0" i="0" lang="en-US" sz="3200" u="none" cap="none" strike="noStrike">
                <a:solidFill>
                  <a:srgbClr val="000000"/>
                </a:solidFill>
                <a:latin typeface="Calibri"/>
                <a:ea typeface="Calibri"/>
                <a:cs typeface="Calibri"/>
                <a:sym typeface="Calibri"/>
              </a:rPr>
              <a:t>two types of “links”:</a:t>
            </a:r>
            <a:endParaRPr/>
          </a:p>
          <a:p>
            <a:pPr indent="-333375" lvl="0" marL="466725" marR="0" rtl="0" algn="l">
              <a:lnSpc>
                <a:spcPct val="85000"/>
              </a:lnSpc>
              <a:spcBef>
                <a:spcPts val="9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point-to-point</a:t>
            </a:r>
            <a:endParaRPr/>
          </a:p>
          <a:p>
            <a:pPr indent="-285750" lvl="1" marL="742950" marR="0" rtl="0" algn="l">
              <a:lnSpc>
                <a:spcPct val="85000"/>
              </a:lnSpc>
              <a:spcBef>
                <a:spcPts val="400"/>
              </a:spcBef>
              <a:spcAft>
                <a:spcPts val="0"/>
              </a:spcAft>
              <a:buClr>
                <a:srgbClr val="000099"/>
              </a:buClr>
              <a:buSzPts val="2000"/>
              <a:buFont typeface="Arial"/>
              <a:buChar char="•"/>
            </a:pPr>
            <a:r>
              <a:rPr b="0" i="0" lang="en-US" sz="2000" u="none" cap="none" strike="noStrike">
                <a:solidFill>
                  <a:srgbClr val="000000"/>
                </a:solidFill>
                <a:latin typeface="Calibri"/>
                <a:ea typeface="Calibri"/>
                <a:cs typeface="Calibri"/>
                <a:sym typeface="Calibri"/>
              </a:rPr>
              <a:t>point-to-point link between Ethernet switch, host</a:t>
            </a:r>
            <a:endParaRPr/>
          </a:p>
          <a:p>
            <a:pPr indent="-285750" lvl="1" marL="742950" marR="0" rtl="0" algn="l">
              <a:lnSpc>
                <a:spcPct val="85000"/>
              </a:lnSpc>
              <a:spcBef>
                <a:spcPts val="400"/>
              </a:spcBef>
              <a:spcAft>
                <a:spcPts val="0"/>
              </a:spcAft>
              <a:buClr>
                <a:srgbClr val="000099"/>
              </a:buClr>
              <a:buSzPts val="2000"/>
              <a:buFont typeface="Arial"/>
              <a:buChar char="•"/>
            </a:pPr>
            <a:r>
              <a:rPr b="0" i="0" lang="en-US" sz="2000" u="none" cap="none" strike="noStrike">
                <a:solidFill>
                  <a:srgbClr val="000000"/>
                </a:solidFill>
                <a:latin typeface="Calibri"/>
                <a:ea typeface="Calibri"/>
                <a:cs typeface="Calibri"/>
                <a:sym typeface="Calibri"/>
              </a:rPr>
              <a:t>PPP for dial-up access</a:t>
            </a:r>
            <a:endParaRPr/>
          </a:p>
          <a:p>
            <a:pPr indent="-333375" lvl="0" marL="466725"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C00000"/>
                </a:solidFill>
                <a:latin typeface="Calibri"/>
                <a:ea typeface="Calibri"/>
                <a:cs typeface="Calibri"/>
                <a:sym typeface="Calibri"/>
              </a:rPr>
              <a:t>broadcast (shared wire or medium)</a:t>
            </a:r>
            <a:endParaRPr/>
          </a:p>
          <a:p>
            <a:pPr indent="-285750" lvl="1" marL="742950" marR="0" rtl="0" algn="l">
              <a:lnSpc>
                <a:spcPct val="85000"/>
              </a:lnSpc>
              <a:spcBef>
                <a:spcPts val="400"/>
              </a:spcBef>
              <a:spcAft>
                <a:spcPts val="0"/>
              </a:spcAft>
              <a:buClr>
                <a:srgbClr val="000099"/>
              </a:buClr>
              <a:buSzPts val="2000"/>
              <a:buFont typeface="Arial"/>
              <a:buChar char="•"/>
            </a:pPr>
            <a:r>
              <a:rPr b="0" i="0" lang="en-US" sz="2000" u="none" cap="none" strike="noStrike">
                <a:solidFill>
                  <a:srgbClr val="000000"/>
                </a:solidFill>
                <a:latin typeface="Calibri"/>
                <a:ea typeface="Calibri"/>
                <a:cs typeface="Calibri"/>
                <a:sym typeface="Calibri"/>
              </a:rPr>
              <a:t>old-school Ethernet</a:t>
            </a:r>
            <a:endParaRPr/>
          </a:p>
          <a:p>
            <a:pPr indent="-285750" lvl="1" marL="742950" marR="0" rtl="0" algn="l">
              <a:lnSpc>
                <a:spcPct val="85000"/>
              </a:lnSpc>
              <a:spcBef>
                <a:spcPts val="400"/>
              </a:spcBef>
              <a:spcAft>
                <a:spcPts val="0"/>
              </a:spcAft>
              <a:buClr>
                <a:srgbClr val="000099"/>
              </a:buClr>
              <a:buSzPts val="2000"/>
              <a:buFont typeface="Arial"/>
              <a:buChar char="•"/>
            </a:pPr>
            <a:r>
              <a:rPr b="0" i="0" lang="en-US" sz="2000" u="none" cap="none" strike="noStrike">
                <a:solidFill>
                  <a:srgbClr val="000000"/>
                </a:solidFill>
                <a:latin typeface="Calibri"/>
                <a:ea typeface="Calibri"/>
                <a:cs typeface="Calibri"/>
                <a:sym typeface="Calibri"/>
              </a:rPr>
              <a:t>upstream HFC in cable-based access network</a:t>
            </a:r>
            <a:endParaRPr/>
          </a:p>
          <a:p>
            <a:pPr indent="-285750" lvl="1" marL="742950" marR="0" rtl="0" algn="l">
              <a:lnSpc>
                <a:spcPct val="85000"/>
              </a:lnSpc>
              <a:spcBef>
                <a:spcPts val="400"/>
              </a:spcBef>
              <a:spcAft>
                <a:spcPts val="0"/>
              </a:spcAft>
              <a:buClr>
                <a:srgbClr val="000099"/>
              </a:buClr>
              <a:buSzPts val="2000"/>
              <a:buFont typeface="Arial"/>
              <a:buChar char="•"/>
            </a:pPr>
            <a:r>
              <a:rPr b="0" i="0" lang="en-US" sz="2000" u="none" cap="none" strike="noStrike">
                <a:solidFill>
                  <a:srgbClr val="000000"/>
                </a:solidFill>
                <a:latin typeface="Calibri"/>
                <a:ea typeface="Calibri"/>
                <a:cs typeface="Calibri"/>
                <a:sym typeface="Calibri"/>
              </a:rPr>
              <a:t>802.11 wireless LAN, 4G/4G. satellite</a:t>
            </a:r>
            <a:endParaRPr b="0" i="0" sz="2400" u="none" cap="none" strike="noStrike">
              <a:solidFill>
                <a:srgbClr val="000000"/>
              </a:solidFill>
              <a:latin typeface="Calibri"/>
              <a:ea typeface="Calibri"/>
              <a:cs typeface="Calibri"/>
              <a:sym typeface="Calibri"/>
            </a:endParaRPr>
          </a:p>
          <a:p>
            <a:pPr indent="-165100" lvl="0" marL="342900" marR="0" rtl="0" algn="l">
              <a:lnSpc>
                <a:spcPct val="85000"/>
              </a:lnSpc>
              <a:spcBef>
                <a:spcPts val="560"/>
              </a:spcBef>
              <a:spcAft>
                <a:spcPts val="0"/>
              </a:spcAft>
              <a:buClr>
                <a:srgbClr val="000099"/>
              </a:buClr>
              <a:buSzPts val="2800"/>
              <a:buFont typeface="Noto Sans Symbols"/>
              <a:buNone/>
            </a:pPr>
            <a:r>
              <a:t/>
            </a:r>
            <a:endParaRPr b="0" i="0" sz="2800" u="none" cap="none" strike="noStrike">
              <a:solidFill>
                <a:srgbClr val="000000"/>
              </a:solidFill>
              <a:latin typeface="Gill Sans"/>
              <a:ea typeface="Gill Sans"/>
              <a:cs typeface="Gill Sans"/>
              <a:sym typeface="Gill Sans"/>
            </a:endParaRPr>
          </a:p>
        </p:txBody>
      </p:sp>
      <p:grpSp>
        <p:nvGrpSpPr>
          <p:cNvPr id="1704" name="Google Shape;1704;p30"/>
          <p:cNvGrpSpPr/>
          <p:nvPr/>
        </p:nvGrpSpPr>
        <p:grpSpPr>
          <a:xfrm>
            <a:off x="6882164" y="4987878"/>
            <a:ext cx="2026132" cy="1407972"/>
            <a:chOff x="6882164" y="4987878"/>
            <a:chExt cx="2026132" cy="1407972"/>
          </a:xfrm>
        </p:grpSpPr>
        <p:sp>
          <p:nvSpPr>
            <p:cNvPr id="1705" name="Google Shape;1705;p30"/>
            <p:cNvSpPr txBox="1"/>
            <p:nvPr/>
          </p:nvSpPr>
          <p:spPr>
            <a:xfrm>
              <a:off x="6882164" y="6092369"/>
              <a:ext cx="2026132" cy="303481"/>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shared radio: satellite </a:t>
              </a:r>
              <a:endParaRPr/>
            </a:p>
          </p:txBody>
        </p:sp>
        <p:grpSp>
          <p:nvGrpSpPr>
            <p:cNvPr id="1706" name="Google Shape;1706;p30"/>
            <p:cNvGrpSpPr/>
            <p:nvPr/>
          </p:nvGrpSpPr>
          <p:grpSpPr>
            <a:xfrm>
              <a:off x="7127673" y="5700665"/>
              <a:ext cx="288925" cy="220663"/>
              <a:chOff x="2274" y="2821"/>
              <a:chExt cx="215" cy="238"/>
            </a:xfrm>
          </p:grpSpPr>
          <p:sp>
            <p:nvSpPr>
              <p:cNvPr id="1707" name="Google Shape;1707;p30"/>
              <p:cNvSpPr/>
              <p:nvPr/>
            </p:nvSpPr>
            <p:spPr>
              <a:xfrm>
                <a:off x="2274" y="3034"/>
                <a:ext cx="215" cy="25"/>
              </a:xfrm>
              <a:custGeom>
                <a:rect b="b" l="l" r="r" t="t"/>
                <a:pathLst>
                  <a:path extrusionOk="0" h="50" w="430">
                    <a:moveTo>
                      <a:pt x="26" y="18"/>
                    </a:moveTo>
                    <a:lnTo>
                      <a:pt x="0" y="18"/>
                    </a:lnTo>
                    <a:lnTo>
                      <a:pt x="0" y="50"/>
                    </a:lnTo>
                    <a:lnTo>
                      <a:pt x="430" y="50"/>
                    </a:lnTo>
                    <a:lnTo>
                      <a:pt x="430" y="18"/>
                    </a:lnTo>
                    <a:lnTo>
                      <a:pt x="376" y="18"/>
                    </a:lnTo>
                    <a:lnTo>
                      <a:pt x="376" y="0"/>
                    </a:lnTo>
                    <a:lnTo>
                      <a:pt x="26" y="0"/>
                    </a:lnTo>
                    <a:lnTo>
                      <a:pt x="26" y="18"/>
                    </a:lnTo>
                    <a:close/>
                    <a:moveTo>
                      <a:pt x="376" y="18"/>
                    </a:moveTo>
                    <a:lnTo>
                      <a:pt x="33" y="18"/>
                    </a:lnTo>
                    <a:lnTo>
                      <a:pt x="376" y="18"/>
                    </a:lnTo>
                    <a:close/>
                  </a:path>
                </a:pathLst>
              </a:custGeom>
              <a:solidFill>
                <a:srgbClr val="3333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cxnSp>
            <p:nvCxnSpPr>
              <p:cNvPr id="1708" name="Google Shape;1708;p30"/>
              <p:cNvCxnSpPr/>
              <p:nvPr/>
            </p:nvCxnSpPr>
            <p:spPr>
              <a:xfrm>
                <a:off x="2317" y="2951"/>
                <a:ext cx="30" cy="1"/>
              </a:xfrm>
              <a:prstGeom prst="straightConnector1">
                <a:avLst/>
              </a:prstGeom>
              <a:noFill/>
              <a:ln cap="flat" cmpd="sng" w="9525">
                <a:solidFill>
                  <a:srgbClr val="000000"/>
                </a:solidFill>
                <a:prstDash val="solid"/>
                <a:round/>
                <a:headEnd len="med" w="med" type="none"/>
                <a:tailEnd len="med" w="med" type="none"/>
              </a:ln>
            </p:spPr>
          </p:cxnSp>
          <p:sp>
            <p:nvSpPr>
              <p:cNvPr id="1709" name="Google Shape;1709;p30"/>
              <p:cNvSpPr/>
              <p:nvPr/>
            </p:nvSpPr>
            <p:spPr>
              <a:xfrm>
                <a:off x="2317" y="2923"/>
                <a:ext cx="44" cy="109"/>
              </a:xfrm>
              <a:custGeom>
                <a:rect b="b" l="l" r="r" t="t"/>
                <a:pathLst>
                  <a:path extrusionOk="0" h="219" w="87">
                    <a:moveTo>
                      <a:pt x="87" y="219"/>
                    </a:moveTo>
                    <a:lnTo>
                      <a:pt x="0" y="55"/>
                    </a:lnTo>
                    <a:lnTo>
                      <a:pt x="28" y="0"/>
                    </a:lnTo>
                  </a:path>
                </a:pathLst>
              </a:custGeom>
              <a:solidFill>
                <a:srgbClr val="3333FF"/>
              </a:solidFill>
              <a:ln cap="flat" cmpd="sng" w="9525">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cxnSp>
            <p:nvCxnSpPr>
              <p:cNvPr id="1710" name="Google Shape;1710;p30"/>
              <p:cNvCxnSpPr/>
              <p:nvPr/>
            </p:nvCxnSpPr>
            <p:spPr>
              <a:xfrm flipH="1" rot="10800000">
                <a:off x="2300" y="2951"/>
                <a:ext cx="47" cy="83"/>
              </a:xfrm>
              <a:prstGeom prst="straightConnector1">
                <a:avLst/>
              </a:prstGeom>
              <a:noFill/>
              <a:ln cap="flat" cmpd="sng" w="9525">
                <a:solidFill>
                  <a:srgbClr val="000000"/>
                </a:solidFill>
                <a:prstDash val="solid"/>
                <a:round/>
                <a:headEnd len="med" w="med" type="none"/>
                <a:tailEnd len="med" w="med" type="none"/>
              </a:ln>
            </p:spPr>
          </p:cxnSp>
          <p:sp>
            <p:nvSpPr>
              <p:cNvPr id="1711" name="Google Shape;1711;p30"/>
              <p:cNvSpPr/>
              <p:nvPr/>
            </p:nvSpPr>
            <p:spPr>
              <a:xfrm>
                <a:off x="2317" y="3005"/>
                <a:ext cx="86" cy="27"/>
              </a:xfrm>
              <a:custGeom>
                <a:rect b="b" l="l" r="r" t="t"/>
                <a:pathLst>
                  <a:path extrusionOk="0" h="55" w="172">
                    <a:moveTo>
                      <a:pt x="28" y="55"/>
                    </a:moveTo>
                    <a:lnTo>
                      <a:pt x="0" y="0"/>
                    </a:lnTo>
                    <a:lnTo>
                      <a:pt x="172" y="0"/>
                    </a:lnTo>
                    <a:lnTo>
                      <a:pt x="146" y="55"/>
                    </a:lnTo>
                  </a:path>
                </a:pathLst>
              </a:custGeom>
              <a:solidFill>
                <a:srgbClr val="3333FF"/>
              </a:solidFill>
              <a:ln cap="flat" cmpd="sng" w="9525">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cxnSp>
            <p:nvCxnSpPr>
              <p:cNvPr id="1712" name="Google Shape;1712;p30"/>
              <p:cNvCxnSpPr/>
              <p:nvPr/>
            </p:nvCxnSpPr>
            <p:spPr>
              <a:xfrm rot="10800000">
                <a:off x="2375" y="2960"/>
                <a:ext cx="46" cy="74"/>
              </a:xfrm>
              <a:prstGeom prst="straightConnector1">
                <a:avLst/>
              </a:prstGeom>
              <a:noFill/>
              <a:ln cap="flat" cmpd="sng" w="9525">
                <a:solidFill>
                  <a:srgbClr val="000000"/>
                </a:solidFill>
                <a:prstDash val="solid"/>
                <a:round/>
                <a:headEnd len="med" w="med" type="none"/>
                <a:tailEnd len="med" w="med" type="none"/>
              </a:ln>
            </p:spPr>
          </p:cxnSp>
          <p:sp>
            <p:nvSpPr>
              <p:cNvPr id="1713" name="Google Shape;1713;p30"/>
              <p:cNvSpPr/>
              <p:nvPr/>
            </p:nvSpPr>
            <p:spPr>
              <a:xfrm>
                <a:off x="2274" y="3034"/>
                <a:ext cx="215" cy="25"/>
              </a:xfrm>
              <a:custGeom>
                <a:rect b="b" l="l" r="r" t="t"/>
                <a:pathLst>
                  <a:path extrusionOk="0" h="50" w="430">
                    <a:moveTo>
                      <a:pt x="26" y="18"/>
                    </a:moveTo>
                    <a:lnTo>
                      <a:pt x="0" y="18"/>
                    </a:lnTo>
                    <a:lnTo>
                      <a:pt x="0" y="50"/>
                    </a:lnTo>
                    <a:lnTo>
                      <a:pt x="430" y="50"/>
                    </a:lnTo>
                    <a:lnTo>
                      <a:pt x="430" y="18"/>
                    </a:lnTo>
                    <a:lnTo>
                      <a:pt x="376" y="18"/>
                    </a:lnTo>
                    <a:lnTo>
                      <a:pt x="376" y="0"/>
                    </a:lnTo>
                    <a:lnTo>
                      <a:pt x="26" y="0"/>
                    </a:lnTo>
                    <a:lnTo>
                      <a:pt x="26" y="18"/>
                    </a:lnTo>
                  </a:path>
                </a:pathLst>
              </a:custGeom>
              <a:solidFill>
                <a:srgbClr val="3333FF"/>
              </a:solidFill>
              <a:ln cap="flat" cmpd="sng" w="9525">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714" name="Google Shape;1714;p30"/>
              <p:cNvSpPr/>
              <p:nvPr/>
            </p:nvSpPr>
            <p:spPr>
              <a:xfrm>
                <a:off x="2290" y="3043"/>
                <a:ext cx="171" cy="1"/>
              </a:xfrm>
              <a:custGeom>
                <a:rect b="b" l="l" r="r" t="t"/>
                <a:pathLst>
                  <a:path extrusionOk="0" h="1" w="343">
                    <a:moveTo>
                      <a:pt x="343" y="0"/>
                    </a:moveTo>
                    <a:lnTo>
                      <a:pt x="0" y="0"/>
                    </a:lnTo>
                    <a:lnTo>
                      <a:pt x="343" y="0"/>
                    </a:lnTo>
                  </a:path>
                </a:pathLst>
              </a:custGeom>
              <a:solidFill>
                <a:srgbClr val="3333FF"/>
              </a:solidFill>
              <a:ln cap="flat" cmpd="sng" w="9525">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715" name="Google Shape;1715;p30"/>
              <p:cNvSpPr/>
              <p:nvPr/>
            </p:nvSpPr>
            <p:spPr>
              <a:xfrm>
                <a:off x="2347" y="2951"/>
                <a:ext cx="27" cy="83"/>
              </a:xfrm>
              <a:prstGeom prst="rect">
                <a:avLst/>
              </a:prstGeom>
              <a:solidFill>
                <a:srgbClr val="3333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716" name="Google Shape;1716;p30"/>
              <p:cNvSpPr/>
              <p:nvPr/>
            </p:nvSpPr>
            <p:spPr>
              <a:xfrm>
                <a:off x="2281" y="2821"/>
                <a:ext cx="208" cy="175"/>
              </a:xfrm>
              <a:custGeom>
                <a:rect b="b" l="l" r="r" t="t"/>
                <a:pathLst>
                  <a:path extrusionOk="0" h="350" w="415">
                    <a:moveTo>
                      <a:pt x="8" y="12"/>
                    </a:moveTo>
                    <a:lnTo>
                      <a:pt x="1" y="32"/>
                    </a:lnTo>
                    <a:lnTo>
                      <a:pt x="0" y="53"/>
                    </a:lnTo>
                    <a:lnTo>
                      <a:pt x="3" y="78"/>
                    </a:lnTo>
                    <a:lnTo>
                      <a:pt x="8" y="103"/>
                    </a:lnTo>
                    <a:lnTo>
                      <a:pt x="18" y="130"/>
                    </a:lnTo>
                    <a:lnTo>
                      <a:pt x="34" y="158"/>
                    </a:lnTo>
                    <a:lnTo>
                      <a:pt x="51" y="185"/>
                    </a:lnTo>
                    <a:lnTo>
                      <a:pt x="73" y="211"/>
                    </a:lnTo>
                    <a:lnTo>
                      <a:pt x="97" y="236"/>
                    </a:lnTo>
                    <a:lnTo>
                      <a:pt x="124" y="261"/>
                    </a:lnTo>
                    <a:lnTo>
                      <a:pt x="151" y="282"/>
                    </a:lnTo>
                    <a:lnTo>
                      <a:pt x="182" y="302"/>
                    </a:lnTo>
                    <a:lnTo>
                      <a:pt x="212" y="318"/>
                    </a:lnTo>
                    <a:lnTo>
                      <a:pt x="242" y="332"/>
                    </a:lnTo>
                    <a:lnTo>
                      <a:pt x="270" y="341"/>
                    </a:lnTo>
                    <a:lnTo>
                      <a:pt x="299" y="346"/>
                    </a:lnTo>
                    <a:lnTo>
                      <a:pt x="325" y="350"/>
                    </a:lnTo>
                    <a:lnTo>
                      <a:pt x="349" y="346"/>
                    </a:lnTo>
                    <a:lnTo>
                      <a:pt x="371" y="341"/>
                    </a:lnTo>
                    <a:lnTo>
                      <a:pt x="388" y="332"/>
                    </a:lnTo>
                    <a:lnTo>
                      <a:pt x="402" y="318"/>
                    </a:lnTo>
                    <a:lnTo>
                      <a:pt x="412" y="302"/>
                    </a:lnTo>
                    <a:lnTo>
                      <a:pt x="406" y="309"/>
                    </a:lnTo>
                    <a:lnTo>
                      <a:pt x="396" y="314"/>
                    </a:lnTo>
                    <a:lnTo>
                      <a:pt x="382" y="316"/>
                    </a:lnTo>
                    <a:lnTo>
                      <a:pt x="365" y="313"/>
                    </a:lnTo>
                    <a:lnTo>
                      <a:pt x="343" y="307"/>
                    </a:lnTo>
                    <a:lnTo>
                      <a:pt x="321" y="300"/>
                    </a:lnTo>
                    <a:lnTo>
                      <a:pt x="295" y="288"/>
                    </a:lnTo>
                    <a:lnTo>
                      <a:pt x="268" y="275"/>
                    </a:lnTo>
                    <a:lnTo>
                      <a:pt x="239" y="259"/>
                    </a:lnTo>
                    <a:lnTo>
                      <a:pt x="210" y="240"/>
                    </a:lnTo>
                    <a:lnTo>
                      <a:pt x="182" y="220"/>
                    </a:lnTo>
                    <a:lnTo>
                      <a:pt x="153" y="199"/>
                    </a:lnTo>
                    <a:lnTo>
                      <a:pt x="126" y="178"/>
                    </a:lnTo>
                    <a:lnTo>
                      <a:pt x="100" y="154"/>
                    </a:lnTo>
                    <a:lnTo>
                      <a:pt x="76" y="131"/>
                    </a:lnTo>
                    <a:lnTo>
                      <a:pt x="56" y="110"/>
                    </a:lnTo>
                    <a:lnTo>
                      <a:pt x="38" y="89"/>
                    </a:lnTo>
                    <a:lnTo>
                      <a:pt x="24" y="69"/>
                    </a:lnTo>
                    <a:lnTo>
                      <a:pt x="14" y="51"/>
                    </a:lnTo>
                    <a:lnTo>
                      <a:pt x="8" y="35"/>
                    </a:lnTo>
                    <a:lnTo>
                      <a:pt x="5" y="23"/>
                    </a:lnTo>
                    <a:lnTo>
                      <a:pt x="8" y="12"/>
                    </a:lnTo>
                    <a:close/>
                    <a:moveTo>
                      <a:pt x="8" y="12"/>
                    </a:moveTo>
                    <a:lnTo>
                      <a:pt x="14" y="5"/>
                    </a:lnTo>
                    <a:lnTo>
                      <a:pt x="24" y="0"/>
                    </a:lnTo>
                    <a:lnTo>
                      <a:pt x="38" y="0"/>
                    </a:lnTo>
                    <a:lnTo>
                      <a:pt x="56" y="2"/>
                    </a:lnTo>
                    <a:lnTo>
                      <a:pt x="77" y="7"/>
                    </a:lnTo>
                    <a:lnTo>
                      <a:pt x="100" y="16"/>
                    </a:lnTo>
                    <a:lnTo>
                      <a:pt x="126" y="26"/>
                    </a:lnTo>
                    <a:lnTo>
                      <a:pt x="153" y="41"/>
                    </a:lnTo>
                    <a:lnTo>
                      <a:pt x="182" y="57"/>
                    </a:lnTo>
                    <a:lnTo>
                      <a:pt x="210" y="74"/>
                    </a:lnTo>
                    <a:lnTo>
                      <a:pt x="239" y="94"/>
                    </a:lnTo>
                    <a:lnTo>
                      <a:pt x="268" y="115"/>
                    </a:lnTo>
                    <a:lnTo>
                      <a:pt x="295" y="138"/>
                    </a:lnTo>
                    <a:lnTo>
                      <a:pt x="321" y="160"/>
                    </a:lnTo>
                    <a:lnTo>
                      <a:pt x="345" y="183"/>
                    </a:lnTo>
                    <a:lnTo>
                      <a:pt x="365" y="204"/>
                    </a:lnTo>
                    <a:lnTo>
                      <a:pt x="382" y="226"/>
                    </a:lnTo>
                    <a:lnTo>
                      <a:pt x="396" y="245"/>
                    </a:lnTo>
                    <a:lnTo>
                      <a:pt x="406" y="263"/>
                    </a:lnTo>
                    <a:lnTo>
                      <a:pt x="412" y="279"/>
                    </a:lnTo>
                    <a:lnTo>
                      <a:pt x="415" y="291"/>
                    </a:lnTo>
                    <a:lnTo>
                      <a:pt x="412" y="302"/>
                    </a:lnTo>
                    <a:lnTo>
                      <a:pt x="406" y="309"/>
                    </a:lnTo>
                    <a:lnTo>
                      <a:pt x="396" y="314"/>
                    </a:lnTo>
                    <a:lnTo>
                      <a:pt x="382" y="316"/>
                    </a:lnTo>
                    <a:lnTo>
                      <a:pt x="365" y="313"/>
                    </a:lnTo>
                    <a:lnTo>
                      <a:pt x="343" y="307"/>
                    </a:lnTo>
                    <a:lnTo>
                      <a:pt x="321" y="300"/>
                    </a:lnTo>
                    <a:lnTo>
                      <a:pt x="295" y="288"/>
                    </a:lnTo>
                    <a:lnTo>
                      <a:pt x="268" y="275"/>
                    </a:lnTo>
                    <a:lnTo>
                      <a:pt x="239" y="259"/>
                    </a:lnTo>
                    <a:lnTo>
                      <a:pt x="210" y="240"/>
                    </a:lnTo>
                    <a:lnTo>
                      <a:pt x="182" y="220"/>
                    </a:lnTo>
                    <a:lnTo>
                      <a:pt x="153" y="199"/>
                    </a:lnTo>
                    <a:lnTo>
                      <a:pt x="126" y="178"/>
                    </a:lnTo>
                    <a:lnTo>
                      <a:pt x="100" y="154"/>
                    </a:lnTo>
                    <a:lnTo>
                      <a:pt x="76" y="131"/>
                    </a:lnTo>
                    <a:lnTo>
                      <a:pt x="56" y="110"/>
                    </a:lnTo>
                    <a:lnTo>
                      <a:pt x="38" y="89"/>
                    </a:lnTo>
                    <a:lnTo>
                      <a:pt x="24" y="69"/>
                    </a:lnTo>
                    <a:lnTo>
                      <a:pt x="14" y="51"/>
                    </a:lnTo>
                    <a:lnTo>
                      <a:pt x="8" y="35"/>
                    </a:lnTo>
                    <a:lnTo>
                      <a:pt x="5" y="23"/>
                    </a:lnTo>
                    <a:lnTo>
                      <a:pt x="8" y="12"/>
                    </a:lnTo>
                    <a:close/>
                  </a:path>
                </a:pathLst>
              </a:custGeom>
              <a:solidFill>
                <a:srgbClr val="3333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cxnSp>
            <p:nvCxnSpPr>
              <p:cNvPr id="1717" name="Google Shape;1717;p30"/>
              <p:cNvCxnSpPr/>
              <p:nvPr/>
            </p:nvCxnSpPr>
            <p:spPr>
              <a:xfrm rot="10800000">
                <a:off x="2285" y="2824"/>
                <a:ext cx="136" cy="2"/>
              </a:xfrm>
              <a:prstGeom prst="straightConnector1">
                <a:avLst/>
              </a:prstGeom>
              <a:noFill/>
              <a:ln cap="flat" cmpd="sng" w="9525">
                <a:solidFill>
                  <a:srgbClr val="000000"/>
                </a:solidFill>
                <a:prstDash val="solid"/>
                <a:round/>
                <a:headEnd len="med" w="med" type="none"/>
                <a:tailEnd len="med" w="med" type="none"/>
              </a:ln>
            </p:spPr>
          </p:cxnSp>
          <p:cxnSp>
            <p:nvCxnSpPr>
              <p:cNvPr id="1718" name="Google Shape;1718;p30"/>
              <p:cNvCxnSpPr/>
              <p:nvPr/>
            </p:nvCxnSpPr>
            <p:spPr>
              <a:xfrm flipH="1">
                <a:off x="2372" y="2826"/>
                <a:ext cx="49" cy="102"/>
              </a:xfrm>
              <a:prstGeom prst="straightConnector1">
                <a:avLst/>
              </a:prstGeom>
              <a:noFill/>
              <a:ln cap="flat" cmpd="sng" w="9525">
                <a:solidFill>
                  <a:srgbClr val="000000"/>
                </a:solidFill>
                <a:prstDash val="solid"/>
                <a:round/>
                <a:headEnd len="med" w="med" type="none"/>
                <a:tailEnd len="med" w="med" type="none"/>
              </a:ln>
            </p:spPr>
          </p:cxnSp>
          <p:cxnSp>
            <p:nvCxnSpPr>
              <p:cNvPr id="1719" name="Google Shape;1719;p30"/>
              <p:cNvCxnSpPr/>
              <p:nvPr/>
            </p:nvCxnSpPr>
            <p:spPr>
              <a:xfrm>
                <a:off x="2421" y="2826"/>
                <a:ext cx="67" cy="144"/>
              </a:xfrm>
              <a:prstGeom prst="straightConnector1">
                <a:avLst/>
              </a:prstGeom>
              <a:noFill/>
              <a:ln cap="flat" cmpd="sng" w="9525">
                <a:solidFill>
                  <a:srgbClr val="000000"/>
                </a:solidFill>
                <a:prstDash val="solid"/>
                <a:round/>
                <a:headEnd len="med" w="med" type="none"/>
                <a:tailEnd len="med" w="med" type="none"/>
              </a:ln>
            </p:spPr>
          </p:cxnSp>
          <p:sp>
            <p:nvSpPr>
              <p:cNvPr id="1720" name="Google Shape;1720;p30"/>
              <p:cNvSpPr/>
              <p:nvPr/>
            </p:nvSpPr>
            <p:spPr>
              <a:xfrm>
                <a:off x="2349" y="2902"/>
                <a:ext cx="51" cy="40"/>
              </a:xfrm>
              <a:custGeom>
                <a:rect b="b" l="l" r="r" t="t"/>
                <a:pathLst>
                  <a:path extrusionOk="0" h="80" w="101">
                    <a:moveTo>
                      <a:pt x="0" y="3"/>
                    </a:moveTo>
                    <a:lnTo>
                      <a:pt x="4" y="0"/>
                    </a:lnTo>
                    <a:lnTo>
                      <a:pt x="13" y="1"/>
                    </a:lnTo>
                    <a:lnTo>
                      <a:pt x="24" y="3"/>
                    </a:lnTo>
                    <a:lnTo>
                      <a:pt x="37" y="10"/>
                    </a:lnTo>
                    <a:lnTo>
                      <a:pt x="51" y="19"/>
                    </a:lnTo>
                    <a:lnTo>
                      <a:pt x="66" y="30"/>
                    </a:lnTo>
                    <a:lnTo>
                      <a:pt x="79" y="40"/>
                    </a:lnTo>
                    <a:lnTo>
                      <a:pt x="90" y="51"/>
                    </a:lnTo>
                    <a:lnTo>
                      <a:pt x="97" y="62"/>
                    </a:lnTo>
                    <a:lnTo>
                      <a:pt x="101" y="71"/>
                    </a:lnTo>
                    <a:lnTo>
                      <a:pt x="101" y="76"/>
                    </a:lnTo>
                    <a:lnTo>
                      <a:pt x="97" y="80"/>
                    </a:lnTo>
                    <a:lnTo>
                      <a:pt x="90" y="78"/>
                    </a:lnTo>
                    <a:lnTo>
                      <a:pt x="79" y="74"/>
                    </a:lnTo>
                    <a:lnTo>
                      <a:pt x="66" y="69"/>
                    </a:lnTo>
                    <a:lnTo>
                      <a:pt x="51" y="60"/>
                    </a:lnTo>
                    <a:lnTo>
                      <a:pt x="37" y="49"/>
                    </a:lnTo>
                    <a:lnTo>
                      <a:pt x="23" y="39"/>
                    </a:lnTo>
                    <a:lnTo>
                      <a:pt x="13" y="28"/>
                    </a:lnTo>
                    <a:lnTo>
                      <a:pt x="4" y="17"/>
                    </a:lnTo>
                    <a:lnTo>
                      <a:pt x="0" y="8"/>
                    </a:lnTo>
                    <a:lnTo>
                      <a:pt x="0" y="3"/>
                    </a:lnTo>
                    <a:close/>
                  </a:path>
                </a:pathLst>
              </a:custGeom>
              <a:solidFill>
                <a:srgbClr val="3333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grpSp>
          <p:nvGrpSpPr>
            <p:cNvPr id="1721" name="Google Shape;1721;p30"/>
            <p:cNvGrpSpPr/>
            <p:nvPr/>
          </p:nvGrpSpPr>
          <p:grpSpPr>
            <a:xfrm>
              <a:off x="7634085" y="5681615"/>
              <a:ext cx="223838" cy="254000"/>
              <a:chOff x="2274" y="2821"/>
              <a:chExt cx="215" cy="238"/>
            </a:xfrm>
          </p:grpSpPr>
          <p:sp>
            <p:nvSpPr>
              <p:cNvPr id="1722" name="Google Shape;1722;p30"/>
              <p:cNvSpPr/>
              <p:nvPr/>
            </p:nvSpPr>
            <p:spPr>
              <a:xfrm>
                <a:off x="2274" y="3034"/>
                <a:ext cx="215" cy="25"/>
              </a:xfrm>
              <a:custGeom>
                <a:rect b="b" l="l" r="r" t="t"/>
                <a:pathLst>
                  <a:path extrusionOk="0" h="50" w="430">
                    <a:moveTo>
                      <a:pt x="26" y="18"/>
                    </a:moveTo>
                    <a:lnTo>
                      <a:pt x="0" y="18"/>
                    </a:lnTo>
                    <a:lnTo>
                      <a:pt x="0" y="50"/>
                    </a:lnTo>
                    <a:lnTo>
                      <a:pt x="430" y="50"/>
                    </a:lnTo>
                    <a:lnTo>
                      <a:pt x="430" y="18"/>
                    </a:lnTo>
                    <a:lnTo>
                      <a:pt x="376" y="18"/>
                    </a:lnTo>
                    <a:lnTo>
                      <a:pt x="376" y="0"/>
                    </a:lnTo>
                    <a:lnTo>
                      <a:pt x="26" y="0"/>
                    </a:lnTo>
                    <a:lnTo>
                      <a:pt x="26" y="18"/>
                    </a:lnTo>
                    <a:close/>
                    <a:moveTo>
                      <a:pt x="376" y="18"/>
                    </a:moveTo>
                    <a:lnTo>
                      <a:pt x="33" y="18"/>
                    </a:lnTo>
                    <a:lnTo>
                      <a:pt x="376" y="18"/>
                    </a:lnTo>
                    <a:close/>
                  </a:path>
                </a:pathLst>
              </a:custGeom>
              <a:solidFill>
                <a:srgbClr val="3333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cxnSp>
            <p:nvCxnSpPr>
              <p:cNvPr id="1723" name="Google Shape;1723;p30"/>
              <p:cNvCxnSpPr/>
              <p:nvPr/>
            </p:nvCxnSpPr>
            <p:spPr>
              <a:xfrm>
                <a:off x="2317" y="2951"/>
                <a:ext cx="30" cy="1"/>
              </a:xfrm>
              <a:prstGeom prst="straightConnector1">
                <a:avLst/>
              </a:prstGeom>
              <a:noFill/>
              <a:ln cap="flat" cmpd="sng" w="9525">
                <a:solidFill>
                  <a:srgbClr val="000000"/>
                </a:solidFill>
                <a:prstDash val="solid"/>
                <a:round/>
                <a:headEnd len="med" w="med" type="none"/>
                <a:tailEnd len="med" w="med" type="none"/>
              </a:ln>
            </p:spPr>
          </p:cxnSp>
          <p:sp>
            <p:nvSpPr>
              <p:cNvPr id="1724" name="Google Shape;1724;p30"/>
              <p:cNvSpPr/>
              <p:nvPr/>
            </p:nvSpPr>
            <p:spPr>
              <a:xfrm>
                <a:off x="2317" y="2923"/>
                <a:ext cx="44" cy="109"/>
              </a:xfrm>
              <a:custGeom>
                <a:rect b="b" l="l" r="r" t="t"/>
                <a:pathLst>
                  <a:path extrusionOk="0" h="219" w="87">
                    <a:moveTo>
                      <a:pt x="87" y="219"/>
                    </a:moveTo>
                    <a:lnTo>
                      <a:pt x="0" y="55"/>
                    </a:lnTo>
                    <a:lnTo>
                      <a:pt x="28" y="0"/>
                    </a:lnTo>
                  </a:path>
                </a:pathLst>
              </a:custGeom>
              <a:solidFill>
                <a:srgbClr val="3333FF"/>
              </a:solidFill>
              <a:ln cap="flat" cmpd="sng" w="9525">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cxnSp>
            <p:nvCxnSpPr>
              <p:cNvPr id="1725" name="Google Shape;1725;p30"/>
              <p:cNvCxnSpPr/>
              <p:nvPr/>
            </p:nvCxnSpPr>
            <p:spPr>
              <a:xfrm flipH="1" rot="10800000">
                <a:off x="2300" y="2951"/>
                <a:ext cx="47" cy="83"/>
              </a:xfrm>
              <a:prstGeom prst="straightConnector1">
                <a:avLst/>
              </a:prstGeom>
              <a:noFill/>
              <a:ln cap="flat" cmpd="sng" w="9525">
                <a:solidFill>
                  <a:srgbClr val="000000"/>
                </a:solidFill>
                <a:prstDash val="solid"/>
                <a:round/>
                <a:headEnd len="med" w="med" type="none"/>
                <a:tailEnd len="med" w="med" type="none"/>
              </a:ln>
            </p:spPr>
          </p:cxnSp>
          <p:sp>
            <p:nvSpPr>
              <p:cNvPr id="1726" name="Google Shape;1726;p30"/>
              <p:cNvSpPr/>
              <p:nvPr/>
            </p:nvSpPr>
            <p:spPr>
              <a:xfrm>
                <a:off x="2317" y="3005"/>
                <a:ext cx="86" cy="27"/>
              </a:xfrm>
              <a:custGeom>
                <a:rect b="b" l="l" r="r" t="t"/>
                <a:pathLst>
                  <a:path extrusionOk="0" h="55" w="172">
                    <a:moveTo>
                      <a:pt x="28" y="55"/>
                    </a:moveTo>
                    <a:lnTo>
                      <a:pt x="0" y="0"/>
                    </a:lnTo>
                    <a:lnTo>
                      <a:pt x="172" y="0"/>
                    </a:lnTo>
                    <a:lnTo>
                      <a:pt x="146" y="55"/>
                    </a:lnTo>
                  </a:path>
                </a:pathLst>
              </a:custGeom>
              <a:solidFill>
                <a:srgbClr val="3333FF"/>
              </a:solidFill>
              <a:ln cap="flat" cmpd="sng" w="9525">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cxnSp>
            <p:nvCxnSpPr>
              <p:cNvPr id="1727" name="Google Shape;1727;p30"/>
              <p:cNvCxnSpPr/>
              <p:nvPr/>
            </p:nvCxnSpPr>
            <p:spPr>
              <a:xfrm rot="10800000">
                <a:off x="2375" y="2960"/>
                <a:ext cx="46" cy="74"/>
              </a:xfrm>
              <a:prstGeom prst="straightConnector1">
                <a:avLst/>
              </a:prstGeom>
              <a:noFill/>
              <a:ln cap="flat" cmpd="sng" w="9525">
                <a:solidFill>
                  <a:srgbClr val="000000"/>
                </a:solidFill>
                <a:prstDash val="solid"/>
                <a:round/>
                <a:headEnd len="med" w="med" type="none"/>
                <a:tailEnd len="med" w="med" type="none"/>
              </a:ln>
            </p:spPr>
          </p:cxnSp>
          <p:sp>
            <p:nvSpPr>
              <p:cNvPr id="1728" name="Google Shape;1728;p30"/>
              <p:cNvSpPr/>
              <p:nvPr/>
            </p:nvSpPr>
            <p:spPr>
              <a:xfrm>
                <a:off x="2274" y="3034"/>
                <a:ext cx="215" cy="25"/>
              </a:xfrm>
              <a:custGeom>
                <a:rect b="b" l="l" r="r" t="t"/>
                <a:pathLst>
                  <a:path extrusionOk="0" h="50" w="430">
                    <a:moveTo>
                      <a:pt x="26" y="18"/>
                    </a:moveTo>
                    <a:lnTo>
                      <a:pt x="0" y="18"/>
                    </a:lnTo>
                    <a:lnTo>
                      <a:pt x="0" y="50"/>
                    </a:lnTo>
                    <a:lnTo>
                      <a:pt x="430" y="50"/>
                    </a:lnTo>
                    <a:lnTo>
                      <a:pt x="430" y="18"/>
                    </a:lnTo>
                    <a:lnTo>
                      <a:pt x="376" y="18"/>
                    </a:lnTo>
                    <a:lnTo>
                      <a:pt x="376" y="0"/>
                    </a:lnTo>
                    <a:lnTo>
                      <a:pt x="26" y="0"/>
                    </a:lnTo>
                    <a:lnTo>
                      <a:pt x="26" y="18"/>
                    </a:lnTo>
                  </a:path>
                </a:pathLst>
              </a:custGeom>
              <a:solidFill>
                <a:srgbClr val="3333FF"/>
              </a:solidFill>
              <a:ln cap="flat" cmpd="sng" w="9525">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729" name="Google Shape;1729;p30"/>
              <p:cNvSpPr/>
              <p:nvPr/>
            </p:nvSpPr>
            <p:spPr>
              <a:xfrm>
                <a:off x="2290" y="3043"/>
                <a:ext cx="171" cy="1"/>
              </a:xfrm>
              <a:custGeom>
                <a:rect b="b" l="l" r="r" t="t"/>
                <a:pathLst>
                  <a:path extrusionOk="0" h="1" w="343">
                    <a:moveTo>
                      <a:pt x="343" y="0"/>
                    </a:moveTo>
                    <a:lnTo>
                      <a:pt x="0" y="0"/>
                    </a:lnTo>
                    <a:lnTo>
                      <a:pt x="343" y="0"/>
                    </a:lnTo>
                  </a:path>
                </a:pathLst>
              </a:custGeom>
              <a:solidFill>
                <a:srgbClr val="3333FF"/>
              </a:solidFill>
              <a:ln cap="flat" cmpd="sng" w="9525">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730" name="Google Shape;1730;p30"/>
              <p:cNvSpPr/>
              <p:nvPr/>
            </p:nvSpPr>
            <p:spPr>
              <a:xfrm>
                <a:off x="2347" y="2951"/>
                <a:ext cx="27" cy="83"/>
              </a:xfrm>
              <a:prstGeom prst="rect">
                <a:avLst/>
              </a:prstGeom>
              <a:solidFill>
                <a:srgbClr val="3333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731" name="Google Shape;1731;p30"/>
              <p:cNvSpPr/>
              <p:nvPr/>
            </p:nvSpPr>
            <p:spPr>
              <a:xfrm>
                <a:off x="2281" y="2821"/>
                <a:ext cx="208" cy="175"/>
              </a:xfrm>
              <a:custGeom>
                <a:rect b="b" l="l" r="r" t="t"/>
                <a:pathLst>
                  <a:path extrusionOk="0" h="350" w="415">
                    <a:moveTo>
                      <a:pt x="8" y="12"/>
                    </a:moveTo>
                    <a:lnTo>
                      <a:pt x="1" y="32"/>
                    </a:lnTo>
                    <a:lnTo>
                      <a:pt x="0" y="53"/>
                    </a:lnTo>
                    <a:lnTo>
                      <a:pt x="3" y="78"/>
                    </a:lnTo>
                    <a:lnTo>
                      <a:pt x="8" y="103"/>
                    </a:lnTo>
                    <a:lnTo>
                      <a:pt x="18" y="130"/>
                    </a:lnTo>
                    <a:lnTo>
                      <a:pt x="34" y="158"/>
                    </a:lnTo>
                    <a:lnTo>
                      <a:pt x="51" y="185"/>
                    </a:lnTo>
                    <a:lnTo>
                      <a:pt x="73" y="211"/>
                    </a:lnTo>
                    <a:lnTo>
                      <a:pt x="97" y="236"/>
                    </a:lnTo>
                    <a:lnTo>
                      <a:pt x="124" y="261"/>
                    </a:lnTo>
                    <a:lnTo>
                      <a:pt x="151" y="282"/>
                    </a:lnTo>
                    <a:lnTo>
                      <a:pt x="182" y="302"/>
                    </a:lnTo>
                    <a:lnTo>
                      <a:pt x="212" y="318"/>
                    </a:lnTo>
                    <a:lnTo>
                      <a:pt x="242" y="332"/>
                    </a:lnTo>
                    <a:lnTo>
                      <a:pt x="270" y="341"/>
                    </a:lnTo>
                    <a:lnTo>
                      <a:pt x="299" y="346"/>
                    </a:lnTo>
                    <a:lnTo>
                      <a:pt x="325" y="350"/>
                    </a:lnTo>
                    <a:lnTo>
                      <a:pt x="349" y="346"/>
                    </a:lnTo>
                    <a:lnTo>
                      <a:pt x="371" y="341"/>
                    </a:lnTo>
                    <a:lnTo>
                      <a:pt x="388" y="332"/>
                    </a:lnTo>
                    <a:lnTo>
                      <a:pt x="402" y="318"/>
                    </a:lnTo>
                    <a:lnTo>
                      <a:pt x="412" y="302"/>
                    </a:lnTo>
                    <a:lnTo>
                      <a:pt x="406" y="309"/>
                    </a:lnTo>
                    <a:lnTo>
                      <a:pt x="396" y="314"/>
                    </a:lnTo>
                    <a:lnTo>
                      <a:pt x="382" y="316"/>
                    </a:lnTo>
                    <a:lnTo>
                      <a:pt x="365" y="313"/>
                    </a:lnTo>
                    <a:lnTo>
                      <a:pt x="343" y="307"/>
                    </a:lnTo>
                    <a:lnTo>
                      <a:pt x="321" y="300"/>
                    </a:lnTo>
                    <a:lnTo>
                      <a:pt x="295" y="288"/>
                    </a:lnTo>
                    <a:lnTo>
                      <a:pt x="268" y="275"/>
                    </a:lnTo>
                    <a:lnTo>
                      <a:pt x="239" y="259"/>
                    </a:lnTo>
                    <a:lnTo>
                      <a:pt x="210" y="240"/>
                    </a:lnTo>
                    <a:lnTo>
                      <a:pt x="182" y="220"/>
                    </a:lnTo>
                    <a:lnTo>
                      <a:pt x="153" y="199"/>
                    </a:lnTo>
                    <a:lnTo>
                      <a:pt x="126" y="178"/>
                    </a:lnTo>
                    <a:lnTo>
                      <a:pt x="100" y="154"/>
                    </a:lnTo>
                    <a:lnTo>
                      <a:pt x="76" y="131"/>
                    </a:lnTo>
                    <a:lnTo>
                      <a:pt x="56" y="110"/>
                    </a:lnTo>
                    <a:lnTo>
                      <a:pt x="38" y="89"/>
                    </a:lnTo>
                    <a:lnTo>
                      <a:pt x="24" y="69"/>
                    </a:lnTo>
                    <a:lnTo>
                      <a:pt x="14" y="51"/>
                    </a:lnTo>
                    <a:lnTo>
                      <a:pt x="8" y="35"/>
                    </a:lnTo>
                    <a:lnTo>
                      <a:pt x="5" y="23"/>
                    </a:lnTo>
                    <a:lnTo>
                      <a:pt x="8" y="12"/>
                    </a:lnTo>
                    <a:close/>
                    <a:moveTo>
                      <a:pt x="8" y="12"/>
                    </a:moveTo>
                    <a:lnTo>
                      <a:pt x="14" y="5"/>
                    </a:lnTo>
                    <a:lnTo>
                      <a:pt x="24" y="0"/>
                    </a:lnTo>
                    <a:lnTo>
                      <a:pt x="38" y="0"/>
                    </a:lnTo>
                    <a:lnTo>
                      <a:pt x="56" y="2"/>
                    </a:lnTo>
                    <a:lnTo>
                      <a:pt x="77" y="7"/>
                    </a:lnTo>
                    <a:lnTo>
                      <a:pt x="100" y="16"/>
                    </a:lnTo>
                    <a:lnTo>
                      <a:pt x="126" y="26"/>
                    </a:lnTo>
                    <a:lnTo>
                      <a:pt x="153" y="41"/>
                    </a:lnTo>
                    <a:lnTo>
                      <a:pt x="182" y="57"/>
                    </a:lnTo>
                    <a:lnTo>
                      <a:pt x="210" y="74"/>
                    </a:lnTo>
                    <a:lnTo>
                      <a:pt x="239" y="94"/>
                    </a:lnTo>
                    <a:lnTo>
                      <a:pt x="268" y="115"/>
                    </a:lnTo>
                    <a:lnTo>
                      <a:pt x="295" y="138"/>
                    </a:lnTo>
                    <a:lnTo>
                      <a:pt x="321" y="160"/>
                    </a:lnTo>
                    <a:lnTo>
                      <a:pt x="345" y="183"/>
                    </a:lnTo>
                    <a:lnTo>
                      <a:pt x="365" y="204"/>
                    </a:lnTo>
                    <a:lnTo>
                      <a:pt x="382" y="226"/>
                    </a:lnTo>
                    <a:lnTo>
                      <a:pt x="396" y="245"/>
                    </a:lnTo>
                    <a:lnTo>
                      <a:pt x="406" y="263"/>
                    </a:lnTo>
                    <a:lnTo>
                      <a:pt x="412" y="279"/>
                    </a:lnTo>
                    <a:lnTo>
                      <a:pt x="415" y="291"/>
                    </a:lnTo>
                    <a:lnTo>
                      <a:pt x="412" y="302"/>
                    </a:lnTo>
                    <a:lnTo>
                      <a:pt x="406" y="309"/>
                    </a:lnTo>
                    <a:lnTo>
                      <a:pt x="396" y="314"/>
                    </a:lnTo>
                    <a:lnTo>
                      <a:pt x="382" y="316"/>
                    </a:lnTo>
                    <a:lnTo>
                      <a:pt x="365" y="313"/>
                    </a:lnTo>
                    <a:lnTo>
                      <a:pt x="343" y="307"/>
                    </a:lnTo>
                    <a:lnTo>
                      <a:pt x="321" y="300"/>
                    </a:lnTo>
                    <a:lnTo>
                      <a:pt x="295" y="288"/>
                    </a:lnTo>
                    <a:lnTo>
                      <a:pt x="268" y="275"/>
                    </a:lnTo>
                    <a:lnTo>
                      <a:pt x="239" y="259"/>
                    </a:lnTo>
                    <a:lnTo>
                      <a:pt x="210" y="240"/>
                    </a:lnTo>
                    <a:lnTo>
                      <a:pt x="182" y="220"/>
                    </a:lnTo>
                    <a:lnTo>
                      <a:pt x="153" y="199"/>
                    </a:lnTo>
                    <a:lnTo>
                      <a:pt x="126" y="178"/>
                    </a:lnTo>
                    <a:lnTo>
                      <a:pt x="100" y="154"/>
                    </a:lnTo>
                    <a:lnTo>
                      <a:pt x="76" y="131"/>
                    </a:lnTo>
                    <a:lnTo>
                      <a:pt x="56" y="110"/>
                    </a:lnTo>
                    <a:lnTo>
                      <a:pt x="38" y="89"/>
                    </a:lnTo>
                    <a:lnTo>
                      <a:pt x="24" y="69"/>
                    </a:lnTo>
                    <a:lnTo>
                      <a:pt x="14" y="51"/>
                    </a:lnTo>
                    <a:lnTo>
                      <a:pt x="8" y="35"/>
                    </a:lnTo>
                    <a:lnTo>
                      <a:pt x="5" y="23"/>
                    </a:lnTo>
                    <a:lnTo>
                      <a:pt x="8" y="12"/>
                    </a:lnTo>
                    <a:close/>
                  </a:path>
                </a:pathLst>
              </a:custGeom>
              <a:solidFill>
                <a:srgbClr val="3333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cxnSp>
            <p:nvCxnSpPr>
              <p:cNvPr id="1732" name="Google Shape;1732;p30"/>
              <p:cNvCxnSpPr/>
              <p:nvPr/>
            </p:nvCxnSpPr>
            <p:spPr>
              <a:xfrm rot="10800000">
                <a:off x="2285" y="2824"/>
                <a:ext cx="136" cy="2"/>
              </a:xfrm>
              <a:prstGeom prst="straightConnector1">
                <a:avLst/>
              </a:prstGeom>
              <a:noFill/>
              <a:ln cap="flat" cmpd="sng" w="9525">
                <a:solidFill>
                  <a:srgbClr val="000000"/>
                </a:solidFill>
                <a:prstDash val="solid"/>
                <a:round/>
                <a:headEnd len="med" w="med" type="none"/>
                <a:tailEnd len="med" w="med" type="none"/>
              </a:ln>
            </p:spPr>
          </p:cxnSp>
          <p:cxnSp>
            <p:nvCxnSpPr>
              <p:cNvPr id="1733" name="Google Shape;1733;p30"/>
              <p:cNvCxnSpPr/>
              <p:nvPr/>
            </p:nvCxnSpPr>
            <p:spPr>
              <a:xfrm flipH="1">
                <a:off x="2372" y="2826"/>
                <a:ext cx="49" cy="102"/>
              </a:xfrm>
              <a:prstGeom prst="straightConnector1">
                <a:avLst/>
              </a:prstGeom>
              <a:noFill/>
              <a:ln cap="flat" cmpd="sng" w="9525">
                <a:solidFill>
                  <a:srgbClr val="000000"/>
                </a:solidFill>
                <a:prstDash val="solid"/>
                <a:round/>
                <a:headEnd len="med" w="med" type="none"/>
                <a:tailEnd len="med" w="med" type="none"/>
              </a:ln>
            </p:spPr>
          </p:cxnSp>
          <p:cxnSp>
            <p:nvCxnSpPr>
              <p:cNvPr id="1734" name="Google Shape;1734;p30"/>
              <p:cNvCxnSpPr/>
              <p:nvPr/>
            </p:nvCxnSpPr>
            <p:spPr>
              <a:xfrm>
                <a:off x="2421" y="2826"/>
                <a:ext cx="67" cy="144"/>
              </a:xfrm>
              <a:prstGeom prst="straightConnector1">
                <a:avLst/>
              </a:prstGeom>
              <a:noFill/>
              <a:ln cap="flat" cmpd="sng" w="9525">
                <a:solidFill>
                  <a:srgbClr val="000000"/>
                </a:solidFill>
                <a:prstDash val="solid"/>
                <a:round/>
                <a:headEnd len="med" w="med" type="none"/>
                <a:tailEnd len="med" w="med" type="none"/>
              </a:ln>
            </p:spPr>
          </p:cxnSp>
          <p:sp>
            <p:nvSpPr>
              <p:cNvPr id="1735" name="Google Shape;1735;p30"/>
              <p:cNvSpPr/>
              <p:nvPr/>
            </p:nvSpPr>
            <p:spPr>
              <a:xfrm>
                <a:off x="2349" y="2902"/>
                <a:ext cx="51" cy="40"/>
              </a:xfrm>
              <a:custGeom>
                <a:rect b="b" l="l" r="r" t="t"/>
                <a:pathLst>
                  <a:path extrusionOk="0" h="80" w="101">
                    <a:moveTo>
                      <a:pt x="0" y="3"/>
                    </a:moveTo>
                    <a:lnTo>
                      <a:pt x="4" y="0"/>
                    </a:lnTo>
                    <a:lnTo>
                      <a:pt x="13" y="1"/>
                    </a:lnTo>
                    <a:lnTo>
                      <a:pt x="24" y="3"/>
                    </a:lnTo>
                    <a:lnTo>
                      <a:pt x="37" y="10"/>
                    </a:lnTo>
                    <a:lnTo>
                      <a:pt x="51" y="19"/>
                    </a:lnTo>
                    <a:lnTo>
                      <a:pt x="66" y="30"/>
                    </a:lnTo>
                    <a:lnTo>
                      <a:pt x="79" y="40"/>
                    </a:lnTo>
                    <a:lnTo>
                      <a:pt x="90" y="51"/>
                    </a:lnTo>
                    <a:lnTo>
                      <a:pt x="97" y="62"/>
                    </a:lnTo>
                    <a:lnTo>
                      <a:pt x="101" y="71"/>
                    </a:lnTo>
                    <a:lnTo>
                      <a:pt x="101" y="76"/>
                    </a:lnTo>
                    <a:lnTo>
                      <a:pt x="97" y="80"/>
                    </a:lnTo>
                    <a:lnTo>
                      <a:pt x="90" y="78"/>
                    </a:lnTo>
                    <a:lnTo>
                      <a:pt x="79" y="74"/>
                    </a:lnTo>
                    <a:lnTo>
                      <a:pt x="66" y="69"/>
                    </a:lnTo>
                    <a:lnTo>
                      <a:pt x="51" y="60"/>
                    </a:lnTo>
                    <a:lnTo>
                      <a:pt x="37" y="49"/>
                    </a:lnTo>
                    <a:lnTo>
                      <a:pt x="23" y="39"/>
                    </a:lnTo>
                    <a:lnTo>
                      <a:pt x="13" y="28"/>
                    </a:lnTo>
                    <a:lnTo>
                      <a:pt x="4" y="17"/>
                    </a:lnTo>
                    <a:lnTo>
                      <a:pt x="0" y="8"/>
                    </a:lnTo>
                    <a:lnTo>
                      <a:pt x="0" y="3"/>
                    </a:lnTo>
                    <a:close/>
                  </a:path>
                </a:pathLst>
              </a:custGeom>
              <a:solidFill>
                <a:srgbClr val="3333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grpSp>
          <p:nvGrpSpPr>
            <p:cNvPr id="1736" name="Google Shape;1736;p30"/>
            <p:cNvGrpSpPr/>
            <p:nvPr/>
          </p:nvGrpSpPr>
          <p:grpSpPr>
            <a:xfrm flipH="1">
              <a:off x="8013498" y="5710190"/>
              <a:ext cx="298450" cy="211138"/>
              <a:chOff x="2274" y="2821"/>
              <a:chExt cx="215" cy="238"/>
            </a:xfrm>
          </p:grpSpPr>
          <p:sp>
            <p:nvSpPr>
              <p:cNvPr id="1737" name="Google Shape;1737;p30"/>
              <p:cNvSpPr/>
              <p:nvPr/>
            </p:nvSpPr>
            <p:spPr>
              <a:xfrm>
                <a:off x="2274" y="3034"/>
                <a:ext cx="215" cy="25"/>
              </a:xfrm>
              <a:custGeom>
                <a:rect b="b" l="l" r="r" t="t"/>
                <a:pathLst>
                  <a:path extrusionOk="0" h="50" w="430">
                    <a:moveTo>
                      <a:pt x="26" y="18"/>
                    </a:moveTo>
                    <a:lnTo>
                      <a:pt x="0" y="18"/>
                    </a:lnTo>
                    <a:lnTo>
                      <a:pt x="0" y="50"/>
                    </a:lnTo>
                    <a:lnTo>
                      <a:pt x="430" y="50"/>
                    </a:lnTo>
                    <a:lnTo>
                      <a:pt x="430" y="18"/>
                    </a:lnTo>
                    <a:lnTo>
                      <a:pt x="376" y="18"/>
                    </a:lnTo>
                    <a:lnTo>
                      <a:pt x="376" y="0"/>
                    </a:lnTo>
                    <a:lnTo>
                      <a:pt x="26" y="0"/>
                    </a:lnTo>
                    <a:lnTo>
                      <a:pt x="26" y="18"/>
                    </a:lnTo>
                    <a:close/>
                    <a:moveTo>
                      <a:pt x="376" y="18"/>
                    </a:moveTo>
                    <a:lnTo>
                      <a:pt x="33" y="18"/>
                    </a:lnTo>
                    <a:lnTo>
                      <a:pt x="376" y="18"/>
                    </a:lnTo>
                    <a:close/>
                  </a:path>
                </a:pathLst>
              </a:custGeom>
              <a:solidFill>
                <a:srgbClr val="3333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cxnSp>
            <p:nvCxnSpPr>
              <p:cNvPr id="1738" name="Google Shape;1738;p30"/>
              <p:cNvCxnSpPr/>
              <p:nvPr/>
            </p:nvCxnSpPr>
            <p:spPr>
              <a:xfrm>
                <a:off x="2317" y="2951"/>
                <a:ext cx="30" cy="1"/>
              </a:xfrm>
              <a:prstGeom prst="straightConnector1">
                <a:avLst/>
              </a:prstGeom>
              <a:noFill/>
              <a:ln cap="flat" cmpd="sng" w="9525">
                <a:solidFill>
                  <a:srgbClr val="000000"/>
                </a:solidFill>
                <a:prstDash val="solid"/>
                <a:round/>
                <a:headEnd len="med" w="med" type="none"/>
                <a:tailEnd len="med" w="med" type="none"/>
              </a:ln>
            </p:spPr>
          </p:cxnSp>
          <p:sp>
            <p:nvSpPr>
              <p:cNvPr id="1739" name="Google Shape;1739;p30"/>
              <p:cNvSpPr/>
              <p:nvPr/>
            </p:nvSpPr>
            <p:spPr>
              <a:xfrm>
                <a:off x="2317" y="2923"/>
                <a:ext cx="44" cy="109"/>
              </a:xfrm>
              <a:custGeom>
                <a:rect b="b" l="l" r="r" t="t"/>
                <a:pathLst>
                  <a:path extrusionOk="0" h="219" w="87">
                    <a:moveTo>
                      <a:pt x="87" y="219"/>
                    </a:moveTo>
                    <a:lnTo>
                      <a:pt x="0" y="55"/>
                    </a:lnTo>
                    <a:lnTo>
                      <a:pt x="28" y="0"/>
                    </a:lnTo>
                  </a:path>
                </a:pathLst>
              </a:custGeom>
              <a:solidFill>
                <a:srgbClr val="3333FF"/>
              </a:solidFill>
              <a:ln cap="flat" cmpd="sng" w="9525">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cxnSp>
            <p:nvCxnSpPr>
              <p:cNvPr id="1740" name="Google Shape;1740;p30"/>
              <p:cNvCxnSpPr/>
              <p:nvPr/>
            </p:nvCxnSpPr>
            <p:spPr>
              <a:xfrm flipH="1" rot="10800000">
                <a:off x="2300" y="2951"/>
                <a:ext cx="47" cy="83"/>
              </a:xfrm>
              <a:prstGeom prst="straightConnector1">
                <a:avLst/>
              </a:prstGeom>
              <a:noFill/>
              <a:ln cap="flat" cmpd="sng" w="9525">
                <a:solidFill>
                  <a:srgbClr val="000000"/>
                </a:solidFill>
                <a:prstDash val="solid"/>
                <a:round/>
                <a:headEnd len="med" w="med" type="none"/>
                <a:tailEnd len="med" w="med" type="none"/>
              </a:ln>
            </p:spPr>
          </p:cxnSp>
          <p:sp>
            <p:nvSpPr>
              <p:cNvPr id="1741" name="Google Shape;1741;p30"/>
              <p:cNvSpPr/>
              <p:nvPr/>
            </p:nvSpPr>
            <p:spPr>
              <a:xfrm>
                <a:off x="2317" y="3005"/>
                <a:ext cx="86" cy="27"/>
              </a:xfrm>
              <a:custGeom>
                <a:rect b="b" l="l" r="r" t="t"/>
                <a:pathLst>
                  <a:path extrusionOk="0" h="55" w="172">
                    <a:moveTo>
                      <a:pt x="28" y="55"/>
                    </a:moveTo>
                    <a:lnTo>
                      <a:pt x="0" y="0"/>
                    </a:lnTo>
                    <a:lnTo>
                      <a:pt x="172" y="0"/>
                    </a:lnTo>
                    <a:lnTo>
                      <a:pt x="146" y="55"/>
                    </a:lnTo>
                  </a:path>
                </a:pathLst>
              </a:custGeom>
              <a:solidFill>
                <a:srgbClr val="3333FF"/>
              </a:solidFill>
              <a:ln cap="flat" cmpd="sng" w="9525">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cxnSp>
            <p:nvCxnSpPr>
              <p:cNvPr id="1742" name="Google Shape;1742;p30"/>
              <p:cNvCxnSpPr/>
              <p:nvPr/>
            </p:nvCxnSpPr>
            <p:spPr>
              <a:xfrm rot="10800000">
                <a:off x="2375" y="2960"/>
                <a:ext cx="46" cy="74"/>
              </a:xfrm>
              <a:prstGeom prst="straightConnector1">
                <a:avLst/>
              </a:prstGeom>
              <a:noFill/>
              <a:ln cap="flat" cmpd="sng" w="9525">
                <a:solidFill>
                  <a:srgbClr val="000000"/>
                </a:solidFill>
                <a:prstDash val="solid"/>
                <a:round/>
                <a:headEnd len="med" w="med" type="none"/>
                <a:tailEnd len="med" w="med" type="none"/>
              </a:ln>
            </p:spPr>
          </p:cxnSp>
          <p:sp>
            <p:nvSpPr>
              <p:cNvPr id="1743" name="Google Shape;1743;p30"/>
              <p:cNvSpPr/>
              <p:nvPr/>
            </p:nvSpPr>
            <p:spPr>
              <a:xfrm>
                <a:off x="2274" y="3034"/>
                <a:ext cx="215" cy="25"/>
              </a:xfrm>
              <a:custGeom>
                <a:rect b="b" l="l" r="r" t="t"/>
                <a:pathLst>
                  <a:path extrusionOk="0" h="50" w="430">
                    <a:moveTo>
                      <a:pt x="26" y="18"/>
                    </a:moveTo>
                    <a:lnTo>
                      <a:pt x="0" y="18"/>
                    </a:lnTo>
                    <a:lnTo>
                      <a:pt x="0" y="50"/>
                    </a:lnTo>
                    <a:lnTo>
                      <a:pt x="430" y="50"/>
                    </a:lnTo>
                    <a:lnTo>
                      <a:pt x="430" y="18"/>
                    </a:lnTo>
                    <a:lnTo>
                      <a:pt x="376" y="18"/>
                    </a:lnTo>
                    <a:lnTo>
                      <a:pt x="376" y="0"/>
                    </a:lnTo>
                    <a:lnTo>
                      <a:pt x="26" y="0"/>
                    </a:lnTo>
                    <a:lnTo>
                      <a:pt x="26" y="18"/>
                    </a:lnTo>
                  </a:path>
                </a:pathLst>
              </a:custGeom>
              <a:solidFill>
                <a:srgbClr val="3333FF"/>
              </a:solidFill>
              <a:ln cap="flat" cmpd="sng" w="9525">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744" name="Google Shape;1744;p30"/>
              <p:cNvSpPr/>
              <p:nvPr/>
            </p:nvSpPr>
            <p:spPr>
              <a:xfrm>
                <a:off x="2290" y="3043"/>
                <a:ext cx="171" cy="1"/>
              </a:xfrm>
              <a:custGeom>
                <a:rect b="b" l="l" r="r" t="t"/>
                <a:pathLst>
                  <a:path extrusionOk="0" h="1" w="343">
                    <a:moveTo>
                      <a:pt x="343" y="0"/>
                    </a:moveTo>
                    <a:lnTo>
                      <a:pt x="0" y="0"/>
                    </a:lnTo>
                    <a:lnTo>
                      <a:pt x="343" y="0"/>
                    </a:lnTo>
                  </a:path>
                </a:pathLst>
              </a:custGeom>
              <a:solidFill>
                <a:srgbClr val="3333FF"/>
              </a:solidFill>
              <a:ln cap="flat" cmpd="sng" w="9525">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745" name="Google Shape;1745;p30"/>
              <p:cNvSpPr/>
              <p:nvPr/>
            </p:nvSpPr>
            <p:spPr>
              <a:xfrm>
                <a:off x="2347" y="2951"/>
                <a:ext cx="27" cy="83"/>
              </a:xfrm>
              <a:prstGeom prst="rect">
                <a:avLst/>
              </a:prstGeom>
              <a:solidFill>
                <a:srgbClr val="3333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746" name="Google Shape;1746;p30"/>
              <p:cNvSpPr/>
              <p:nvPr/>
            </p:nvSpPr>
            <p:spPr>
              <a:xfrm>
                <a:off x="2281" y="2821"/>
                <a:ext cx="208" cy="175"/>
              </a:xfrm>
              <a:custGeom>
                <a:rect b="b" l="l" r="r" t="t"/>
                <a:pathLst>
                  <a:path extrusionOk="0" h="350" w="415">
                    <a:moveTo>
                      <a:pt x="8" y="12"/>
                    </a:moveTo>
                    <a:lnTo>
                      <a:pt x="1" y="32"/>
                    </a:lnTo>
                    <a:lnTo>
                      <a:pt x="0" y="53"/>
                    </a:lnTo>
                    <a:lnTo>
                      <a:pt x="3" y="78"/>
                    </a:lnTo>
                    <a:lnTo>
                      <a:pt x="8" y="103"/>
                    </a:lnTo>
                    <a:lnTo>
                      <a:pt x="18" y="130"/>
                    </a:lnTo>
                    <a:lnTo>
                      <a:pt x="34" y="158"/>
                    </a:lnTo>
                    <a:lnTo>
                      <a:pt x="51" y="185"/>
                    </a:lnTo>
                    <a:lnTo>
                      <a:pt x="73" y="211"/>
                    </a:lnTo>
                    <a:lnTo>
                      <a:pt x="97" y="236"/>
                    </a:lnTo>
                    <a:lnTo>
                      <a:pt x="124" y="261"/>
                    </a:lnTo>
                    <a:lnTo>
                      <a:pt x="151" y="282"/>
                    </a:lnTo>
                    <a:lnTo>
                      <a:pt x="182" y="302"/>
                    </a:lnTo>
                    <a:lnTo>
                      <a:pt x="212" y="318"/>
                    </a:lnTo>
                    <a:lnTo>
                      <a:pt x="242" y="332"/>
                    </a:lnTo>
                    <a:lnTo>
                      <a:pt x="270" y="341"/>
                    </a:lnTo>
                    <a:lnTo>
                      <a:pt x="299" y="346"/>
                    </a:lnTo>
                    <a:lnTo>
                      <a:pt x="325" y="350"/>
                    </a:lnTo>
                    <a:lnTo>
                      <a:pt x="349" y="346"/>
                    </a:lnTo>
                    <a:lnTo>
                      <a:pt x="371" y="341"/>
                    </a:lnTo>
                    <a:lnTo>
                      <a:pt x="388" y="332"/>
                    </a:lnTo>
                    <a:lnTo>
                      <a:pt x="402" y="318"/>
                    </a:lnTo>
                    <a:lnTo>
                      <a:pt x="412" y="302"/>
                    </a:lnTo>
                    <a:lnTo>
                      <a:pt x="406" y="309"/>
                    </a:lnTo>
                    <a:lnTo>
                      <a:pt x="396" y="314"/>
                    </a:lnTo>
                    <a:lnTo>
                      <a:pt x="382" y="316"/>
                    </a:lnTo>
                    <a:lnTo>
                      <a:pt x="365" y="313"/>
                    </a:lnTo>
                    <a:lnTo>
                      <a:pt x="343" y="307"/>
                    </a:lnTo>
                    <a:lnTo>
                      <a:pt x="321" y="300"/>
                    </a:lnTo>
                    <a:lnTo>
                      <a:pt x="295" y="288"/>
                    </a:lnTo>
                    <a:lnTo>
                      <a:pt x="268" y="275"/>
                    </a:lnTo>
                    <a:lnTo>
                      <a:pt x="239" y="259"/>
                    </a:lnTo>
                    <a:lnTo>
                      <a:pt x="210" y="240"/>
                    </a:lnTo>
                    <a:lnTo>
                      <a:pt x="182" y="220"/>
                    </a:lnTo>
                    <a:lnTo>
                      <a:pt x="153" y="199"/>
                    </a:lnTo>
                    <a:lnTo>
                      <a:pt x="126" y="178"/>
                    </a:lnTo>
                    <a:lnTo>
                      <a:pt x="100" y="154"/>
                    </a:lnTo>
                    <a:lnTo>
                      <a:pt x="76" y="131"/>
                    </a:lnTo>
                    <a:lnTo>
                      <a:pt x="56" y="110"/>
                    </a:lnTo>
                    <a:lnTo>
                      <a:pt x="38" y="89"/>
                    </a:lnTo>
                    <a:lnTo>
                      <a:pt x="24" y="69"/>
                    </a:lnTo>
                    <a:lnTo>
                      <a:pt x="14" y="51"/>
                    </a:lnTo>
                    <a:lnTo>
                      <a:pt x="8" y="35"/>
                    </a:lnTo>
                    <a:lnTo>
                      <a:pt x="5" y="23"/>
                    </a:lnTo>
                    <a:lnTo>
                      <a:pt x="8" y="12"/>
                    </a:lnTo>
                    <a:close/>
                    <a:moveTo>
                      <a:pt x="8" y="12"/>
                    </a:moveTo>
                    <a:lnTo>
                      <a:pt x="14" y="5"/>
                    </a:lnTo>
                    <a:lnTo>
                      <a:pt x="24" y="0"/>
                    </a:lnTo>
                    <a:lnTo>
                      <a:pt x="38" y="0"/>
                    </a:lnTo>
                    <a:lnTo>
                      <a:pt x="56" y="2"/>
                    </a:lnTo>
                    <a:lnTo>
                      <a:pt x="77" y="7"/>
                    </a:lnTo>
                    <a:lnTo>
                      <a:pt x="100" y="16"/>
                    </a:lnTo>
                    <a:lnTo>
                      <a:pt x="126" y="26"/>
                    </a:lnTo>
                    <a:lnTo>
                      <a:pt x="153" y="41"/>
                    </a:lnTo>
                    <a:lnTo>
                      <a:pt x="182" y="57"/>
                    </a:lnTo>
                    <a:lnTo>
                      <a:pt x="210" y="74"/>
                    </a:lnTo>
                    <a:lnTo>
                      <a:pt x="239" y="94"/>
                    </a:lnTo>
                    <a:lnTo>
                      <a:pt x="268" y="115"/>
                    </a:lnTo>
                    <a:lnTo>
                      <a:pt x="295" y="138"/>
                    </a:lnTo>
                    <a:lnTo>
                      <a:pt x="321" y="160"/>
                    </a:lnTo>
                    <a:lnTo>
                      <a:pt x="345" y="183"/>
                    </a:lnTo>
                    <a:lnTo>
                      <a:pt x="365" y="204"/>
                    </a:lnTo>
                    <a:lnTo>
                      <a:pt x="382" y="226"/>
                    </a:lnTo>
                    <a:lnTo>
                      <a:pt x="396" y="245"/>
                    </a:lnTo>
                    <a:lnTo>
                      <a:pt x="406" y="263"/>
                    </a:lnTo>
                    <a:lnTo>
                      <a:pt x="412" y="279"/>
                    </a:lnTo>
                    <a:lnTo>
                      <a:pt x="415" y="291"/>
                    </a:lnTo>
                    <a:lnTo>
                      <a:pt x="412" y="302"/>
                    </a:lnTo>
                    <a:lnTo>
                      <a:pt x="406" y="309"/>
                    </a:lnTo>
                    <a:lnTo>
                      <a:pt x="396" y="314"/>
                    </a:lnTo>
                    <a:lnTo>
                      <a:pt x="382" y="316"/>
                    </a:lnTo>
                    <a:lnTo>
                      <a:pt x="365" y="313"/>
                    </a:lnTo>
                    <a:lnTo>
                      <a:pt x="343" y="307"/>
                    </a:lnTo>
                    <a:lnTo>
                      <a:pt x="321" y="300"/>
                    </a:lnTo>
                    <a:lnTo>
                      <a:pt x="295" y="288"/>
                    </a:lnTo>
                    <a:lnTo>
                      <a:pt x="268" y="275"/>
                    </a:lnTo>
                    <a:lnTo>
                      <a:pt x="239" y="259"/>
                    </a:lnTo>
                    <a:lnTo>
                      <a:pt x="210" y="240"/>
                    </a:lnTo>
                    <a:lnTo>
                      <a:pt x="182" y="220"/>
                    </a:lnTo>
                    <a:lnTo>
                      <a:pt x="153" y="199"/>
                    </a:lnTo>
                    <a:lnTo>
                      <a:pt x="126" y="178"/>
                    </a:lnTo>
                    <a:lnTo>
                      <a:pt x="100" y="154"/>
                    </a:lnTo>
                    <a:lnTo>
                      <a:pt x="76" y="131"/>
                    </a:lnTo>
                    <a:lnTo>
                      <a:pt x="56" y="110"/>
                    </a:lnTo>
                    <a:lnTo>
                      <a:pt x="38" y="89"/>
                    </a:lnTo>
                    <a:lnTo>
                      <a:pt x="24" y="69"/>
                    </a:lnTo>
                    <a:lnTo>
                      <a:pt x="14" y="51"/>
                    </a:lnTo>
                    <a:lnTo>
                      <a:pt x="8" y="35"/>
                    </a:lnTo>
                    <a:lnTo>
                      <a:pt x="5" y="23"/>
                    </a:lnTo>
                    <a:lnTo>
                      <a:pt x="8" y="12"/>
                    </a:lnTo>
                    <a:close/>
                  </a:path>
                </a:pathLst>
              </a:custGeom>
              <a:solidFill>
                <a:srgbClr val="3333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cxnSp>
            <p:nvCxnSpPr>
              <p:cNvPr id="1747" name="Google Shape;1747;p30"/>
              <p:cNvCxnSpPr/>
              <p:nvPr/>
            </p:nvCxnSpPr>
            <p:spPr>
              <a:xfrm rot="10800000">
                <a:off x="2285" y="2824"/>
                <a:ext cx="136" cy="2"/>
              </a:xfrm>
              <a:prstGeom prst="straightConnector1">
                <a:avLst/>
              </a:prstGeom>
              <a:noFill/>
              <a:ln cap="flat" cmpd="sng" w="9525">
                <a:solidFill>
                  <a:srgbClr val="000000"/>
                </a:solidFill>
                <a:prstDash val="solid"/>
                <a:round/>
                <a:headEnd len="med" w="med" type="none"/>
                <a:tailEnd len="med" w="med" type="none"/>
              </a:ln>
            </p:spPr>
          </p:cxnSp>
          <p:cxnSp>
            <p:nvCxnSpPr>
              <p:cNvPr id="1748" name="Google Shape;1748;p30"/>
              <p:cNvCxnSpPr/>
              <p:nvPr/>
            </p:nvCxnSpPr>
            <p:spPr>
              <a:xfrm flipH="1">
                <a:off x="2372" y="2826"/>
                <a:ext cx="49" cy="102"/>
              </a:xfrm>
              <a:prstGeom prst="straightConnector1">
                <a:avLst/>
              </a:prstGeom>
              <a:noFill/>
              <a:ln cap="flat" cmpd="sng" w="9525">
                <a:solidFill>
                  <a:srgbClr val="000000"/>
                </a:solidFill>
                <a:prstDash val="solid"/>
                <a:round/>
                <a:headEnd len="med" w="med" type="none"/>
                <a:tailEnd len="med" w="med" type="none"/>
              </a:ln>
            </p:spPr>
          </p:cxnSp>
          <p:cxnSp>
            <p:nvCxnSpPr>
              <p:cNvPr id="1749" name="Google Shape;1749;p30"/>
              <p:cNvCxnSpPr/>
              <p:nvPr/>
            </p:nvCxnSpPr>
            <p:spPr>
              <a:xfrm>
                <a:off x="2421" y="2826"/>
                <a:ext cx="67" cy="144"/>
              </a:xfrm>
              <a:prstGeom prst="straightConnector1">
                <a:avLst/>
              </a:prstGeom>
              <a:noFill/>
              <a:ln cap="flat" cmpd="sng" w="9525">
                <a:solidFill>
                  <a:srgbClr val="000000"/>
                </a:solidFill>
                <a:prstDash val="solid"/>
                <a:round/>
                <a:headEnd len="med" w="med" type="none"/>
                <a:tailEnd len="med" w="med" type="none"/>
              </a:ln>
            </p:spPr>
          </p:cxnSp>
          <p:sp>
            <p:nvSpPr>
              <p:cNvPr id="1750" name="Google Shape;1750;p30"/>
              <p:cNvSpPr/>
              <p:nvPr/>
            </p:nvSpPr>
            <p:spPr>
              <a:xfrm>
                <a:off x="2349" y="2902"/>
                <a:ext cx="51" cy="40"/>
              </a:xfrm>
              <a:custGeom>
                <a:rect b="b" l="l" r="r" t="t"/>
                <a:pathLst>
                  <a:path extrusionOk="0" h="80" w="101">
                    <a:moveTo>
                      <a:pt x="0" y="3"/>
                    </a:moveTo>
                    <a:lnTo>
                      <a:pt x="4" y="0"/>
                    </a:lnTo>
                    <a:lnTo>
                      <a:pt x="13" y="1"/>
                    </a:lnTo>
                    <a:lnTo>
                      <a:pt x="24" y="3"/>
                    </a:lnTo>
                    <a:lnTo>
                      <a:pt x="37" y="10"/>
                    </a:lnTo>
                    <a:lnTo>
                      <a:pt x="51" y="19"/>
                    </a:lnTo>
                    <a:lnTo>
                      <a:pt x="66" y="30"/>
                    </a:lnTo>
                    <a:lnTo>
                      <a:pt x="79" y="40"/>
                    </a:lnTo>
                    <a:lnTo>
                      <a:pt x="90" y="51"/>
                    </a:lnTo>
                    <a:lnTo>
                      <a:pt x="97" y="62"/>
                    </a:lnTo>
                    <a:lnTo>
                      <a:pt x="101" y="71"/>
                    </a:lnTo>
                    <a:lnTo>
                      <a:pt x="101" y="76"/>
                    </a:lnTo>
                    <a:lnTo>
                      <a:pt x="97" y="80"/>
                    </a:lnTo>
                    <a:lnTo>
                      <a:pt x="90" y="78"/>
                    </a:lnTo>
                    <a:lnTo>
                      <a:pt x="79" y="74"/>
                    </a:lnTo>
                    <a:lnTo>
                      <a:pt x="66" y="69"/>
                    </a:lnTo>
                    <a:lnTo>
                      <a:pt x="51" y="60"/>
                    </a:lnTo>
                    <a:lnTo>
                      <a:pt x="37" y="49"/>
                    </a:lnTo>
                    <a:lnTo>
                      <a:pt x="23" y="39"/>
                    </a:lnTo>
                    <a:lnTo>
                      <a:pt x="13" y="28"/>
                    </a:lnTo>
                    <a:lnTo>
                      <a:pt x="4" y="17"/>
                    </a:lnTo>
                    <a:lnTo>
                      <a:pt x="0" y="8"/>
                    </a:lnTo>
                    <a:lnTo>
                      <a:pt x="0" y="3"/>
                    </a:lnTo>
                    <a:close/>
                  </a:path>
                </a:pathLst>
              </a:custGeom>
              <a:solidFill>
                <a:srgbClr val="3333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pic>
          <p:nvPicPr>
            <p:cNvPr descr="MMj03957750000[1]" id="1751" name="Google Shape;1751;p30"/>
            <p:cNvPicPr preferRelativeResize="0"/>
            <p:nvPr/>
          </p:nvPicPr>
          <p:blipFill rotWithShape="1">
            <a:blip r:embed="rId3">
              <a:alphaModFix/>
            </a:blip>
            <a:srcRect b="0" l="0" r="0" t="0"/>
            <a:stretch/>
          </p:blipFill>
          <p:spPr>
            <a:xfrm>
              <a:off x="7400723" y="4987878"/>
              <a:ext cx="561975" cy="479425"/>
            </a:xfrm>
            <a:prstGeom prst="rect">
              <a:avLst/>
            </a:prstGeom>
            <a:noFill/>
            <a:ln>
              <a:noFill/>
            </a:ln>
          </p:spPr>
        </p:pic>
      </p:grpSp>
      <p:grpSp>
        <p:nvGrpSpPr>
          <p:cNvPr id="1752" name="Google Shape;1752;p30"/>
          <p:cNvGrpSpPr/>
          <p:nvPr/>
        </p:nvGrpSpPr>
        <p:grpSpPr>
          <a:xfrm>
            <a:off x="8862810" y="4906915"/>
            <a:ext cx="2666586" cy="1631405"/>
            <a:chOff x="8862810" y="4906915"/>
            <a:chExt cx="2666586" cy="1631405"/>
          </a:xfrm>
        </p:grpSpPr>
        <p:sp>
          <p:nvSpPr>
            <p:cNvPr id="1753" name="Google Shape;1753;p30"/>
            <p:cNvSpPr txBox="1"/>
            <p:nvPr/>
          </p:nvSpPr>
          <p:spPr>
            <a:xfrm>
              <a:off x="8862810" y="6025551"/>
              <a:ext cx="2666586" cy="512769"/>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humans at a cocktail party </a:t>
              </a:r>
              <a:endParaRPr/>
            </a:p>
            <a:p>
              <a:pPr indent="0" lvl="0" marL="0" marR="0" rtl="0" algn="ctr">
                <a:lnSpc>
                  <a:spcPct val="85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(shared air, acoustical)</a:t>
              </a:r>
              <a:endParaRPr/>
            </a:p>
          </p:txBody>
        </p:sp>
        <p:pic>
          <p:nvPicPr>
            <p:cNvPr descr="cocktail" id="1754" name="Google Shape;1754;p30"/>
            <p:cNvPicPr preferRelativeResize="0"/>
            <p:nvPr/>
          </p:nvPicPr>
          <p:blipFill rotWithShape="1">
            <a:blip r:embed="rId4">
              <a:alphaModFix/>
            </a:blip>
            <a:srcRect b="0" l="0" r="0" t="0"/>
            <a:stretch/>
          </p:blipFill>
          <p:spPr>
            <a:xfrm>
              <a:off x="9146005" y="4906915"/>
              <a:ext cx="2030412" cy="1041400"/>
            </a:xfrm>
            <a:prstGeom prst="rect">
              <a:avLst/>
            </a:prstGeom>
            <a:noFill/>
            <a:ln>
              <a:noFill/>
            </a:ln>
          </p:spPr>
        </p:pic>
      </p:grpSp>
      <p:grpSp>
        <p:nvGrpSpPr>
          <p:cNvPr id="1755" name="Google Shape;1755;p30"/>
          <p:cNvGrpSpPr/>
          <p:nvPr/>
        </p:nvGrpSpPr>
        <p:grpSpPr>
          <a:xfrm>
            <a:off x="5137642" y="4630344"/>
            <a:ext cx="1695785" cy="1760737"/>
            <a:chOff x="5137642" y="4630344"/>
            <a:chExt cx="1695785" cy="1760737"/>
          </a:xfrm>
        </p:grpSpPr>
        <p:sp>
          <p:nvSpPr>
            <p:cNvPr id="1756" name="Google Shape;1756;p30"/>
            <p:cNvSpPr txBox="1"/>
            <p:nvPr/>
          </p:nvSpPr>
          <p:spPr>
            <a:xfrm>
              <a:off x="5137642" y="6087600"/>
              <a:ext cx="1695785" cy="303481"/>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shared radio: WiFi</a:t>
              </a:r>
              <a:endParaRPr/>
            </a:p>
          </p:txBody>
        </p:sp>
        <p:grpSp>
          <p:nvGrpSpPr>
            <p:cNvPr id="1757" name="Google Shape;1757;p30"/>
            <p:cNvGrpSpPr/>
            <p:nvPr/>
          </p:nvGrpSpPr>
          <p:grpSpPr>
            <a:xfrm>
              <a:off x="5370862" y="4630344"/>
              <a:ext cx="635000" cy="491904"/>
              <a:chOff x="3061" y="2530"/>
              <a:chExt cx="400" cy="310"/>
            </a:xfrm>
          </p:grpSpPr>
          <p:grpSp>
            <p:nvGrpSpPr>
              <p:cNvPr id="1758" name="Google Shape;1758;p30"/>
              <p:cNvGrpSpPr/>
              <p:nvPr/>
            </p:nvGrpSpPr>
            <p:grpSpPr>
              <a:xfrm>
                <a:off x="3061" y="2530"/>
                <a:ext cx="327" cy="81"/>
                <a:chOff x="2199" y="955"/>
                <a:chExt cx="2547" cy="506"/>
              </a:xfrm>
            </p:grpSpPr>
            <p:sp>
              <p:nvSpPr>
                <p:cNvPr id="1759" name="Google Shape;1759;p30"/>
                <p:cNvSpPr/>
                <p:nvPr/>
              </p:nvSpPr>
              <p:spPr>
                <a:xfrm>
                  <a:off x="2199" y="1166"/>
                  <a:ext cx="260" cy="281"/>
                </a:xfrm>
                <a:custGeom>
                  <a:rect b="b" l="l" r="r" t="t"/>
                  <a:pathLst>
                    <a:path extrusionOk="0" h="281" w="260">
                      <a:moveTo>
                        <a:pt x="260" y="0"/>
                      </a:moveTo>
                      <a:cubicBezTo>
                        <a:pt x="224" y="19"/>
                        <a:pt x="79" y="77"/>
                        <a:pt x="42" y="112"/>
                      </a:cubicBezTo>
                      <a:cubicBezTo>
                        <a:pt x="5" y="143"/>
                        <a:pt x="0" y="183"/>
                        <a:pt x="35" y="211"/>
                      </a:cubicBezTo>
                      <a:cubicBezTo>
                        <a:pt x="70" y="239"/>
                        <a:pt x="208" y="266"/>
                        <a:pt x="253" y="281"/>
                      </a:cubicBezTo>
                    </a:path>
                  </a:pathLst>
                </a:custGeom>
                <a:noFill/>
                <a:ln cap="flat" cmpd="sng" w="1905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760" name="Google Shape;1760;p30"/>
                <p:cNvSpPr/>
                <p:nvPr/>
              </p:nvSpPr>
              <p:spPr>
                <a:xfrm>
                  <a:off x="2482" y="1040"/>
                  <a:ext cx="900" cy="421"/>
                </a:xfrm>
                <a:custGeom>
                  <a:rect b="b" l="l" r="r" t="t"/>
                  <a:pathLst>
                    <a:path extrusionOk="0" h="421" w="900">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cap="flat" cmpd="sng" w="1905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761" name="Google Shape;1761;p30"/>
                <p:cNvSpPr/>
                <p:nvPr/>
              </p:nvSpPr>
              <p:spPr>
                <a:xfrm>
                  <a:off x="2782" y="1068"/>
                  <a:ext cx="428" cy="269"/>
                </a:xfrm>
                <a:custGeom>
                  <a:rect b="b" l="l" r="r" t="t"/>
                  <a:pathLst>
                    <a:path extrusionOk="0" h="269" w="428">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cap="flat" cmpd="sng" w="1905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762" name="Google Shape;1762;p30"/>
                <p:cNvSpPr/>
                <p:nvPr/>
              </p:nvSpPr>
              <p:spPr>
                <a:xfrm>
                  <a:off x="3554" y="1075"/>
                  <a:ext cx="377" cy="239"/>
                </a:xfrm>
                <a:custGeom>
                  <a:rect b="b" l="l" r="r" t="t"/>
                  <a:pathLst>
                    <a:path extrusionOk="0" h="239" w="377">
                      <a:moveTo>
                        <a:pt x="42" y="239"/>
                      </a:moveTo>
                      <a:cubicBezTo>
                        <a:pt x="89" y="224"/>
                        <a:pt x="285" y="178"/>
                        <a:pt x="335" y="146"/>
                      </a:cubicBezTo>
                      <a:cubicBezTo>
                        <a:pt x="372" y="115"/>
                        <a:pt x="377" y="75"/>
                        <a:pt x="342" y="47"/>
                      </a:cubicBezTo>
                      <a:cubicBezTo>
                        <a:pt x="286" y="23"/>
                        <a:pt x="71" y="10"/>
                        <a:pt x="0" y="0"/>
                      </a:cubicBezTo>
                    </a:path>
                  </a:pathLst>
                </a:custGeom>
                <a:noFill/>
                <a:ln cap="flat" cmpd="sng" w="1905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763" name="Google Shape;1763;p30"/>
                <p:cNvSpPr/>
                <p:nvPr/>
              </p:nvSpPr>
              <p:spPr>
                <a:xfrm>
                  <a:off x="3646" y="997"/>
                  <a:ext cx="660" cy="336"/>
                </a:xfrm>
                <a:custGeom>
                  <a:rect b="b" l="l" r="r" t="t"/>
                  <a:pathLst>
                    <a:path extrusionOk="0" h="300" w="646">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cap="flat" cmpd="sng" w="1905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764" name="Google Shape;1764;p30"/>
                <p:cNvSpPr/>
                <p:nvPr/>
              </p:nvSpPr>
              <p:spPr>
                <a:xfrm>
                  <a:off x="4116" y="955"/>
                  <a:ext cx="630" cy="397"/>
                </a:xfrm>
                <a:custGeom>
                  <a:rect b="b" l="l" r="r" t="t"/>
                  <a:pathLst>
                    <a:path extrusionOk="0" h="397" w="630">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cap="flat" cmpd="sng" w="1905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pic>
            <p:nvPicPr>
              <p:cNvPr descr="laptop_keyboard" id="1765" name="Google Shape;1765;p30"/>
              <p:cNvPicPr preferRelativeResize="0"/>
              <p:nvPr/>
            </p:nvPicPr>
            <p:blipFill rotWithShape="1">
              <a:blip r:embed="rId5">
                <a:alphaModFix/>
              </a:blip>
              <a:srcRect b="0" l="0" r="0" t="0"/>
              <a:stretch/>
            </p:blipFill>
            <p:spPr>
              <a:xfrm flipH="1" rot="109064">
                <a:off x="3109" y="2736"/>
                <a:ext cx="245" cy="100"/>
              </a:xfrm>
              <a:prstGeom prst="rect">
                <a:avLst/>
              </a:prstGeom>
              <a:noFill/>
              <a:ln>
                <a:noFill/>
              </a:ln>
            </p:spPr>
          </p:pic>
          <p:sp>
            <p:nvSpPr>
              <p:cNvPr id="1766" name="Google Shape;1766;p30"/>
              <p:cNvSpPr/>
              <p:nvPr/>
            </p:nvSpPr>
            <p:spPr>
              <a:xfrm>
                <a:off x="3190" y="2638"/>
                <a:ext cx="197" cy="131"/>
              </a:xfrm>
              <a:custGeom>
                <a:rect b="b" l="l" r="r" t="t"/>
                <a:pathLst>
                  <a:path extrusionOk="0" h="2442" w="2982">
                    <a:moveTo>
                      <a:pt x="540" y="0"/>
                    </a:moveTo>
                    <a:lnTo>
                      <a:pt x="0" y="1734"/>
                    </a:lnTo>
                    <a:lnTo>
                      <a:pt x="2394" y="2442"/>
                    </a:lnTo>
                    <a:lnTo>
                      <a:pt x="2982" y="318"/>
                    </a:lnTo>
                    <a:lnTo>
                      <a:pt x="540" y="0"/>
                    </a:lnTo>
                    <a:close/>
                  </a:path>
                </a:pathLst>
              </a:cu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pic>
            <p:nvPicPr>
              <p:cNvPr descr="screen" id="1767" name="Google Shape;1767;p30"/>
              <p:cNvPicPr preferRelativeResize="0"/>
              <p:nvPr/>
            </p:nvPicPr>
            <p:blipFill rotWithShape="1">
              <a:blip r:embed="rId6">
                <a:alphaModFix/>
              </a:blip>
              <a:srcRect b="0" l="0" r="0" t="0"/>
              <a:stretch/>
            </p:blipFill>
            <p:spPr>
              <a:xfrm>
                <a:off x="3200" y="2641"/>
                <a:ext cx="179" cy="120"/>
              </a:xfrm>
              <a:prstGeom prst="rect">
                <a:avLst/>
              </a:prstGeom>
              <a:noFill/>
              <a:ln>
                <a:noFill/>
              </a:ln>
            </p:spPr>
          </p:pic>
          <p:sp>
            <p:nvSpPr>
              <p:cNvPr id="1768" name="Google Shape;1768;p30"/>
              <p:cNvSpPr/>
              <p:nvPr/>
            </p:nvSpPr>
            <p:spPr>
              <a:xfrm>
                <a:off x="3226" y="2634"/>
                <a:ext cx="167" cy="25"/>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769" name="Google Shape;1769;p30"/>
              <p:cNvSpPr/>
              <p:nvPr/>
            </p:nvSpPr>
            <p:spPr>
              <a:xfrm>
                <a:off x="3189" y="2634"/>
                <a:ext cx="46" cy="102"/>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770" name="Google Shape;1770;p30"/>
              <p:cNvSpPr/>
              <p:nvPr/>
            </p:nvSpPr>
            <p:spPr>
              <a:xfrm>
                <a:off x="3342" y="2652"/>
                <a:ext cx="50" cy="117"/>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rgbClr val="FFFFFF"/>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771" name="Google Shape;1771;p30"/>
              <p:cNvSpPr/>
              <p:nvPr/>
            </p:nvSpPr>
            <p:spPr>
              <a:xfrm>
                <a:off x="3188" y="2730"/>
                <a:ext cx="183" cy="40"/>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rgbClr val="FFFFF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772" name="Google Shape;1772;p30"/>
              <p:cNvSpPr/>
              <p:nvPr/>
            </p:nvSpPr>
            <p:spPr>
              <a:xfrm>
                <a:off x="3347" y="2653"/>
                <a:ext cx="47" cy="118"/>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773" name="Google Shape;1773;p30"/>
              <p:cNvSpPr/>
              <p:nvPr/>
            </p:nvSpPr>
            <p:spPr>
              <a:xfrm>
                <a:off x="3188" y="2736"/>
                <a:ext cx="163" cy="39"/>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nvGrpSpPr>
              <p:cNvPr id="1774" name="Google Shape;1774;p30"/>
              <p:cNvGrpSpPr/>
              <p:nvPr/>
            </p:nvGrpSpPr>
            <p:grpSpPr>
              <a:xfrm>
                <a:off x="3186" y="2777"/>
                <a:ext cx="55" cy="24"/>
                <a:chOff x="1740" y="2642"/>
                <a:chExt cx="752" cy="327"/>
              </a:xfrm>
            </p:grpSpPr>
            <p:sp>
              <p:nvSpPr>
                <p:cNvPr id="1775" name="Google Shape;1775;p30"/>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776" name="Google Shape;1776;p30"/>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777" name="Google Shape;1777;p30"/>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rgbClr val="00CC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778" name="Google Shape;1778;p30"/>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779" name="Google Shape;1779;p30"/>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rgbClr val="00CC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780" name="Google Shape;1780;p30"/>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sp>
            <p:nvSpPr>
              <p:cNvPr id="1781" name="Google Shape;1781;p30"/>
              <p:cNvSpPr/>
              <p:nvPr/>
            </p:nvSpPr>
            <p:spPr>
              <a:xfrm>
                <a:off x="3280" y="2781"/>
                <a:ext cx="67" cy="51"/>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782" name="Google Shape;1782;p30"/>
              <p:cNvSpPr/>
              <p:nvPr/>
            </p:nvSpPr>
            <p:spPr>
              <a:xfrm>
                <a:off x="3109" y="2785"/>
                <a:ext cx="171" cy="4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783" name="Google Shape;1783;p30"/>
              <p:cNvSpPr/>
              <p:nvPr/>
            </p:nvSpPr>
            <p:spPr>
              <a:xfrm>
                <a:off x="3110" y="2776"/>
                <a:ext cx="1" cy="10"/>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784" name="Google Shape;1784;p30"/>
              <p:cNvSpPr/>
              <p:nvPr/>
            </p:nvSpPr>
            <p:spPr>
              <a:xfrm>
                <a:off x="3110" y="2738"/>
                <a:ext cx="79" cy="39"/>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785" name="Google Shape;1785;p30"/>
              <p:cNvSpPr/>
              <p:nvPr/>
            </p:nvSpPr>
            <p:spPr>
              <a:xfrm>
                <a:off x="3115" y="2778"/>
                <a:ext cx="162" cy="4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786" name="Google Shape;1786;p30"/>
              <p:cNvSpPr/>
              <p:nvPr/>
            </p:nvSpPr>
            <p:spPr>
              <a:xfrm flipH="1" rot="10800000">
                <a:off x="3277" y="2775"/>
                <a:ext cx="66" cy="4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787" name="Google Shape;1787;p30"/>
              <p:cNvSpPr/>
              <p:nvPr/>
            </p:nvSpPr>
            <p:spPr>
              <a:xfrm>
                <a:off x="3382" y="2736"/>
                <a:ext cx="1" cy="10"/>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788" name="Google Shape;1788;p30"/>
              <p:cNvSpPr/>
              <p:nvPr/>
            </p:nvSpPr>
            <p:spPr>
              <a:xfrm>
                <a:off x="3382" y="2698"/>
                <a:ext cx="79" cy="39"/>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grpSp>
          <p:nvGrpSpPr>
            <p:cNvPr id="1789" name="Google Shape;1789;p30"/>
            <p:cNvGrpSpPr/>
            <p:nvPr/>
          </p:nvGrpSpPr>
          <p:grpSpPr>
            <a:xfrm>
              <a:off x="6258275" y="4798619"/>
              <a:ext cx="536575" cy="407766"/>
              <a:chOff x="3328" y="2543"/>
              <a:chExt cx="338" cy="257"/>
            </a:xfrm>
          </p:grpSpPr>
          <p:grpSp>
            <p:nvGrpSpPr>
              <p:cNvPr id="1790" name="Google Shape;1790;p30"/>
              <p:cNvGrpSpPr/>
              <p:nvPr/>
            </p:nvGrpSpPr>
            <p:grpSpPr>
              <a:xfrm>
                <a:off x="3328" y="2543"/>
                <a:ext cx="327" cy="81"/>
                <a:chOff x="2199" y="955"/>
                <a:chExt cx="2547" cy="506"/>
              </a:xfrm>
            </p:grpSpPr>
            <p:sp>
              <p:nvSpPr>
                <p:cNvPr id="1791" name="Google Shape;1791;p30"/>
                <p:cNvSpPr/>
                <p:nvPr/>
              </p:nvSpPr>
              <p:spPr>
                <a:xfrm>
                  <a:off x="2199" y="1166"/>
                  <a:ext cx="260" cy="281"/>
                </a:xfrm>
                <a:custGeom>
                  <a:rect b="b" l="l" r="r" t="t"/>
                  <a:pathLst>
                    <a:path extrusionOk="0" h="281" w="260">
                      <a:moveTo>
                        <a:pt x="260" y="0"/>
                      </a:moveTo>
                      <a:cubicBezTo>
                        <a:pt x="224" y="19"/>
                        <a:pt x="79" y="77"/>
                        <a:pt x="42" y="112"/>
                      </a:cubicBezTo>
                      <a:cubicBezTo>
                        <a:pt x="5" y="143"/>
                        <a:pt x="0" y="183"/>
                        <a:pt x="35" y="211"/>
                      </a:cubicBezTo>
                      <a:cubicBezTo>
                        <a:pt x="70" y="239"/>
                        <a:pt x="208" y="266"/>
                        <a:pt x="253" y="281"/>
                      </a:cubicBezTo>
                    </a:path>
                  </a:pathLst>
                </a:custGeom>
                <a:noFill/>
                <a:ln cap="flat" cmpd="sng" w="1905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792" name="Google Shape;1792;p30"/>
                <p:cNvSpPr/>
                <p:nvPr/>
              </p:nvSpPr>
              <p:spPr>
                <a:xfrm>
                  <a:off x="2482" y="1040"/>
                  <a:ext cx="900" cy="421"/>
                </a:xfrm>
                <a:custGeom>
                  <a:rect b="b" l="l" r="r" t="t"/>
                  <a:pathLst>
                    <a:path extrusionOk="0" h="421" w="900">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cap="flat" cmpd="sng" w="1905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793" name="Google Shape;1793;p30"/>
                <p:cNvSpPr/>
                <p:nvPr/>
              </p:nvSpPr>
              <p:spPr>
                <a:xfrm>
                  <a:off x="2782" y="1068"/>
                  <a:ext cx="428" cy="269"/>
                </a:xfrm>
                <a:custGeom>
                  <a:rect b="b" l="l" r="r" t="t"/>
                  <a:pathLst>
                    <a:path extrusionOk="0" h="269" w="428">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cap="flat" cmpd="sng" w="1905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794" name="Google Shape;1794;p30"/>
                <p:cNvSpPr/>
                <p:nvPr/>
              </p:nvSpPr>
              <p:spPr>
                <a:xfrm>
                  <a:off x="3554" y="1075"/>
                  <a:ext cx="377" cy="239"/>
                </a:xfrm>
                <a:custGeom>
                  <a:rect b="b" l="l" r="r" t="t"/>
                  <a:pathLst>
                    <a:path extrusionOk="0" h="239" w="377">
                      <a:moveTo>
                        <a:pt x="42" y="239"/>
                      </a:moveTo>
                      <a:cubicBezTo>
                        <a:pt x="89" y="224"/>
                        <a:pt x="285" y="178"/>
                        <a:pt x="335" y="146"/>
                      </a:cubicBezTo>
                      <a:cubicBezTo>
                        <a:pt x="372" y="115"/>
                        <a:pt x="377" y="75"/>
                        <a:pt x="342" y="47"/>
                      </a:cubicBezTo>
                      <a:cubicBezTo>
                        <a:pt x="286" y="23"/>
                        <a:pt x="71" y="10"/>
                        <a:pt x="0" y="0"/>
                      </a:cubicBezTo>
                    </a:path>
                  </a:pathLst>
                </a:custGeom>
                <a:noFill/>
                <a:ln cap="flat" cmpd="sng" w="1905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795" name="Google Shape;1795;p30"/>
                <p:cNvSpPr/>
                <p:nvPr/>
              </p:nvSpPr>
              <p:spPr>
                <a:xfrm>
                  <a:off x="3646" y="997"/>
                  <a:ext cx="660" cy="336"/>
                </a:xfrm>
                <a:custGeom>
                  <a:rect b="b" l="l" r="r" t="t"/>
                  <a:pathLst>
                    <a:path extrusionOk="0" h="300" w="646">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cap="flat" cmpd="sng" w="1905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796" name="Google Shape;1796;p30"/>
                <p:cNvSpPr/>
                <p:nvPr/>
              </p:nvSpPr>
              <p:spPr>
                <a:xfrm>
                  <a:off x="4116" y="955"/>
                  <a:ext cx="630" cy="397"/>
                </a:xfrm>
                <a:custGeom>
                  <a:rect b="b" l="l" r="r" t="t"/>
                  <a:pathLst>
                    <a:path extrusionOk="0" h="397" w="630">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cap="flat" cmpd="sng" w="1905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pic>
            <p:nvPicPr>
              <p:cNvPr descr="laptop_keyboard" id="1797" name="Google Shape;1797;p30"/>
              <p:cNvPicPr preferRelativeResize="0"/>
              <p:nvPr/>
            </p:nvPicPr>
            <p:blipFill rotWithShape="1">
              <a:blip r:embed="rId5">
                <a:alphaModFix/>
              </a:blip>
              <a:srcRect b="0" l="0" r="0" t="0"/>
              <a:stretch/>
            </p:blipFill>
            <p:spPr>
              <a:xfrm flipH="1" rot="109064">
                <a:off x="3381" y="2696"/>
                <a:ext cx="245" cy="100"/>
              </a:xfrm>
              <a:prstGeom prst="rect">
                <a:avLst/>
              </a:prstGeom>
              <a:noFill/>
              <a:ln>
                <a:noFill/>
              </a:ln>
            </p:spPr>
          </p:pic>
          <p:sp>
            <p:nvSpPr>
              <p:cNvPr id="1798" name="Google Shape;1798;p30"/>
              <p:cNvSpPr/>
              <p:nvPr/>
            </p:nvSpPr>
            <p:spPr>
              <a:xfrm>
                <a:off x="3462" y="2598"/>
                <a:ext cx="197" cy="131"/>
              </a:xfrm>
              <a:custGeom>
                <a:rect b="b" l="l" r="r" t="t"/>
                <a:pathLst>
                  <a:path extrusionOk="0" h="2442" w="2982">
                    <a:moveTo>
                      <a:pt x="540" y="0"/>
                    </a:moveTo>
                    <a:lnTo>
                      <a:pt x="0" y="1734"/>
                    </a:lnTo>
                    <a:lnTo>
                      <a:pt x="2394" y="2442"/>
                    </a:lnTo>
                    <a:lnTo>
                      <a:pt x="2982" y="318"/>
                    </a:lnTo>
                    <a:lnTo>
                      <a:pt x="540" y="0"/>
                    </a:lnTo>
                    <a:close/>
                  </a:path>
                </a:pathLst>
              </a:cu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pic>
            <p:nvPicPr>
              <p:cNvPr descr="screen" id="1799" name="Google Shape;1799;p30"/>
              <p:cNvPicPr preferRelativeResize="0"/>
              <p:nvPr/>
            </p:nvPicPr>
            <p:blipFill rotWithShape="1">
              <a:blip r:embed="rId6">
                <a:alphaModFix/>
              </a:blip>
              <a:srcRect b="0" l="0" r="0" t="0"/>
              <a:stretch/>
            </p:blipFill>
            <p:spPr>
              <a:xfrm>
                <a:off x="3472" y="2601"/>
                <a:ext cx="179" cy="120"/>
              </a:xfrm>
              <a:prstGeom prst="rect">
                <a:avLst/>
              </a:prstGeom>
              <a:noFill/>
              <a:ln>
                <a:noFill/>
              </a:ln>
            </p:spPr>
          </p:pic>
          <p:sp>
            <p:nvSpPr>
              <p:cNvPr id="1800" name="Google Shape;1800;p30"/>
              <p:cNvSpPr/>
              <p:nvPr/>
            </p:nvSpPr>
            <p:spPr>
              <a:xfrm>
                <a:off x="3498" y="2594"/>
                <a:ext cx="167" cy="25"/>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801" name="Google Shape;1801;p30"/>
              <p:cNvSpPr/>
              <p:nvPr/>
            </p:nvSpPr>
            <p:spPr>
              <a:xfrm>
                <a:off x="3461" y="2594"/>
                <a:ext cx="46" cy="102"/>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802" name="Google Shape;1802;p30"/>
              <p:cNvSpPr/>
              <p:nvPr/>
            </p:nvSpPr>
            <p:spPr>
              <a:xfrm>
                <a:off x="3614" y="2612"/>
                <a:ext cx="50" cy="117"/>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rgbClr val="FFFFFF"/>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803" name="Google Shape;1803;p30"/>
              <p:cNvSpPr/>
              <p:nvPr/>
            </p:nvSpPr>
            <p:spPr>
              <a:xfrm>
                <a:off x="3460" y="2690"/>
                <a:ext cx="183" cy="40"/>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rgbClr val="FFFFF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804" name="Google Shape;1804;p30"/>
              <p:cNvSpPr/>
              <p:nvPr/>
            </p:nvSpPr>
            <p:spPr>
              <a:xfrm>
                <a:off x="3619" y="2613"/>
                <a:ext cx="47" cy="118"/>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805" name="Google Shape;1805;p30"/>
              <p:cNvSpPr/>
              <p:nvPr/>
            </p:nvSpPr>
            <p:spPr>
              <a:xfrm>
                <a:off x="3460" y="2696"/>
                <a:ext cx="163" cy="39"/>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nvGrpSpPr>
              <p:cNvPr id="1806" name="Google Shape;1806;p30"/>
              <p:cNvGrpSpPr/>
              <p:nvPr/>
            </p:nvGrpSpPr>
            <p:grpSpPr>
              <a:xfrm>
                <a:off x="3458" y="2737"/>
                <a:ext cx="55" cy="24"/>
                <a:chOff x="1740" y="2642"/>
                <a:chExt cx="752" cy="327"/>
              </a:xfrm>
            </p:grpSpPr>
            <p:sp>
              <p:nvSpPr>
                <p:cNvPr id="1807" name="Google Shape;1807;p30"/>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808" name="Google Shape;1808;p30"/>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809" name="Google Shape;1809;p30"/>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rgbClr val="00CC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810" name="Google Shape;1810;p30"/>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811" name="Google Shape;1811;p30"/>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rgbClr val="00CC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812" name="Google Shape;1812;p30"/>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sp>
            <p:nvSpPr>
              <p:cNvPr id="1813" name="Google Shape;1813;p30"/>
              <p:cNvSpPr/>
              <p:nvPr/>
            </p:nvSpPr>
            <p:spPr>
              <a:xfrm>
                <a:off x="3552" y="2741"/>
                <a:ext cx="67" cy="51"/>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814" name="Google Shape;1814;p30"/>
              <p:cNvSpPr/>
              <p:nvPr/>
            </p:nvSpPr>
            <p:spPr>
              <a:xfrm>
                <a:off x="3381" y="2745"/>
                <a:ext cx="171" cy="4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815" name="Google Shape;1815;p30"/>
              <p:cNvSpPr/>
              <p:nvPr/>
            </p:nvSpPr>
            <p:spPr>
              <a:xfrm>
                <a:off x="3387" y="2738"/>
                <a:ext cx="162" cy="4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816" name="Google Shape;1816;p30"/>
              <p:cNvSpPr/>
              <p:nvPr/>
            </p:nvSpPr>
            <p:spPr>
              <a:xfrm flipH="1" rot="10800000">
                <a:off x="3549" y="2735"/>
                <a:ext cx="66" cy="4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grpSp>
          <p:nvGrpSpPr>
            <p:cNvPr id="1817" name="Google Shape;1817;p30"/>
            <p:cNvGrpSpPr/>
            <p:nvPr/>
          </p:nvGrpSpPr>
          <p:grpSpPr>
            <a:xfrm>
              <a:off x="5640737" y="5058969"/>
              <a:ext cx="585788" cy="419100"/>
              <a:chOff x="5096" y="2218"/>
              <a:chExt cx="369" cy="264"/>
            </a:xfrm>
          </p:grpSpPr>
          <p:grpSp>
            <p:nvGrpSpPr>
              <p:cNvPr id="1818" name="Google Shape;1818;p30"/>
              <p:cNvGrpSpPr/>
              <p:nvPr/>
            </p:nvGrpSpPr>
            <p:grpSpPr>
              <a:xfrm>
                <a:off x="5096" y="2218"/>
                <a:ext cx="327" cy="81"/>
                <a:chOff x="2199" y="955"/>
                <a:chExt cx="2547" cy="506"/>
              </a:xfrm>
            </p:grpSpPr>
            <p:sp>
              <p:nvSpPr>
                <p:cNvPr id="1819" name="Google Shape;1819;p30"/>
                <p:cNvSpPr/>
                <p:nvPr/>
              </p:nvSpPr>
              <p:spPr>
                <a:xfrm>
                  <a:off x="2199" y="1166"/>
                  <a:ext cx="260" cy="281"/>
                </a:xfrm>
                <a:custGeom>
                  <a:rect b="b" l="l" r="r" t="t"/>
                  <a:pathLst>
                    <a:path extrusionOk="0" h="281" w="260">
                      <a:moveTo>
                        <a:pt x="260" y="0"/>
                      </a:moveTo>
                      <a:cubicBezTo>
                        <a:pt x="224" y="19"/>
                        <a:pt x="79" y="77"/>
                        <a:pt x="42" y="112"/>
                      </a:cubicBezTo>
                      <a:cubicBezTo>
                        <a:pt x="5" y="143"/>
                        <a:pt x="0" y="183"/>
                        <a:pt x="35" y="211"/>
                      </a:cubicBezTo>
                      <a:cubicBezTo>
                        <a:pt x="70" y="239"/>
                        <a:pt x="208" y="266"/>
                        <a:pt x="253" y="281"/>
                      </a:cubicBezTo>
                    </a:path>
                  </a:pathLst>
                </a:custGeom>
                <a:noFill/>
                <a:ln cap="flat" cmpd="sng" w="1905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820" name="Google Shape;1820;p30"/>
                <p:cNvSpPr/>
                <p:nvPr/>
              </p:nvSpPr>
              <p:spPr>
                <a:xfrm>
                  <a:off x="2482" y="1040"/>
                  <a:ext cx="900" cy="421"/>
                </a:xfrm>
                <a:custGeom>
                  <a:rect b="b" l="l" r="r" t="t"/>
                  <a:pathLst>
                    <a:path extrusionOk="0" h="421" w="900">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cap="flat" cmpd="sng" w="1905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821" name="Google Shape;1821;p30"/>
                <p:cNvSpPr/>
                <p:nvPr/>
              </p:nvSpPr>
              <p:spPr>
                <a:xfrm>
                  <a:off x="2782" y="1068"/>
                  <a:ext cx="428" cy="269"/>
                </a:xfrm>
                <a:custGeom>
                  <a:rect b="b" l="l" r="r" t="t"/>
                  <a:pathLst>
                    <a:path extrusionOk="0" h="269" w="428">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cap="flat" cmpd="sng" w="1905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822" name="Google Shape;1822;p30"/>
                <p:cNvSpPr/>
                <p:nvPr/>
              </p:nvSpPr>
              <p:spPr>
                <a:xfrm>
                  <a:off x="3554" y="1075"/>
                  <a:ext cx="377" cy="239"/>
                </a:xfrm>
                <a:custGeom>
                  <a:rect b="b" l="l" r="r" t="t"/>
                  <a:pathLst>
                    <a:path extrusionOk="0" h="239" w="377">
                      <a:moveTo>
                        <a:pt x="42" y="239"/>
                      </a:moveTo>
                      <a:cubicBezTo>
                        <a:pt x="89" y="224"/>
                        <a:pt x="285" y="178"/>
                        <a:pt x="335" y="146"/>
                      </a:cubicBezTo>
                      <a:cubicBezTo>
                        <a:pt x="372" y="115"/>
                        <a:pt x="377" y="75"/>
                        <a:pt x="342" y="47"/>
                      </a:cubicBezTo>
                      <a:cubicBezTo>
                        <a:pt x="286" y="23"/>
                        <a:pt x="71" y="10"/>
                        <a:pt x="0" y="0"/>
                      </a:cubicBezTo>
                    </a:path>
                  </a:pathLst>
                </a:custGeom>
                <a:noFill/>
                <a:ln cap="flat" cmpd="sng" w="1905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823" name="Google Shape;1823;p30"/>
                <p:cNvSpPr/>
                <p:nvPr/>
              </p:nvSpPr>
              <p:spPr>
                <a:xfrm>
                  <a:off x="3646" y="997"/>
                  <a:ext cx="660" cy="336"/>
                </a:xfrm>
                <a:custGeom>
                  <a:rect b="b" l="l" r="r" t="t"/>
                  <a:pathLst>
                    <a:path extrusionOk="0" h="300" w="646">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cap="flat" cmpd="sng" w="1905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824" name="Google Shape;1824;p30"/>
                <p:cNvSpPr/>
                <p:nvPr/>
              </p:nvSpPr>
              <p:spPr>
                <a:xfrm>
                  <a:off x="4116" y="955"/>
                  <a:ext cx="630" cy="397"/>
                </a:xfrm>
                <a:custGeom>
                  <a:rect b="b" l="l" r="r" t="t"/>
                  <a:pathLst>
                    <a:path extrusionOk="0" h="397" w="630">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cap="flat" cmpd="sng" w="1905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pic>
            <p:nvPicPr>
              <p:cNvPr descr="access_point_stylized_small" id="1825" name="Google Shape;1825;p30"/>
              <p:cNvPicPr preferRelativeResize="0"/>
              <p:nvPr/>
            </p:nvPicPr>
            <p:blipFill rotWithShape="1">
              <a:blip r:embed="rId7">
                <a:alphaModFix/>
              </a:blip>
              <a:srcRect b="0" l="0" r="0" t="0"/>
              <a:stretch/>
            </p:blipFill>
            <p:spPr>
              <a:xfrm>
                <a:off x="5192" y="2250"/>
                <a:ext cx="273" cy="229"/>
              </a:xfrm>
              <a:prstGeom prst="rect">
                <a:avLst/>
              </a:prstGeom>
              <a:noFill/>
              <a:ln>
                <a:noFill/>
              </a:ln>
            </p:spPr>
          </p:pic>
          <p:pic>
            <p:nvPicPr>
              <p:cNvPr descr="access_point_stylized_small" id="1826" name="Google Shape;1826;p30"/>
              <p:cNvPicPr preferRelativeResize="0"/>
              <p:nvPr/>
            </p:nvPicPr>
            <p:blipFill rotWithShape="1">
              <a:blip r:embed="rId7">
                <a:alphaModFix/>
              </a:blip>
              <a:srcRect b="0" l="0" r="0" t="0"/>
              <a:stretch/>
            </p:blipFill>
            <p:spPr>
              <a:xfrm>
                <a:off x="5195" y="2251"/>
                <a:ext cx="260" cy="231"/>
              </a:xfrm>
              <a:prstGeom prst="rect">
                <a:avLst/>
              </a:prstGeom>
              <a:noFill/>
              <a:ln>
                <a:noFill/>
              </a:ln>
            </p:spPr>
          </p:pic>
        </p:grpSp>
        <p:grpSp>
          <p:nvGrpSpPr>
            <p:cNvPr id="1827" name="Google Shape;1827;p30"/>
            <p:cNvGrpSpPr/>
            <p:nvPr/>
          </p:nvGrpSpPr>
          <p:grpSpPr>
            <a:xfrm>
              <a:off x="5342287" y="5484419"/>
              <a:ext cx="635000" cy="491904"/>
              <a:chOff x="3061" y="2530"/>
              <a:chExt cx="400" cy="310"/>
            </a:xfrm>
          </p:grpSpPr>
          <p:grpSp>
            <p:nvGrpSpPr>
              <p:cNvPr id="1828" name="Google Shape;1828;p30"/>
              <p:cNvGrpSpPr/>
              <p:nvPr/>
            </p:nvGrpSpPr>
            <p:grpSpPr>
              <a:xfrm>
                <a:off x="3061" y="2530"/>
                <a:ext cx="327" cy="81"/>
                <a:chOff x="2199" y="955"/>
                <a:chExt cx="2547" cy="506"/>
              </a:xfrm>
            </p:grpSpPr>
            <p:sp>
              <p:nvSpPr>
                <p:cNvPr id="1829" name="Google Shape;1829;p30"/>
                <p:cNvSpPr/>
                <p:nvPr/>
              </p:nvSpPr>
              <p:spPr>
                <a:xfrm>
                  <a:off x="2199" y="1166"/>
                  <a:ext cx="260" cy="281"/>
                </a:xfrm>
                <a:custGeom>
                  <a:rect b="b" l="l" r="r" t="t"/>
                  <a:pathLst>
                    <a:path extrusionOk="0" h="281" w="260">
                      <a:moveTo>
                        <a:pt x="260" y="0"/>
                      </a:moveTo>
                      <a:cubicBezTo>
                        <a:pt x="224" y="19"/>
                        <a:pt x="79" y="77"/>
                        <a:pt x="42" y="112"/>
                      </a:cubicBezTo>
                      <a:cubicBezTo>
                        <a:pt x="5" y="143"/>
                        <a:pt x="0" y="183"/>
                        <a:pt x="35" y="211"/>
                      </a:cubicBezTo>
                      <a:cubicBezTo>
                        <a:pt x="70" y="239"/>
                        <a:pt x="208" y="266"/>
                        <a:pt x="253" y="281"/>
                      </a:cubicBezTo>
                    </a:path>
                  </a:pathLst>
                </a:custGeom>
                <a:noFill/>
                <a:ln cap="flat" cmpd="sng" w="1905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830" name="Google Shape;1830;p30"/>
                <p:cNvSpPr/>
                <p:nvPr/>
              </p:nvSpPr>
              <p:spPr>
                <a:xfrm>
                  <a:off x="2482" y="1040"/>
                  <a:ext cx="900" cy="421"/>
                </a:xfrm>
                <a:custGeom>
                  <a:rect b="b" l="l" r="r" t="t"/>
                  <a:pathLst>
                    <a:path extrusionOk="0" h="421" w="900">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cap="flat" cmpd="sng" w="1905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831" name="Google Shape;1831;p30"/>
                <p:cNvSpPr/>
                <p:nvPr/>
              </p:nvSpPr>
              <p:spPr>
                <a:xfrm>
                  <a:off x="2782" y="1068"/>
                  <a:ext cx="428" cy="269"/>
                </a:xfrm>
                <a:custGeom>
                  <a:rect b="b" l="l" r="r" t="t"/>
                  <a:pathLst>
                    <a:path extrusionOk="0" h="269" w="428">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cap="flat" cmpd="sng" w="1905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832" name="Google Shape;1832;p30"/>
                <p:cNvSpPr/>
                <p:nvPr/>
              </p:nvSpPr>
              <p:spPr>
                <a:xfrm>
                  <a:off x="3554" y="1075"/>
                  <a:ext cx="377" cy="239"/>
                </a:xfrm>
                <a:custGeom>
                  <a:rect b="b" l="l" r="r" t="t"/>
                  <a:pathLst>
                    <a:path extrusionOk="0" h="239" w="377">
                      <a:moveTo>
                        <a:pt x="42" y="239"/>
                      </a:moveTo>
                      <a:cubicBezTo>
                        <a:pt x="89" y="224"/>
                        <a:pt x="285" y="178"/>
                        <a:pt x="335" y="146"/>
                      </a:cubicBezTo>
                      <a:cubicBezTo>
                        <a:pt x="372" y="115"/>
                        <a:pt x="377" y="75"/>
                        <a:pt x="342" y="47"/>
                      </a:cubicBezTo>
                      <a:cubicBezTo>
                        <a:pt x="286" y="23"/>
                        <a:pt x="71" y="10"/>
                        <a:pt x="0" y="0"/>
                      </a:cubicBezTo>
                    </a:path>
                  </a:pathLst>
                </a:custGeom>
                <a:noFill/>
                <a:ln cap="flat" cmpd="sng" w="1905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833" name="Google Shape;1833;p30"/>
                <p:cNvSpPr/>
                <p:nvPr/>
              </p:nvSpPr>
              <p:spPr>
                <a:xfrm>
                  <a:off x="3646" y="997"/>
                  <a:ext cx="660" cy="336"/>
                </a:xfrm>
                <a:custGeom>
                  <a:rect b="b" l="l" r="r" t="t"/>
                  <a:pathLst>
                    <a:path extrusionOk="0" h="300" w="646">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cap="flat" cmpd="sng" w="1905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834" name="Google Shape;1834;p30"/>
                <p:cNvSpPr/>
                <p:nvPr/>
              </p:nvSpPr>
              <p:spPr>
                <a:xfrm>
                  <a:off x="4116" y="955"/>
                  <a:ext cx="630" cy="397"/>
                </a:xfrm>
                <a:custGeom>
                  <a:rect b="b" l="l" r="r" t="t"/>
                  <a:pathLst>
                    <a:path extrusionOk="0" h="397" w="630">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cap="flat" cmpd="sng" w="1905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pic>
            <p:nvPicPr>
              <p:cNvPr descr="laptop_keyboard" id="1835" name="Google Shape;1835;p30"/>
              <p:cNvPicPr preferRelativeResize="0"/>
              <p:nvPr/>
            </p:nvPicPr>
            <p:blipFill rotWithShape="1">
              <a:blip r:embed="rId5">
                <a:alphaModFix/>
              </a:blip>
              <a:srcRect b="0" l="0" r="0" t="0"/>
              <a:stretch/>
            </p:blipFill>
            <p:spPr>
              <a:xfrm flipH="1" rot="109064">
                <a:off x="3109" y="2736"/>
                <a:ext cx="245" cy="100"/>
              </a:xfrm>
              <a:prstGeom prst="rect">
                <a:avLst/>
              </a:prstGeom>
              <a:noFill/>
              <a:ln>
                <a:noFill/>
              </a:ln>
            </p:spPr>
          </p:pic>
          <p:sp>
            <p:nvSpPr>
              <p:cNvPr id="1836" name="Google Shape;1836;p30"/>
              <p:cNvSpPr/>
              <p:nvPr/>
            </p:nvSpPr>
            <p:spPr>
              <a:xfrm>
                <a:off x="3190" y="2638"/>
                <a:ext cx="197" cy="131"/>
              </a:xfrm>
              <a:custGeom>
                <a:rect b="b" l="l" r="r" t="t"/>
                <a:pathLst>
                  <a:path extrusionOk="0" h="2442" w="2982">
                    <a:moveTo>
                      <a:pt x="540" y="0"/>
                    </a:moveTo>
                    <a:lnTo>
                      <a:pt x="0" y="1734"/>
                    </a:lnTo>
                    <a:lnTo>
                      <a:pt x="2394" y="2442"/>
                    </a:lnTo>
                    <a:lnTo>
                      <a:pt x="2982" y="318"/>
                    </a:lnTo>
                    <a:lnTo>
                      <a:pt x="540" y="0"/>
                    </a:lnTo>
                    <a:close/>
                  </a:path>
                </a:pathLst>
              </a:cu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pic>
            <p:nvPicPr>
              <p:cNvPr descr="screen" id="1837" name="Google Shape;1837;p30"/>
              <p:cNvPicPr preferRelativeResize="0"/>
              <p:nvPr/>
            </p:nvPicPr>
            <p:blipFill rotWithShape="1">
              <a:blip r:embed="rId6">
                <a:alphaModFix/>
              </a:blip>
              <a:srcRect b="0" l="0" r="0" t="0"/>
              <a:stretch/>
            </p:blipFill>
            <p:spPr>
              <a:xfrm>
                <a:off x="3200" y="2641"/>
                <a:ext cx="179" cy="120"/>
              </a:xfrm>
              <a:prstGeom prst="rect">
                <a:avLst/>
              </a:prstGeom>
              <a:noFill/>
              <a:ln>
                <a:noFill/>
              </a:ln>
            </p:spPr>
          </p:pic>
          <p:sp>
            <p:nvSpPr>
              <p:cNvPr id="1838" name="Google Shape;1838;p30"/>
              <p:cNvSpPr/>
              <p:nvPr/>
            </p:nvSpPr>
            <p:spPr>
              <a:xfrm>
                <a:off x="3226" y="2634"/>
                <a:ext cx="167" cy="25"/>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839" name="Google Shape;1839;p30"/>
              <p:cNvSpPr/>
              <p:nvPr/>
            </p:nvSpPr>
            <p:spPr>
              <a:xfrm>
                <a:off x="3189" y="2634"/>
                <a:ext cx="46" cy="102"/>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840" name="Google Shape;1840;p30"/>
              <p:cNvSpPr/>
              <p:nvPr/>
            </p:nvSpPr>
            <p:spPr>
              <a:xfrm>
                <a:off x="3342" y="2652"/>
                <a:ext cx="50" cy="117"/>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rgbClr val="FFFFFF"/>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841" name="Google Shape;1841;p30"/>
              <p:cNvSpPr/>
              <p:nvPr/>
            </p:nvSpPr>
            <p:spPr>
              <a:xfrm>
                <a:off x="3188" y="2730"/>
                <a:ext cx="183" cy="40"/>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rgbClr val="FFFFF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842" name="Google Shape;1842;p30"/>
              <p:cNvSpPr/>
              <p:nvPr/>
            </p:nvSpPr>
            <p:spPr>
              <a:xfrm>
                <a:off x="3347" y="2653"/>
                <a:ext cx="47" cy="118"/>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843" name="Google Shape;1843;p30"/>
              <p:cNvSpPr/>
              <p:nvPr/>
            </p:nvSpPr>
            <p:spPr>
              <a:xfrm>
                <a:off x="3188" y="2736"/>
                <a:ext cx="163" cy="39"/>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nvGrpSpPr>
              <p:cNvPr id="1844" name="Google Shape;1844;p30"/>
              <p:cNvGrpSpPr/>
              <p:nvPr/>
            </p:nvGrpSpPr>
            <p:grpSpPr>
              <a:xfrm>
                <a:off x="3186" y="2777"/>
                <a:ext cx="55" cy="24"/>
                <a:chOff x="1740" y="2642"/>
                <a:chExt cx="752" cy="327"/>
              </a:xfrm>
            </p:grpSpPr>
            <p:sp>
              <p:nvSpPr>
                <p:cNvPr id="1845" name="Google Shape;1845;p30"/>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846" name="Google Shape;1846;p30"/>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847" name="Google Shape;1847;p30"/>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rgbClr val="00CC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848" name="Google Shape;1848;p30"/>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849" name="Google Shape;1849;p30"/>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rgbClr val="00CC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850" name="Google Shape;1850;p30"/>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sp>
            <p:nvSpPr>
              <p:cNvPr id="1851" name="Google Shape;1851;p30"/>
              <p:cNvSpPr/>
              <p:nvPr/>
            </p:nvSpPr>
            <p:spPr>
              <a:xfrm>
                <a:off x="3280" y="2781"/>
                <a:ext cx="67" cy="51"/>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852" name="Google Shape;1852;p30"/>
              <p:cNvSpPr/>
              <p:nvPr/>
            </p:nvSpPr>
            <p:spPr>
              <a:xfrm>
                <a:off x="3109" y="2785"/>
                <a:ext cx="171" cy="4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853" name="Google Shape;1853;p30"/>
              <p:cNvSpPr/>
              <p:nvPr/>
            </p:nvSpPr>
            <p:spPr>
              <a:xfrm>
                <a:off x="3110" y="2776"/>
                <a:ext cx="1" cy="10"/>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854" name="Google Shape;1854;p30"/>
              <p:cNvSpPr/>
              <p:nvPr/>
            </p:nvSpPr>
            <p:spPr>
              <a:xfrm>
                <a:off x="3110" y="2738"/>
                <a:ext cx="79" cy="39"/>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855" name="Google Shape;1855;p30"/>
              <p:cNvSpPr/>
              <p:nvPr/>
            </p:nvSpPr>
            <p:spPr>
              <a:xfrm>
                <a:off x="3115" y="2778"/>
                <a:ext cx="162" cy="4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856" name="Google Shape;1856;p30"/>
              <p:cNvSpPr/>
              <p:nvPr/>
            </p:nvSpPr>
            <p:spPr>
              <a:xfrm flipH="1" rot="10800000">
                <a:off x="3277" y="2775"/>
                <a:ext cx="66" cy="4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857" name="Google Shape;1857;p30"/>
              <p:cNvSpPr/>
              <p:nvPr/>
            </p:nvSpPr>
            <p:spPr>
              <a:xfrm>
                <a:off x="3382" y="2736"/>
                <a:ext cx="1" cy="10"/>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858" name="Google Shape;1858;p30"/>
              <p:cNvSpPr/>
              <p:nvPr/>
            </p:nvSpPr>
            <p:spPr>
              <a:xfrm>
                <a:off x="3382" y="2698"/>
                <a:ext cx="79" cy="39"/>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grpSp>
          <p:nvGrpSpPr>
            <p:cNvPr id="1859" name="Google Shape;1859;p30"/>
            <p:cNvGrpSpPr/>
            <p:nvPr/>
          </p:nvGrpSpPr>
          <p:grpSpPr>
            <a:xfrm>
              <a:off x="5824887" y="5539981"/>
              <a:ext cx="635000" cy="491904"/>
              <a:chOff x="3061" y="2530"/>
              <a:chExt cx="400" cy="310"/>
            </a:xfrm>
          </p:grpSpPr>
          <p:grpSp>
            <p:nvGrpSpPr>
              <p:cNvPr id="1860" name="Google Shape;1860;p30"/>
              <p:cNvGrpSpPr/>
              <p:nvPr/>
            </p:nvGrpSpPr>
            <p:grpSpPr>
              <a:xfrm>
                <a:off x="3061" y="2530"/>
                <a:ext cx="327" cy="81"/>
                <a:chOff x="2199" y="955"/>
                <a:chExt cx="2547" cy="506"/>
              </a:xfrm>
            </p:grpSpPr>
            <p:sp>
              <p:nvSpPr>
                <p:cNvPr id="1861" name="Google Shape;1861;p30"/>
                <p:cNvSpPr/>
                <p:nvPr/>
              </p:nvSpPr>
              <p:spPr>
                <a:xfrm>
                  <a:off x="2199" y="1166"/>
                  <a:ext cx="260" cy="281"/>
                </a:xfrm>
                <a:custGeom>
                  <a:rect b="b" l="l" r="r" t="t"/>
                  <a:pathLst>
                    <a:path extrusionOk="0" h="281" w="260">
                      <a:moveTo>
                        <a:pt x="260" y="0"/>
                      </a:moveTo>
                      <a:cubicBezTo>
                        <a:pt x="224" y="19"/>
                        <a:pt x="79" y="77"/>
                        <a:pt x="42" y="112"/>
                      </a:cubicBezTo>
                      <a:cubicBezTo>
                        <a:pt x="5" y="143"/>
                        <a:pt x="0" y="183"/>
                        <a:pt x="35" y="211"/>
                      </a:cubicBezTo>
                      <a:cubicBezTo>
                        <a:pt x="70" y="239"/>
                        <a:pt x="208" y="266"/>
                        <a:pt x="253" y="281"/>
                      </a:cubicBezTo>
                    </a:path>
                  </a:pathLst>
                </a:custGeom>
                <a:noFill/>
                <a:ln cap="flat" cmpd="sng" w="1905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862" name="Google Shape;1862;p30"/>
                <p:cNvSpPr/>
                <p:nvPr/>
              </p:nvSpPr>
              <p:spPr>
                <a:xfrm>
                  <a:off x="2482" y="1040"/>
                  <a:ext cx="900" cy="421"/>
                </a:xfrm>
                <a:custGeom>
                  <a:rect b="b" l="l" r="r" t="t"/>
                  <a:pathLst>
                    <a:path extrusionOk="0" h="421" w="900">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cap="flat" cmpd="sng" w="1905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863" name="Google Shape;1863;p30"/>
                <p:cNvSpPr/>
                <p:nvPr/>
              </p:nvSpPr>
              <p:spPr>
                <a:xfrm>
                  <a:off x="2782" y="1068"/>
                  <a:ext cx="428" cy="269"/>
                </a:xfrm>
                <a:custGeom>
                  <a:rect b="b" l="l" r="r" t="t"/>
                  <a:pathLst>
                    <a:path extrusionOk="0" h="269" w="428">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cap="flat" cmpd="sng" w="1905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864" name="Google Shape;1864;p30"/>
                <p:cNvSpPr/>
                <p:nvPr/>
              </p:nvSpPr>
              <p:spPr>
                <a:xfrm>
                  <a:off x="3554" y="1075"/>
                  <a:ext cx="377" cy="239"/>
                </a:xfrm>
                <a:custGeom>
                  <a:rect b="b" l="l" r="r" t="t"/>
                  <a:pathLst>
                    <a:path extrusionOk="0" h="239" w="377">
                      <a:moveTo>
                        <a:pt x="42" y="239"/>
                      </a:moveTo>
                      <a:cubicBezTo>
                        <a:pt x="89" y="224"/>
                        <a:pt x="285" y="178"/>
                        <a:pt x="335" y="146"/>
                      </a:cubicBezTo>
                      <a:cubicBezTo>
                        <a:pt x="372" y="115"/>
                        <a:pt x="377" y="75"/>
                        <a:pt x="342" y="47"/>
                      </a:cubicBezTo>
                      <a:cubicBezTo>
                        <a:pt x="286" y="23"/>
                        <a:pt x="71" y="10"/>
                        <a:pt x="0" y="0"/>
                      </a:cubicBezTo>
                    </a:path>
                  </a:pathLst>
                </a:custGeom>
                <a:noFill/>
                <a:ln cap="flat" cmpd="sng" w="1905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865" name="Google Shape;1865;p30"/>
                <p:cNvSpPr/>
                <p:nvPr/>
              </p:nvSpPr>
              <p:spPr>
                <a:xfrm>
                  <a:off x="3646" y="997"/>
                  <a:ext cx="660" cy="336"/>
                </a:xfrm>
                <a:custGeom>
                  <a:rect b="b" l="l" r="r" t="t"/>
                  <a:pathLst>
                    <a:path extrusionOk="0" h="300" w="646">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cap="flat" cmpd="sng" w="1905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866" name="Google Shape;1866;p30"/>
                <p:cNvSpPr/>
                <p:nvPr/>
              </p:nvSpPr>
              <p:spPr>
                <a:xfrm>
                  <a:off x="4116" y="955"/>
                  <a:ext cx="630" cy="397"/>
                </a:xfrm>
                <a:custGeom>
                  <a:rect b="b" l="l" r="r" t="t"/>
                  <a:pathLst>
                    <a:path extrusionOk="0" h="397" w="630">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cap="flat" cmpd="sng" w="1905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pic>
            <p:nvPicPr>
              <p:cNvPr descr="laptop_keyboard" id="1867" name="Google Shape;1867;p30"/>
              <p:cNvPicPr preferRelativeResize="0"/>
              <p:nvPr/>
            </p:nvPicPr>
            <p:blipFill rotWithShape="1">
              <a:blip r:embed="rId5">
                <a:alphaModFix/>
              </a:blip>
              <a:srcRect b="0" l="0" r="0" t="0"/>
              <a:stretch/>
            </p:blipFill>
            <p:spPr>
              <a:xfrm flipH="1" rot="109064">
                <a:off x="3109" y="2736"/>
                <a:ext cx="245" cy="100"/>
              </a:xfrm>
              <a:prstGeom prst="rect">
                <a:avLst/>
              </a:prstGeom>
              <a:noFill/>
              <a:ln>
                <a:noFill/>
              </a:ln>
            </p:spPr>
          </p:pic>
          <p:sp>
            <p:nvSpPr>
              <p:cNvPr id="1868" name="Google Shape;1868;p30"/>
              <p:cNvSpPr/>
              <p:nvPr/>
            </p:nvSpPr>
            <p:spPr>
              <a:xfrm>
                <a:off x="3190" y="2638"/>
                <a:ext cx="197" cy="131"/>
              </a:xfrm>
              <a:custGeom>
                <a:rect b="b" l="l" r="r" t="t"/>
                <a:pathLst>
                  <a:path extrusionOk="0" h="2442" w="2982">
                    <a:moveTo>
                      <a:pt x="540" y="0"/>
                    </a:moveTo>
                    <a:lnTo>
                      <a:pt x="0" y="1734"/>
                    </a:lnTo>
                    <a:lnTo>
                      <a:pt x="2394" y="2442"/>
                    </a:lnTo>
                    <a:lnTo>
                      <a:pt x="2982" y="318"/>
                    </a:lnTo>
                    <a:lnTo>
                      <a:pt x="540" y="0"/>
                    </a:lnTo>
                    <a:close/>
                  </a:path>
                </a:pathLst>
              </a:cu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pic>
            <p:nvPicPr>
              <p:cNvPr descr="screen" id="1869" name="Google Shape;1869;p30"/>
              <p:cNvPicPr preferRelativeResize="0"/>
              <p:nvPr/>
            </p:nvPicPr>
            <p:blipFill rotWithShape="1">
              <a:blip r:embed="rId6">
                <a:alphaModFix/>
              </a:blip>
              <a:srcRect b="0" l="0" r="0" t="0"/>
              <a:stretch/>
            </p:blipFill>
            <p:spPr>
              <a:xfrm>
                <a:off x="3200" y="2641"/>
                <a:ext cx="179" cy="120"/>
              </a:xfrm>
              <a:prstGeom prst="rect">
                <a:avLst/>
              </a:prstGeom>
              <a:noFill/>
              <a:ln>
                <a:noFill/>
              </a:ln>
            </p:spPr>
          </p:pic>
          <p:sp>
            <p:nvSpPr>
              <p:cNvPr id="1870" name="Google Shape;1870;p30"/>
              <p:cNvSpPr/>
              <p:nvPr/>
            </p:nvSpPr>
            <p:spPr>
              <a:xfrm>
                <a:off x="3226" y="2634"/>
                <a:ext cx="167" cy="25"/>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871" name="Google Shape;1871;p30"/>
              <p:cNvSpPr/>
              <p:nvPr/>
            </p:nvSpPr>
            <p:spPr>
              <a:xfrm>
                <a:off x="3189" y="2634"/>
                <a:ext cx="46" cy="102"/>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872" name="Google Shape;1872;p30"/>
              <p:cNvSpPr/>
              <p:nvPr/>
            </p:nvSpPr>
            <p:spPr>
              <a:xfrm>
                <a:off x="3342" y="2652"/>
                <a:ext cx="50" cy="117"/>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rgbClr val="FFFFFF"/>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873" name="Google Shape;1873;p30"/>
              <p:cNvSpPr/>
              <p:nvPr/>
            </p:nvSpPr>
            <p:spPr>
              <a:xfrm>
                <a:off x="3188" y="2730"/>
                <a:ext cx="183" cy="40"/>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rgbClr val="FFFFF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874" name="Google Shape;1874;p30"/>
              <p:cNvSpPr/>
              <p:nvPr/>
            </p:nvSpPr>
            <p:spPr>
              <a:xfrm>
                <a:off x="3347" y="2653"/>
                <a:ext cx="47" cy="118"/>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875" name="Google Shape;1875;p30"/>
              <p:cNvSpPr/>
              <p:nvPr/>
            </p:nvSpPr>
            <p:spPr>
              <a:xfrm>
                <a:off x="3188" y="2736"/>
                <a:ext cx="163" cy="39"/>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nvGrpSpPr>
              <p:cNvPr id="1876" name="Google Shape;1876;p30"/>
              <p:cNvGrpSpPr/>
              <p:nvPr/>
            </p:nvGrpSpPr>
            <p:grpSpPr>
              <a:xfrm>
                <a:off x="3186" y="2777"/>
                <a:ext cx="55" cy="24"/>
                <a:chOff x="1740" y="2642"/>
                <a:chExt cx="752" cy="327"/>
              </a:xfrm>
            </p:grpSpPr>
            <p:sp>
              <p:nvSpPr>
                <p:cNvPr id="1877" name="Google Shape;1877;p30"/>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878" name="Google Shape;1878;p30"/>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879" name="Google Shape;1879;p30"/>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rgbClr val="00CC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880" name="Google Shape;1880;p30"/>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881" name="Google Shape;1881;p30"/>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rgbClr val="00CC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882" name="Google Shape;1882;p30"/>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sp>
            <p:nvSpPr>
              <p:cNvPr id="1883" name="Google Shape;1883;p30"/>
              <p:cNvSpPr/>
              <p:nvPr/>
            </p:nvSpPr>
            <p:spPr>
              <a:xfrm>
                <a:off x="3280" y="2781"/>
                <a:ext cx="67" cy="51"/>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884" name="Google Shape;1884;p30"/>
              <p:cNvSpPr/>
              <p:nvPr/>
            </p:nvSpPr>
            <p:spPr>
              <a:xfrm>
                <a:off x="3109" y="2785"/>
                <a:ext cx="171" cy="4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885" name="Google Shape;1885;p30"/>
              <p:cNvSpPr/>
              <p:nvPr/>
            </p:nvSpPr>
            <p:spPr>
              <a:xfrm>
                <a:off x="3110" y="2776"/>
                <a:ext cx="1" cy="10"/>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886" name="Google Shape;1886;p30"/>
              <p:cNvSpPr/>
              <p:nvPr/>
            </p:nvSpPr>
            <p:spPr>
              <a:xfrm>
                <a:off x="3110" y="2738"/>
                <a:ext cx="79" cy="39"/>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887" name="Google Shape;1887;p30"/>
              <p:cNvSpPr/>
              <p:nvPr/>
            </p:nvSpPr>
            <p:spPr>
              <a:xfrm>
                <a:off x="3115" y="2778"/>
                <a:ext cx="162" cy="4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888" name="Google Shape;1888;p30"/>
              <p:cNvSpPr/>
              <p:nvPr/>
            </p:nvSpPr>
            <p:spPr>
              <a:xfrm flipH="1" rot="10800000">
                <a:off x="3277" y="2775"/>
                <a:ext cx="66" cy="4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889" name="Google Shape;1889;p30"/>
              <p:cNvSpPr/>
              <p:nvPr/>
            </p:nvSpPr>
            <p:spPr>
              <a:xfrm>
                <a:off x="3382" y="2736"/>
                <a:ext cx="1" cy="10"/>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890" name="Google Shape;1890;p30"/>
              <p:cNvSpPr/>
              <p:nvPr/>
            </p:nvSpPr>
            <p:spPr>
              <a:xfrm>
                <a:off x="3382" y="2698"/>
                <a:ext cx="79" cy="39"/>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grpSp>
      <p:grpSp>
        <p:nvGrpSpPr>
          <p:cNvPr id="1891" name="Google Shape;1891;p30"/>
          <p:cNvGrpSpPr/>
          <p:nvPr/>
        </p:nvGrpSpPr>
        <p:grpSpPr>
          <a:xfrm>
            <a:off x="1176517" y="4567121"/>
            <a:ext cx="1672254" cy="1938344"/>
            <a:chOff x="1176517" y="4567121"/>
            <a:chExt cx="1672254" cy="1938344"/>
          </a:xfrm>
        </p:grpSpPr>
        <p:sp>
          <p:nvSpPr>
            <p:cNvPr id="1892" name="Google Shape;1892;p30"/>
            <p:cNvSpPr txBox="1"/>
            <p:nvPr/>
          </p:nvSpPr>
          <p:spPr>
            <a:xfrm>
              <a:off x="1176517" y="5992696"/>
              <a:ext cx="1672254" cy="512769"/>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shared wire (e.g., </a:t>
              </a:r>
              <a:endParaRPr/>
            </a:p>
            <a:p>
              <a:pPr indent="0" lvl="0" marL="0" marR="0" rtl="0" algn="ctr">
                <a:lnSpc>
                  <a:spcPct val="85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cabled Ethernet)</a:t>
              </a:r>
              <a:endParaRPr/>
            </a:p>
          </p:txBody>
        </p:sp>
        <p:cxnSp>
          <p:nvCxnSpPr>
            <p:cNvPr id="1893" name="Google Shape;1893;p30"/>
            <p:cNvCxnSpPr/>
            <p:nvPr/>
          </p:nvCxnSpPr>
          <p:spPr>
            <a:xfrm flipH="1">
              <a:off x="1822938" y="4821121"/>
              <a:ext cx="466725" cy="890587"/>
            </a:xfrm>
            <a:prstGeom prst="straightConnector1">
              <a:avLst/>
            </a:prstGeom>
            <a:noFill/>
            <a:ln cap="flat" cmpd="sng" w="9525">
              <a:solidFill>
                <a:srgbClr val="000000"/>
              </a:solidFill>
              <a:prstDash val="solid"/>
              <a:round/>
              <a:headEnd len="med" w="med" type="none"/>
              <a:tailEnd len="med" w="med" type="none"/>
            </a:ln>
          </p:spPr>
        </p:cxnSp>
        <p:cxnSp>
          <p:nvCxnSpPr>
            <p:cNvPr id="1894" name="Google Shape;1894;p30"/>
            <p:cNvCxnSpPr/>
            <p:nvPr/>
          </p:nvCxnSpPr>
          <p:spPr>
            <a:xfrm>
              <a:off x="1805475" y="5292608"/>
              <a:ext cx="242888" cy="1588"/>
            </a:xfrm>
            <a:prstGeom prst="straightConnector1">
              <a:avLst/>
            </a:prstGeom>
            <a:noFill/>
            <a:ln cap="flat" cmpd="sng" w="9525">
              <a:solidFill>
                <a:srgbClr val="000000"/>
              </a:solidFill>
              <a:prstDash val="solid"/>
              <a:round/>
              <a:headEnd len="med" w="med" type="none"/>
              <a:tailEnd len="med" w="med" type="none"/>
            </a:ln>
          </p:spPr>
        </p:cxnSp>
        <p:cxnSp>
          <p:nvCxnSpPr>
            <p:cNvPr id="1895" name="Google Shape;1895;p30"/>
            <p:cNvCxnSpPr/>
            <p:nvPr/>
          </p:nvCxnSpPr>
          <p:spPr>
            <a:xfrm>
              <a:off x="1670538" y="5629158"/>
              <a:ext cx="190500" cy="1588"/>
            </a:xfrm>
            <a:prstGeom prst="straightConnector1">
              <a:avLst/>
            </a:prstGeom>
            <a:noFill/>
            <a:ln cap="flat" cmpd="sng" w="9525">
              <a:solidFill>
                <a:srgbClr val="000000"/>
              </a:solidFill>
              <a:prstDash val="solid"/>
              <a:round/>
              <a:headEnd len="med" w="med" type="none"/>
              <a:tailEnd len="med" w="med" type="none"/>
            </a:ln>
          </p:spPr>
        </p:cxnSp>
        <p:cxnSp>
          <p:nvCxnSpPr>
            <p:cNvPr id="1896" name="Google Shape;1896;p30"/>
            <p:cNvCxnSpPr/>
            <p:nvPr/>
          </p:nvCxnSpPr>
          <p:spPr>
            <a:xfrm flipH="1" rot="10800000">
              <a:off x="2115038" y="5152908"/>
              <a:ext cx="177800" cy="7938"/>
            </a:xfrm>
            <a:prstGeom prst="straightConnector1">
              <a:avLst/>
            </a:prstGeom>
            <a:noFill/>
            <a:ln cap="flat" cmpd="sng" w="9525">
              <a:solidFill>
                <a:srgbClr val="000000"/>
              </a:solidFill>
              <a:prstDash val="solid"/>
              <a:round/>
              <a:headEnd len="med" w="med" type="none"/>
              <a:tailEnd len="med" w="med" type="none"/>
            </a:ln>
          </p:spPr>
        </p:cxnSp>
        <p:cxnSp>
          <p:nvCxnSpPr>
            <p:cNvPr id="1897" name="Google Shape;1897;p30"/>
            <p:cNvCxnSpPr/>
            <p:nvPr/>
          </p:nvCxnSpPr>
          <p:spPr>
            <a:xfrm>
              <a:off x="1986450" y="4925896"/>
              <a:ext cx="242888" cy="1587"/>
            </a:xfrm>
            <a:prstGeom prst="straightConnector1">
              <a:avLst/>
            </a:prstGeom>
            <a:noFill/>
            <a:ln cap="flat" cmpd="sng" w="9525">
              <a:solidFill>
                <a:srgbClr val="000000"/>
              </a:solidFill>
              <a:prstDash val="solid"/>
              <a:round/>
              <a:headEnd len="med" w="med" type="none"/>
              <a:tailEnd len="med" w="med" type="none"/>
            </a:ln>
          </p:spPr>
        </p:cxnSp>
        <p:cxnSp>
          <p:nvCxnSpPr>
            <p:cNvPr id="1898" name="Google Shape;1898;p30"/>
            <p:cNvCxnSpPr/>
            <p:nvPr/>
          </p:nvCxnSpPr>
          <p:spPr>
            <a:xfrm>
              <a:off x="1986450" y="4925896"/>
              <a:ext cx="242888" cy="1587"/>
            </a:xfrm>
            <a:prstGeom prst="straightConnector1">
              <a:avLst/>
            </a:prstGeom>
            <a:noFill/>
            <a:ln cap="flat" cmpd="sng" w="9525">
              <a:solidFill>
                <a:srgbClr val="000000"/>
              </a:solidFill>
              <a:prstDash val="solid"/>
              <a:round/>
              <a:headEnd len="med" w="med" type="none"/>
              <a:tailEnd len="med" w="med" type="none"/>
            </a:ln>
          </p:spPr>
        </p:cxnSp>
        <p:cxnSp>
          <p:nvCxnSpPr>
            <p:cNvPr id="1899" name="Google Shape;1899;p30"/>
            <p:cNvCxnSpPr/>
            <p:nvPr/>
          </p:nvCxnSpPr>
          <p:spPr>
            <a:xfrm>
              <a:off x="1918188" y="5562483"/>
              <a:ext cx="190500" cy="1588"/>
            </a:xfrm>
            <a:prstGeom prst="straightConnector1">
              <a:avLst/>
            </a:prstGeom>
            <a:noFill/>
            <a:ln cap="flat" cmpd="sng" w="9525">
              <a:solidFill>
                <a:srgbClr val="000000"/>
              </a:solidFill>
              <a:prstDash val="solid"/>
              <a:round/>
              <a:headEnd len="med" w="med" type="none"/>
              <a:tailEnd len="med" w="med" type="none"/>
            </a:ln>
          </p:spPr>
        </p:cxnSp>
        <p:grpSp>
          <p:nvGrpSpPr>
            <p:cNvPr id="1900" name="Google Shape;1900;p30"/>
            <p:cNvGrpSpPr/>
            <p:nvPr/>
          </p:nvGrpSpPr>
          <p:grpSpPr>
            <a:xfrm flipH="1">
              <a:off x="1256200" y="5438658"/>
              <a:ext cx="501650" cy="512763"/>
              <a:chOff x="2839" y="3501"/>
              <a:chExt cx="755" cy="803"/>
            </a:xfrm>
          </p:grpSpPr>
          <p:pic>
            <p:nvPicPr>
              <p:cNvPr descr="desktop_computer_stylized_medium" id="1901" name="Google Shape;1901;p30"/>
              <p:cNvPicPr preferRelativeResize="0"/>
              <p:nvPr/>
            </p:nvPicPr>
            <p:blipFill rotWithShape="1">
              <a:blip r:embed="rId8">
                <a:alphaModFix/>
              </a:blip>
              <a:srcRect b="0" l="0" r="0" t="0"/>
              <a:stretch/>
            </p:blipFill>
            <p:spPr>
              <a:xfrm>
                <a:off x="2839" y="3501"/>
                <a:ext cx="755" cy="803"/>
              </a:xfrm>
              <a:prstGeom prst="rect">
                <a:avLst/>
              </a:prstGeom>
              <a:noFill/>
              <a:ln>
                <a:noFill/>
              </a:ln>
            </p:spPr>
          </p:pic>
          <p:sp>
            <p:nvSpPr>
              <p:cNvPr id="1902" name="Google Shape;1902;p30"/>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grpSp>
          <p:nvGrpSpPr>
            <p:cNvPr id="1903" name="Google Shape;1903;p30"/>
            <p:cNvGrpSpPr/>
            <p:nvPr/>
          </p:nvGrpSpPr>
          <p:grpSpPr>
            <a:xfrm flipH="1">
              <a:off x="1410188" y="4994158"/>
              <a:ext cx="501650" cy="512763"/>
              <a:chOff x="2839" y="3501"/>
              <a:chExt cx="755" cy="803"/>
            </a:xfrm>
          </p:grpSpPr>
          <p:pic>
            <p:nvPicPr>
              <p:cNvPr descr="desktop_computer_stylized_medium" id="1904" name="Google Shape;1904;p30"/>
              <p:cNvPicPr preferRelativeResize="0"/>
              <p:nvPr/>
            </p:nvPicPr>
            <p:blipFill rotWithShape="1">
              <a:blip r:embed="rId8">
                <a:alphaModFix/>
              </a:blip>
              <a:srcRect b="0" l="0" r="0" t="0"/>
              <a:stretch/>
            </p:blipFill>
            <p:spPr>
              <a:xfrm>
                <a:off x="2839" y="3501"/>
                <a:ext cx="755" cy="803"/>
              </a:xfrm>
              <a:prstGeom prst="rect">
                <a:avLst/>
              </a:prstGeom>
              <a:noFill/>
              <a:ln>
                <a:noFill/>
              </a:ln>
            </p:spPr>
          </p:pic>
          <p:sp>
            <p:nvSpPr>
              <p:cNvPr id="1905" name="Google Shape;1905;p30"/>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grpSp>
          <p:nvGrpSpPr>
            <p:cNvPr id="1906" name="Google Shape;1906;p30"/>
            <p:cNvGrpSpPr/>
            <p:nvPr/>
          </p:nvGrpSpPr>
          <p:grpSpPr>
            <a:xfrm flipH="1">
              <a:off x="1561000" y="4567121"/>
              <a:ext cx="501650" cy="512762"/>
              <a:chOff x="2839" y="3501"/>
              <a:chExt cx="755" cy="803"/>
            </a:xfrm>
          </p:grpSpPr>
          <p:pic>
            <p:nvPicPr>
              <p:cNvPr descr="desktop_computer_stylized_medium" id="1907" name="Google Shape;1907;p30"/>
              <p:cNvPicPr preferRelativeResize="0"/>
              <p:nvPr/>
            </p:nvPicPr>
            <p:blipFill rotWithShape="1">
              <a:blip r:embed="rId8">
                <a:alphaModFix/>
              </a:blip>
              <a:srcRect b="0" l="0" r="0" t="0"/>
              <a:stretch/>
            </p:blipFill>
            <p:spPr>
              <a:xfrm>
                <a:off x="2839" y="3501"/>
                <a:ext cx="755" cy="803"/>
              </a:xfrm>
              <a:prstGeom prst="rect">
                <a:avLst/>
              </a:prstGeom>
              <a:noFill/>
              <a:ln>
                <a:noFill/>
              </a:ln>
            </p:spPr>
          </p:pic>
          <p:sp>
            <p:nvSpPr>
              <p:cNvPr id="1908" name="Google Shape;1908;p30"/>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grpSp>
          <p:nvGrpSpPr>
            <p:cNvPr id="1909" name="Google Shape;1909;p30"/>
            <p:cNvGrpSpPr/>
            <p:nvPr/>
          </p:nvGrpSpPr>
          <p:grpSpPr>
            <a:xfrm>
              <a:off x="2234100" y="4954471"/>
              <a:ext cx="501650" cy="512762"/>
              <a:chOff x="2839" y="3501"/>
              <a:chExt cx="755" cy="803"/>
            </a:xfrm>
          </p:grpSpPr>
          <p:pic>
            <p:nvPicPr>
              <p:cNvPr descr="desktop_computer_stylized_medium" id="1910" name="Google Shape;1910;p30"/>
              <p:cNvPicPr preferRelativeResize="0"/>
              <p:nvPr/>
            </p:nvPicPr>
            <p:blipFill rotWithShape="1">
              <a:blip r:embed="rId8">
                <a:alphaModFix/>
              </a:blip>
              <a:srcRect b="0" l="0" r="0" t="0"/>
              <a:stretch/>
            </p:blipFill>
            <p:spPr>
              <a:xfrm>
                <a:off x="2839" y="3501"/>
                <a:ext cx="755" cy="803"/>
              </a:xfrm>
              <a:prstGeom prst="rect">
                <a:avLst/>
              </a:prstGeom>
              <a:noFill/>
              <a:ln>
                <a:noFill/>
              </a:ln>
            </p:spPr>
          </p:pic>
          <p:sp>
            <p:nvSpPr>
              <p:cNvPr id="1911" name="Google Shape;1911;p30"/>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grpSp>
          <p:nvGrpSpPr>
            <p:cNvPr id="1912" name="Google Shape;1912;p30"/>
            <p:cNvGrpSpPr/>
            <p:nvPr/>
          </p:nvGrpSpPr>
          <p:grpSpPr>
            <a:xfrm>
              <a:off x="2035663" y="5394208"/>
              <a:ext cx="501650" cy="512763"/>
              <a:chOff x="2839" y="3501"/>
              <a:chExt cx="755" cy="803"/>
            </a:xfrm>
          </p:grpSpPr>
          <p:pic>
            <p:nvPicPr>
              <p:cNvPr descr="desktop_computer_stylized_medium" id="1913" name="Google Shape;1913;p30"/>
              <p:cNvPicPr preferRelativeResize="0"/>
              <p:nvPr/>
            </p:nvPicPr>
            <p:blipFill rotWithShape="1">
              <a:blip r:embed="rId8">
                <a:alphaModFix/>
              </a:blip>
              <a:srcRect b="0" l="0" r="0" t="0"/>
              <a:stretch/>
            </p:blipFill>
            <p:spPr>
              <a:xfrm>
                <a:off x="2839" y="3501"/>
                <a:ext cx="755" cy="803"/>
              </a:xfrm>
              <a:prstGeom prst="rect">
                <a:avLst/>
              </a:prstGeom>
              <a:noFill/>
              <a:ln>
                <a:noFill/>
              </a:ln>
            </p:spPr>
          </p:pic>
          <p:sp>
            <p:nvSpPr>
              <p:cNvPr id="1914" name="Google Shape;1914;p30"/>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grpSp>
      <p:grpSp>
        <p:nvGrpSpPr>
          <p:cNvPr id="1915" name="Google Shape;1915;p30"/>
          <p:cNvGrpSpPr/>
          <p:nvPr/>
        </p:nvGrpSpPr>
        <p:grpSpPr>
          <a:xfrm>
            <a:off x="3021501" y="4737811"/>
            <a:ext cx="1951525" cy="1657756"/>
            <a:chOff x="3021501" y="4737811"/>
            <a:chExt cx="1951525" cy="1657756"/>
          </a:xfrm>
        </p:grpSpPr>
        <p:grpSp>
          <p:nvGrpSpPr>
            <p:cNvPr id="1916" name="Google Shape;1916;p30"/>
            <p:cNvGrpSpPr/>
            <p:nvPr/>
          </p:nvGrpSpPr>
          <p:grpSpPr>
            <a:xfrm>
              <a:off x="3021501" y="4737811"/>
              <a:ext cx="1951525" cy="1263172"/>
              <a:chOff x="7891681" y="3099042"/>
              <a:chExt cx="2342453" cy="1569939"/>
            </a:xfrm>
          </p:grpSpPr>
          <p:sp>
            <p:nvSpPr>
              <p:cNvPr id="1917" name="Google Shape;1917;p30"/>
              <p:cNvSpPr/>
              <p:nvPr/>
            </p:nvSpPr>
            <p:spPr>
              <a:xfrm>
                <a:off x="9285510" y="3593195"/>
                <a:ext cx="69106" cy="79124"/>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grpSp>
            <p:nvGrpSpPr>
              <p:cNvPr id="1918" name="Google Shape;1918;p30"/>
              <p:cNvGrpSpPr/>
              <p:nvPr/>
            </p:nvGrpSpPr>
            <p:grpSpPr>
              <a:xfrm>
                <a:off x="9022376" y="3275911"/>
                <a:ext cx="615031" cy="694531"/>
                <a:chOff x="2920" y="1424"/>
                <a:chExt cx="326" cy="320"/>
              </a:xfrm>
            </p:grpSpPr>
            <p:sp>
              <p:nvSpPr>
                <p:cNvPr id="1919" name="Google Shape;1919;p30"/>
                <p:cNvSpPr/>
                <p:nvPr/>
              </p:nvSpPr>
              <p:spPr>
                <a:xfrm>
                  <a:off x="2920" y="1445"/>
                  <a:ext cx="326" cy="289"/>
                </a:xfrm>
                <a:prstGeom prst="ellipse">
                  <a:avLst/>
                </a:prstGeom>
                <a:no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nvGrpSpPr>
                <p:cNvPr id="1920" name="Google Shape;1920;p30"/>
                <p:cNvGrpSpPr/>
                <p:nvPr/>
              </p:nvGrpSpPr>
              <p:grpSpPr>
                <a:xfrm>
                  <a:off x="2949" y="1424"/>
                  <a:ext cx="265" cy="280"/>
                  <a:chOff x="2949" y="1424"/>
                  <a:chExt cx="265" cy="280"/>
                </a:xfrm>
              </p:grpSpPr>
              <p:sp>
                <p:nvSpPr>
                  <p:cNvPr id="1921" name="Google Shape;1921;p30"/>
                  <p:cNvSpPr/>
                  <p:nvPr/>
                </p:nvSpPr>
                <p:spPr>
                  <a:xfrm>
                    <a:off x="3030" y="1545"/>
                    <a:ext cx="107" cy="92"/>
                  </a:xfrm>
                  <a:prstGeom prst="ellipse">
                    <a:avLst/>
                  </a:prstGeom>
                  <a:no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922" name="Google Shape;1922;p30"/>
                  <p:cNvSpPr/>
                  <p:nvPr/>
                </p:nvSpPr>
                <p:spPr>
                  <a:xfrm>
                    <a:off x="3006" y="1525"/>
                    <a:ext cx="154" cy="131"/>
                  </a:xfrm>
                  <a:prstGeom prst="ellipse">
                    <a:avLst/>
                  </a:prstGeom>
                  <a:no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923" name="Google Shape;1923;p30"/>
                  <p:cNvSpPr/>
                  <p:nvPr/>
                </p:nvSpPr>
                <p:spPr>
                  <a:xfrm>
                    <a:off x="2983" y="1501"/>
                    <a:ext cx="203" cy="179"/>
                  </a:xfrm>
                  <a:prstGeom prst="ellipse">
                    <a:avLst/>
                  </a:prstGeom>
                  <a:no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924" name="Google Shape;1924;p30"/>
                  <p:cNvSpPr/>
                  <p:nvPr/>
                </p:nvSpPr>
                <p:spPr>
                  <a:xfrm>
                    <a:off x="2949" y="1476"/>
                    <a:ext cx="265" cy="228"/>
                  </a:xfrm>
                  <a:prstGeom prst="ellipse">
                    <a:avLst/>
                  </a:prstGeom>
                  <a:no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925" name="Google Shape;1925;p30"/>
                  <p:cNvSpPr/>
                  <p:nvPr/>
                </p:nvSpPr>
                <p:spPr>
                  <a:xfrm flipH="1" rot="10800000">
                    <a:off x="2987" y="1424"/>
                    <a:ext cx="205" cy="143"/>
                  </a:xfrm>
                  <a:custGeom>
                    <a:rect b="b" l="l" r="r" t="t"/>
                    <a:pathLst>
                      <a:path extrusionOk="0" h="956" w="1180">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sp>
              <p:nvSpPr>
                <p:cNvPr id="1926" name="Google Shape;1926;p30"/>
                <p:cNvSpPr/>
                <p:nvPr/>
              </p:nvSpPr>
              <p:spPr>
                <a:xfrm>
                  <a:off x="2995" y="1615"/>
                  <a:ext cx="178" cy="129"/>
                </a:xfrm>
                <a:custGeom>
                  <a:rect b="b" l="l" r="r" t="t"/>
                  <a:pathLst>
                    <a:path extrusionOk="0" h="956" w="1180">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grpSp>
            <p:nvGrpSpPr>
              <p:cNvPr id="1927" name="Google Shape;1927;p30"/>
              <p:cNvGrpSpPr/>
              <p:nvPr/>
            </p:nvGrpSpPr>
            <p:grpSpPr>
              <a:xfrm>
                <a:off x="9122147" y="3619386"/>
                <a:ext cx="393690" cy="1049595"/>
                <a:chOff x="3130" y="3288"/>
                <a:chExt cx="410" cy="742"/>
              </a:xfrm>
            </p:grpSpPr>
            <p:cxnSp>
              <p:nvCxnSpPr>
                <p:cNvPr id="1928" name="Google Shape;1928;p30"/>
                <p:cNvCxnSpPr/>
                <p:nvPr/>
              </p:nvCxnSpPr>
              <p:spPr>
                <a:xfrm flipH="1">
                  <a:off x="3130" y="3288"/>
                  <a:ext cx="205" cy="672"/>
                </a:xfrm>
                <a:prstGeom prst="straightConnector1">
                  <a:avLst/>
                </a:prstGeom>
                <a:noFill/>
                <a:ln cap="flat" cmpd="sng" w="19050">
                  <a:solidFill>
                    <a:schemeClr val="dk1"/>
                  </a:solidFill>
                  <a:prstDash val="solid"/>
                  <a:round/>
                  <a:headEnd len="med" w="med" type="none"/>
                  <a:tailEnd len="med" w="med" type="none"/>
                </a:ln>
              </p:spPr>
            </p:cxnSp>
            <p:cxnSp>
              <p:nvCxnSpPr>
                <p:cNvPr id="1929" name="Google Shape;1929;p30"/>
                <p:cNvCxnSpPr/>
                <p:nvPr/>
              </p:nvCxnSpPr>
              <p:spPr>
                <a:xfrm>
                  <a:off x="3335" y="3288"/>
                  <a:ext cx="205" cy="669"/>
                </a:xfrm>
                <a:prstGeom prst="straightConnector1">
                  <a:avLst/>
                </a:prstGeom>
                <a:noFill/>
                <a:ln cap="flat" cmpd="sng" w="19050">
                  <a:solidFill>
                    <a:schemeClr val="dk1"/>
                  </a:solidFill>
                  <a:prstDash val="solid"/>
                  <a:round/>
                  <a:headEnd len="med" w="med" type="none"/>
                  <a:tailEnd len="med" w="med" type="none"/>
                </a:ln>
              </p:spPr>
            </p:cxnSp>
            <p:cxnSp>
              <p:nvCxnSpPr>
                <p:cNvPr id="1930" name="Google Shape;1930;p30"/>
                <p:cNvCxnSpPr/>
                <p:nvPr/>
              </p:nvCxnSpPr>
              <p:spPr>
                <a:xfrm>
                  <a:off x="3130"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1931" name="Google Shape;1931;p30"/>
                <p:cNvCxnSpPr/>
                <p:nvPr/>
              </p:nvCxnSpPr>
              <p:spPr>
                <a:xfrm flipH="1">
                  <a:off x="3335"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1932" name="Google Shape;1932;p30"/>
                <p:cNvCxnSpPr/>
                <p:nvPr/>
              </p:nvCxnSpPr>
              <p:spPr>
                <a:xfrm>
                  <a:off x="3335" y="3303"/>
                  <a:ext cx="0" cy="727"/>
                </a:xfrm>
                <a:prstGeom prst="straightConnector1">
                  <a:avLst/>
                </a:prstGeom>
                <a:noFill/>
                <a:ln cap="flat" cmpd="sng" w="19050">
                  <a:solidFill>
                    <a:schemeClr val="dk1"/>
                  </a:solidFill>
                  <a:prstDash val="solid"/>
                  <a:round/>
                  <a:headEnd len="med" w="med" type="none"/>
                  <a:tailEnd len="med" w="med" type="none"/>
                </a:ln>
              </p:spPr>
            </p:cxnSp>
            <p:cxnSp>
              <p:nvCxnSpPr>
                <p:cNvPr id="1933" name="Google Shape;1933;p30"/>
                <p:cNvCxnSpPr/>
                <p:nvPr/>
              </p:nvCxnSpPr>
              <p:spPr>
                <a:xfrm flipH="1" rot="10800000">
                  <a:off x="3130" y="3888"/>
                  <a:ext cx="205" cy="72"/>
                </a:xfrm>
                <a:prstGeom prst="straightConnector1">
                  <a:avLst/>
                </a:prstGeom>
                <a:noFill/>
                <a:ln cap="flat" cmpd="sng" w="19050">
                  <a:solidFill>
                    <a:schemeClr val="dk1"/>
                  </a:solidFill>
                  <a:prstDash val="solid"/>
                  <a:round/>
                  <a:headEnd len="med" w="med" type="none"/>
                  <a:tailEnd len="med" w="med" type="none"/>
                </a:ln>
              </p:spPr>
            </p:cxnSp>
            <p:cxnSp>
              <p:nvCxnSpPr>
                <p:cNvPr id="1934" name="Google Shape;1934;p30"/>
                <p:cNvCxnSpPr/>
                <p:nvPr/>
              </p:nvCxnSpPr>
              <p:spPr>
                <a:xfrm rot="10800000">
                  <a:off x="3335" y="3888"/>
                  <a:ext cx="205" cy="69"/>
                </a:xfrm>
                <a:prstGeom prst="straightConnector1">
                  <a:avLst/>
                </a:prstGeom>
                <a:noFill/>
                <a:ln cap="flat" cmpd="sng" w="19050">
                  <a:solidFill>
                    <a:schemeClr val="dk1"/>
                  </a:solidFill>
                  <a:prstDash val="solid"/>
                  <a:round/>
                  <a:headEnd len="med" w="med" type="none"/>
                  <a:tailEnd len="med" w="med" type="none"/>
                </a:ln>
              </p:spPr>
            </p:cxnSp>
            <p:cxnSp>
              <p:nvCxnSpPr>
                <p:cNvPr id="1935" name="Google Shape;1935;p30"/>
                <p:cNvCxnSpPr/>
                <p:nvPr/>
              </p:nvCxnSpPr>
              <p:spPr>
                <a:xfrm>
                  <a:off x="3217" y="3668"/>
                  <a:ext cx="118" cy="55"/>
                </a:xfrm>
                <a:prstGeom prst="straightConnector1">
                  <a:avLst/>
                </a:prstGeom>
                <a:noFill/>
                <a:ln cap="flat" cmpd="sng" w="19050">
                  <a:solidFill>
                    <a:schemeClr val="dk1"/>
                  </a:solidFill>
                  <a:prstDash val="solid"/>
                  <a:round/>
                  <a:headEnd len="med" w="med" type="none"/>
                  <a:tailEnd len="med" w="med" type="none"/>
                </a:ln>
              </p:spPr>
            </p:cxnSp>
            <p:cxnSp>
              <p:nvCxnSpPr>
                <p:cNvPr id="1936" name="Google Shape;1936;p30"/>
                <p:cNvCxnSpPr/>
                <p:nvPr/>
              </p:nvCxnSpPr>
              <p:spPr>
                <a:xfrm flipH="1" rot="10800000">
                  <a:off x="3335" y="3668"/>
                  <a:ext cx="124" cy="55"/>
                </a:xfrm>
                <a:prstGeom prst="straightConnector1">
                  <a:avLst/>
                </a:prstGeom>
                <a:noFill/>
                <a:ln cap="flat" cmpd="sng" w="19050">
                  <a:solidFill>
                    <a:schemeClr val="dk1"/>
                  </a:solidFill>
                  <a:prstDash val="solid"/>
                  <a:round/>
                  <a:headEnd len="med" w="med" type="none"/>
                  <a:tailEnd len="med" w="med" type="none"/>
                </a:ln>
              </p:spPr>
            </p:cxnSp>
            <p:cxnSp>
              <p:nvCxnSpPr>
                <p:cNvPr id="1937" name="Google Shape;1937;p30"/>
                <p:cNvCxnSpPr/>
                <p:nvPr/>
              </p:nvCxnSpPr>
              <p:spPr>
                <a:xfrm>
                  <a:off x="3178" y="3766"/>
                  <a:ext cx="152" cy="75"/>
                </a:xfrm>
                <a:prstGeom prst="straightConnector1">
                  <a:avLst/>
                </a:prstGeom>
                <a:noFill/>
                <a:ln cap="flat" cmpd="sng" w="19050">
                  <a:solidFill>
                    <a:schemeClr val="dk1"/>
                  </a:solidFill>
                  <a:prstDash val="solid"/>
                  <a:round/>
                  <a:headEnd len="med" w="med" type="none"/>
                  <a:tailEnd len="med" w="med" type="none"/>
                </a:ln>
              </p:spPr>
            </p:cxnSp>
            <p:cxnSp>
              <p:nvCxnSpPr>
                <p:cNvPr id="1938" name="Google Shape;1938;p30"/>
                <p:cNvCxnSpPr/>
                <p:nvPr/>
              </p:nvCxnSpPr>
              <p:spPr>
                <a:xfrm flipH="1" rot="10800000">
                  <a:off x="3335" y="3781"/>
                  <a:ext cx="153" cy="66"/>
                </a:xfrm>
                <a:prstGeom prst="straightConnector1">
                  <a:avLst/>
                </a:prstGeom>
                <a:noFill/>
                <a:ln cap="flat" cmpd="sng" w="19050">
                  <a:solidFill>
                    <a:schemeClr val="dk1"/>
                  </a:solidFill>
                  <a:prstDash val="solid"/>
                  <a:round/>
                  <a:headEnd len="med" w="med" type="none"/>
                  <a:tailEnd len="med" w="med" type="none"/>
                </a:ln>
              </p:spPr>
            </p:cxnSp>
            <p:cxnSp>
              <p:nvCxnSpPr>
                <p:cNvPr id="1939" name="Google Shape;1939;p30"/>
                <p:cNvCxnSpPr/>
                <p:nvPr/>
              </p:nvCxnSpPr>
              <p:spPr>
                <a:xfrm flipH="1" rot="10800000">
                  <a:off x="3335" y="3567"/>
                  <a:ext cx="78" cy="27"/>
                </a:xfrm>
                <a:prstGeom prst="straightConnector1">
                  <a:avLst/>
                </a:prstGeom>
                <a:noFill/>
                <a:ln cap="flat" cmpd="sng" w="19050">
                  <a:solidFill>
                    <a:schemeClr val="dk1"/>
                  </a:solidFill>
                  <a:prstDash val="solid"/>
                  <a:round/>
                  <a:headEnd len="med" w="med" type="none"/>
                  <a:tailEnd len="med" w="med" type="none"/>
                </a:ln>
              </p:spPr>
            </p:cxnSp>
            <p:cxnSp>
              <p:nvCxnSpPr>
                <p:cNvPr id="1940" name="Google Shape;1940;p30"/>
                <p:cNvCxnSpPr/>
                <p:nvPr/>
              </p:nvCxnSpPr>
              <p:spPr>
                <a:xfrm flipH="1" rot="10800000">
                  <a:off x="3335" y="3428"/>
                  <a:ext cx="49" cy="21"/>
                </a:xfrm>
                <a:prstGeom prst="straightConnector1">
                  <a:avLst/>
                </a:prstGeom>
                <a:noFill/>
                <a:ln cap="flat" cmpd="sng" w="19050">
                  <a:solidFill>
                    <a:schemeClr val="dk1"/>
                  </a:solidFill>
                  <a:prstDash val="solid"/>
                  <a:round/>
                  <a:headEnd len="med" w="med" type="none"/>
                  <a:tailEnd len="med" w="med" type="none"/>
                </a:ln>
              </p:spPr>
            </p:cxnSp>
            <p:cxnSp>
              <p:nvCxnSpPr>
                <p:cNvPr id="1941" name="Google Shape;1941;p30"/>
                <p:cNvCxnSpPr/>
                <p:nvPr/>
              </p:nvCxnSpPr>
              <p:spPr>
                <a:xfrm>
                  <a:off x="3247" y="3558"/>
                  <a:ext cx="95" cy="36"/>
                </a:xfrm>
                <a:prstGeom prst="straightConnector1">
                  <a:avLst/>
                </a:prstGeom>
                <a:noFill/>
                <a:ln cap="flat" cmpd="sng" w="19050">
                  <a:solidFill>
                    <a:schemeClr val="dk1"/>
                  </a:solidFill>
                  <a:prstDash val="solid"/>
                  <a:round/>
                  <a:headEnd len="med" w="med" type="none"/>
                  <a:tailEnd len="med" w="med" type="none"/>
                </a:ln>
              </p:spPr>
            </p:cxnSp>
            <p:cxnSp>
              <p:nvCxnSpPr>
                <p:cNvPr id="1942" name="Google Shape;1942;p30"/>
                <p:cNvCxnSpPr/>
                <p:nvPr/>
              </p:nvCxnSpPr>
              <p:spPr>
                <a:xfrm>
                  <a:off x="3289" y="3422"/>
                  <a:ext cx="55" cy="36"/>
                </a:xfrm>
                <a:prstGeom prst="straightConnector1">
                  <a:avLst/>
                </a:prstGeom>
                <a:noFill/>
                <a:ln cap="flat" cmpd="sng" w="19050">
                  <a:solidFill>
                    <a:schemeClr val="dk1"/>
                  </a:solidFill>
                  <a:prstDash val="solid"/>
                  <a:round/>
                  <a:headEnd len="med" w="med" type="none"/>
                  <a:tailEnd len="med" w="med" type="none"/>
                </a:ln>
              </p:spPr>
            </p:cxnSp>
          </p:grpSp>
          <p:grpSp>
            <p:nvGrpSpPr>
              <p:cNvPr id="1943" name="Google Shape;1943;p30"/>
              <p:cNvGrpSpPr/>
              <p:nvPr/>
            </p:nvGrpSpPr>
            <p:grpSpPr>
              <a:xfrm>
                <a:off x="8405402" y="3099042"/>
                <a:ext cx="527285" cy="593983"/>
                <a:chOff x="8328836" y="2202873"/>
                <a:chExt cx="527285" cy="593983"/>
              </a:xfrm>
            </p:grpSpPr>
            <p:pic>
              <p:nvPicPr>
                <p:cNvPr descr="iphone_stylized_small" id="1944" name="Google Shape;1944;p30"/>
                <p:cNvPicPr preferRelativeResize="0"/>
                <p:nvPr/>
              </p:nvPicPr>
              <p:blipFill rotWithShape="1">
                <a:blip r:embed="rId9">
                  <a:alphaModFix/>
                </a:blip>
                <a:srcRect b="0" l="0" r="0" t="0"/>
                <a:stretch/>
              </p:blipFill>
              <p:spPr>
                <a:xfrm>
                  <a:off x="8566432" y="2271663"/>
                  <a:ext cx="180509" cy="525193"/>
                </a:xfrm>
                <a:prstGeom prst="rect">
                  <a:avLst/>
                </a:prstGeom>
                <a:noFill/>
                <a:ln>
                  <a:noFill/>
                </a:ln>
              </p:spPr>
            </p:pic>
            <p:grpSp>
              <p:nvGrpSpPr>
                <p:cNvPr id="1945" name="Google Shape;1945;p30"/>
                <p:cNvGrpSpPr/>
                <p:nvPr/>
              </p:nvGrpSpPr>
              <p:grpSpPr>
                <a:xfrm>
                  <a:off x="8328836" y="2202873"/>
                  <a:ext cx="527285" cy="118466"/>
                  <a:chOff x="2199" y="955"/>
                  <a:chExt cx="2547" cy="506"/>
                </a:xfrm>
              </p:grpSpPr>
              <p:sp>
                <p:nvSpPr>
                  <p:cNvPr id="1946" name="Google Shape;1946;p30"/>
                  <p:cNvSpPr/>
                  <p:nvPr/>
                </p:nvSpPr>
                <p:spPr>
                  <a:xfrm>
                    <a:off x="2199" y="1166"/>
                    <a:ext cx="260" cy="281"/>
                  </a:xfrm>
                  <a:custGeom>
                    <a:rect b="b" l="l" r="r" t="t"/>
                    <a:pathLst>
                      <a:path extrusionOk="0" h="281" w="260">
                        <a:moveTo>
                          <a:pt x="260" y="0"/>
                        </a:moveTo>
                        <a:cubicBezTo>
                          <a:pt x="224" y="19"/>
                          <a:pt x="79" y="77"/>
                          <a:pt x="42" y="112"/>
                        </a:cubicBezTo>
                        <a:cubicBezTo>
                          <a:pt x="5" y="143"/>
                          <a:pt x="0" y="183"/>
                          <a:pt x="35" y="211"/>
                        </a:cubicBezTo>
                        <a:cubicBezTo>
                          <a:pt x="70" y="239"/>
                          <a:pt x="208" y="266"/>
                          <a:pt x="253" y="281"/>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947" name="Google Shape;1947;p30"/>
                  <p:cNvSpPr/>
                  <p:nvPr/>
                </p:nvSpPr>
                <p:spPr>
                  <a:xfrm>
                    <a:off x="2482" y="1040"/>
                    <a:ext cx="900" cy="421"/>
                  </a:xfrm>
                  <a:custGeom>
                    <a:rect b="b" l="l" r="r" t="t"/>
                    <a:pathLst>
                      <a:path extrusionOk="0" h="421" w="900">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948" name="Google Shape;1948;p30"/>
                  <p:cNvSpPr/>
                  <p:nvPr/>
                </p:nvSpPr>
                <p:spPr>
                  <a:xfrm>
                    <a:off x="2782" y="1068"/>
                    <a:ext cx="428" cy="269"/>
                  </a:xfrm>
                  <a:custGeom>
                    <a:rect b="b" l="l" r="r" t="t"/>
                    <a:pathLst>
                      <a:path extrusionOk="0" h="269" w="428">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949" name="Google Shape;1949;p30"/>
                  <p:cNvSpPr/>
                  <p:nvPr/>
                </p:nvSpPr>
                <p:spPr>
                  <a:xfrm>
                    <a:off x="3554" y="1075"/>
                    <a:ext cx="377" cy="239"/>
                  </a:xfrm>
                  <a:custGeom>
                    <a:rect b="b" l="l" r="r" t="t"/>
                    <a:pathLst>
                      <a:path extrusionOk="0" h="239" w="377">
                        <a:moveTo>
                          <a:pt x="42" y="239"/>
                        </a:moveTo>
                        <a:cubicBezTo>
                          <a:pt x="89" y="224"/>
                          <a:pt x="285" y="178"/>
                          <a:pt x="335" y="146"/>
                        </a:cubicBezTo>
                        <a:cubicBezTo>
                          <a:pt x="372" y="115"/>
                          <a:pt x="377" y="75"/>
                          <a:pt x="342" y="47"/>
                        </a:cubicBezTo>
                        <a:cubicBezTo>
                          <a:pt x="286" y="23"/>
                          <a:pt x="71" y="10"/>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950" name="Google Shape;1950;p30"/>
                  <p:cNvSpPr/>
                  <p:nvPr/>
                </p:nvSpPr>
                <p:spPr>
                  <a:xfrm>
                    <a:off x="3646" y="997"/>
                    <a:ext cx="660" cy="336"/>
                  </a:xfrm>
                  <a:custGeom>
                    <a:rect b="b" l="l" r="r" t="t"/>
                    <a:pathLst>
                      <a:path extrusionOk="0" h="300" w="646">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951" name="Google Shape;1951;p30"/>
                  <p:cNvSpPr/>
                  <p:nvPr/>
                </p:nvSpPr>
                <p:spPr>
                  <a:xfrm>
                    <a:off x="4116" y="955"/>
                    <a:ext cx="630" cy="397"/>
                  </a:xfrm>
                  <a:custGeom>
                    <a:rect b="b" l="l" r="r" t="t"/>
                    <a:pathLst>
                      <a:path extrusionOk="0" h="397" w="630">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grpSp>
          <p:grpSp>
            <p:nvGrpSpPr>
              <p:cNvPr id="1952" name="Google Shape;1952;p30"/>
              <p:cNvGrpSpPr/>
              <p:nvPr/>
            </p:nvGrpSpPr>
            <p:grpSpPr>
              <a:xfrm>
                <a:off x="7891681" y="4024818"/>
                <a:ext cx="1120341" cy="347863"/>
                <a:chOff x="9561515" y="2748013"/>
                <a:chExt cx="1120341" cy="347863"/>
              </a:xfrm>
            </p:grpSpPr>
            <p:pic>
              <p:nvPicPr>
                <p:cNvPr descr="car_icon_small" id="1953" name="Google Shape;1953;p30"/>
                <p:cNvPicPr preferRelativeResize="0"/>
                <p:nvPr/>
              </p:nvPicPr>
              <p:blipFill rotWithShape="1">
                <a:blip r:embed="rId10">
                  <a:alphaModFix/>
                </a:blip>
                <a:srcRect b="0" l="0" r="0" t="0"/>
                <a:stretch/>
              </p:blipFill>
              <p:spPr>
                <a:xfrm>
                  <a:off x="9561515" y="2826814"/>
                  <a:ext cx="1120341" cy="269062"/>
                </a:xfrm>
                <a:prstGeom prst="rect">
                  <a:avLst/>
                </a:prstGeom>
                <a:noFill/>
                <a:ln>
                  <a:noFill/>
                </a:ln>
              </p:spPr>
            </p:pic>
            <p:grpSp>
              <p:nvGrpSpPr>
                <p:cNvPr id="1954" name="Google Shape;1954;p30"/>
                <p:cNvGrpSpPr/>
                <p:nvPr/>
              </p:nvGrpSpPr>
              <p:grpSpPr>
                <a:xfrm>
                  <a:off x="9788587" y="2748013"/>
                  <a:ext cx="527285" cy="118466"/>
                  <a:chOff x="2199" y="955"/>
                  <a:chExt cx="2547" cy="506"/>
                </a:xfrm>
              </p:grpSpPr>
              <p:sp>
                <p:nvSpPr>
                  <p:cNvPr id="1955" name="Google Shape;1955;p30"/>
                  <p:cNvSpPr/>
                  <p:nvPr/>
                </p:nvSpPr>
                <p:spPr>
                  <a:xfrm>
                    <a:off x="2199" y="1166"/>
                    <a:ext cx="260" cy="281"/>
                  </a:xfrm>
                  <a:custGeom>
                    <a:rect b="b" l="l" r="r" t="t"/>
                    <a:pathLst>
                      <a:path extrusionOk="0" h="281" w="260">
                        <a:moveTo>
                          <a:pt x="260" y="0"/>
                        </a:moveTo>
                        <a:cubicBezTo>
                          <a:pt x="224" y="19"/>
                          <a:pt x="79" y="77"/>
                          <a:pt x="42" y="112"/>
                        </a:cubicBezTo>
                        <a:cubicBezTo>
                          <a:pt x="5" y="143"/>
                          <a:pt x="0" y="183"/>
                          <a:pt x="35" y="211"/>
                        </a:cubicBezTo>
                        <a:cubicBezTo>
                          <a:pt x="70" y="239"/>
                          <a:pt x="208" y="266"/>
                          <a:pt x="253" y="281"/>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956" name="Google Shape;1956;p30"/>
                  <p:cNvSpPr/>
                  <p:nvPr/>
                </p:nvSpPr>
                <p:spPr>
                  <a:xfrm>
                    <a:off x="2482" y="1040"/>
                    <a:ext cx="900" cy="421"/>
                  </a:xfrm>
                  <a:custGeom>
                    <a:rect b="b" l="l" r="r" t="t"/>
                    <a:pathLst>
                      <a:path extrusionOk="0" h="421" w="900">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957" name="Google Shape;1957;p30"/>
                  <p:cNvSpPr/>
                  <p:nvPr/>
                </p:nvSpPr>
                <p:spPr>
                  <a:xfrm>
                    <a:off x="2782" y="1068"/>
                    <a:ext cx="428" cy="269"/>
                  </a:xfrm>
                  <a:custGeom>
                    <a:rect b="b" l="l" r="r" t="t"/>
                    <a:pathLst>
                      <a:path extrusionOk="0" h="269" w="428">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958" name="Google Shape;1958;p30"/>
                  <p:cNvSpPr/>
                  <p:nvPr/>
                </p:nvSpPr>
                <p:spPr>
                  <a:xfrm>
                    <a:off x="3554" y="1075"/>
                    <a:ext cx="377" cy="239"/>
                  </a:xfrm>
                  <a:custGeom>
                    <a:rect b="b" l="l" r="r" t="t"/>
                    <a:pathLst>
                      <a:path extrusionOk="0" h="239" w="377">
                        <a:moveTo>
                          <a:pt x="42" y="239"/>
                        </a:moveTo>
                        <a:cubicBezTo>
                          <a:pt x="89" y="224"/>
                          <a:pt x="285" y="178"/>
                          <a:pt x="335" y="146"/>
                        </a:cubicBezTo>
                        <a:cubicBezTo>
                          <a:pt x="372" y="115"/>
                          <a:pt x="377" y="75"/>
                          <a:pt x="342" y="47"/>
                        </a:cubicBezTo>
                        <a:cubicBezTo>
                          <a:pt x="286" y="23"/>
                          <a:pt x="71" y="10"/>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959" name="Google Shape;1959;p30"/>
                  <p:cNvSpPr/>
                  <p:nvPr/>
                </p:nvSpPr>
                <p:spPr>
                  <a:xfrm>
                    <a:off x="3646" y="997"/>
                    <a:ext cx="660" cy="336"/>
                  </a:xfrm>
                  <a:custGeom>
                    <a:rect b="b" l="l" r="r" t="t"/>
                    <a:pathLst>
                      <a:path extrusionOk="0" h="300" w="646">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960" name="Google Shape;1960;p30"/>
                  <p:cNvSpPr/>
                  <p:nvPr/>
                </p:nvSpPr>
                <p:spPr>
                  <a:xfrm>
                    <a:off x="4116" y="955"/>
                    <a:ext cx="630" cy="397"/>
                  </a:xfrm>
                  <a:custGeom>
                    <a:rect b="b" l="l" r="r" t="t"/>
                    <a:pathLst>
                      <a:path extrusionOk="0" h="397" w="630">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cxnSp>
              <p:nvCxnSpPr>
                <p:cNvPr id="1961" name="Google Shape;1961;p30"/>
                <p:cNvCxnSpPr/>
                <p:nvPr/>
              </p:nvCxnSpPr>
              <p:spPr>
                <a:xfrm>
                  <a:off x="10032156" y="2798664"/>
                  <a:ext cx="31623" cy="136898"/>
                </a:xfrm>
                <a:prstGeom prst="straightConnector1">
                  <a:avLst/>
                </a:prstGeom>
                <a:noFill/>
                <a:ln cap="flat" cmpd="sng" w="12700">
                  <a:solidFill>
                    <a:schemeClr val="dk1"/>
                  </a:solidFill>
                  <a:prstDash val="solid"/>
                  <a:miter lim="800000"/>
                  <a:headEnd len="sm" w="sm" type="none"/>
                  <a:tailEnd len="sm" w="sm" type="none"/>
                </a:ln>
              </p:spPr>
            </p:cxnSp>
          </p:grpSp>
          <p:grpSp>
            <p:nvGrpSpPr>
              <p:cNvPr id="1962" name="Google Shape;1962;p30"/>
              <p:cNvGrpSpPr/>
              <p:nvPr/>
            </p:nvGrpSpPr>
            <p:grpSpPr>
              <a:xfrm>
                <a:off x="9729378" y="3463179"/>
                <a:ext cx="504756" cy="520384"/>
                <a:chOff x="7339071" y="2307905"/>
                <a:chExt cx="511700" cy="446467"/>
              </a:xfrm>
            </p:grpSpPr>
            <p:grpSp>
              <p:nvGrpSpPr>
                <p:cNvPr id="1963" name="Google Shape;1963;p30"/>
                <p:cNvGrpSpPr/>
                <p:nvPr/>
              </p:nvGrpSpPr>
              <p:grpSpPr>
                <a:xfrm>
                  <a:off x="7339071" y="2426725"/>
                  <a:ext cx="511700" cy="327647"/>
                  <a:chOff x="7455987" y="2414528"/>
                  <a:chExt cx="511700" cy="327647"/>
                </a:xfrm>
              </p:grpSpPr>
              <p:pic>
                <p:nvPicPr>
                  <p:cNvPr descr="laptop_keyboard" id="1964" name="Google Shape;1964;p30"/>
                  <p:cNvPicPr preferRelativeResize="0"/>
                  <p:nvPr/>
                </p:nvPicPr>
                <p:blipFill rotWithShape="1">
                  <a:blip r:embed="rId11">
                    <a:alphaModFix/>
                  </a:blip>
                  <a:srcRect b="0" l="0" r="0" t="0"/>
                  <a:stretch/>
                </p:blipFill>
                <p:spPr>
                  <a:xfrm flipH="1" rot="109064">
                    <a:off x="7458407" y="2575770"/>
                    <a:ext cx="437221" cy="159511"/>
                  </a:xfrm>
                  <a:prstGeom prst="rect">
                    <a:avLst/>
                  </a:prstGeom>
                  <a:noFill/>
                  <a:ln>
                    <a:noFill/>
                  </a:ln>
                </p:spPr>
              </p:pic>
              <p:sp>
                <p:nvSpPr>
                  <p:cNvPr id="1965" name="Google Shape;1965;p30"/>
                  <p:cNvSpPr/>
                  <p:nvPr/>
                </p:nvSpPr>
                <p:spPr>
                  <a:xfrm>
                    <a:off x="7603304" y="242098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pic>
                <p:nvPicPr>
                  <p:cNvPr descr="screen" id="1966" name="Google Shape;1966;p30"/>
                  <p:cNvPicPr preferRelativeResize="0"/>
                  <p:nvPr/>
                </p:nvPicPr>
                <p:blipFill rotWithShape="1">
                  <a:blip r:embed="rId12">
                    <a:alphaModFix/>
                  </a:blip>
                  <a:srcRect b="0" l="0" r="0" t="0"/>
                  <a:stretch/>
                </p:blipFill>
                <p:spPr>
                  <a:xfrm>
                    <a:off x="7620637" y="2426338"/>
                    <a:ext cx="319785" cy="189429"/>
                  </a:xfrm>
                  <a:prstGeom prst="rect">
                    <a:avLst/>
                  </a:prstGeom>
                  <a:noFill/>
                  <a:ln>
                    <a:noFill/>
                  </a:ln>
                </p:spPr>
              </p:pic>
              <p:sp>
                <p:nvSpPr>
                  <p:cNvPr id="1967" name="Google Shape;1967;p30"/>
                  <p:cNvSpPr/>
                  <p:nvPr/>
                </p:nvSpPr>
                <p:spPr>
                  <a:xfrm>
                    <a:off x="7667378" y="241484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968" name="Google Shape;1968;p30"/>
                  <p:cNvSpPr/>
                  <p:nvPr/>
                </p:nvSpPr>
                <p:spPr>
                  <a:xfrm>
                    <a:off x="7600188" y="241452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969" name="Google Shape;1969;p30"/>
                  <p:cNvSpPr/>
                  <p:nvPr/>
                </p:nvSpPr>
                <p:spPr>
                  <a:xfrm>
                    <a:off x="7874205" y="244334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970" name="Google Shape;1970;p30"/>
                  <p:cNvSpPr/>
                  <p:nvPr/>
                </p:nvSpPr>
                <p:spPr>
                  <a:xfrm>
                    <a:off x="7599214" y="256758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971" name="Google Shape;1971;p30"/>
                  <p:cNvSpPr/>
                  <p:nvPr/>
                </p:nvSpPr>
                <p:spPr>
                  <a:xfrm>
                    <a:off x="7884138" y="244491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972" name="Google Shape;1972;p30"/>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nvGrpSpPr>
                  <p:cNvPr id="1973" name="Google Shape;1973;p30"/>
                  <p:cNvGrpSpPr/>
                  <p:nvPr/>
                </p:nvGrpSpPr>
                <p:grpSpPr>
                  <a:xfrm>
                    <a:off x="7594735" y="2642220"/>
                    <a:ext cx="98740" cy="36846"/>
                    <a:chOff x="1740" y="2642"/>
                    <a:chExt cx="752" cy="327"/>
                  </a:xfrm>
                </p:grpSpPr>
                <p:sp>
                  <p:nvSpPr>
                    <p:cNvPr id="1974" name="Google Shape;1974;p30"/>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975" name="Google Shape;1975;p30"/>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976" name="Google Shape;1976;p30"/>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977" name="Google Shape;1977;p30"/>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978" name="Google Shape;1978;p30"/>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979" name="Google Shape;1979;p30"/>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sp>
                <p:nvSpPr>
                  <p:cNvPr id="1980" name="Google Shape;1980;p30"/>
                  <p:cNvSpPr/>
                  <p:nvPr/>
                </p:nvSpPr>
                <p:spPr>
                  <a:xfrm>
                    <a:off x="7763780" y="264773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981" name="Google Shape;1981;p30"/>
                  <p:cNvSpPr/>
                  <p:nvPr/>
                </p:nvSpPr>
                <p:spPr>
                  <a:xfrm>
                    <a:off x="7458602" y="265418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982" name="Google Shape;1982;p30"/>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983" name="Google Shape;1983;p30"/>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984" name="Google Shape;1984;p30"/>
                  <p:cNvSpPr/>
                  <p:nvPr/>
                </p:nvSpPr>
                <p:spPr>
                  <a:xfrm>
                    <a:off x="7468535" y="264379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985" name="Google Shape;1985;p30"/>
                  <p:cNvSpPr/>
                  <p:nvPr/>
                </p:nvSpPr>
                <p:spPr>
                  <a:xfrm flipH="1" rot="10800000">
                    <a:off x="7758327" y="263875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grpSp>
              <p:nvGrpSpPr>
                <p:cNvPr id="1986" name="Google Shape;1986;p30"/>
                <p:cNvGrpSpPr/>
                <p:nvPr/>
              </p:nvGrpSpPr>
              <p:grpSpPr>
                <a:xfrm>
                  <a:off x="7408527" y="2307905"/>
                  <a:ext cx="399726" cy="74090"/>
                  <a:chOff x="2199" y="955"/>
                  <a:chExt cx="2547" cy="506"/>
                </a:xfrm>
              </p:grpSpPr>
              <p:sp>
                <p:nvSpPr>
                  <p:cNvPr id="1987" name="Google Shape;1987;p30"/>
                  <p:cNvSpPr/>
                  <p:nvPr/>
                </p:nvSpPr>
                <p:spPr>
                  <a:xfrm>
                    <a:off x="2199" y="1166"/>
                    <a:ext cx="260" cy="281"/>
                  </a:xfrm>
                  <a:custGeom>
                    <a:rect b="b" l="l" r="r" t="t"/>
                    <a:pathLst>
                      <a:path extrusionOk="0" h="281" w="260">
                        <a:moveTo>
                          <a:pt x="260" y="0"/>
                        </a:moveTo>
                        <a:cubicBezTo>
                          <a:pt x="224" y="19"/>
                          <a:pt x="79" y="77"/>
                          <a:pt x="42" y="112"/>
                        </a:cubicBezTo>
                        <a:cubicBezTo>
                          <a:pt x="5" y="143"/>
                          <a:pt x="0" y="183"/>
                          <a:pt x="35" y="211"/>
                        </a:cubicBezTo>
                        <a:cubicBezTo>
                          <a:pt x="70" y="239"/>
                          <a:pt x="208" y="266"/>
                          <a:pt x="253" y="281"/>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988" name="Google Shape;1988;p30"/>
                  <p:cNvSpPr/>
                  <p:nvPr/>
                </p:nvSpPr>
                <p:spPr>
                  <a:xfrm>
                    <a:off x="2482" y="1040"/>
                    <a:ext cx="900" cy="421"/>
                  </a:xfrm>
                  <a:custGeom>
                    <a:rect b="b" l="l" r="r" t="t"/>
                    <a:pathLst>
                      <a:path extrusionOk="0" h="421" w="900">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989" name="Google Shape;1989;p30"/>
                  <p:cNvSpPr/>
                  <p:nvPr/>
                </p:nvSpPr>
                <p:spPr>
                  <a:xfrm>
                    <a:off x="2782" y="1068"/>
                    <a:ext cx="428" cy="269"/>
                  </a:xfrm>
                  <a:custGeom>
                    <a:rect b="b" l="l" r="r" t="t"/>
                    <a:pathLst>
                      <a:path extrusionOk="0" h="269" w="428">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990" name="Google Shape;1990;p30"/>
                  <p:cNvSpPr/>
                  <p:nvPr/>
                </p:nvSpPr>
                <p:spPr>
                  <a:xfrm>
                    <a:off x="3554" y="1075"/>
                    <a:ext cx="377" cy="239"/>
                  </a:xfrm>
                  <a:custGeom>
                    <a:rect b="b" l="l" r="r" t="t"/>
                    <a:pathLst>
                      <a:path extrusionOk="0" h="239" w="377">
                        <a:moveTo>
                          <a:pt x="42" y="239"/>
                        </a:moveTo>
                        <a:cubicBezTo>
                          <a:pt x="89" y="224"/>
                          <a:pt x="285" y="178"/>
                          <a:pt x="335" y="146"/>
                        </a:cubicBezTo>
                        <a:cubicBezTo>
                          <a:pt x="372" y="115"/>
                          <a:pt x="377" y="75"/>
                          <a:pt x="342" y="47"/>
                        </a:cubicBezTo>
                        <a:cubicBezTo>
                          <a:pt x="286" y="23"/>
                          <a:pt x="71" y="10"/>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991" name="Google Shape;1991;p30"/>
                  <p:cNvSpPr/>
                  <p:nvPr/>
                </p:nvSpPr>
                <p:spPr>
                  <a:xfrm>
                    <a:off x="3646" y="997"/>
                    <a:ext cx="660" cy="336"/>
                  </a:xfrm>
                  <a:custGeom>
                    <a:rect b="b" l="l" r="r" t="t"/>
                    <a:pathLst>
                      <a:path extrusionOk="0" h="300" w="646">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1992" name="Google Shape;1992;p30"/>
                  <p:cNvSpPr/>
                  <p:nvPr/>
                </p:nvSpPr>
                <p:spPr>
                  <a:xfrm>
                    <a:off x="4116" y="955"/>
                    <a:ext cx="630" cy="397"/>
                  </a:xfrm>
                  <a:custGeom>
                    <a:rect b="b" l="l" r="r" t="t"/>
                    <a:pathLst>
                      <a:path extrusionOk="0" h="397" w="630">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cxnSp>
              <p:nvCxnSpPr>
                <p:cNvPr id="1993" name="Google Shape;1993;p30"/>
                <p:cNvCxnSpPr/>
                <p:nvPr/>
              </p:nvCxnSpPr>
              <p:spPr>
                <a:xfrm flipH="1">
                  <a:off x="7594314" y="2366481"/>
                  <a:ext cx="39385" cy="70207"/>
                </a:xfrm>
                <a:prstGeom prst="straightConnector1">
                  <a:avLst/>
                </a:prstGeom>
                <a:noFill/>
                <a:ln cap="flat" cmpd="sng" w="12700">
                  <a:solidFill>
                    <a:schemeClr val="dk1"/>
                  </a:solidFill>
                  <a:prstDash val="solid"/>
                  <a:miter lim="800000"/>
                  <a:headEnd len="sm" w="sm" type="none"/>
                  <a:tailEnd len="sm" w="sm" type="none"/>
                </a:ln>
              </p:spPr>
            </p:cxnSp>
          </p:grpSp>
        </p:grpSp>
        <p:sp>
          <p:nvSpPr>
            <p:cNvPr id="1994" name="Google Shape;1994;p30"/>
            <p:cNvSpPr txBox="1"/>
            <p:nvPr/>
          </p:nvSpPr>
          <p:spPr>
            <a:xfrm>
              <a:off x="3084295" y="6092086"/>
              <a:ext cx="1872116" cy="303481"/>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shared radio: 4G/5G</a:t>
              </a:r>
              <a:endParaRPr/>
            </a:p>
          </p:txBody>
        </p:sp>
      </p:grpSp>
      <p:sp>
        <p:nvSpPr>
          <p:cNvPr id="1995" name="Google Shape;1995;p3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Link Layer </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3">
                                            <p:txEl>
                                              <p:pRg end="0" st="0"/>
                                            </p:txEl>
                                          </p:spTgt>
                                        </p:tgtEl>
                                        <p:attrNameLst>
                                          <p:attrName>style.visibility</p:attrName>
                                        </p:attrNameLst>
                                      </p:cBhvr>
                                      <p:to>
                                        <p:strVal val="visible"/>
                                      </p:to>
                                    </p:set>
                                    <p:animEffect filter="fade" transition="in">
                                      <p:cBhvr>
                                        <p:cTn dur="500"/>
                                        <p:tgtEl>
                                          <p:spTgt spid="170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3">
                                            <p:txEl>
                                              <p:pRg end="1" st="1"/>
                                            </p:txEl>
                                          </p:spTgt>
                                        </p:tgtEl>
                                        <p:attrNameLst>
                                          <p:attrName>style.visibility</p:attrName>
                                        </p:attrNameLst>
                                      </p:cBhvr>
                                      <p:to>
                                        <p:strVal val="visible"/>
                                      </p:to>
                                    </p:set>
                                    <p:animEffect filter="fade" transition="in">
                                      <p:cBhvr>
                                        <p:cTn dur="500"/>
                                        <p:tgtEl>
                                          <p:spTgt spid="170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3">
                                            <p:txEl>
                                              <p:pRg end="2" st="2"/>
                                            </p:txEl>
                                          </p:spTgt>
                                        </p:tgtEl>
                                        <p:attrNameLst>
                                          <p:attrName>style.visibility</p:attrName>
                                        </p:attrNameLst>
                                      </p:cBhvr>
                                      <p:to>
                                        <p:strVal val="visible"/>
                                      </p:to>
                                    </p:set>
                                    <p:animEffect filter="fade" transition="in">
                                      <p:cBhvr>
                                        <p:cTn dur="500"/>
                                        <p:tgtEl>
                                          <p:spTgt spid="170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3">
                                            <p:txEl>
                                              <p:pRg end="3" st="3"/>
                                            </p:txEl>
                                          </p:spTgt>
                                        </p:tgtEl>
                                        <p:attrNameLst>
                                          <p:attrName>style.visibility</p:attrName>
                                        </p:attrNameLst>
                                      </p:cBhvr>
                                      <p:to>
                                        <p:strVal val="visible"/>
                                      </p:to>
                                    </p:set>
                                    <p:animEffect filter="fade" transition="in">
                                      <p:cBhvr>
                                        <p:cTn dur="500"/>
                                        <p:tgtEl>
                                          <p:spTgt spid="170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3">
                                            <p:txEl>
                                              <p:pRg end="4" st="4"/>
                                            </p:txEl>
                                          </p:spTgt>
                                        </p:tgtEl>
                                        <p:attrNameLst>
                                          <p:attrName>style.visibility</p:attrName>
                                        </p:attrNameLst>
                                      </p:cBhvr>
                                      <p:to>
                                        <p:strVal val="visible"/>
                                      </p:to>
                                    </p:set>
                                    <p:animEffect filter="fade" transition="in">
                                      <p:cBhvr>
                                        <p:cTn dur="500"/>
                                        <p:tgtEl>
                                          <p:spTgt spid="170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3">
                                            <p:txEl>
                                              <p:pRg end="5" st="5"/>
                                            </p:txEl>
                                          </p:spTgt>
                                        </p:tgtEl>
                                        <p:attrNameLst>
                                          <p:attrName>style.visibility</p:attrName>
                                        </p:attrNameLst>
                                      </p:cBhvr>
                                      <p:to>
                                        <p:strVal val="visible"/>
                                      </p:to>
                                    </p:set>
                                    <p:animEffect filter="fade" transition="in">
                                      <p:cBhvr>
                                        <p:cTn dur="500"/>
                                        <p:tgtEl>
                                          <p:spTgt spid="170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3">
                                            <p:txEl>
                                              <p:pRg end="6" st="6"/>
                                            </p:txEl>
                                          </p:spTgt>
                                        </p:tgtEl>
                                        <p:attrNameLst>
                                          <p:attrName>style.visibility</p:attrName>
                                        </p:attrNameLst>
                                      </p:cBhvr>
                                      <p:to>
                                        <p:strVal val="visible"/>
                                      </p:to>
                                    </p:set>
                                    <p:animEffect filter="fade" transition="in">
                                      <p:cBhvr>
                                        <p:cTn dur="500"/>
                                        <p:tgtEl>
                                          <p:spTgt spid="170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3">
                                            <p:txEl>
                                              <p:pRg end="7" st="7"/>
                                            </p:txEl>
                                          </p:spTgt>
                                        </p:tgtEl>
                                        <p:attrNameLst>
                                          <p:attrName>style.visibility</p:attrName>
                                        </p:attrNameLst>
                                      </p:cBhvr>
                                      <p:to>
                                        <p:strVal val="visible"/>
                                      </p:to>
                                    </p:set>
                                    <p:animEffect filter="fade" transition="in">
                                      <p:cBhvr>
                                        <p:cTn dur="500"/>
                                        <p:tgtEl>
                                          <p:spTgt spid="170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3">
                                            <p:txEl>
                                              <p:pRg end="8" st="8"/>
                                            </p:txEl>
                                          </p:spTgt>
                                        </p:tgtEl>
                                        <p:attrNameLst>
                                          <p:attrName>style.visibility</p:attrName>
                                        </p:attrNameLst>
                                      </p:cBhvr>
                                      <p:to>
                                        <p:strVal val="visible"/>
                                      </p:to>
                                    </p:set>
                                    <p:animEffect filter="fade" transition="in">
                                      <p:cBhvr>
                                        <p:cTn dur="500"/>
                                        <p:tgtEl>
                                          <p:spTgt spid="170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1"/>
                                        </p:tgtEl>
                                        <p:attrNameLst>
                                          <p:attrName>style.visibility</p:attrName>
                                        </p:attrNameLst>
                                      </p:cBhvr>
                                      <p:to>
                                        <p:strVal val="visible"/>
                                      </p:to>
                                    </p:set>
                                    <p:animEffect filter="fade" transition="in">
                                      <p:cBhvr>
                                        <p:cTn dur="500"/>
                                        <p:tgtEl>
                                          <p:spTgt spid="18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5"/>
                                        </p:tgtEl>
                                        <p:attrNameLst>
                                          <p:attrName>style.visibility</p:attrName>
                                        </p:attrNameLst>
                                      </p:cBhvr>
                                      <p:to>
                                        <p:strVal val="visible"/>
                                      </p:to>
                                    </p:set>
                                    <p:animEffect filter="fade" transition="in">
                                      <p:cBhvr>
                                        <p:cTn dur="500"/>
                                        <p:tgtEl>
                                          <p:spTgt spid="19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5"/>
                                        </p:tgtEl>
                                        <p:attrNameLst>
                                          <p:attrName>style.visibility</p:attrName>
                                        </p:attrNameLst>
                                      </p:cBhvr>
                                      <p:to>
                                        <p:strVal val="visible"/>
                                      </p:to>
                                    </p:set>
                                    <p:animEffect filter="fade" transition="in">
                                      <p:cBhvr>
                                        <p:cTn dur="500"/>
                                        <p:tgtEl>
                                          <p:spTgt spid="17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4"/>
                                        </p:tgtEl>
                                        <p:attrNameLst>
                                          <p:attrName>style.visibility</p:attrName>
                                        </p:attrNameLst>
                                      </p:cBhvr>
                                      <p:to>
                                        <p:strVal val="visible"/>
                                      </p:to>
                                    </p:set>
                                    <p:animEffect filter="fade" transition="in">
                                      <p:cBhvr>
                                        <p:cTn dur="500"/>
                                        <p:tgtEl>
                                          <p:spTgt spid="17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2"/>
                                        </p:tgtEl>
                                        <p:attrNameLst>
                                          <p:attrName>style.visibility</p:attrName>
                                        </p:attrNameLst>
                                      </p:cBhvr>
                                      <p:to>
                                        <p:strVal val="visible"/>
                                      </p:to>
                                    </p:set>
                                    <p:animEffect filter="fade" transition="in">
                                      <p:cBhvr>
                                        <p:cTn dur="500"/>
                                        <p:tgtEl>
                                          <p:spTgt spid="17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0" name="Shape 2000"/>
        <p:cNvGrpSpPr/>
        <p:nvPr/>
      </p:nvGrpSpPr>
      <p:grpSpPr>
        <a:xfrm>
          <a:off x="0" y="0"/>
          <a:ext cx="0" cy="0"/>
          <a:chOff x="0" y="0"/>
          <a:chExt cx="0" cy="0"/>
        </a:xfrm>
      </p:grpSpPr>
      <p:sp>
        <p:nvSpPr>
          <p:cNvPr id="2001" name="Google Shape;2001;p31"/>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Multiple access protocols</a:t>
            </a:r>
            <a:endParaRPr sz="4400"/>
          </a:p>
        </p:txBody>
      </p:sp>
      <p:sp>
        <p:nvSpPr>
          <p:cNvPr id="2002" name="Google Shape;2002;p31"/>
          <p:cNvSpPr txBox="1"/>
          <p:nvPr/>
        </p:nvSpPr>
        <p:spPr>
          <a:xfrm>
            <a:off x="765106" y="1363316"/>
            <a:ext cx="11148598" cy="4648200"/>
          </a:xfrm>
          <a:prstGeom prst="rect">
            <a:avLst/>
          </a:prstGeom>
          <a:noFill/>
          <a:ln>
            <a:noFill/>
          </a:ln>
        </p:spPr>
        <p:txBody>
          <a:bodyPr anchorCtr="0" anchor="t" bIns="45700" lIns="91425" spcFirstLastPara="1" rIns="91425" wrap="square" tIns="45700">
            <a:normAutofit/>
          </a:bodyPr>
          <a:lstStyle/>
          <a:p>
            <a:pPr indent="-274638" lvl="0" marL="404813"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single shared broadcast channel </a:t>
            </a:r>
            <a:endParaRPr/>
          </a:p>
          <a:p>
            <a:pPr indent="-274638" lvl="0" marL="404813"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two or more simultaneous transmissions by nodes: interference </a:t>
            </a:r>
            <a:endParaRPr/>
          </a:p>
          <a:p>
            <a:pPr indent="-231775" lvl="1" marL="695325" marR="0" rtl="0" algn="l">
              <a:lnSpc>
                <a:spcPct val="90000"/>
              </a:lnSpc>
              <a:spcBef>
                <a:spcPts val="500"/>
              </a:spcBef>
              <a:spcAft>
                <a:spcPts val="0"/>
              </a:spcAft>
              <a:buClr>
                <a:srgbClr val="0000A8"/>
              </a:buClr>
              <a:buSzPts val="2800"/>
              <a:buFont typeface="Arial"/>
              <a:buChar char="•"/>
            </a:pPr>
            <a:r>
              <a:rPr b="0" i="1" lang="en-US" sz="2800" u="none" cap="none" strike="noStrike">
                <a:solidFill>
                  <a:srgbClr val="C00000"/>
                </a:solidFill>
                <a:latin typeface="Calibri"/>
                <a:ea typeface="Calibri"/>
                <a:cs typeface="Calibri"/>
                <a:sym typeface="Calibri"/>
              </a:rPr>
              <a:t>collision</a:t>
            </a:r>
            <a:r>
              <a:rPr b="0" i="0" lang="en-US" sz="2800" u="none" cap="none" strike="noStrike">
                <a:solidFill>
                  <a:srgbClr val="000000"/>
                </a:solidFill>
                <a:latin typeface="Calibri"/>
                <a:ea typeface="Calibri"/>
                <a:cs typeface="Calibri"/>
                <a:sym typeface="Calibri"/>
              </a:rPr>
              <a:t> if node receives two or more signals at the same time</a:t>
            </a:r>
            <a:endParaRPr b="0" i="1" sz="2400" u="sng" cap="none" strike="noStrike">
              <a:solidFill>
                <a:srgbClr val="FF0000"/>
              </a:solidFill>
              <a:latin typeface="Calibri"/>
              <a:ea typeface="Calibri"/>
              <a:cs typeface="Calibri"/>
              <a:sym typeface="Calibri"/>
            </a:endParaRPr>
          </a:p>
        </p:txBody>
      </p:sp>
      <p:sp>
        <p:nvSpPr>
          <p:cNvPr id="2003" name="Google Shape;2003;p31"/>
          <p:cNvSpPr txBox="1"/>
          <p:nvPr/>
        </p:nvSpPr>
        <p:spPr>
          <a:xfrm>
            <a:off x="1156044" y="3848099"/>
            <a:ext cx="9962530" cy="2406925"/>
          </a:xfrm>
          <a:prstGeom prst="rect">
            <a:avLst/>
          </a:prstGeom>
          <a:noFill/>
          <a:ln>
            <a:noFill/>
          </a:ln>
        </p:spPr>
        <p:txBody>
          <a:bodyPr anchorCtr="0" anchor="t" bIns="45700" lIns="91425" spcFirstLastPara="1" rIns="91425" wrap="square" tIns="45700">
            <a:normAutofit/>
          </a:bodyPr>
          <a:lstStyle/>
          <a:p>
            <a:pPr indent="-274638" lvl="0" marL="457200"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distributed algorithm that determines how nodes share channel, i.e., determine when node can transmit</a:t>
            </a:r>
            <a:endParaRPr/>
          </a:p>
          <a:p>
            <a:pPr indent="-274638" lvl="0" marL="457200"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communication about channel sharing must use channel itself! </a:t>
            </a:r>
            <a:endParaRPr/>
          </a:p>
          <a:p>
            <a:pPr indent="-223837" lvl="1" marL="7461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no out-of-band channel for coordination</a:t>
            </a:r>
            <a:endParaRPr/>
          </a:p>
        </p:txBody>
      </p:sp>
      <p:sp>
        <p:nvSpPr>
          <p:cNvPr id="2004" name="Google Shape;2004;p31"/>
          <p:cNvSpPr/>
          <p:nvPr/>
        </p:nvSpPr>
        <p:spPr>
          <a:xfrm>
            <a:off x="901148" y="3472071"/>
            <a:ext cx="10442713" cy="2358886"/>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05" name="Google Shape;2005;p31"/>
          <p:cNvSpPr txBox="1"/>
          <p:nvPr/>
        </p:nvSpPr>
        <p:spPr>
          <a:xfrm>
            <a:off x="1258956" y="3154018"/>
            <a:ext cx="4224618" cy="5847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3200"/>
              <a:buFont typeface="Calibri"/>
              <a:buNone/>
            </a:pPr>
            <a:r>
              <a:rPr b="0" i="0" lang="en-US" sz="3200" u="none" cap="none" strike="noStrike">
                <a:solidFill>
                  <a:srgbClr val="C00000"/>
                </a:solidFill>
                <a:latin typeface="Calibri"/>
                <a:ea typeface="Calibri"/>
                <a:cs typeface="Calibri"/>
                <a:sym typeface="Calibri"/>
              </a:rPr>
              <a:t>multiple access protocol</a:t>
            </a:r>
            <a:endParaRPr/>
          </a:p>
        </p:txBody>
      </p:sp>
      <p:sp>
        <p:nvSpPr>
          <p:cNvPr id="2006" name="Google Shape;2006;p3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Link Layer </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3"/>
                                        </p:tgtEl>
                                        <p:attrNameLst>
                                          <p:attrName>style.visibility</p:attrName>
                                        </p:attrNameLst>
                                      </p:cBhvr>
                                      <p:to>
                                        <p:strVal val="visible"/>
                                      </p:to>
                                    </p:set>
                                    <p:animEffect filter="fade" transition="in">
                                      <p:cBhvr>
                                        <p:cTn dur="500"/>
                                        <p:tgtEl>
                                          <p:spTgt spid="2003"/>
                                        </p:tgtEl>
                                      </p:cBhvr>
                                    </p:animEffect>
                                  </p:childTnLst>
                                </p:cTn>
                              </p:par>
                              <p:par>
                                <p:cTn fill="hold" nodeType="withEffect" presetClass="entr" presetID="10" presetSubtype="0">
                                  <p:stCondLst>
                                    <p:cond delay="0"/>
                                  </p:stCondLst>
                                  <p:childTnLst>
                                    <p:set>
                                      <p:cBhvr>
                                        <p:cTn dur="1" fill="hold">
                                          <p:stCondLst>
                                            <p:cond delay="0"/>
                                          </p:stCondLst>
                                        </p:cTn>
                                        <p:tgtEl>
                                          <p:spTgt spid="2004"/>
                                        </p:tgtEl>
                                        <p:attrNameLst>
                                          <p:attrName>style.visibility</p:attrName>
                                        </p:attrNameLst>
                                      </p:cBhvr>
                                      <p:to>
                                        <p:strVal val="visible"/>
                                      </p:to>
                                    </p:set>
                                    <p:animEffect filter="fade" transition="in">
                                      <p:cBhvr>
                                        <p:cTn dur="500"/>
                                        <p:tgtEl>
                                          <p:spTgt spid="2004"/>
                                        </p:tgtEl>
                                      </p:cBhvr>
                                    </p:animEffect>
                                  </p:childTnLst>
                                </p:cTn>
                              </p:par>
                              <p:par>
                                <p:cTn fill="hold" nodeType="withEffect" presetClass="entr" presetID="10" presetSubtype="0">
                                  <p:stCondLst>
                                    <p:cond delay="0"/>
                                  </p:stCondLst>
                                  <p:childTnLst>
                                    <p:set>
                                      <p:cBhvr>
                                        <p:cTn dur="1" fill="hold">
                                          <p:stCondLst>
                                            <p:cond delay="0"/>
                                          </p:stCondLst>
                                        </p:cTn>
                                        <p:tgtEl>
                                          <p:spTgt spid="2005"/>
                                        </p:tgtEl>
                                        <p:attrNameLst>
                                          <p:attrName>style.visibility</p:attrName>
                                        </p:attrNameLst>
                                      </p:cBhvr>
                                      <p:to>
                                        <p:strVal val="visible"/>
                                      </p:to>
                                    </p:set>
                                    <p:animEffect filter="fade" transition="in">
                                      <p:cBhvr>
                                        <p:cTn dur="500"/>
                                        <p:tgtEl>
                                          <p:spTgt spid="20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1" name="Shape 2011"/>
        <p:cNvGrpSpPr/>
        <p:nvPr/>
      </p:nvGrpSpPr>
      <p:grpSpPr>
        <a:xfrm>
          <a:off x="0" y="0"/>
          <a:ext cx="0" cy="0"/>
          <a:chOff x="0" y="0"/>
          <a:chExt cx="0" cy="0"/>
        </a:xfrm>
      </p:grpSpPr>
      <p:sp>
        <p:nvSpPr>
          <p:cNvPr id="2012" name="Google Shape;2012;p32"/>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b="0" lang="en-US">
                <a:latin typeface="Calibri"/>
                <a:ea typeface="Calibri"/>
                <a:cs typeface="Calibri"/>
                <a:sym typeface="Calibri"/>
              </a:rPr>
              <a:t>An </a:t>
            </a:r>
            <a:r>
              <a:rPr b="0" lang="en-US" u="sng">
                <a:solidFill>
                  <a:srgbClr val="C00000"/>
                </a:solidFill>
                <a:latin typeface="Calibri"/>
                <a:ea typeface="Calibri"/>
                <a:cs typeface="Calibri"/>
                <a:sym typeface="Calibri"/>
              </a:rPr>
              <a:t>ideal</a:t>
            </a:r>
            <a:r>
              <a:rPr b="0" lang="en-US">
                <a:latin typeface="Calibri"/>
                <a:ea typeface="Calibri"/>
                <a:cs typeface="Calibri"/>
                <a:sym typeface="Calibri"/>
              </a:rPr>
              <a:t> multiple access protocol</a:t>
            </a:r>
            <a:endParaRPr b="0" sz="4400">
              <a:latin typeface="Calibri"/>
              <a:ea typeface="Calibri"/>
              <a:cs typeface="Calibri"/>
              <a:sym typeface="Calibri"/>
            </a:endParaRPr>
          </a:p>
        </p:txBody>
      </p:sp>
      <p:sp>
        <p:nvSpPr>
          <p:cNvPr id="2013" name="Google Shape;2013;p32"/>
          <p:cNvSpPr txBox="1"/>
          <p:nvPr/>
        </p:nvSpPr>
        <p:spPr>
          <a:xfrm>
            <a:off x="944216" y="1626703"/>
            <a:ext cx="10055087" cy="46482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b="0" i="1" lang="en-US" sz="3200" u="none" cap="none" strike="noStrike">
                <a:solidFill>
                  <a:srgbClr val="0000A8"/>
                </a:solidFill>
                <a:latin typeface="Calibri"/>
                <a:ea typeface="Calibri"/>
                <a:cs typeface="Calibri"/>
                <a:sym typeface="Calibri"/>
              </a:rPr>
              <a:t>given: </a:t>
            </a:r>
            <a:r>
              <a:rPr b="0" i="0" lang="en-US" sz="3200" u="none" cap="none" strike="noStrike">
                <a:solidFill>
                  <a:srgbClr val="000000"/>
                </a:solidFill>
                <a:latin typeface="Calibri"/>
                <a:ea typeface="Calibri"/>
                <a:cs typeface="Calibri"/>
                <a:sym typeface="Calibri"/>
              </a:rPr>
              <a:t>multiple access channel (MAC) of rate </a:t>
            </a:r>
            <a:r>
              <a:rPr b="0" i="1" lang="en-US" sz="3200" u="none" cap="none" strike="noStrike">
                <a:solidFill>
                  <a:srgbClr val="000000"/>
                </a:solidFill>
                <a:latin typeface="Calibri"/>
                <a:ea typeface="Calibri"/>
                <a:cs typeface="Calibri"/>
                <a:sym typeface="Calibri"/>
              </a:rPr>
              <a:t>R</a:t>
            </a:r>
            <a:r>
              <a:rPr b="0" i="0" lang="en-US" sz="3200" u="none" cap="none" strike="noStrike">
                <a:solidFill>
                  <a:srgbClr val="000000"/>
                </a:solidFill>
                <a:latin typeface="Calibri"/>
                <a:ea typeface="Calibri"/>
                <a:cs typeface="Calibri"/>
                <a:sym typeface="Calibri"/>
              </a:rPr>
              <a:t> bps</a:t>
            </a:r>
            <a:endParaRPr/>
          </a:p>
          <a:p>
            <a:pPr indent="-222250" lvl="0" marL="352425" marR="0" rtl="0" algn="l">
              <a:lnSpc>
                <a:spcPct val="90000"/>
              </a:lnSpc>
              <a:spcBef>
                <a:spcPts val="1000"/>
              </a:spcBef>
              <a:spcAft>
                <a:spcPts val="0"/>
              </a:spcAft>
              <a:buClr>
                <a:srgbClr val="0000A3"/>
              </a:buClr>
              <a:buSzPts val="3200"/>
              <a:buFont typeface="Noto Sans Symbols"/>
              <a:buNone/>
            </a:pPr>
            <a:r>
              <a:rPr b="0" i="1" lang="en-US" sz="3200" u="none" cap="none" strike="noStrike">
                <a:solidFill>
                  <a:srgbClr val="0000A8"/>
                </a:solidFill>
                <a:latin typeface="Calibri"/>
                <a:ea typeface="Calibri"/>
                <a:cs typeface="Calibri"/>
                <a:sym typeface="Calibri"/>
              </a:rPr>
              <a:t>desiderata:</a:t>
            </a:r>
            <a:endParaRPr/>
          </a:p>
          <a:p>
            <a:pPr indent="-231775" lvl="1" marL="695325" marR="0" rtl="0" algn="l">
              <a:lnSpc>
                <a:spcPct val="90000"/>
              </a:lnSpc>
              <a:spcBef>
                <a:spcPts val="500"/>
              </a:spcBef>
              <a:spcAft>
                <a:spcPts val="0"/>
              </a:spcAft>
              <a:buClr>
                <a:srgbClr val="0000A8"/>
              </a:buClr>
              <a:buSzPts val="2800"/>
              <a:buFont typeface="Noto Sans Symbols"/>
              <a:buNone/>
            </a:pPr>
            <a:r>
              <a:rPr b="0" i="0" lang="en-US" sz="2800" u="none" cap="none" strike="noStrike">
                <a:solidFill>
                  <a:srgbClr val="000000"/>
                </a:solidFill>
                <a:latin typeface="Calibri"/>
                <a:ea typeface="Calibri"/>
                <a:cs typeface="Calibri"/>
                <a:sym typeface="Calibri"/>
              </a:rPr>
              <a:t>1</a:t>
            </a:r>
            <a:r>
              <a:rPr b="0" i="0" lang="en-US" sz="2400" u="none" cap="none" strike="noStrike">
                <a:solidFill>
                  <a:srgbClr val="000000"/>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when one node wants to transmit, it can send at rate </a:t>
            </a:r>
            <a:r>
              <a:rPr b="0" i="1" lang="en-US" sz="2800" u="none" cap="none" strike="noStrike">
                <a:solidFill>
                  <a:srgbClr val="000000"/>
                </a:solidFill>
                <a:latin typeface="Calibri"/>
                <a:ea typeface="Calibri"/>
                <a:cs typeface="Calibri"/>
                <a:sym typeface="Calibri"/>
              </a:rPr>
              <a:t>R</a:t>
            </a:r>
            <a:r>
              <a:rPr b="0" i="0" lang="en-US" sz="2800" u="none" cap="none" strike="noStrike">
                <a:solidFill>
                  <a:srgbClr val="000000"/>
                </a:solidFill>
                <a:latin typeface="Calibri"/>
                <a:ea typeface="Calibri"/>
                <a:cs typeface="Calibri"/>
                <a:sym typeface="Calibri"/>
              </a:rPr>
              <a:t>.</a:t>
            </a:r>
            <a:endParaRPr/>
          </a:p>
          <a:p>
            <a:pPr indent="-231775" lvl="1" marL="695325" marR="0" rtl="0" algn="l">
              <a:lnSpc>
                <a:spcPct val="90000"/>
              </a:lnSpc>
              <a:spcBef>
                <a:spcPts val="500"/>
              </a:spcBef>
              <a:spcAft>
                <a:spcPts val="0"/>
              </a:spcAft>
              <a:buClr>
                <a:srgbClr val="0000A8"/>
              </a:buClr>
              <a:buSzPts val="2800"/>
              <a:buFont typeface="Noto Sans Symbols"/>
              <a:buNone/>
            </a:pPr>
            <a:r>
              <a:rPr b="0" i="0" lang="en-US" sz="2800" u="none" cap="none" strike="noStrike">
                <a:solidFill>
                  <a:srgbClr val="000000"/>
                </a:solidFill>
                <a:latin typeface="Calibri"/>
                <a:ea typeface="Calibri"/>
                <a:cs typeface="Calibri"/>
                <a:sym typeface="Calibri"/>
              </a:rPr>
              <a:t>2. when </a:t>
            </a:r>
            <a:r>
              <a:rPr b="0" i="1" lang="en-US" sz="2800" u="none" cap="none" strike="noStrike">
                <a:solidFill>
                  <a:srgbClr val="000000"/>
                </a:solidFill>
                <a:latin typeface="Calibri"/>
                <a:ea typeface="Calibri"/>
                <a:cs typeface="Calibri"/>
                <a:sym typeface="Calibri"/>
              </a:rPr>
              <a:t>M</a:t>
            </a:r>
            <a:r>
              <a:rPr b="0" i="0" lang="en-US" sz="2800" u="none" cap="none" strike="noStrike">
                <a:solidFill>
                  <a:srgbClr val="000000"/>
                </a:solidFill>
                <a:latin typeface="Calibri"/>
                <a:ea typeface="Calibri"/>
                <a:cs typeface="Calibri"/>
                <a:sym typeface="Calibri"/>
              </a:rPr>
              <a:t> nodes want to transmit, each can send at average rate </a:t>
            </a:r>
            <a:r>
              <a:rPr b="0" i="1" lang="en-US" sz="2800" u="none" cap="none" strike="noStrike">
                <a:solidFill>
                  <a:srgbClr val="000000"/>
                </a:solidFill>
                <a:latin typeface="Calibri"/>
                <a:ea typeface="Calibri"/>
                <a:cs typeface="Calibri"/>
                <a:sym typeface="Calibri"/>
              </a:rPr>
              <a:t>R/M</a:t>
            </a:r>
            <a:endParaRPr/>
          </a:p>
          <a:p>
            <a:pPr indent="-231775" lvl="1" marL="695325" marR="0" rtl="0" algn="l">
              <a:lnSpc>
                <a:spcPct val="90000"/>
              </a:lnSpc>
              <a:spcBef>
                <a:spcPts val="500"/>
              </a:spcBef>
              <a:spcAft>
                <a:spcPts val="0"/>
              </a:spcAft>
              <a:buClr>
                <a:srgbClr val="0000A8"/>
              </a:buClr>
              <a:buSzPts val="2800"/>
              <a:buFont typeface="Noto Sans Symbols"/>
              <a:buNone/>
            </a:pPr>
            <a:r>
              <a:rPr b="0" i="0" lang="en-US" sz="2800" u="none" cap="none" strike="noStrike">
                <a:solidFill>
                  <a:srgbClr val="000000"/>
                </a:solidFill>
                <a:latin typeface="Calibri"/>
                <a:ea typeface="Calibri"/>
                <a:cs typeface="Calibri"/>
                <a:sym typeface="Calibri"/>
              </a:rPr>
              <a:t>3. fully decentralized:</a:t>
            </a:r>
            <a:endParaRPr/>
          </a:p>
          <a:p>
            <a:pPr indent="-228600" lvl="2" marL="1143000" marR="0" rtl="0" algn="l">
              <a:lnSpc>
                <a:spcPct val="90000"/>
              </a:lnSpc>
              <a:spcBef>
                <a:spcPts val="50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no special node to coordinate transmissions</a:t>
            </a:r>
            <a:endParaRPr/>
          </a:p>
          <a:p>
            <a:pPr indent="-228600" lvl="2" marL="1143000" marR="0" rtl="0" algn="l">
              <a:lnSpc>
                <a:spcPct val="90000"/>
              </a:lnSpc>
              <a:spcBef>
                <a:spcPts val="50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no synchronization of clocks, slots</a:t>
            </a:r>
            <a:endParaRPr/>
          </a:p>
          <a:p>
            <a:pPr indent="-231775" lvl="1" marL="695325" marR="0" rtl="0" algn="l">
              <a:lnSpc>
                <a:spcPct val="90000"/>
              </a:lnSpc>
              <a:spcBef>
                <a:spcPts val="500"/>
              </a:spcBef>
              <a:spcAft>
                <a:spcPts val="0"/>
              </a:spcAft>
              <a:buClr>
                <a:srgbClr val="0000A8"/>
              </a:buClr>
              <a:buSzPts val="2800"/>
              <a:buFont typeface="Noto Sans Symbols"/>
              <a:buNone/>
            </a:pPr>
            <a:r>
              <a:rPr b="0" i="0" lang="en-US" sz="2800" u="none" cap="none" strike="noStrike">
                <a:solidFill>
                  <a:srgbClr val="000000"/>
                </a:solidFill>
                <a:latin typeface="Calibri"/>
                <a:ea typeface="Calibri"/>
                <a:cs typeface="Calibri"/>
                <a:sym typeface="Calibri"/>
              </a:rPr>
              <a:t>4. simple</a:t>
            </a:r>
            <a:endParaRPr/>
          </a:p>
        </p:txBody>
      </p:sp>
      <p:sp>
        <p:nvSpPr>
          <p:cNvPr id="2014" name="Google Shape;2014;p3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Link Layer </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9" name="Shape 2019"/>
        <p:cNvGrpSpPr/>
        <p:nvPr/>
      </p:nvGrpSpPr>
      <p:grpSpPr>
        <a:xfrm>
          <a:off x="0" y="0"/>
          <a:ext cx="0" cy="0"/>
          <a:chOff x="0" y="0"/>
          <a:chExt cx="0" cy="0"/>
        </a:xfrm>
      </p:grpSpPr>
      <p:sp>
        <p:nvSpPr>
          <p:cNvPr id="2020" name="Google Shape;2020;p33"/>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b="0" lang="en-US">
                <a:latin typeface="Calibri"/>
                <a:ea typeface="Calibri"/>
                <a:cs typeface="Calibri"/>
                <a:sym typeface="Calibri"/>
              </a:rPr>
              <a:t>MAC protocols: taxonomy</a:t>
            </a:r>
            <a:endParaRPr b="0" sz="4400">
              <a:latin typeface="Calibri"/>
              <a:ea typeface="Calibri"/>
              <a:cs typeface="Calibri"/>
              <a:sym typeface="Calibri"/>
            </a:endParaRPr>
          </a:p>
        </p:txBody>
      </p:sp>
      <p:sp>
        <p:nvSpPr>
          <p:cNvPr id="2021" name="Google Shape;2021;p33"/>
          <p:cNvSpPr txBox="1"/>
          <p:nvPr/>
        </p:nvSpPr>
        <p:spPr>
          <a:xfrm>
            <a:off x="692428" y="1356210"/>
            <a:ext cx="6165572" cy="5163860"/>
          </a:xfrm>
          <a:prstGeom prst="rect">
            <a:avLst/>
          </a:prstGeom>
          <a:noFill/>
          <a:ln>
            <a:noFill/>
          </a:ln>
        </p:spPr>
        <p:txBody>
          <a:bodyPr anchorCtr="0" anchor="t" bIns="45700" lIns="91425" spcFirstLastPara="1" rIns="91425" wrap="square" tIns="45700">
            <a:normAutofit lnSpcReduction="10000"/>
          </a:bodyPr>
          <a:lstStyle/>
          <a:p>
            <a:pPr indent="-222250" lvl="0" marL="352425"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000000"/>
                </a:solidFill>
                <a:latin typeface="Calibri"/>
                <a:ea typeface="Calibri"/>
                <a:cs typeface="Calibri"/>
                <a:sym typeface="Calibri"/>
              </a:rPr>
              <a:t>three broad classes:</a:t>
            </a:r>
            <a:endParaRPr/>
          </a:p>
          <a:p>
            <a:pPr indent="-274638" lvl="0" marL="404813"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C00000"/>
                </a:solidFill>
                <a:latin typeface="Calibri"/>
                <a:ea typeface="Calibri"/>
                <a:cs typeface="Calibri"/>
                <a:sym typeface="Calibri"/>
              </a:rPr>
              <a:t>channel partitioning</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divide channel into smaller “pieces” (time slots, frequency, code)</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allocate piece to node for exclusive use</a:t>
            </a:r>
            <a:endParaRPr b="0" i="0" sz="3200" u="none" cap="none" strike="noStrike">
              <a:solidFill>
                <a:srgbClr val="000000"/>
              </a:solidFill>
              <a:latin typeface="Calibri"/>
              <a:ea typeface="Calibri"/>
              <a:cs typeface="Calibri"/>
              <a:sym typeface="Calibri"/>
            </a:endParaRPr>
          </a:p>
          <a:p>
            <a:pPr indent="-274638" lvl="0" marL="404813"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C00000"/>
                </a:solidFill>
                <a:latin typeface="Calibri"/>
                <a:ea typeface="Calibri"/>
                <a:cs typeface="Calibri"/>
                <a:sym typeface="Calibri"/>
              </a:rPr>
              <a:t>random access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channel not divided, allow collisions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“recover” from collisions</a:t>
            </a:r>
            <a:endParaRPr b="0" i="0" sz="2400" u="none" cap="none" strike="noStrike">
              <a:solidFill>
                <a:srgbClr val="000000"/>
              </a:solidFill>
              <a:latin typeface="Calibri"/>
              <a:ea typeface="Calibri"/>
              <a:cs typeface="Calibri"/>
              <a:sym typeface="Calibri"/>
            </a:endParaRPr>
          </a:p>
          <a:p>
            <a:pPr indent="-274638" lvl="0" marL="404813"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C00000"/>
                </a:solidFill>
                <a:latin typeface="Calibri"/>
                <a:ea typeface="Calibri"/>
                <a:cs typeface="Calibri"/>
                <a:sym typeface="Calibri"/>
              </a:rPr>
              <a:t>“taking turns”</a:t>
            </a:r>
            <a:endParaRPr b="0" i="0" sz="3200" u="none" cap="none" strike="noStrike">
              <a:solidFill>
                <a:srgbClr val="C00000"/>
              </a:solidFill>
              <a:latin typeface="Calibri"/>
              <a:ea typeface="Calibri"/>
              <a:cs typeface="Calibri"/>
              <a:sym typeface="Calibri"/>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nodes take turns, but nodes with more to send can take longer turns</a:t>
            </a:r>
            <a:endParaRPr b="0" i="0" sz="3200" u="none" cap="none" strike="noStrike">
              <a:solidFill>
                <a:srgbClr val="000000"/>
              </a:solidFill>
              <a:latin typeface="Calibri"/>
              <a:ea typeface="Calibri"/>
              <a:cs typeface="Calibri"/>
              <a:sym typeface="Calibri"/>
            </a:endParaRPr>
          </a:p>
        </p:txBody>
      </p:sp>
      <p:sp>
        <p:nvSpPr>
          <p:cNvPr id="2022" name="Google Shape;2022;p3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Link Layer </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7" name="Shape 2027"/>
        <p:cNvGrpSpPr/>
        <p:nvPr/>
      </p:nvGrpSpPr>
      <p:grpSpPr>
        <a:xfrm>
          <a:off x="0" y="0"/>
          <a:ext cx="0" cy="0"/>
          <a:chOff x="0" y="0"/>
          <a:chExt cx="0" cy="0"/>
        </a:xfrm>
      </p:grpSpPr>
      <p:sp>
        <p:nvSpPr>
          <p:cNvPr id="2028" name="Google Shape;2028;p34"/>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b="0" lang="en-US">
                <a:latin typeface="Calibri"/>
                <a:ea typeface="Calibri"/>
                <a:cs typeface="Calibri"/>
                <a:sym typeface="Calibri"/>
              </a:rPr>
              <a:t>Channel partitioning MAC protocols: TDMA</a:t>
            </a:r>
            <a:endParaRPr b="0" sz="4400">
              <a:latin typeface="Calibri"/>
              <a:ea typeface="Calibri"/>
              <a:cs typeface="Calibri"/>
              <a:sym typeface="Calibri"/>
            </a:endParaRPr>
          </a:p>
        </p:txBody>
      </p:sp>
      <p:sp>
        <p:nvSpPr>
          <p:cNvPr id="2029" name="Google Shape;2029;p34"/>
          <p:cNvSpPr txBox="1"/>
          <p:nvPr/>
        </p:nvSpPr>
        <p:spPr>
          <a:xfrm>
            <a:off x="1192904" y="1459051"/>
            <a:ext cx="10230470" cy="29305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75000"/>
              </a:lnSpc>
              <a:spcBef>
                <a:spcPts val="0"/>
              </a:spcBef>
              <a:spcAft>
                <a:spcPts val="0"/>
              </a:spcAft>
              <a:buClr>
                <a:srgbClr val="000099"/>
              </a:buClr>
              <a:buSzPts val="3200"/>
              <a:buFont typeface="Noto Sans Symbols"/>
              <a:buNone/>
            </a:pPr>
            <a:r>
              <a:rPr b="0" i="0" lang="en-US" sz="3200" u="none" cap="none" strike="noStrike">
                <a:solidFill>
                  <a:srgbClr val="C00000"/>
                </a:solidFill>
                <a:latin typeface="Calibri"/>
                <a:ea typeface="Calibri"/>
                <a:cs typeface="Calibri"/>
                <a:sym typeface="Calibri"/>
              </a:rPr>
              <a:t>TDMA: time division multiple access </a:t>
            </a:r>
            <a:endParaRPr/>
          </a:p>
          <a:p>
            <a:pPr indent="-277813" lvl="0" marL="342900" marR="0" rtl="0" algn="l">
              <a:lnSpc>
                <a:spcPct val="100000"/>
              </a:lnSpc>
              <a:spcBef>
                <a:spcPts val="60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access to channel in “rounds” </a:t>
            </a:r>
            <a:endParaRPr/>
          </a:p>
          <a:p>
            <a:pPr indent="-277813" lvl="0" marL="342900" marR="0" rtl="0" algn="l">
              <a:lnSpc>
                <a:spcPct val="100000"/>
              </a:lnSpc>
              <a:spcBef>
                <a:spcPts val="60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each station gets fixed length slot (length = packet transmission time) in each round </a:t>
            </a:r>
            <a:endParaRPr/>
          </a:p>
          <a:p>
            <a:pPr indent="-277813" lvl="0" marL="342900" marR="0" rtl="0" algn="l">
              <a:lnSpc>
                <a:spcPct val="100000"/>
              </a:lnSpc>
              <a:spcBef>
                <a:spcPts val="60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unused slots go idle </a:t>
            </a:r>
            <a:endParaRPr/>
          </a:p>
          <a:p>
            <a:pPr indent="-277813" lvl="0" marL="342900" marR="0" rtl="0" algn="l">
              <a:lnSpc>
                <a:spcPct val="100000"/>
              </a:lnSpc>
              <a:spcBef>
                <a:spcPts val="60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example: 6-station LAN, 1,3,4 have packets to send, slots 2,5,6 idle </a:t>
            </a:r>
            <a:endParaRPr b="0" i="0" sz="3200" u="none" cap="none" strike="noStrike">
              <a:solidFill>
                <a:srgbClr val="000000"/>
              </a:solidFill>
              <a:latin typeface="Calibri"/>
              <a:ea typeface="Calibri"/>
              <a:cs typeface="Calibri"/>
              <a:sym typeface="Calibri"/>
            </a:endParaRPr>
          </a:p>
        </p:txBody>
      </p:sp>
      <p:grpSp>
        <p:nvGrpSpPr>
          <p:cNvPr id="2030" name="Google Shape;2030;p34"/>
          <p:cNvGrpSpPr/>
          <p:nvPr/>
        </p:nvGrpSpPr>
        <p:grpSpPr>
          <a:xfrm>
            <a:off x="2497001" y="4766572"/>
            <a:ext cx="6084887" cy="962025"/>
            <a:chOff x="2497001" y="4766572"/>
            <a:chExt cx="6084887" cy="962025"/>
          </a:xfrm>
        </p:grpSpPr>
        <p:cxnSp>
          <p:nvCxnSpPr>
            <p:cNvPr id="2031" name="Google Shape;2031;p34"/>
            <p:cNvCxnSpPr/>
            <p:nvPr/>
          </p:nvCxnSpPr>
          <p:spPr>
            <a:xfrm>
              <a:off x="2497001" y="5652397"/>
              <a:ext cx="6084887" cy="0"/>
            </a:xfrm>
            <a:prstGeom prst="straightConnector1">
              <a:avLst/>
            </a:prstGeom>
            <a:noFill/>
            <a:ln cap="flat" cmpd="sng" w="9525">
              <a:solidFill>
                <a:srgbClr val="000000"/>
              </a:solidFill>
              <a:prstDash val="solid"/>
              <a:round/>
              <a:headEnd len="med" w="med" type="none"/>
              <a:tailEnd len="med" w="med" type="none"/>
            </a:ln>
          </p:spPr>
        </p:cxnSp>
        <p:sp>
          <p:nvSpPr>
            <p:cNvPr id="2032" name="Google Shape;2032;p34"/>
            <p:cNvSpPr/>
            <p:nvPr/>
          </p:nvSpPr>
          <p:spPr>
            <a:xfrm>
              <a:off x="2719251" y="5425384"/>
              <a:ext cx="479425" cy="230188"/>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2033" name="Google Shape;2033;p34"/>
            <p:cNvSpPr/>
            <p:nvPr/>
          </p:nvSpPr>
          <p:spPr>
            <a:xfrm>
              <a:off x="3678101" y="5425384"/>
              <a:ext cx="479425" cy="230188"/>
            </a:xfrm>
            <a:prstGeom prst="rect">
              <a:avLst/>
            </a:prstGeom>
            <a:solidFill>
              <a:srgbClr val="FF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2034" name="Google Shape;2034;p34"/>
            <p:cNvSpPr/>
            <p:nvPr/>
          </p:nvSpPr>
          <p:spPr>
            <a:xfrm>
              <a:off x="4152763" y="5425384"/>
              <a:ext cx="479425" cy="230188"/>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2035" name="Google Shape;2035;p34"/>
            <p:cNvCxnSpPr/>
            <p:nvPr/>
          </p:nvCxnSpPr>
          <p:spPr>
            <a:xfrm>
              <a:off x="2720838" y="5312672"/>
              <a:ext cx="0" cy="338137"/>
            </a:xfrm>
            <a:prstGeom prst="straightConnector1">
              <a:avLst/>
            </a:prstGeom>
            <a:noFill/>
            <a:ln cap="flat" cmpd="sng" w="28575">
              <a:solidFill>
                <a:srgbClr val="000000"/>
              </a:solidFill>
              <a:prstDash val="solid"/>
              <a:round/>
              <a:headEnd len="med" w="med" type="none"/>
              <a:tailEnd len="med" w="med" type="none"/>
            </a:ln>
          </p:spPr>
        </p:cxnSp>
        <p:cxnSp>
          <p:nvCxnSpPr>
            <p:cNvPr id="2036" name="Google Shape;2036;p34"/>
            <p:cNvCxnSpPr/>
            <p:nvPr/>
          </p:nvCxnSpPr>
          <p:spPr>
            <a:xfrm>
              <a:off x="5586276" y="5315847"/>
              <a:ext cx="0" cy="338137"/>
            </a:xfrm>
            <a:prstGeom prst="straightConnector1">
              <a:avLst/>
            </a:prstGeom>
            <a:noFill/>
            <a:ln cap="flat" cmpd="sng" w="9525">
              <a:solidFill>
                <a:srgbClr val="000000"/>
              </a:solidFill>
              <a:prstDash val="solid"/>
              <a:round/>
              <a:headEnd len="med" w="med" type="none"/>
              <a:tailEnd len="med" w="med" type="none"/>
            </a:ln>
          </p:spPr>
        </p:cxnSp>
        <p:sp>
          <p:nvSpPr>
            <p:cNvPr id="2037" name="Google Shape;2037;p34"/>
            <p:cNvSpPr txBox="1"/>
            <p:nvPr/>
          </p:nvSpPr>
          <p:spPr>
            <a:xfrm>
              <a:off x="2819263" y="5392047"/>
              <a:ext cx="296863"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1</a:t>
              </a:r>
              <a:endParaRPr/>
            </a:p>
          </p:txBody>
        </p:sp>
        <p:sp>
          <p:nvSpPr>
            <p:cNvPr id="2038" name="Google Shape;2038;p34"/>
            <p:cNvSpPr txBox="1"/>
            <p:nvPr/>
          </p:nvSpPr>
          <p:spPr>
            <a:xfrm>
              <a:off x="3765413" y="5377759"/>
              <a:ext cx="296863"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3</a:t>
              </a:r>
              <a:endParaRPr/>
            </a:p>
          </p:txBody>
        </p:sp>
        <p:sp>
          <p:nvSpPr>
            <p:cNvPr id="2039" name="Google Shape;2039;p34"/>
            <p:cNvSpPr txBox="1"/>
            <p:nvPr/>
          </p:nvSpPr>
          <p:spPr>
            <a:xfrm>
              <a:off x="4230551" y="5384109"/>
              <a:ext cx="296862"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4</a:t>
              </a:r>
              <a:endParaRPr/>
            </a:p>
          </p:txBody>
        </p:sp>
        <p:sp>
          <p:nvSpPr>
            <p:cNvPr id="2040" name="Google Shape;2040;p34"/>
            <p:cNvSpPr/>
            <p:nvPr/>
          </p:nvSpPr>
          <p:spPr>
            <a:xfrm>
              <a:off x="5576751" y="5420622"/>
              <a:ext cx="479425" cy="230187"/>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2041" name="Google Shape;2041;p34"/>
            <p:cNvSpPr/>
            <p:nvPr/>
          </p:nvSpPr>
          <p:spPr>
            <a:xfrm>
              <a:off x="6535601" y="5420622"/>
              <a:ext cx="479425" cy="230187"/>
            </a:xfrm>
            <a:prstGeom prst="rect">
              <a:avLst/>
            </a:prstGeom>
            <a:solidFill>
              <a:srgbClr val="FF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2042" name="Google Shape;2042;p34"/>
            <p:cNvSpPr/>
            <p:nvPr/>
          </p:nvSpPr>
          <p:spPr>
            <a:xfrm>
              <a:off x="7010263" y="5420622"/>
              <a:ext cx="479425" cy="230187"/>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2043" name="Google Shape;2043;p34"/>
            <p:cNvCxnSpPr/>
            <p:nvPr/>
          </p:nvCxnSpPr>
          <p:spPr>
            <a:xfrm>
              <a:off x="5578338" y="5307909"/>
              <a:ext cx="0" cy="338138"/>
            </a:xfrm>
            <a:prstGeom prst="straightConnector1">
              <a:avLst/>
            </a:prstGeom>
            <a:noFill/>
            <a:ln cap="flat" cmpd="sng" w="38100">
              <a:solidFill>
                <a:srgbClr val="000000"/>
              </a:solidFill>
              <a:prstDash val="solid"/>
              <a:round/>
              <a:headEnd len="med" w="med" type="none"/>
              <a:tailEnd len="med" w="med" type="none"/>
            </a:ln>
          </p:spPr>
        </p:cxnSp>
        <p:sp>
          <p:nvSpPr>
            <p:cNvPr id="2044" name="Google Shape;2044;p34"/>
            <p:cNvSpPr txBox="1"/>
            <p:nvPr/>
          </p:nvSpPr>
          <p:spPr>
            <a:xfrm>
              <a:off x="5676763" y="5387284"/>
              <a:ext cx="296863"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1</a:t>
              </a:r>
              <a:endParaRPr/>
            </a:p>
          </p:txBody>
        </p:sp>
        <p:sp>
          <p:nvSpPr>
            <p:cNvPr id="2045" name="Google Shape;2045;p34"/>
            <p:cNvSpPr txBox="1"/>
            <p:nvPr/>
          </p:nvSpPr>
          <p:spPr>
            <a:xfrm>
              <a:off x="6622913" y="5372997"/>
              <a:ext cx="296863"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3</a:t>
              </a:r>
              <a:endParaRPr/>
            </a:p>
          </p:txBody>
        </p:sp>
        <p:sp>
          <p:nvSpPr>
            <p:cNvPr id="2046" name="Google Shape;2046;p34"/>
            <p:cNvSpPr txBox="1"/>
            <p:nvPr/>
          </p:nvSpPr>
          <p:spPr>
            <a:xfrm>
              <a:off x="7088051" y="5379347"/>
              <a:ext cx="296862"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4</a:t>
              </a:r>
              <a:endParaRPr/>
            </a:p>
          </p:txBody>
        </p:sp>
        <p:cxnSp>
          <p:nvCxnSpPr>
            <p:cNvPr id="2047" name="Google Shape;2047;p34"/>
            <p:cNvCxnSpPr/>
            <p:nvPr/>
          </p:nvCxnSpPr>
          <p:spPr>
            <a:xfrm>
              <a:off x="3201851" y="5417447"/>
              <a:ext cx="0" cy="238125"/>
            </a:xfrm>
            <a:prstGeom prst="straightConnector1">
              <a:avLst/>
            </a:prstGeom>
            <a:noFill/>
            <a:ln cap="flat" cmpd="sng" w="28575">
              <a:solidFill>
                <a:srgbClr val="000000"/>
              </a:solidFill>
              <a:prstDash val="solid"/>
              <a:round/>
              <a:headEnd len="med" w="med" type="none"/>
              <a:tailEnd len="med" w="med" type="none"/>
            </a:ln>
          </p:spPr>
        </p:cxnSp>
        <p:cxnSp>
          <p:nvCxnSpPr>
            <p:cNvPr id="2048" name="Google Shape;2048;p34"/>
            <p:cNvCxnSpPr/>
            <p:nvPr/>
          </p:nvCxnSpPr>
          <p:spPr>
            <a:xfrm>
              <a:off x="3678101" y="5422209"/>
              <a:ext cx="0" cy="238125"/>
            </a:xfrm>
            <a:prstGeom prst="straightConnector1">
              <a:avLst/>
            </a:prstGeom>
            <a:noFill/>
            <a:ln cap="flat" cmpd="sng" w="28575">
              <a:solidFill>
                <a:srgbClr val="000000"/>
              </a:solidFill>
              <a:prstDash val="solid"/>
              <a:round/>
              <a:headEnd len="med" w="med" type="none"/>
              <a:tailEnd len="med" w="med" type="none"/>
            </a:ln>
          </p:spPr>
        </p:cxnSp>
        <p:cxnSp>
          <p:nvCxnSpPr>
            <p:cNvPr id="2049" name="Google Shape;2049;p34"/>
            <p:cNvCxnSpPr/>
            <p:nvPr/>
          </p:nvCxnSpPr>
          <p:spPr>
            <a:xfrm>
              <a:off x="4154351" y="5422209"/>
              <a:ext cx="0" cy="238125"/>
            </a:xfrm>
            <a:prstGeom prst="straightConnector1">
              <a:avLst/>
            </a:prstGeom>
            <a:noFill/>
            <a:ln cap="flat" cmpd="sng" w="28575">
              <a:solidFill>
                <a:srgbClr val="000000"/>
              </a:solidFill>
              <a:prstDash val="solid"/>
              <a:round/>
              <a:headEnd len="med" w="med" type="none"/>
              <a:tailEnd len="med" w="med" type="none"/>
            </a:ln>
          </p:spPr>
        </p:cxnSp>
        <p:cxnSp>
          <p:nvCxnSpPr>
            <p:cNvPr id="2050" name="Google Shape;2050;p34"/>
            <p:cNvCxnSpPr/>
            <p:nvPr/>
          </p:nvCxnSpPr>
          <p:spPr>
            <a:xfrm>
              <a:off x="4630601" y="5422209"/>
              <a:ext cx="0" cy="238125"/>
            </a:xfrm>
            <a:prstGeom prst="straightConnector1">
              <a:avLst/>
            </a:prstGeom>
            <a:noFill/>
            <a:ln cap="flat" cmpd="sng" w="28575">
              <a:solidFill>
                <a:srgbClr val="000000"/>
              </a:solidFill>
              <a:prstDash val="solid"/>
              <a:round/>
              <a:headEnd len="med" w="med" type="none"/>
              <a:tailEnd len="med" w="med" type="none"/>
            </a:ln>
          </p:spPr>
        </p:cxnSp>
        <p:cxnSp>
          <p:nvCxnSpPr>
            <p:cNvPr id="2051" name="Google Shape;2051;p34"/>
            <p:cNvCxnSpPr/>
            <p:nvPr/>
          </p:nvCxnSpPr>
          <p:spPr>
            <a:xfrm>
              <a:off x="5111613" y="5412684"/>
              <a:ext cx="0" cy="238125"/>
            </a:xfrm>
            <a:prstGeom prst="straightConnector1">
              <a:avLst/>
            </a:prstGeom>
            <a:noFill/>
            <a:ln cap="flat" cmpd="sng" w="28575">
              <a:solidFill>
                <a:srgbClr val="000000"/>
              </a:solidFill>
              <a:prstDash val="solid"/>
              <a:round/>
              <a:headEnd len="med" w="med" type="none"/>
              <a:tailEnd len="med" w="med" type="none"/>
            </a:ln>
          </p:spPr>
        </p:cxnSp>
        <p:cxnSp>
          <p:nvCxnSpPr>
            <p:cNvPr id="2052" name="Google Shape;2052;p34"/>
            <p:cNvCxnSpPr/>
            <p:nvPr/>
          </p:nvCxnSpPr>
          <p:spPr>
            <a:xfrm>
              <a:off x="6059351" y="5417447"/>
              <a:ext cx="0" cy="238125"/>
            </a:xfrm>
            <a:prstGeom prst="straightConnector1">
              <a:avLst/>
            </a:prstGeom>
            <a:noFill/>
            <a:ln cap="flat" cmpd="sng" w="28575">
              <a:solidFill>
                <a:srgbClr val="000000"/>
              </a:solidFill>
              <a:prstDash val="solid"/>
              <a:round/>
              <a:headEnd len="med" w="med" type="none"/>
              <a:tailEnd len="med" w="med" type="none"/>
            </a:ln>
          </p:spPr>
        </p:cxnSp>
        <p:cxnSp>
          <p:nvCxnSpPr>
            <p:cNvPr id="2053" name="Google Shape;2053;p34"/>
            <p:cNvCxnSpPr/>
            <p:nvPr/>
          </p:nvCxnSpPr>
          <p:spPr>
            <a:xfrm>
              <a:off x="7007088" y="5412684"/>
              <a:ext cx="0" cy="238125"/>
            </a:xfrm>
            <a:prstGeom prst="straightConnector1">
              <a:avLst/>
            </a:prstGeom>
            <a:noFill/>
            <a:ln cap="flat" cmpd="sng" w="28575">
              <a:solidFill>
                <a:srgbClr val="000000"/>
              </a:solidFill>
              <a:prstDash val="solid"/>
              <a:round/>
              <a:headEnd len="med" w="med" type="none"/>
              <a:tailEnd len="med" w="med" type="none"/>
            </a:ln>
          </p:spPr>
        </p:cxnSp>
        <p:cxnSp>
          <p:nvCxnSpPr>
            <p:cNvPr id="2054" name="Google Shape;2054;p34"/>
            <p:cNvCxnSpPr/>
            <p:nvPr/>
          </p:nvCxnSpPr>
          <p:spPr>
            <a:xfrm>
              <a:off x="7954826" y="5407922"/>
              <a:ext cx="0" cy="238125"/>
            </a:xfrm>
            <a:prstGeom prst="straightConnector1">
              <a:avLst/>
            </a:prstGeom>
            <a:noFill/>
            <a:ln cap="flat" cmpd="sng" w="28575">
              <a:solidFill>
                <a:srgbClr val="000000"/>
              </a:solidFill>
              <a:prstDash val="solid"/>
              <a:round/>
              <a:headEnd len="med" w="med" type="none"/>
              <a:tailEnd len="med" w="med" type="none"/>
            </a:ln>
          </p:spPr>
        </p:cxnSp>
        <p:cxnSp>
          <p:nvCxnSpPr>
            <p:cNvPr id="2055" name="Google Shape;2055;p34"/>
            <p:cNvCxnSpPr/>
            <p:nvPr/>
          </p:nvCxnSpPr>
          <p:spPr>
            <a:xfrm>
              <a:off x="7488101" y="5417447"/>
              <a:ext cx="0" cy="238125"/>
            </a:xfrm>
            <a:prstGeom prst="straightConnector1">
              <a:avLst/>
            </a:prstGeom>
            <a:noFill/>
            <a:ln cap="flat" cmpd="sng" w="28575">
              <a:solidFill>
                <a:srgbClr val="000000"/>
              </a:solidFill>
              <a:prstDash val="solid"/>
              <a:round/>
              <a:headEnd len="med" w="med" type="none"/>
              <a:tailEnd len="med" w="med" type="none"/>
            </a:ln>
          </p:spPr>
        </p:cxnSp>
        <p:cxnSp>
          <p:nvCxnSpPr>
            <p:cNvPr id="2056" name="Google Shape;2056;p34"/>
            <p:cNvCxnSpPr/>
            <p:nvPr/>
          </p:nvCxnSpPr>
          <p:spPr>
            <a:xfrm>
              <a:off x="8435838" y="5322197"/>
              <a:ext cx="0" cy="338137"/>
            </a:xfrm>
            <a:prstGeom prst="straightConnector1">
              <a:avLst/>
            </a:prstGeom>
            <a:noFill/>
            <a:ln cap="flat" cmpd="sng" w="38100">
              <a:solidFill>
                <a:srgbClr val="000000"/>
              </a:solidFill>
              <a:prstDash val="solid"/>
              <a:round/>
              <a:headEnd len="med" w="med" type="none"/>
              <a:tailEnd len="med" w="med" type="none"/>
            </a:ln>
          </p:spPr>
        </p:cxnSp>
        <p:cxnSp>
          <p:nvCxnSpPr>
            <p:cNvPr id="2057" name="Google Shape;2057;p34"/>
            <p:cNvCxnSpPr/>
            <p:nvPr/>
          </p:nvCxnSpPr>
          <p:spPr>
            <a:xfrm>
              <a:off x="6535601" y="5417447"/>
              <a:ext cx="0" cy="238125"/>
            </a:xfrm>
            <a:prstGeom prst="straightConnector1">
              <a:avLst/>
            </a:prstGeom>
            <a:noFill/>
            <a:ln cap="flat" cmpd="sng" w="28575">
              <a:solidFill>
                <a:srgbClr val="000000"/>
              </a:solidFill>
              <a:prstDash val="solid"/>
              <a:round/>
              <a:headEnd len="med" w="med" type="none"/>
              <a:tailEnd len="med" w="med" type="none"/>
            </a:ln>
          </p:spPr>
        </p:cxnSp>
        <p:sp>
          <p:nvSpPr>
            <p:cNvPr id="2058" name="Google Shape;2058;p34"/>
            <p:cNvSpPr txBox="1"/>
            <p:nvPr/>
          </p:nvSpPr>
          <p:spPr>
            <a:xfrm>
              <a:off x="3765413" y="4793559"/>
              <a:ext cx="704850" cy="5810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6-slot</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frame</a:t>
              </a:r>
              <a:endParaRPr/>
            </a:p>
          </p:txBody>
        </p:sp>
        <p:cxnSp>
          <p:nvCxnSpPr>
            <p:cNvPr id="2059" name="Google Shape;2059;p34"/>
            <p:cNvCxnSpPr/>
            <p:nvPr/>
          </p:nvCxnSpPr>
          <p:spPr>
            <a:xfrm>
              <a:off x="4576626" y="5130109"/>
              <a:ext cx="989012" cy="0"/>
            </a:xfrm>
            <a:prstGeom prst="straightConnector1">
              <a:avLst/>
            </a:prstGeom>
            <a:noFill/>
            <a:ln cap="flat" cmpd="sng" w="9525">
              <a:solidFill>
                <a:srgbClr val="000000"/>
              </a:solidFill>
              <a:prstDash val="solid"/>
              <a:round/>
              <a:headEnd len="med" w="med" type="none"/>
              <a:tailEnd len="med" w="med" type="triangle"/>
            </a:ln>
          </p:spPr>
        </p:cxnSp>
        <p:cxnSp>
          <p:nvCxnSpPr>
            <p:cNvPr id="2060" name="Google Shape;2060;p34"/>
            <p:cNvCxnSpPr/>
            <p:nvPr/>
          </p:nvCxnSpPr>
          <p:spPr>
            <a:xfrm rot="10800000">
              <a:off x="2731951" y="5125347"/>
              <a:ext cx="989012" cy="0"/>
            </a:xfrm>
            <a:prstGeom prst="straightConnector1">
              <a:avLst/>
            </a:prstGeom>
            <a:noFill/>
            <a:ln cap="flat" cmpd="sng" w="9525">
              <a:solidFill>
                <a:srgbClr val="000000"/>
              </a:solidFill>
              <a:prstDash val="solid"/>
              <a:round/>
              <a:headEnd len="med" w="med" type="none"/>
              <a:tailEnd len="med" w="med" type="triangle"/>
            </a:ln>
          </p:spPr>
        </p:cxnSp>
        <p:cxnSp>
          <p:nvCxnSpPr>
            <p:cNvPr id="2061" name="Google Shape;2061;p34"/>
            <p:cNvCxnSpPr/>
            <p:nvPr/>
          </p:nvCxnSpPr>
          <p:spPr>
            <a:xfrm>
              <a:off x="2711313" y="5038034"/>
              <a:ext cx="0" cy="304800"/>
            </a:xfrm>
            <a:prstGeom prst="straightConnector1">
              <a:avLst/>
            </a:prstGeom>
            <a:noFill/>
            <a:ln cap="flat" cmpd="sng" w="9525">
              <a:solidFill>
                <a:srgbClr val="000000"/>
              </a:solidFill>
              <a:prstDash val="dash"/>
              <a:round/>
              <a:headEnd len="med" w="med" type="none"/>
              <a:tailEnd len="med" w="med" type="none"/>
            </a:ln>
          </p:spPr>
        </p:cxnSp>
        <p:cxnSp>
          <p:nvCxnSpPr>
            <p:cNvPr id="2062" name="Google Shape;2062;p34"/>
            <p:cNvCxnSpPr/>
            <p:nvPr/>
          </p:nvCxnSpPr>
          <p:spPr>
            <a:xfrm>
              <a:off x="5570401" y="5028509"/>
              <a:ext cx="0" cy="304800"/>
            </a:xfrm>
            <a:prstGeom prst="straightConnector1">
              <a:avLst/>
            </a:prstGeom>
            <a:noFill/>
            <a:ln cap="flat" cmpd="sng" w="9525">
              <a:solidFill>
                <a:srgbClr val="000000"/>
              </a:solidFill>
              <a:prstDash val="dash"/>
              <a:round/>
              <a:headEnd len="med" w="med" type="none"/>
              <a:tailEnd len="med" w="med" type="none"/>
            </a:ln>
          </p:spPr>
        </p:cxnSp>
        <p:sp>
          <p:nvSpPr>
            <p:cNvPr id="2063" name="Google Shape;2063;p34"/>
            <p:cNvSpPr txBox="1"/>
            <p:nvPr/>
          </p:nvSpPr>
          <p:spPr>
            <a:xfrm>
              <a:off x="6629263" y="4766572"/>
              <a:ext cx="704850" cy="5810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6-slot</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frame</a:t>
              </a:r>
              <a:endParaRPr/>
            </a:p>
          </p:txBody>
        </p:sp>
        <p:cxnSp>
          <p:nvCxnSpPr>
            <p:cNvPr id="2064" name="Google Shape;2064;p34"/>
            <p:cNvCxnSpPr/>
            <p:nvPr/>
          </p:nvCxnSpPr>
          <p:spPr>
            <a:xfrm>
              <a:off x="7440476" y="5136459"/>
              <a:ext cx="989012" cy="0"/>
            </a:xfrm>
            <a:prstGeom prst="straightConnector1">
              <a:avLst/>
            </a:prstGeom>
            <a:noFill/>
            <a:ln cap="flat" cmpd="sng" w="9525">
              <a:solidFill>
                <a:srgbClr val="000000"/>
              </a:solidFill>
              <a:prstDash val="solid"/>
              <a:round/>
              <a:headEnd len="med" w="med" type="none"/>
              <a:tailEnd len="med" w="med" type="triangle"/>
            </a:ln>
          </p:spPr>
        </p:cxnSp>
        <p:cxnSp>
          <p:nvCxnSpPr>
            <p:cNvPr id="2065" name="Google Shape;2065;p34"/>
            <p:cNvCxnSpPr/>
            <p:nvPr/>
          </p:nvCxnSpPr>
          <p:spPr>
            <a:xfrm rot="10800000">
              <a:off x="5595801" y="5131697"/>
              <a:ext cx="989012" cy="0"/>
            </a:xfrm>
            <a:prstGeom prst="straightConnector1">
              <a:avLst/>
            </a:prstGeom>
            <a:noFill/>
            <a:ln cap="flat" cmpd="sng" w="9525">
              <a:solidFill>
                <a:srgbClr val="000000"/>
              </a:solidFill>
              <a:prstDash val="solid"/>
              <a:round/>
              <a:headEnd len="med" w="med" type="none"/>
              <a:tailEnd len="med" w="med" type="triangle"/>
            </a:ln>
          </p:spPr>
        </p:cxnSp>
        <p:cxnSp>
          <p:nvCxnSpPr>
            <p:cNvPr id="2066" name="Google Shape;2066;p34"/>
            <p:cNvCxnSpPr/>
            <p:nvPr/>
          </p:nvCxnSpPr>
          <p:spPr>
            <a:xfrm>
              <a:off x="8434251" y="5001522"/>
              <a:ext cx="0" cy="304800"/>
            </a:xfrm>
            <a:prstGeom prst="straightConnector1">
              <a:avLst/>
            </a:prstGeom>
            <a:noFill/>
            <a:ln cap="flat" cmpd="sng" w="9525">
              <a:solidFill>
                <a:srgbClr val="000000"/>
              </a:solidFill>
              <a:prstDash val="dash"/>
              <a:round/>
              <a:headEnd len="med" w="med" type="none"/>
              <a:tailEnd len="med" w="med" type="none"/>
            </a:ln>
          </p:spPr>
        </p:cxnSp>
      </p:grpSp>
      <p:sp>
        <p:nvSpPr>
          <p:cNvPr id="2067" name="Google Shape;2067;p3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Link Layer </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0"/>
                                        </p:tgtEl>
                                        <p:attrNameLst>
                                          <p:attrName>style.visibility</p:attrName>
                                        </p:attrNameLst>
                                      </p:cBhvr>
                                      <p:to>
                                        <p:strVal val="visible"/>
                                      </p:to>
                                    </p:set>
                                    <p:animEffect filter="fade" transition="in">
                                      <p:cBhvr>
                                        <p:cTn dur="500"/>
                                        <p:tgtEl>
                                          <p:spTgt spid="20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2" name="Shape 2072"/>
        <p:cNvGrpSpPr/>
        <p:nvPr/>
      </p:nvGrpSpPr>
      <p:grpSpPr>
        <a:xfrm>
          <a:off x="0" y="0"/>
          <a:ext cx="0" cy="0"/>
          <a:chOff x="0" y="0"/>
          <a:chExt cx="0" cy="0"/>
        </a:xfrm>
      </p:grpSpPr>
      <p:sp>
        <p:nvSpPr>
          <p:cNvPr id="2073" name="Google Shape;2073;p35"/>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b="0" lang="en-US">
                <a:latin typeface="Calibri"/>
                <a:ea typeface="Calibri"/>
                <a:cs typeface="Calibri"/>
                <a:sym typeface="Calibri"/>
              </a:rPr>
              <a:t>Channel partitioning MAC protocols: FDMA</a:t>
            </a:r>
            <a:endParaRPr b="0" sz="4400">
              <a:latin typeface="Calibri"/>
              <a:ea typeface="Calibri"/>
              <a:cs typeface="Calibri"/>
              <a:sym typeface="Calibri"/>
            </a:endParaRPr>
          </a:p>
        </p:txBody>
      </p:sp>
      <p:sp>
        <p:nvSpPr>
          <p:cNvPr id="2074" name="Google Shape;2074;p35"/>
          <p:cNvSpPr txBox="1"/>
          <p:nvPr/>
        </p:nvSpPr>
        <p:spPr>
          <a:xfrm>
            <a:off x="1097997" y="1404730"/>
            <a:ext cx="10457898" cy="2398644"/>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3200"/>
              <a:buFont typeface="Noto Sans Symbols"/>
              <a:buNone/>
            </a:pPr>
            <a:r>
              <a:rPr b="0" i="0" lang="en-US" sz="3200" u="none" cap="none" strike="noStrike">
                <a:solidFill>
                  <a:srgbClr val="C00000"/>
                </a:solidFill>
                <a:latin typeface="Calibri"/>
                <a:ea typeface="Calibri"/>
                <a:cs typeface="Calibri"/>
                <a:sym typeface="Calibri"/>
              </a:rPr>
              <a:t>FDMA: frequency division multiple access </a:t>
            </a:r>
            <a:endParaRPr/>
          </a:p>
          <a:p>
            <a:pPr indent="-277813" lvl="0" marL="342900" marR="0" rtl="0" algn="l">
              <a:lnSpc>
                <a:spcPct val="100000"/>
              </a:lnSpc>
              <a:spcBef>
                <a:spcPts val="60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channel spectrum divided into frequency bands</a:t>
            </a:r>
            <a:endParaRPr/>
          </a:p>
          <a:p>
            <a:pPr indent="-277813" lvl="0" marL="342900" marR="0" rtl="0" algn="l">
              <a:lnSpc>
                <a:spcPct val="100000"/>
              </a:lnSpc>
              <a:spcBef>
                <a:spcPts val="60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each station assigned fixed frequency band</a:t>
            </a:r>
            <a:endParaRPr/>
          </a:p>
          <a:p>
            <a:pPr indent="-277813" lvl="0" marL="342900" marR="0" rtl="0" algn="l">
              <a:lnSpc>
                <a:spcPct val="100000"/>
              </a:lnSpc>
              <a:spcBef>
                <a:spcPts val="60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unused transmission time in frequency bands go idle </a:t>
            </a:r>
            <a:endParaRPr/>
          </a:p>
          <a:p>
            <a:pPr indent="-277813" lvl="0" marL="342900" marR="0" rtl="0" algn="l">
              <a:lnSpc>
                <a:spcPct val="100000"/>
              </a:lnSpc>
              <a:spcBef>
                <a:spcPts val="60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example: 6-station LAN, 1,3,4 have packet to send, frequency bands 2,5,6 idle </a:t>
            </a:r>
            <a:endParaRPr b="0" i="0" sz="2800" u="none" cap="none" strike="noStrike">
              <a:solidFill>
                <a:srgbClr val="000000"/>
              </a:solidFill>
              <a:latin typeface="Calibri"/>
              <a:ea typeface="Calibri"/>
              <a:cs typeface="Calibri"/>
              <a:sym typeface="Calibri"/>
            </a:endParaRPr>
          </a:p>
        </p:txBody>
      </p:sp>
      <p:grpSp>
        <p:nvGrpSpPr>
          <p:cNvPr id="2075" name="Google Shape;2075;p35"/>
          <p:cNvGrpSpPr/>
          <p:nvPr/>
        </p:nvGrpSpPr>
        <p:grpSpPr>
          <a:xfrm>
            <a:off x="2440541" y="3835508"/>
            <a:ext cx="7658479" cy="2434910"/>
            <a:chOff x="2440541" y="3835508"/>
            <a:chExt cx="7658479" cy="2434910"/>
          </a:xfrm>
        </p:grpSpPr>
        <p:sp>
          <p:nvSpPr>
            <p:cNvPr id="2076" name="Google Shape;2076;p35"/>
            <p:cNvSpPr/>
            <p:nvPr/>
          </p:nvSpPr>
          <p:spPr>
            <a:xfrm>
              <a:off x="6774416" y="4019343"/>
              <a:ext cx="627062" cy="2251075"/>
            </a:xfrm>
            <a:prstGeom prst="rect">
              <a:avLst/>
            </a:prstGeom>
            <a:solidFill>
              <a:srgbClr val="FFFF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2077" name="Google Shape;2077;p35"/>
            <p:cNvCxnSpPr/>
            <p:nvPr/>
          </p:nvCxnSpPr>
          <p:spPr>
            <a:xfrm flipH="1" rot="10800000">
              <a:off x="6772828" y="5124243"/>
              <a:ext cx="622300" cy="1587"/>
            </a:xfrm>
            <a:prstGeom prst="straightConnector1">
              <a:avLst/>
            </a:prstGeom>
            <a:noFill/>
            <a:ln cap="flat" cmpd="sng" w="19050">
              <a:solidFill>
                <a:srgbClr val="000000"/>
              </a:solidFill>
              <a:prstDash val="solid"/>
              <a:round/>
              <a:headEnd len="med" w="med" type="none"/>
              <a:tailEnd len="med" w="med" type="none"/>
            </a:ln>
          </p:spPr>
        </p:cxnSp>
        <p:cxnSp>
          <p:nvCxnSpPr>
            <p:cNvPr id="2078" name="Google Shape;2078;p35"/>
            <p:cNvCxnSpPr/>
            <p:nvPr/>
          </p:nvCxnSpPr>
          <p:spPr>
            <a:xfrm flipH="1" rot="10800000">
              <a:off x="6768066" y="5516355"/>
              <a:ext cx="631825" cy="6350"/>
            </a:xfrm>
            <a:prstGeom prst="straightConnector1">
              <a:avLst/>
            </a:prstGeom>
            <a:noFill/>
            <a:ln cap="flat" cmpd="sng" w="19050">
              <a:solidFill>
                <a:srgbClr val="000000"/>
              </a:solidFill>
              <a:prstDash val="solid"/>
              <a:round/>
              <a:headEnd len="med" w="med" type="none"/>
              <a:tailEnd len="med" w="med" type="none"/>
            </a:ln>
          </p:spPr>
        </p:cxnSp>
        <p:cxnSp>
          <p:nvCxnSpPr>
            <p:cNvPr id="2079" name="Google Shape;2079;p35"/>
            <p:cNvCxnSpPr/>
            <p:nvPr/>
          </p:nvCxnSpPr>
          <p:spPr>
            <a:xfrm flipH="1" rot="10800000">
              <a:off x="6772828" y="5902118"/>
              <a:ext cx="627063" cy="1587"/>
            </a:xfrm>
            <a:prstGeom prst="straightConnector1">
              <a:avLst/>
            </a:prstGeom>
            <a:noFill/>
            <a:ln cap="flat" cmpd="sng" w="19050">
              <a:solidFill>
                <a:srgbClr val="000000"/>
              </a:solidFill>
              <a:prstDash val="solid"/>
              <a:round/>
              <a:headEnd len="med" w="med" type="none"/>
              <a:tailEnd len="med" w="med" type="none"/>
            </a:ln>
          </p:spPr>
        </p:cxnSp>
        <p:cxnSp>
          <p:nvCxnSpPr>
            <p:cNvPr id="2080" name="Google Shape;2080;p35"/>
            <p:cNvCxnSpPr/>
            <p:nvPr/>
          </p:nvCxnSpPr>
          <p:spPr>
            <a:xfrm flipH="1" rot="10800000">
              <a:off x="6768066" y="4738480"/>
              <a:ext cx="631825" cy="6350"/>
            </a:xfrm>
            <a:prstGeom prst="straightConnector1">
              <a:avLst/>
            </a:prstGeom>
            <a:noFill/>
            <a:ln cap="flat" cmpd="sng" w="19050">
              <a:solidFill>
                <a:srgbClr val="000000"/>
              </a:solidFill>
              <a:prstDash val="solid"/>
              <a:round/>
              <a:headEnd len="med" w="med" type="none"/>
              <a:tailEnd len="med" w="med" type="none"/>
            </a:ln>
          </p:spPr>
        </p:cxnSp>
        <p:cxnSp>
          <p:nvCxnSpPr>
            <p:cNvPr id="2081" name="Google Shape;2081;p35"/>
            <p:cNvCxnSpPr/>
            <p:nvPr/>
          </p:nvCxnSpPr>
          <p:spPr>
            <a:xfrm flipH="1" rot="10800000">
              <a:off x="6772828" y="4352718"/>
              <a:ext cx="631825" cy="6350"/>
            </a:xfrm>
            <a:prstGeom prst="straightConnector1">
              <a:avLst/>
            </a:prstGeom>
            <a:noFill/>
            <a:ln cap="flat" cmpd="sng" w="19050">
              <a:solidFill>
                <a:srgbClr val="000000"/>
              </a:solidFill>
              <a:prstDash val="solid"/>
              <a:round/>
              <a:headEnd len="med" w="med" type="none"/>
              <a:tailEnd len="med" w="med" type="none"/>
            </a:ln>
          </p:spPr>
        </p:cxnSp>
        <p:cxnSp>
          <p:nvCxnSpPr>
            <p:cNvPr id="2082" name="Google Shape;2082;p35"/>
            <p:cNvCxnSpPr/>
            <p:nvPr/>
          </p:nvCxnSpPr>
          <p:spPr>
            <a:xfrm>
              <a:off x="7493553" y="4292393"/>
              <a:ext cx="2228850" cy="0"/>
            </a:xfrm>
            <a:prstGeom prst="straightConnector1">
              <a:avLst/>
            </a:prstGeom>
            <a:noFill/>
            <a:ln cap="flat" cmpd="sng" w="19050">
              <a:solidFill>
                <a:srgbClr val="000000"/>
              </a:solidFill>
              <a:prstDash val="solid"/>
              <a:round/>
              <a:headEnd len="med" w="med" type="none"/>
              <a:tailEnd len="med" w="med" type="triangle"/>
            </a:ln>
          </p:spPr>
        </p:cxnSp>
        <p:sp>
          <p:nvSpPr>
            <p:cNvPr id="2083" name="Google Shape;2083;p35"/>
            <p:cNvSpPr/>
            <p:nvPr/>
          </p:nvSpPr>
          <p:spPr>
            <a:xfrm>
              <a:off x="7641191" y="4173330"/>
              <a:ext cx="1728787" cy="114300"/>
            </a:xfrm>
            <a:custGeom>
              <a:rect b="b" l="l" r="r" t="t"/>
              <a:pathLst>
                <a:path extrusionOk="0" h="72" w="1089">
                  <a:moveTo>
                    <a:pt x="0" y="72"/>
                  </a:moveTo>
                  <a:lnTo>
                    <a:pt x="0" y="3"/>
                  </a:lnTo>
                  <a:lnTo>
                    <a:pt x="1089" y="0"/>
                  </a:lnTo>
                  <a:lnTo>
                    <a:pt x="1089" y="72"/>
                  </a:lnTo>
                </a:path>
              </a:pathLst>
            </a:cu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2084" name="Google Shape;2084;p35"/>
            <p:cNvCxnSpPr/>
            <p:nvPr/>
          </p:nvCxnSpPr>
          <p:spPr>
            <a:xfrm>
              <a:off x="7541178" y="4695618"/>
              <a:ext cx="2228850" cy="0"/>
            </a:xfrm>
            <a:prstGeom prst="straightConnector1">
              <a:avLst/>
            </a:prstGeom>
            <a:noFill/>
            <a:ln cap="flat" cmpd="sng" w="19050">
              <a:solidFill>
                <a:srgbClr val="000000"/>
              </a:solidFill>
              <a:prstDash val="solid"/>
              <a:round/>
              <a:headEnd len="med" w="med" type="none"/>
              <a:tailEnd len="med" w="med" type="triangle"/>
            </a:ln>
          </p:spPr>
        </p:cxnSp>
        <p:cxnSp>
          <p:nvCxnSpPr>
            <p:cNvPr id="2085" name="Google Shape;2085;p35"/>
            <p:cNvCxnSpPr/>
            <p:nvPr/>
          </p:nvCxnSpPr>
          <p:spPr>
            <a:xfrm>
              <a:off x="7541178" y="5094080"/>
              <a:ext cx="2228850" cy="0"/>
            </a:xfrm>
            <a:prstGeom prst="straightConnector1">
              <a:avLst/>
            </a:prstGeom>
            <a:noFill/>
            <a:ln cap="flat" cmpd="sng" w="19050">
              <a:solidFill>
                <a:srgbClr val="000000"/>
              </a:solidFill>
              <a:prstDash val="solid"/>
              <a:round/>
              <a:headEnd len="med" w="med" type="none"/>
              <a:tailEnd len="med" w="med" type="triangle"/>
            </a:ln>
          </p:spPr>
        </p:cxnSp>
        <p:sp>
          <p:nvSpPr>
            <p:cNvPr id="2086" name="Google Shape;2086;p35"/>
            <p:cNvSpPr/>
            <p:nvPr/>
          </p:nvSpPr>
          <p:spPr>
            <a:xfrm>
              <a:off x="7688816" y="4975018"/>
              <a:ext cx="1728787" cy="114300"/>
            </a:xfrm>
            <a:custGeom>
              <a:rect b="b" l="l" r="r" t="t"/>
              <a:pathLst>
                <a:path extrusionOk="0" h="72" w="1089">
                  <a:moveTo>
                    <a:pt x="0" y="72"/>
                  </a:moveTo>
                  <a:lnTo>
                    <a:pt x="0" y="3"/>
                  </a:lnTo>
                  <a:lnTo>
                    <a:pt x="1089" y="0"/>
                  </a:lnTo>
                  <a:lnTo>
                    <a:pt x="1089" y="72"/>
                  </a:lnTo>
                </a:path>
              </a:pathLst>
            </a:cu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2087" name="Google Shape;2087;p35"/>
            <p:cNvGrpSpPr/>
            <p:nvPr/>
          </p:nvGrpSpPr>
          <p:grpSpPr>
            <a:xfrm>
              <a:off x="7558641" y="5379830"/>
              <a:ext cx="2228850" cy="119063"/>
              <a:chOff x="1884" y="2826"/>
              <a:chExt cx="1404" cy="75"/>
            </a:xfrm>
          </p:grpSpPr>
          <p:cxnSp>
            <p:nvCxnSpPr>
              <p:cNvPr id="2088" name="Google Shape;2088;p35"/>
              <p:cNvCxnSpPr/>
              <p:nvPr/>
            </p:nvCxnSpPr>
            <p:spPr>
              <a:xfrm>
                <a:off x="1884" y="2901"/>
                <a:ext cx="1404" cy="0"/>
              </a:xfrm>
              <a:prstGeom prst="straightConnector1">
                <a:avLst/>
              </a:prstGeom>
              <a:noFill/>
              <a:ln>
                <a:noFill/>
              </a:ln>
            </p:spPr>
          </p:cxnSp>
          <p:sp>
            <p:nvSpPr>
              <p:cNvPr id="2089" name="Google Shape;2089;p35"/>
              <p:cNvSpPr/>
              <p:nvPr/>
            </p:nvSpPr>
            <p:spPr>
              <a:xfrm>
                <a:off x="1977" y="2826"/>
                <a:ext cx="1089" cy="72"/>
              </a:xfrm>
              <a:custGeom>
                <a:rect b="b" l="l" r="r" t="t"/>
                <a:pathLst>
                  <a:path extrusionOk="0" h="72" w="1089">
                    <a:moveTo>
                      <a:pt x="0" y="72"/>
                    </a:moveTo>
                    <a:lnTo>
                      <a:pt x="0" y="3"/>
                    </a:lnTo>
                    <a:lnTo>
                      <a:pt x="1089" y="0"/>
                    </a:lnTo>
                    <a:lnTo>
                      <a:pt x="1089" y="72"/>
                    </a:lnTo>
                  </a:path>
                </a:pathLst>
              </a:custGeom>
              <a:solidFill>
                <a:srgbClr val="00CC6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cxnSp>
          <p:nvCxnSpPr>
            <p:cNvPr id="2090" name="Google Shape;2090;p35"/>
            <p:cNvCxnSpPr/>
            <p:nvPr/>
          </p:nvCxnSpPr>
          <p:spPr>
            <a:xfrm>
              <a:off x="7588803" y="5905293"/>
              <a:ext cx="2228850" cy="0"/>
            </a:xfrm>
            <a:prstGeom prst="straightConnector1">
              <a:avLst/>
            </a:prstGeom>
            <a:noFill/>
            <a:ln cap="flat" cmpd="sng" w="19050">
              <a:solidFill>
                <a:srgbClr val="000000"/>
              </a:solidFill>
              <a:prstDash val="solid"/>
              <a:round/>
              <a:headEnd len="med" w="med" type="none"/>
              <a:tailEnd len="med" w="med" type="triangle"/>
            </a:ln>
          </p:spPr>
        </p:cxnSp>
        <p:sp>
          <p:nvSpPr>
            <p:cNvPr id="2091" name="Google Shape;2091;p35"/>
            <p:cNvSpPr txBox="1"/>
            <p:nvPr/>
          </p:nvSpPr>
          <p:spPr>
            <a:xfrm rot="-5400000">
              <a:off x="5570297" y="4899612"/>
              <a:ext cx="18732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frequency bands</a:t>
              </a:r>
              <a:endParaRPr/>
            </a:p>
          </p:txBody>
        </p:sp>
        <p:sp>
          <p:nvSpPr>
            <p:cNvPr id="2092" name="Google Shape;2092;p35"/>
            <p:cNvSpPr txBox="1"/>
            <p:nvPr/>
          </p:nvSpPr>
          <p:spPr>
            <a:xfrm rot="67766">
              <a:off x="9479516" y="3841543"/>
              <a:ext cx="6159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time</a:t>
              </a:r>
              <a:endParaRPr/>
            </a:p>
          </p:txBody>
        </p:sp>
        <p:sp>
          <p:nvSpPr>
            <p:cNvPr id="2093" name="Google Shape;2093;p35"/>
            <p:cNvSpPr/>
            <p:nvPr/>
          </p:nvSpPr>
          <p:spPr>
            <a:xfrm>
              <a:off x="4178853" y="4228893"/>
              <a:ext cx="595313" cy="1538287"/>
            </a:xfrm>
            <a:custGeom>
              <a:rect b="b" l="l" r="r" t="t"/>
              <a:pathLst>
                <a:path extrusionOk="0" h="969" w="375">
                  <a:moveTo>
                    <a:pt x="375" y="0"/>
                  </a:moveTo>
                  <a:lnTo>
                    <a:pt x="0" y="485"/>
                  </a:lnTo>
                  <a:lnTo>
                    <a:pt x="375" y="969"/>
                  </a:lnTo>
                  <a:lnTo>
                    <a:pt x="375" y="0"/>
                  </a:lnTo>
                  <a:close/>
                </a:path>
              </a:pathLst>
            </a:custGeom>
            <a:gradFill>
              <a:gsLst>
                <a:gs pos="0">
                  <a:srgbClr val="000000"/>
                </a:gs>
                <a:gs pos="100000">
                  <a:srgbClr val="FFFFF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2094" name="Google Shape;2094;p35"/>
            <p:cNvGrpSpPr/>
            <p:nvPr/>
          </p:nvGrpSpPr>
          <p:grpSpPr>
            <a:xfrm>
              <a:off x="2440541" y="4867068"/>
              <a:ext cx="1666875" cy="314325"/>
              <a:chOff x="1614" y="1494"/>
              <a:chExt cx="1050" cy="198"/>
            </a:xfrm>
          </p:grpSpPr>
          <p:sp>
            <p:nvSpPr>
              <p:cNvPr id="2095" name="Google Shape;2095;p35"/>
              <p:cNvSpPr/>
              <p:nvPr/>
            </p:nvSpPr>
            <p:spPr>
              <a:xfrm>
                <a:off x="2358" y="1500"/>
                <a:ext cx="168" cy="174"/>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2096" name="Google Shape;2096;p35"/>
              <p:cNvSpPr/>
              <p:nvPr/>
            </p:nvSpPr>
            <p:spPr>
              <a:xfrm>
                <a:off x="1614" y="1494"/>
                <a:ext cx="896" cy="198"/>
              </a:xfrm>
              <a:custGeom>
                <a:rect b="b" l="l" r="r" t="t"/>
                <a:pathLst>
                  <a:path extrusionOk="0" h="198" w="896">
                    <a:moveTo>
                      <a:pt x="18" y="0"/>
                    </a:moveTo>
                    <a:lnTo>
                      <a:pt x="0" y="96"/>
                    </a:lnTo>
                    <a:lnTo>
                      <a:pt x="18" y="198"/>
                    </a:lnTo>
                    <a:lnTo>
                      <a:pt x="774" y="198"/>
                    </a:lnTo>
                    <a:cubicBezTo>
                      <a:pt x="896" y="180"/>
                      <a:pt x="750" y="123"/>
                      <a:pt x="750" y="90"/>
                    </a:cubicBezTo>
                    <a:cubicBezTo>
                      <a:pt x="750" y="57"/>
                      <a:pt x="896" y="15"/>
                      <a:pt x="774" y="0"/>
                    </a:cubicBezTo>
                    <a:lnTo>
                      <a:pt x="18" y="0"/>
                    </a:lnTo>
                    <a:close/>
                  </a:path>
                </a:pathLst>
              </a:custGeom>
              <a:gradFill>
                <a:gsLst>
                  <a:gs pos="0">
                    <a:srgbClr val="000000"/>
                  </a:gs>
                  <a:gs pos="50000">
                    <a:srgbClr val="FFFFFF"/>
                  </a:gs>
                  <a:gs pos="100000">
                    <a:srgbClr val="000000"/>
                  </a:gs>
                </a:gsLst>
                <a:lin ang="5400000" scaled="0"/>
              </a:gra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2097" name="Google Shape;2097;p35"/>
              <p:cNvSpPr/>
              <p:nvPr/>
            </p:nvSpPr>
            <p:spPr>
              <a:xfrm>
                <a:off x="2502" y="1506"/>
                <a:ext cx="62" cy="168"/>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2098" name="Google Shape;2098;p35"/>
              <p:cNvCxnSpPr/>
              <p:nvPr/>
            </p:nvCxnSpPr>
            <p:spPr>
              <a:xfrm>
                <a:off x="2526" y="1584"/>
                <a:ext cx="138" cy="0"/>
              </a:xfrm>
              <a:prstGeom prst="straightConnector1">
                <a:avLst/>
              </a:prstGeom>
              <a:noFill/>
              <a:ln cap="flat" cmpd="sng" w="28575">
                <a:solidFill>
                  <a:srgbClr val="000000"/>
                </a:solidFill>
                <a:prstDash val="solid"/>
                <a:round/>
                <a:headEnd len="med" w="med" type="none"/>
                <a:tailEnd len="med" w="med" type="none"/>
              </a:ln>
            </p:spPr>
          </p:cxnSp>
        </p:grpSp>
        <p:sp>
          <p:nvSpPr>
            <p:cNvPr id="2099" name="Google Shape;2099;p35"/>
            <p:cNvSpPr txBox="1"/>
            <p:nvPr/>
          </p:nvSpPr>
          <p:spPr>
            <a:xfrm>
              <a:off x="2589766" y="5579855"/>
              <a:ext cx="12890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FDM cable</a:t>
              </a:r>
              <a:endParaRPr/>
            </a:p>
          </p:txBody>
        </p:sp>
        <p:sp>
          <p:nvSpPr>
            <p:cNvPr id="2100" name="Google Shape;2100;p35"/>
            <p:cNvSpPr/>
            <p:nvPr/>
          </p:nvSpPr>
          <p:spPr>
            <a:xfrm>
              <a:off x="5002905" y="5527821"/>
              <a:ext cx="1003515" cy="275129"/>
            </a:xfrm>
            <a:custGeom>
              <a:rect b="b" l="l" r="r" t="t"/>
              <a:pathLst>
                <a:path extrusionOk="0" h="437864" w="1937289">
                  <a:moveTo>
                    <a:pt x="0" y="228603"/>
                  </a:moveTo>
                  <a:cubicBezTo>
                    <a:pt x="33580" y="152403"/>
                    <a:pt x="49079" y="1294"/>
                    <a:pt x="100739" y="3"/>
                  </a:cubicBezTo>
                  <a:cubicBezTo>
                    <a:pt x="152399" y="-1288"/>
                    <a:pt x="223434" y="428790"/>
                    <a:pt x="286719" y="430081"/>
                  </a:cubicBezTo>
                  <a:cubicBezTo>
                    <a:pt x="350004" y="431372"/>
                    <a:pt x="414580" y="7106"/>
                    <a:pt x="480448" y="7752"/>
                  </a:cubicBezTo>
                  <a:cubicBezTo>
                    <a:pt x="546316" y="8398"/>
                    <a:pt x="617350" y="433956"/>
                    <a:pt x="681926" y="433956"/>
                  </a:cubicBezTo>
                  <a:cubicBezTo>
                    <a:pt x="746502" y="433956"/>
                    <a:pt x="804620" y="8398"/>
                    <a:pt x="867905" y="7752"/>
                  </a:cubicBezTo>
                  <a:cubicBezTo>
                    <a:pt x="931190" y="7106"/>
                    <a:pt x="997058" y="430727"/>
                    <a:pt x="1061634" y="430081"/>
                  </a:cubicBezTo>
                  <a:cubicBezTo>
                    <a:pt x="1126210" y="429435"/>
                    <a:pt x="1190141" y="3878"/>
                    <a:pt x="1255363" y="3878"/>
                  </a:cubicBezTo>
                  <a:cubicBezTo>
                    <a:pt x="1320585" y="3878"/>
                    <a:pt x="1389036" y="430081"/>
                    <a:pt x="1452966" y="430081"/>
                  </a:cubicBezTo>
                  <a:cubicBezTo>
                    <a:pt x="1516896" y="430081"/>
                    <a:pt x="1575015" y="2587"/>
                    <a:pt x="1638946" y="3878"/>
                  </a:cubicBezTo>
                  <a:cubicBezTo>
                    <a:pt x="1702877" y="5170"/>
                    <a:pt x="1764224" y="435247"/>
                    <a:pt x="1836550" y="437830"/>
                  </a:cubicBezTo>
                  <a:cubicBezTo>
                    <a:pt x="1908876" y="440413"/>
                    <a:pt x="1903709" y="295763"/>
                    <a:pt x="1937289" y="224729"/>
                  </a:cubicBezTo>
                </a:path>
              </a:pathLst>
            </a:custGeom>
            <a:no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2101" name="Google Shape;2101;p35"/>
            <p:cNvGrpSpPr/>
            <p:nvPr/>
          </p:nvGrpSpPr>
          <p:grpSpPr>
            <a:xfrm>
              <a:off x="5000976" y="4204816"/>
              <a:ext cx="907351" cy="280296"/>
              <a:chOff x="4298196" y="6444710"/>
              <a:chExt cx="907351" cy="280296"/>
            </a:xfrm>
          </p:grpSpPr>
          <p:sp>
            <p:nvSpPr>
              <p:cNvPr id="2102" name="Google Shape;2102;p35"/>
              <p:cNvSpPr/>
              <p:nvPr/>
            </p:nvSpPr>
            <p:spPr>
              <a:xfrm>
                <a:off x="4298196" y="6444710"/>
                <a:ext cx="455909" cy="275129"/>
              </a:xfrm>
              <a:custGeom>
                <a:rect b="b" l="l" r="r" t="t"/>
                <a:pathLst>
                  <a:path extrusionOk="0" h="437864" w="1937289">
                    <a:moveTo>
                      <a:pt x="0" y="228603"/>
                    </a:moveTo>
                    <a:cubicBezTo>
                      <a:pt x="33580" y="152403"/>
                      <a:pt x="49079" y="1294"/>
                      <a:pt x="100739" y="3"/>
                    </a:cubicBezTo>
                    <a:cubicBezTo>
                      <a:pt x="152399" y="-1288"/>
                      <a:pt x="223434" y="428790"/>
                      <a:pt x="286719" y="430081"/>
                    </a:cubicBezTo>
                    <a:cubicBezTo>
                      <a:pt x="350004" y="431372"/>
                      <a:pt x="414580" y="7106"/>
                      <a:pt x="480448" y="7752"/>
                    </a:cubicBezTo>
                    <a:cubicBezTo>
                      <a:pt x="546316" y="8398"/>
                      <a:pt x="617350" y="433956"/>
                      <a:pt x="681926" y="433956"/>
                    </a:cubicBezTo>
                    <a:cubicBezTo>
                      <a:pt x="746502" y="433956"/>
                      <a:pt x="804620" y="8398"/>
                      <a:pt x="867905" y="7752"/>
                    </a:cubicBezTo>
                    <a:cubicBezTo>
                      <a:pt x="931190" y="7106"/>
                      <a:pt x="997058" y="430727"/>
                      <a:pt x="1061634" y="430081"/>
                    </a:cubicBezTo>
                    <a:cubicBezTo>
                      <a:pt x="1126210" y="429435"/>
                      <a:pt x="1190141" y="3878"/>
                      <a:pt x="1255363" y="3878"/>
                    </a:cubicBezTo>
                    <a:cubicBezTo>
                      <a:pt x="1320585" y="3878"/>
                      <a:pt x="1389036" y="430081"/>
                      <a:pt x="1452966" y="430081"/>
                    </a:cubicBezTo>
                    <a:cubicBezTo>
                      <a:pt x="1516896" y="430081"/>
                      <a:pt x="1575015" y="2587"/>
                      <a:pt x="1638946" y="3878"/>
                    </a:cubicBezTo>
                    <a:cubicBezTo>
                      <a:pt x="1702877" y="5170"/>
                      <a:pt x="1764224" y="435247"/>
                      <a:pt x="1836550" y="437830"/>
                    </a:cubicBezTo>
                    <a:cubicBezTo>
                      <a:pt x="1908876" y="440413"/>
                      <a:pt x="1903709" y="295763"/>
                      <a:pt x="1937289" y="224729"/>
                    </a:cubicBezTo>
                  </a:path>
                </a:pathLst>
              </a:custGeom>
              <a:no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03" name="Google Shape;2103;p35"/>
              <p:cNvSpPr/>
              <p:nvPr/>
            </p:nvSpPr>
            <p:spPr>
              <a:xfrm>
                <a:off x="4749638" y="6449877"/>
                <a:ext cx="455909" cy="275129"/>
              </a:xfrm>
              <a:custGeom>
                <a:rect b="b" l="l" r="r" t="t"/>
                <a:pathLst>
                  <a:path extrusionOk="0" h="437864" w="1937289">
                    <a:moveTo>
                      <a:pt x="0" y="228603"/>
                    </a:moveTo>
                    <a:cubicBezTo>
                      <a:pt x="33580" y="152403"/>
                      <a:pt x="49079" y="1294"/>
                      <a:pt x="100739" y="3"/>
                    </a:cubicBezTo>
                    <a:cubicBezTo>
                      <a:pt x="152399" y="-1288"/>
                      <a:pt x="223434" y="428790"/>
                      <a:pt x="286719" y="430081"/>
                    </a:cubicBezTo>
                    <a:cubicBezTo>
                      <a:pt x="350004" y="431372"/>
                      <a:pt x="414580" y="7106"/>
                      <a:pt x="480448" y="7752"/>
                    </a:cubicBezTo>
                    <a:cubicBezTo>
                      <a:pt x="546316" y="8398"/>
                      <a:pt x="617350" y="433956"/>
                      <a:pt x="681926" y="433956"/>
                    </a:cubicBezTo>
                    <a:cubicBezTo>
                      <a:pt x="746502" y="433956"/>
                      <a:pt x="804620" y="8398"/>
                      <a:pt x="867905" y="7752"/>
                    </a:cubicBezTo>
                    <a:cubicBezTo>
                      <a:pt x="931190" y="7106"/>
                      <a:pt x="997058" y="430727"/>
                      <a:pt x="1061634" y="430081"/>
                    </a:cubicBezTo>
                    <a:cubicBezTo>
                      <a:pt x="1126210" y="429435"/>
                      <a:pt x="1190141" y="3878"/>
                      <a:pt x="1255363" y="3878"/>
                    </a:cubicBezTo>
                    <a:cubicBezTo>
                      <a:pt x="1320585" y="3878"/>
                      <a:pt x="1389036" y="430081"/>
                      <a:pt x="1452966" y="430081"/>
                    </a:cubicBezTo>
                    <a:cubicBezTo>
                      <a:pt x="1516896" y="430081"/>
                      <a:pt x="1575015" y="2587"/>
                      <a:pt x="1638946" y="3878"/>
                    </a:cubicBezTo>
                    <a:cubicBezTo>
                      <a:pt x="1702877" y="5170"/>
                      <a:pt x="1764224" y="435247"/>
                      <a:pt x="1836550" y="437830"/>
                    </a:cubicBezTo>
                    <a:cubicBezTo>
                      <a:pt x="1908876" y="440413"/>
                      <a:pt x="1903709" y="295763"/>
                      <a:pt x="1937289" y="224729"/>
                    </a:cubicBezTo>
                  </a:path>
                </a:pathLst>
              </a:custGeom>
              <a:no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2104" name="Google Shape;2104;p35"/>
            <p:cNvGrpSpPr/>
            <p:nvPr/>
          </p:nvGrpSpPr>
          <p:grpSpPr>
            <a:xfrm>
              <a:off x="4979505" y="4883429"/>
              <a:ext cx="993354" cy="277839"/>
              <a:chOff x="4343400" y="5348498"/>
              <a:chExt cx="993354" cy="277839"/>
            </a:xfrm>
          </p:grpSpPr>
          <p:sp>
            <p:nvSpPr>
              <p:cNvPr id="2105" name="Google Shape;2105;p35"/>
              <p:cNvSpPr/>
              <p:nvPr/>
            </p:nvSpPr>
            <p:spPr>
              <a:xfrm>
                <a:off x="4343400" y="5348498"/>
                <a:ext cx="614122" cy="275129"/>
              </a:xfrm>
              <a:custGeom>
                <a:rect b="b" l="l" r="r" t="t"/>
                <a:pathLst>
                  <a:path extrusionOk="0" h="437864" w="1937289">
                    <a:moveTo>
                      <a:pt x="0" y="228603"/>
                    </a:moveTo>
                    <a:cubicBezTo>
                      <a:pt x="33580" y="152403"/>
                      <a:pt x="49079" y="1294"/>
                      <a:pt x="100739" y="3"/>
                    </a:cubicBezTo>
                    <a:cubicBezTo>
                      <a:pt x="152399" y="-1288"/>
                      <a:pt x="223434" y="428790"/>
                      <a:pt x="286719" y="430081"/>
                    </a:cubicBezTo>
                    <a:cubicBezTo>
                      <a:pt x="350004" y="431372"/>
                      <a:pt x="414580" y="7106"/>
                      <a:pt x="480448" y="7752"/>
                    </a:cubicBezTo>
                    <a:cubicBezTo>
                      <a:pt x="546316" y="8398"/>
                      <a:pt x="617350" y="433956"/>
                      <a:pt x="681926" y="433956"/>
                    </a:cubicBezTo>
                    <a:cubicBezTo>
                      <a:pt x="746502" y="433956"/>
                      <a:pt x="804620" y="8398"/>
                      <a:pt x="867905" y="7752"/>
                    </a:cubicBezTo>
                    <a:cubicBezTo>
                      <a:pt x="931190" y="7106"/>
                      <a:pt x="997058" y="430727"/>
                      <a:pt x="1061634" y="430081"/>
                    </a:cubicBezTo>
                    <a:cubicBezTo>
                      <a:pt x="1126210" y="429435"/>
                      <a:pt x="1190141" y="3878"/>
                      <a:pt x="1255363" y="3878"/>
                    </a:cubicBezTo>
                    <a:cubicBezTo>
                      <a:pt x="1320585" y="3878"/>
                      <a:pt x="1389036" y="430081"/>
                      <a:pt x="1452966" y="430081"/>
                    </a:cubicBezTo>
                    <a:cubicBezTo>
                      <a:pt x="1516896" y="430081"/>
                      <a:pt x="1575015" y="2587"/>
                      <a:pt x="1638946" y="3878"/>
                    </a:cubicBezTo>
                    <a:cubicBezTo>
                      <a:pt x="1702877" y="5170"/>
                      <a:pt x="1764224" y="435247"/>
                      <a:pt x="1836550" y="437830"/>
                    </a:cubicBezTo>
                    <a:cubicBezTo>
                      <a:pt x="1908876" y="440413"/>
                      <a:pt x="1903709" y="295763"/>
                      <a:pt x="1937289" y="224729"/>
                    </a:cubicBezTo>
                  </a:path>
                </a:pathLst>
              </a:custGeom>
              <a:no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06" name="Google Shape;2106;p35"/>
              <p:cNvSpPr/>
              <p:nvPr/>
            </p:nvSpPr>
            <p:spPr>
              <a:xfrm>
                <a:off x="4951503" y="5353664"/>
                <a:ext cx="385251" cy="272673"/>
              </a:xfrm>
              <a:custGeom>
                <a:rect b="b" l="l" r="r" t="t"/>
                <a:pathLst>
                  <a:path extrusionOk="0" h="433956" w="1215300">
                    <a:moveTo>
                      <a:pt x="0" y="228603"/>
                    </a:moveTo>
                    <a:cubicBezTo>
                      <a:pt x="33580" y="152403"/>
                      <a:pt x="49079" y="1294"/>
                      <a:pt x="100739" y="3"/>
                    </a:cubicBezTo>
                    <a:cubicBezTo>
                      <a:pt x="152399" y="-1288"/>
                      <a:pt x="223434" y="428790"/>
                      <a:pt x="286719" y="430081"/>
                    </a:cubicBezTo>
                    <a:cubicBezTo>
                      <a:pt x="350004" y="431372"/>
                      <a:pt x="414580" y="7106"/>
                      <a:pt x="480448" y="7752"/>
                    </a:cubicBezTo>
                    <a:cubicBezTo>
                      <a:pt x="546316" y="8398"/>
                      <a:pt x="617350" y="433956"/>
                      <a:pt x="681926" y="433956"/>
                    </a:cubicBezTo>
                    <a:cubicBezTo>
                      <a:pt x="746502" y="433956"/>
                      <a:pt x="804620" y="8398"/>
                      <a:pt x="867905" y="7752"/>
                    </a:cubicBezTo>
                    <a:cubicBezTo>
                      <a:pt x="931190" y="7106"/>
                      <a:pt x="1003735" y="397882"/>
                      <a:pt x="1061634" y="430081"/>
                    </a:cubicBezTo>
                    <a:cubicBezTo>
                      <a:pt x="1119533" y="462280"/>
                      <a:pt x="1190142" y="281793"/>
                      <a:pt x="1215300" y="200945"/>
                    </a:cubicBezTo>
                  </a:path>
                </a:pathLst>
              </a:custGeom>
              <a:no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2107" name="Google Shape;2107;p3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Link Layer </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5"/>
                                        </p:tgtEl>
                                        <p:attrNameLst>
                                          <p:attrName>style.visibility</p:attrName>
                                        </p:attrNameLst>
                                      </p:cBhvr>
                                      <p:to>
                                        <p:strVal val="visible"/>
                                      </p:to>
                                    </p:set>
                                    <p:animEffect filter="fade" transition="in">
                                      <p:cBhvr>
                                        <p:cTn dur="500"/>
                                        <p:tgtEl>
                                          <p:spTgt spid="20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2" name="Shape 2112"/>
        <p:cNvGrpSpPr/>
        <p:nvPr/>
      </p:nvGrpSpPr>
      <p:grpSpPr>
        <a:xfrm>
          <a:off x="0" y="0"/>
          <a:ext cx="0" cy="0"/>
          <a:chOff x="0" y="0"/>
          <a:chExt cx="0" cy="0"/>
        </a:xfrm>
      </p:grpSpPr>
      <p:sp>
        <p:nvSpPr>
          <p:cNvPr id="2113" name="Google Shape;2113;p36"/>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b="0" lang="en-US">
                <a:latin typeface="Calibri"/>
                <a:ea typeface="Calibri"/>
                <a:cs typeface="Calibri"/>
                <a:sym typeface="Calibri"/>
              </a:rPr>
              <a:t>Random access protocols</a:t>
            </a:r>
            <a:endParaRPr b="0" sz="4400">
              <a:latin typeface="Calibri"/>
              <a:ea typeface="Calibri"/>
              <a:cs typeface="Calibri"/>
              <a:sym typeface="Calibri"/>
            </a:endParaRPr>
          </a:p>
        </p:txBody>
      </p:sp>
      <p:sp>
        <p:nvSpPr>
          <p:cNvPr id="2114" name="Google Shape;2114;p36"/>
          <p:cNvSpPr txBox="1"/>
          <p:nvPr/>
        </p:nvSpPr>
        <p:spPr>
          <a:xfrm>
            <a:off x="799736" y="1280077"/>
            <a:ext cx="6376316" cy="5419381"/>
          </a:xfrm>
          <a:prstGeom prst="rect">
            <a:avLst/>
          </a:prstGeom>
          <a:noFill/>
          <a:ln>
            <a:noFill/>
          </a:ln>
        </p:spPr>
        <p:txBody>
          <a:bodyPr anchorCtr="0" anchor="t" bIns="45700" lIns="91425" spcFirstLastPara="1" rIns="91425" wrap="square" tIns="45700">
            <a:normAutofit/>
          </a:bodyPr>
          <a:lstStyle/>
          <a:p>
            <a:pPr indent="-274638" lvl="0" marL="287338" marR="0" rtl="0" algn="l">
              <a:lnSpc>
                <a:spcPct val="85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when node has packet to send</a:t>
            </a:r>
            <a:endParaRPr/>
          </a:p>
          <a:p>
            <a:pPr indent="-231775" lvl="1" marL="695325" marR="0" rtl="0" algn="l">
              <a:lnSpc>
                <a:spcPct val="85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transmit at full channel data rate R</a:t>
            </a:r>
            <a:endParaRPr/>
          </a:p>
          <a:p>
            <a:pPr indent="-231775" lvl="1" marL="695325" marR="0" rtl="0" algn="l">
              <a:lnSpc>
                <a:spcPct val="85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no </a:t>
            </a:r>
            <a:r>
              <a:rPr b="0" i="1" lang="en-US" sz="2800" u="none" cap="none" strike="noStrike">
                <a:solidFill>
                  <a:srgbClr val="000000"/>
                </a:solidFill>
                <a:latin typeface="Calibri"/>
                <a:ea typeface="Calibri"/>
                <a:cs typeface="Calibri"/>
                <a:sym typeface="Calibri"/>
              </a:rPr>
              <a:t>a priori</a:t>
            </a:r>
            <a:r>
              <a:rPr b="0" i="0" lang="en-US" sz="2800" u="none" cap="none" strike="noStrike">
                <a:solidFill>
                  <a:srgbClr val="000000"/>
                </a:solidFill>
                <a:latin typeface="Calibri"/>
                <a:ea typeface="Calibri"/>
                <a:cs typeface="Calibri"/>
                <a:sym typeface="Calibri"/>
              </a:rPr>
              <a:t> coordination among nodes</a:t>
            </a:r>
            <a:endParaRPr/>
          </a:p>
          <a:p>
            <a:pPr indent="-274638" lvl="0" marL="287338" marR="0" rtl="0" algn="l">
              <a:lnSpc>
                <a:spcPct val="85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two or more transmitting nodes: “collision” </a:t>
            </a:r>
            <a:endParaRPr/>
          </a:p>
        </p:txBody>
      </p:sp>
      <p:sp>
        <p:nvSpPr>
          <p:cNvPr id="2115" name="Google Shape;2115;p36"/>
          <p:cNvSpPr txBox="1"/>
          <p:nvPr/>
        </p:nvSpPr>
        <p:spPr>
          <a:xfrm>
            <a:off x="798443" y="3698600"/>
            <a:ext cx="11393557" cy="2940740"/>
          </a:xfrm>
          <a:prstGeom prst="rect">
            <a:avLst/>
          </a:prstGeom>
          <a:noFill/>
          <a:ln>
            <a:noFill/>
          </a:ln>
        </p:spPr>
        <p:txBody>
          <a:bodyPr anchorCtr="0" anchor="t" bIns="45700" lIns="91425" spcFirstLastPara="1" rIns="91425" wrap="square" tIns="45700">
            <a:normAutofit/>
          </a:bodyPr>
          <a:lstStyle/>
          <a:p>
            <a:pPr indent="-274638" lvl="0" marL="287338" marR="0" rtl="0" algn="l">
              <a:lnSpc>
                <a:spcPct val="85000"/>
              </a:lnSpc>
              <a:spcBef>
                <a:spcPts val="0"/>
              </a:spcBef>
              <a:spcAft>
                <a:spcPts val="0"/>
              </a:spcAft>
              <a:buClr>
                <a:srgbClr val="0000A3"/>
              </a:buClr>
              <a:buSzPts val="3200"/>
              <a:buFont typeface="Noto Sans Symbols"/>
              <a:buChar char="▪"/>
            </a:pPr>
            <a:r>
              <a:rPr b="0" i="0" lang="en-US" sz="3200" u="none" cap="none" strike="noStrike">
                <a:solidFill>
                  <a:srgbClr val="C00000"/>
                </a:solidFill>
                <a:latin typeface="Calibri"/>
                <a:ea typeface="Calibri"/>
                <a:cs typeface="Calibri"/>
                <a:sym typeface="Calibri"/>
              </a:rPr>
              <a:t>random access protocol </a:t>
            </a:r>
            <a:r>
              <a:rPr b="0" i="0" lang="en-US" sz="3200" u="none" cap="none" strike="noStrike">
                <a:solidFill>
                  <a:srgbClr val="000000"/>
                </a:solidFill>
                <a:latin typeface="Calibri"/>
                <a:ea typeface="Calibri"/>
                <a:cs typeface="Calibri"/>
                <a:sym typeface="Calibri"/>
              </a:rPr>
              <a:t>specifies: </a:t>
            </a:r>
            <a:endParaRPr/>
          </a:p>
          <a:p>
            <a:pPr indent="-231775" lvl="1" marL="695325" marR="0" rtl="0" algn="l">
              <a:lnSpc>
                <a:spcPct val="85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how to detect collisions</a:t>
            </a:r>
            <a:endParaRPr/>
          </a:p>
          <a:p>
            <a:pPr indent="-231775" lvl="1" marL="695325" marR="0" rtl="0" algn="l">
              <a:lnSpc>
                <a:spcPct val="85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how to recover from collisions (e.g., via delayed retransmissions)</a:t>
            </a:r>
            <a:endParaRPr/>
          </a:p>
          <a:p>
            <a:pPr indent="-274638" lvl="0" marL="287338" marR="0" rtl="0" algn="l">
              <a:lnSpc>
                <a:spcPct val="85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examples of random access MAC protocols:</a:t>
            </a:r>
            <a:endParaRPr/>
          </a:p>
          <a:p>
            <a:pPr indent="-231775" lvl="1" marL="695325" marR="0" rtl="0" algn="l">
              <a:lnSpc>
                <a:spcPct val="85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ALOHA, slotted ALOHA</a:t>
            </a:r>
            <a:endParaRPr/>
          </a:p>
          <a:p>
            <a:pPr indent="-231775" lvl="1" marL="695325" marR="0" rtl="0" algn="l">
              <a:lnSpc>
                <a:spcPct val="85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CSMA, CSMA/CD, CSMA/CA</a:t>
            </a:r>
            <a:endParaRPr/>
          </a:p>
        </p:txBody>
      </p:sp>
      <p:sp>
        <p:nvSpPr>
          <p:cNvPr id="2116" name="Google Shape;2116;p3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Link Layer </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4">
                                            <p:txEl>
                                              <p:pRg end="0" st="0"/>
                                            </p:txEl>
                                          </p:spTgt>
                                        </p:tgtEl>
                                        <p:attrNameLst>
                                          <p:attrName>style.visibility</p:attrName>
                                        </p:attrNameLst>
                                      </p:cBhvr>
                                      <p:to>
                                        <p:strVal val="visible"/>
                                      </p:to>
                                    </p:set>
                                    <p:animEffect filter="fade" transition="in">
                                      <p:cBhvr>
                                        <p:cTn dur="500"/>
                                        <p:tgtEl>
                                          <p:spTgt spid="211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4">
                                            <p:txEl>
                                              <p:pRg end="1" st="1"/>
                                            </p:txEl>
                                          </p:spTgt>
                                        </p:tgtEl>
                                        <p:attrNameLst>
                                          <p:attrName>style.visibility</p:attrName>
                                        </p:attrNameLst>
                                      </p:cBhvr>
                                      <p:to>
                                        <p:strVal val="visible"/>
                                      </p:to>
                                    </p:set>
                                    <p:animEffect filter="fade" transition="in">
                                      <p:cBhvr>
                                        <p:cTn dur="500"/>
                                        <p:tgtEl>
                                          <p:spTgt spid="211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4">
                                            <p:txEl>
                                              <p:pRg end="2" st="2"/>
                                            </p:txEl>
                                          </p:spTgt>
                                        </p:tgtEl>
                                        <p:attrNameLst>
                                          <p:attrName>style.visibility</p:attrName>
                                        </p:attrNameLst>
                                      </p:cBhvr>
                                      <p:to>
                                        <p:strVal val="visible"/>
                                      </p:to>
                                    </p:set>
                                    <p:animEffect filter="fade" transition="in">
                                      <p:cBhvr>
                                        <p:cTn dur="500"/>
                                        <p:tgtEl>
                                          <p:spTgt spid="211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4">
                                            <p:txEl>
                                              <p:pRg end="3" st="3"/>
                                            </p:txEl>
                                          </p:spTgt>
                                        </p:tgtEl>
                                        <p:attrNameLst>
                                          <p:attrName>style.visibility</p:attrName>
                                        </p:attrNameLst>
                                      </p:cBhvr>
                                      <p:to>
                                        <p:strVal val="visible"/>
                                      </p:to>
                                    </p:set>
                                    <p:animEffect filter="fade" transition="in">
                                      <p:cBhvr>
                                        <p:cTn dur="500"/>
                                        <p:tgtEl>
                                          <p:spTgt spid="211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5">
                                            <p:txEl>
                                              <p:pRg end="0" st="0"/>
                                            </p:txEl>
                                          </p:spTgt>
                                        </p:tgtEl>
                                        <p:attrNameLst>
                                          <p:attrName>style.visibility</p:attrName>
                                        </p:attrNameLst>
                                      </p:cBhvr>
                                      <p:to>
                                        <p:strVal val="visible"/>
                                      </p:to>
                                    </p:set>
                                    <p:animEffect filter="fade" transition="in">
                                      <p:cBhvr>
                                        <p:cTn dur="500"/>
                                        <p:tgtEl>
                                          <p:spTgt spid="211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5">
                                            <p:txEl>
                                              <p:pRg end="1" st="1"/>
                                            </p:txEl>
                                          </p:spTgt>
                                        </p:tgtEl>
                                        <p:attrNameLst>
                                          <p:attrName>style.visibility</p:attrName>
                                        </p:attrNameLst>
                                      </p:cBhvr>
                                      <p:to>
                                        <p:strVal val="visible"/>
                                      </p:to>
                                    </p:set>
                                    <p:animEffect filter="fade" transition="in">
                                      <p:cBhvr>
                                        <p:cTn dur="500"/>
                                        <p:tgtEl>
                                          <p:spTgt spid="211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5">
                                            <p:txEl>
                                              <p:pRg end="2" st="2"/>
                                            </p:txEl>
                                          </p:spTgt>
                                        </p:tgtEl>
                                        <p:attrNameLst>
                                          <p:attrName>style.visibility</p:attrName>
                                        </p:attrNameLst>
                                      </p:cBhvr>
                                      <p:to>
                                        <p:strVal val="visible"/>
                                      </p:to>
                                    </p:set>
                                    <p:animEffect filter="fade" transition="in">
                                      <p:cBhvr>
                                        <p:cTn dur="500"/>
                                        <p:tgtEl>
                                          <p:spTgt spid="211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5">
                                            <p:txEl>
                                              <p:pRg end="3" st="3"/>
                                            </p:txEl>
                                          </p:spTgt>
                                        </p:tgtEl>
                                        <p:attrNameLst>
                                          <p:attrName>style.visibility</p:attrName>
                                        </p:attrNameLst>
                                      </p:cBhvr>
                                      <p:to>
                                        <p:strVal val="visible"/>
                                      </p:to>
                                    </p:set>
                                    <p:animEffect filter="fade" transition="in">
                                      <p:cBhvr>
                                        <p:cTn dur="500"/>
                                        <p:tgtEl>
                                          <p:spTgt spid="211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5">
                                            <p:txEl>
                                              <p:pRg end="4" st="4"/>
                                            </p:txEl>
                                          </p:spTgt>
                                        </p:tgtEl>
                                        <p:attrNameLst>
                                          <p:attrName>style.visibility</p:attrName>
                                        </p:attrNameLst>
                                      </p:cBhvr>
                                      <p:to>
                                        <p:strVal val="visible"/>
                                      </p:to>
                                    </p:set>
                                    <p:animEffect filter="fade" transition="in">
                                      <p:cBhvr>
                                        <p:cTn dur="500"/>
                                        <p:tgtEl>
                                          <p:spTgt spid="211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5">
                                            <p:txEl>
                                              <p:pRg end="5" st="5"/>
                                            </p:txEl>
                                          </p:spTgt>
                                        </p:tgtEl>
                                        <p:attrNameLst>
                                          <p:attrName>style.visibility</p:attrName>
                                        </p:attrNameLst>
                                      </p:cBhvr>
                                      <p:to>
                                        <p:strVal val="visible"/>
                                      </p:to>
                                    </p:set>
                                    <p:animEffect filter="fade" transition="in">
                                      <p:cBhvr>
                                        <p:cTn dur="500"/>
                                        <p:tgtEl>
                                          <p:spTgt spid="2115">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1" name="Shape 2121"/>
        <p:cNvGrpSpPr/>
        <p:nvPr/>
      </p:nvGrpSpPr>
      <p:grpSpPr>
        <a:xfrm>
          <a:off x="0" y="0"/>
          <a:ext cx="0" cy="0"/>
          <a:chOff x="0" y="0"/>
          <a:chExt cx="0" cy="0"/>
        </a:xfrm>
      </p:grpSpPr>
      <p:sp>
        <p:nvSpPr>
          <p:cNvPr id="2122" name="Google Shape;2122;p37"/>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b="0" lang="en-US">
                <a:latin typeface="Calibri"/>
                <a:ea typeface="Calibri"/>
                <a:cs typeface="Calibri"/>
                <a:sym typeface="Calibri"/>
              </a:rPr>
              <a:t>Slotted ALOHA</a:t>
            </a:r>
            <a:endParaRPr b="0" sz="4400">
              <a:latin typeface="Calibri"/>
              <a:ea typeface="Calibri"/>
              <a:cs typeface="Calibri"/>
              <a:sym typeface="Calibri"/>
            </a:endParaRPr>
          </a:p>
        </p:txBody>
      </p:sp>
      <p:sp>
        <p:nvSpPr>
          <p:cNvPr id="2123" name="Google Shape;2123;p37"/>
          <p:cNvSpPr txBox="1"/>
          <p:nvPr/>
        </p:nvSpPr>
        <p:spPr>
          <a:xfrm>
            <a:off x="893218" y="2309845"/>
            <a:ext cx="5104641" cy="46482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0000A8"/>
                </a:solidFill>
                <a:latin typeface="Calibri"/>
                <a:ea typeface="Calibri"/>
                <a:cs typeface="Calibri"/>
                <a:sym typeface="Calibri"/>
              </a:rPr>
              <a:t>assumptions</a:t>
            </a:r>
            <a:r>
              <a:rPr b="0" i="0" lang="en-US" sz="2800" u="none" cap="none" strike="noStrike">
                <a:solidFill>
                  <a:srgbClr val="0000A8"/>
                </a:solidFill>
                <a:latin typeface="Calibri"/>
                <a:ea typeface="Calibri"/>
                <a:cs typeface="Calibri"/>
                <a:sym typeface="Calibri"/>
              </a:rPr>
              <a:t>:</a:t>
            </a:r>
            <a:endParaRPr/>
          </a:p>
          <a:p>
            <a:pPr indent="-222250" lvl="0" marL="404813"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all frames same size</a:t>
            </a:r>
            <a:endParaRPr/>
          </a:p>
          <a:p>
            <a:pPr indent="-222250" lvl="0" marL="404813"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time divided into equal size slots (time to transmit 1 frame)</a:t>
            </a:r>
            <a:endParaRPr/>
          </a:p>
          <a:p>
            <a:pPr indent="-222250" lvl="0" marL="404813"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nodes start to transmit only slot beginning </a:t>
            </a:r>
            <a:endParaRPr/>
          </a:p>
          <a:p>
            <a:pPr indent="-222250" lvl="0" marL="404813"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nodes are synchronized</a:t>
            </a:r>
            <a:endParaRPr/>
          </a:p>
          <a:p>
            <a:pPr indent="-222250" lvl="0" marL="404813"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if 2 or more nodes transmit in slot, all nodes detect collision</a:t>
            </a:r>
            <a:endParaRPr b="0" i="0" sz="2400" u="none" cap="none" strike="noStrike">
              <a:solidFill>
                <a:srgbClr val="000000"/>
              </a:solidFill>
              <a:latin typeface="Calibri"/>
              <a:ea typeface="Calibri"/>
              <a:cs typeface="Calibri"/>
              <a:sym typeface="Calibri"/>
            </a:endParaRPr>
          </a:p>
        </p:txBody>
      </p:sp>
      <p:sp>
        <p:nvSpPr>
          <p:cNvPr id="2124" name="Google Shape;2124;p37"/>
          <p:cNvSpPr txBox="1"/>
          <p:nvPr/>
        </p:nvSpPr>
        <p:spPr>
          <a:xfrm>
            <a:off x="6440557" y="1447181"/>
            <a:ext cx="5168347" cy="46482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0000A8"/>
                </a:solidFill>
                <a:latin typeface="Calibri"/>
                <a:ea typeface="Calibri"/>
                <a:cs typeface="Calibri"/>
                <a:sym typeface="Calibri"/>
              </a:rPr>
              <a:t>operation:</a:t>
            </a:r>
            <a:endParaRPr/>
          </a:p>
          <a:p>
            <a:pPr indent="-234950" lvl="0" marL="457200"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when node obtains fresh frame, transmits in next slot</a:t>
            </a:r>
            <a:endParaRPr/>
          </a:p>
          <a:p>
            <a:pPr indent="-236537" lvl="1" marL="746125" marR="0" rtl="0" algn="l">
              <a:lnSpc>
                <a:spcPct val="100000"/>
              </a:lnSpc>
              <a:spcBef>
                <a:spcPts val="500"/>
              </a:spcBef>
              <a:spcAft>
                <a:spcPts val="0"/>
              </a:spcAft>
              <a:buClr>
                <a:srgbClr val="0000A8"/>
              </a:buClr>
              <a:buSzPts val="2800"/>
              <a:buFont typeface="Arial"/>
              <a:buChar char="•"/>
            </a:pPr>
            <a:r>
              <a:rPr b="0" i="1" lang="en-US" sz="2800" u="none" cap="none" strike="noStrike">
                <a:solidFill>
                  <a:srgbClr val="C00000"/>
                </a:solidFill>
                <a:latin typeface="Calibri"/>
                <a:ea typeface="Calibri"/>
                <a:cs typeface="Calibri"/>
                <a:sym typeface="Calibri"/>
              </a:rPr>
              <a:t>if no collision:</a:t>
            </a:r>
            <a:r>
              <a:rPr b="0" i="0" lang="en-US" sz="2800" u="none" cap="none" strike="noStrike">
                <a:solidFill>
                  <a:srgbClr val="C00000"/>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node can send new frame in next slot</a:t>
            </a:r>
            <a:endParaRPr/>
          </a:p>
          <a:p>
            <a:pPr indent="-236537" lvl="1" marL="746125" marR="0" rtl="0" algn="l">
              <a:lnSpc>
                <a:spcPct val="100000"/>
              </a:lnSpc>
              <a:spcBef>
                <a:spcPts val="500"/>
              </a:spcBef>
              <a:spcAft>
                <a:spcPts val="0"/>
              </a:spcAft>
              <a:buClr>
                <a:srgbClr val="0000A8"/>
              </a:buClr>
              <a:buSzPts val="2800"/>
              <a:buFont typeface="Arial"/>
              <a:buChar char="•"/>
            </a:pPr>
            <a:r>
              <a:rPr b="0" i="1" lang="en-US" sz="2800" u="none" cap="none" strike="noStrike">
                <a:solidFill>
                  <a:srgbClr val="C00000"/>
                </a:solidFill>
                <a:latin typeface="Calibri"/>
                <a:ea typeface="Calibri"/>
                <a:cs typeface="Calibri"/>
                <a:sym typeface="Calibri"/>
              </a:rPr>
              <a:t>if collision:</a:t>
            </a:r>
            <a:r>
              <a:rPr b="0" i="0" lang="en-US" sz="2800" u="none" cap="none" strike="noStrike">
                <a:solidFill>
                  <a:srgbClr val="C00000"/>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node retransmits frame in each subsequent slot with probability </a:t>
            </a:r>
            <a:r>
              <a:rPr b="0" i="1" lang="en-US" sz="2800" u="none" cap="none" strike="noStrike">
                <a:solidFill>
                  <a:srgbClr val="000000"/>
                </a:solidFill>
                <a:latin typeface="Calibri"/>
                <a:ea typeface="Calibri"/>
                <a:cs typeface="Calibri"/>
                <a:sym typeface="Calibri"/>
              </a:rPr>
              <a:t>p</a:t>
            </a:r>
            <a:r>
              <a:rPr b="0" i="0" lang="en-US" sz="2800" u="none" cap="none" strike="noStrike">
                <a:solidFill>
                  <a:srgbClr val="000000"/>
                </a:solidFill>
                <a:latin typeface="Calibri"/>
                <a:ea typeface="Calibri"/>
                <a:cs typeface="Calibri"/>
                <a:sym typeface="Calibri"/>
              </a:rPr>
              <a:t> until success</a:t>
            </a:r>
            <a:endParaRPr/>
          </a:p>
        </p:txBody>
      </p:sp>
      <p:grpSp>
        <p:nvGrpSpPr>
          <p:cNvPr id="2125" name="Google Shape;2125;p37"/>
          <p:cNvGrpSpPr/>
          <p:nvPr/>
        </p:nvGrpSpPr>
        <p:grpSpPr>
          <a:xfrm>
            <a:off x="7222435" y="4651513"/>
            <a:ext cx="3379304" cy="1707369"/>
            <a:chOff x="7222435" y="4651513"/>
            <a:chExt cx="3379304" cy="1707369"/>
          </a:xfrm>
        </p:grpSpPr>
        <p:sp>
          <p:nvSpPr>
            <p:cNvPr id="2126" name="Google Shape;2126;p37"/>
            <p:cNvSpPr txBox="1"/>
            <p:nvPr/>
          </p:nvSpPr>
          <p:spPr>
            <a:xfrm>
              <a:off x="7222435" y="5897217"/>
              <a:ext cx="2942665"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0" lang="en-US" sz="2400" u="none" cap="none" strike="noStrike">
                  <a:solidFill>
                    <a:srgbClr val="C00000"/>
                  </a:solidFill>
                  <a:latin typeface="Calibri"/>
                  <a:ea typeface="Calibri"/>
                  <a:cs typeface="Calibri"/>
                  <a:sym typeface="Calibri"/>
                </a:rPr>
                <a:t>randomization </a:t>
              </a:r>
              <a:r>
                <a:rPr b="0" i="0" lang="en-US" sz="2400" u="none" cap="none" strike="noStrike">
                  <a:solidFill>
                    <a:srgbClr val="000000"/>
                  </a:solidFill>
                  <a:latin typeface="Calibri"/>
                  <a:ea typeface="Calibri"/>
                  <a:cs typeface="Calibri"/>
                  <a:sym typeface="Calibri"/>
                </a:rPr>
                <a:t>– </a:t>
              </a:r>
              <a:r>
                <a:rPr b="0" i="1" lang="en-US" sz="2400" u="none" cap="none" strike="noStrike">
                  <a:solidFill>
                    <a:srgbClr val="000000"/>
                  </a:solidFill>
                  <a:latin typeface="Calibri"/>
                  <a:ea typeface="Calibri"/>
                  <a:cs typeface="Calibri"/>
                  <a:sym typeface="Calibri"/>
                </a:rPr>
                <a:t>why</a:t>
              </a:r>
              <a:r>
                <a:rPr b="0" i="0" lang="en-US" sz="2400" u="none" cap="none" strike="noStrike">
                  <a:solidFill>
                    <a:srgbClr val="000000"/>
                  </a:solidFill>
                  <a:latin typeface="Calibri"/>
                  <a:ea typeface="Calibri"/>
                  <a:cs typeface="Calibri"/>
                  <a:sym typeface="Calibri"/>
                </a:rPr>
                <a:t>?</a:t>
              </a:r>
              <a:endParaRPr/>
            </a:p>
          </p:txBody>
        </p:sp>
        <p:sp>
          <p:nvSpPr>
            <p:cNvPr id="2127" name="Google Shape;2127;p37"/>
            <p:cNvSpPr/>
            <p:nvPr/>
          </p:nvSpPr>
          <p:spPr>
            <a:xfrm>
              <a:off x="10058399" y="4651513"/>
              <a:ext cx="543340" cy="543340"/>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2128" name="Google Shape;2128;p37"/>
            <p:cNvCxnSpPr/>
            <p:nvPr/>
          </p:nvCxnSpPr>
          <p:spPr>
            <a:xfrm flipH="1">
              <a:off x="8468481" y="5181601"/>
              <a:ext cx="1636301" cy="702364"/>
            </a:xfrm>
            <a:prstGeom prst="straightConnector1">
              <a:avLst/>
            </a:prstGeom>
            <a:noFill/>
            <a:ln cap="flat" cmpd="sng" w="15875">
              <a:solidFill>
                <a:srgbClr val="C00000"/>
              </a:solidFill>
              <a:prstDash val="solid"/>
              <a:miter lim="800000"/>
              <a:headEnd len="sm" w="sm" type="none"/>
              <a:tailEnd len="sm" w="sm" type="none"/>
            </a:ln>
          </p:spPr>
        </p:cxnSp>
      </p:grpSp>
      <p:grpSp>
        <p:nvGrpSpPr>
          <p:cNvPr id="2129" name="Google Shape;2129;p37"/>
          <p:cNvGrpSpPr/>
          <p:nvPr/>
        </p:nvGrpSpPr>
        <p:grpSpPr>
          <a:xfrm>
            <a:off x="750225" y="1590726"/>
            <a:ext cx="5379777" cy="616012"/>
            <a:chOff x="1060780" y="6095491"/>
            <a:chExt cx="5379777" cy="616012"/>
          </a:xfrm>
        </p:grpSpPr>
        <p:cxnSp>
          <p:nvCxnSpPr>
            <p:cNvPr id="2130" name="Google Shape;2130;p37"/>
            <p:cNvCxnSpPr/>
            <p:nvPr/>
          </p:nvCxnSpPr>
          <p:spPr>
            <a:xfrm>
              <a:off x="1230382" y="6205029"/>
              <a:ext cx="5210175" cy="0"/>
            </a:xfrm>
            <a:prstGeom prst="straightConnector1">
              <a:avLst/>
            </a:prstGeom>
            <a:noFill/>
            <a:ln cap="flat" cmpd="sng" w="9525">
              <a:solidFill>
                <a:srgbClr val="000000"/>
              </a:solidFill>
              <a:prstDash val="solid"/>
              <a:round/>
              <a:headEnd len="med" w="med" type="none"/>
              <a:tailEnd len="med" w="med" type="none"/>
            </a:ln>
          </p:spPr>
        </p:cxnSp>
        <p:cxnSp>
          <p:nvCxnSpPr>
            <p:cNvPr id="2131" name="Google Shape;2131;p37"/>
            <p:cNvCxnSpPr/>
            <p:nvPr/>
          </p:nvCxnSpPr>
          <p:spPr>
            <a:xfrm>
              <a:off x="1233557" y="6105016"/>
              <a:ext cx="0" cy="212725"/>
            </a:xfrm>
            <a:prstGeom prst="straightConnector1">
              <a:avLst/>
            </a:prstGeom>
            <a:noFill/>
            <a:ln cap="flat" cmpd="sng" w="19050">
              <a:solidFill>
                <a:srgbClr val="000000"/>
              </a:solidFill>
              <a:prstDash val="solid"/>
              <a:round/>
              <a:headEnd len="med" w="med" type="none"/>
              <a:tailEnd len="med" w="med" type="none"/>
            </a:ln>
          </p:spPr>
        </p:cxnSp>
        <p:cxnSp>
          <p:nvCxnSpPr>
            <p:cNvPr id="2132" name="Google Shape;2132;p37"/>
            <p:cNvCxnSpPr/>
            <p:nvPr/>
          </p:nvCxnSpPr>
          <p:spPr>
            <a:xfrm>
              <a:off x="1733619" y="6105016"/>
              <a:ext cx="0" cy="212725"/>
            </a:xfrm>
            <a:prstGeom prst="straightConnector1">
              <a:avLst/>
            </a:prstGeom>
            <a:noFill/>
            <a:ln cap="flat" cmpd="sng" w="19050">
              <a:solidFill>
                <a:srgbClr val="000000"/>
              </a:solidFill>
              <a:prstDash val="solid"/>
              <a:round/>
              <a:headEnd len="med" w="med" type="none"/>
              <a:tailEnd len="med" w="med" type="none"/>
            </a:ln>
          </p:spPr>
        </p:cxnSp>
        <p:cxnSp>
          <p:nvCxnSpPr>
            <p:cNvPr id="2133" name="Google Shape;2133;p37"/>
            <p:cNvCxnSpPr/>
            <p:nvPr/>
          </p:nvCxnSpPr>
          <p:spPr>
            <a:xfrm>
              <a:off x="2236857" y="6101841"/>
              <a:ext cx="0" cy="212725"/>
            </a:xfrm>
            <a:prstGeom prst="straightConnector1">
              <a:avLst/>
            </a:prstGeom>
            <a:noFill/>
            <a:ln cap="flat" cmpd="sng" w="19050">
              <a:solidFill>
                <a:srgbClr val="000000"/>
              </a:solidFill>
              <a:prstDash val="solid"/>
              <a:round/>
              <a:headEnd len="med" w="med" type="none"/>
              <a:tailEnd len="med" w="med" type="none"/>
            </a:ln>
          </p:spPr>
        </p:cxnSp>
        <p:cxnSp>
          <p:nvCxnSpPr>
            <p:cNvPr id="2134" name="Google Shape;2134;p37"/>
            <p:cNvCxnSpPr/>
            <p:nvPr/>
          </p:nvCxnSpPr>
          <p:spPr>
            <a:xfrm>
              <a:off x="2743269" y="6105016"/>
              <a:ext cx="0" cy="212725"/>
            </a:xfrm>
            <a:prstGeom prst="straightConnector1">
              <a:avLst/>
            </a:prstGeom>
            <a:noFill/>
            <a:ln cap="flat" cmpd="sng" w="19050">
              <a:solidFill>
                <a:srgbClr val="000000"/>
              </a:solidFill>
              <a:prstDash val="solid"/>
              <a:round/>
              <a:headEnd len="med" w="med" type="none"/>
              <a:tailEnd len="med" w="med" type="none"/>
            </a:ln>
          </p:spPr>
        </p:cxnSp>
        <p:cxnSp>
          <p:nvCxnSpPr>
            <p:cNvPr id="2135" name="Google Shape;2135;p37"/>
            <p:cNvCxnSpPr/>
            <p:nvPr/>
          </p:nvCxnSpPr>
          <p:spPr>
            <a:xfrm>
              <a:off x="3248094" y="6101841"/>
              <a:ext cx="0" cy="212725"/>
            </a:xfrm>
            <a:prstGeom prst="straightConnector1">
              <a:avLst/>
            </a:prstGeom>
            <a:noFill/>
            <a:ln cap="flat" cmpd="sng" w="19050">
              <a:solidFill>
                <a:srgbClr val="000000"/>
              </a:solidFill>
              <a:prstDash val="solid"/>
              <a:round/>
              <a:headEnd len="med" w="med" type="none"/>
              <a:tailEnd len="med" w="med" type="none"/>
            </a:ln>
          </p:spPr>
        </p:cxnSp>
        <p:cxnSp>
          <p:nvCxnSpPr>
            <p:cNvPr id="2136" name="Google Shape;2136;p37"/>
            <p:cNvCxnSpPr/>
            <p:nvPr/>
          </p:nvCxnSpPr>
          <p:spPr>
            <a:xfrm>
              <a:off x="3756094" y="6105016"/>
              <a:ext cx="0" cy="212725"/>
            </a:xfrm>
            <a:prstGeom prst="straightConnector1">
              <a:avLst/>
            </a:prstGeom>
            <a:noFill/>
            <a:ln cap="flat" cmpd="sng" w="19050">
              <a:solidFill>
                <a:srgbClr val="000000"/>
              </a:solidFill>
              <a:prstDash val="solid"/>
              <a:round/>
              <a:headEnd len="med" w="med" type="none"/>
              <a:tailEnd len="med" w="med" type="none"/>
            </a:ln>
          </p:spPr>
        </p:cxnSp>
        <p:cxnSp>
          <p:nvCxnSpPr>
            <p:cNvPr id="2137" name="Google Shape;2137;p37"/>
            <p:cNvCxnSpPr/>
            <p:nvPr/>
          </p:nvCxnSpPr>
          <p:spPr>
            <a:xfrm>
              <a:off x="4260919" y="6105016"/>
              <a:ext cx="0" cy="212725"/>
            </a:xfrm>
            <a:prstGeom prst="straightConnector1">
              <a:avLst/>
            </a:prstGeom>
            <a:noFill/>
            <a:ln cap="flat" cmpd="sng" w="19050">
              <a:solidFill>
                <a:srgbClr val="000000"/>
              </a:solidFill>
              <a:prstDash val="solid"/>
              <a:round/>
              <a:headEnd len="med" w="med" type="none"/>
              <a:tailEnd len="med" w="med" type="none"/>
            </a:ln>
          </p:spPr>
        </p:cxnSp>
        <p:cxnSp>
          <p:nvCxnSpPr>
            <p:cNvPr id="2138" name="Google Shape;2138;p37"/>
            <p:cNvCxnSpPr/>
            <p:nvPr/>
          </p:nvCxnSpPr>
          <p:spPr>
            <a:xfrm>
              <a:off x="4765744" y="6101841"/>
              <a:ext cx="0" cy="212725"/>
            </a:xfrm>
            <a:prstGeom prst="straightConnector1">
              <a:avLst/>
            </a:prstGeom>
            <a:noFill/>
            <a:ln cap="flat" cmpd="sng" w="19050">
              <a:solidFill>
                <a:srgbClr val="000000"/>
              </a:solidFill>
              <a:prstDash val="solid"/>
              <a:round/>
              <a:headEnd len="med" w="med" type="none"/>
              <a:tailEnd len="med" w="med" type="none"/>
            </a:ln>
          </p:spPr>
        </p:cxnSp>
        <p:cxnSp>
          <p:nvCxnSpPr>
            <p:cNvPr id="2139" name="Google Shape;2139;p37"/>
            <p:cNvCxnSpPr/>
            <p:nvPr/>
          </p:nvCxnSpPr>
          <p:spPr>
            <a:xfrm>
              <a:off x="5273744" y="6098666"/>
              <a:ext cx="0" cy="212725"/>
            </a:xfrm>
            <a:prstGeom prst="straightConnector1">
              <a:avLst/>
            </a:prstGeom>
            <a:noFill/>
            <a:ln cap="flat" cmpd="sng" w="19050">
              <a:solidFill>
                <a:srgbClr val="000000"/>
              </a:solidFill>
              <a:prstDash val="solid"/>
              <a:round/>
              <a:headEnd len="med" w="med" type="none"/>
              <a:tailEnd len="med" w="med" type="none"/>
            </a:ln>
          </p:spPr>
        </p:cxnSp>
        <p:cxnSp>
          <p:nvCxnSpPr>
            <p:cNvPr id="2140" name="Google Shape;2140;p37"/>
            <p:cNvCxnSpPr/>
            <p:nvPr/>
          </p:nvCxnSpPr>
          <p:spPr>
            <a:xfrm>
              <a:off x="5762694" y="6095491"/>
              <a:ext cx="0" cy="212725"/>
            </a:xfrm>
            <a:prstGeom prst="straightConnector1">
              <a:avLst/>
            </a:prstGeom>
            <a:noFill/>
            <a:ln cap="flat" cmpd="sng" w="19050">
              <a:solidFill>
                <a:srgbClr val="000000"/>
              </a:solidFill>
              <a:prstDash val="solid"/>
              <a:round/>
              <a:headEnd len="med" w="med" type="none"/>
              <a:tailEnd len="med" w="med" type="none"/>
            </a:ln>
          </p:spPr>
        </p:cxnSp>
        <p:sp>
          <p:nvSpPr>
            <p:cNvPr id="2141" name="Google Shape;2141;p37"/>
            <p:cNvSpPr txBox="1"/>
            <p:nvPr/>
          </p:nvSpPr>
          <p:spPr>
            <a:xfrm>
              <a:off x="1060780" y="6309765"/>
              <a:ext cx="35779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2000"/>
                <a:buFont typeface="Calibri"/>
                <a:buNone/>
              </a:pPr>
              <a:r>
                <a:rPr b="0" i="0" lang="en-US" sz="2000" u="none" cap="none" strike="noStrike">
                  <a:solidFill>
                    <a:srgbClr val="0000A8"/>
                  </a:solidFill>
                  <a:latin typeface="Calibri"/>
                  <a:ea typeface="Calibri"/>
                  <a:cs typeface="Calibri"/>
                  <a:sym typeface="Calibri"/>
                </a:rPr>
                <a:t>t</a:t>
              </a:r>
              <a:r>
                <a:rPr b="0" baseline="-25000" i="0" lang="en-US" sz="2000" u="none" cap="none" strike="noStrike">
                  <a:solidFill>
                    <a:srgbClr val="0000A8"/>
                  </a:solidFill>
                  <a:latin typeface="Calibri"/>
                  <a:ea typeface="Calibri"/>
                  <a:cs typeface="Calibri"/>
                  <a:sym typeface="Calibri"/>
                </a:rPr>
                <a:t>0</a:t>
              </a:r>
              <a:endParaRPr/>
            </a:p>
          </p:txBody>
        </p:sp>
        <p:sp>
          <p:nvSpPr>
            <p:cNvPr id="2142" name="Google Shape;2142;p37"/>
            <p:cNvSpPr txBox="1"/>
            <p:nvPr/>
          </p:nvSpPr>
          <p:spPr>
            <a:xfrm>
              <a:off x="1490437" y="6311393"/>
              <a:ext cx="61587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2000"/>
                <a:buFont typeface="Calibri"/>
                <a:buNone/>
              </a:pPr>
              <a:r>
                <a:rPr b="0" i="0" lang="en-US" sz="2000" u="none" cap="none" strike="noStrike">
                  <a:solidFill>
                    <a:srgbClr val="0000A8"/>
                  </a:solidFill>
                  <a:latin typeface="Calibri"/>
                  <a:ea typeface="Calibri"/>
                  <a:cs typeface="Calibri"/>
                  <a:sym typeface="Calibri"/>
                </a:rPr>
                <a:t>t</a:t>
              </a:r>
              <a:r>
                <a:rPr b="0" baseline="-25000" i="0" lang="en-US" sz="2000" u="none" cap="none" strike="noStrike">
                  <a:solidFill>
                    <a:srgbClr val="0000A8"/>
                  </a:solidFill>
                  <a:latin typeface="Calibri"/>
                  <a:ea typeface="Calibri"/>
                  <a:cs typeface="Calibri"/>
                  <a:sym typeface="Calibri"/>
                </a:rPr>
                <a:t>0</a:t>
              </a:r>
              <a:r>
                <a:rPr b="0" i="0" lang="en-US" sz="2000" u="none" cap="none" strike="noStrike">
                  <a:solidFill>
                    <a:srgbClr val="0000A8"/>
                  </a:solidFill>
                  <a:latin typeface="Calibri"/>
                  <a:ea typeface="Calibri"/>
                  <a:cs typeface="Calibri"/>
                  <a:sym typeface="Calibri"/>
                </a:rPr>
                <a:t>+1</a:t>
              </a:r>
              <a:endParaRPr/>
            </a:p>
          </p:txBody>
        </p:sp>
      </p:grpSp>
      <p:sp>
        <p:nvSpPr>
          <p:cNvPr id="2143" name="Google Shape;2143;p3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Link Layer </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5"/>
                                        </p:tgtEl>
                                        <p:attrNameLst>
                                          <p:attrName>style.visibility</p:attrName>
                                        </p:attrNameLst>
                                      </p:cBhvr>
                                      <p:to>
                                        <p:strVal val="visible"/>
                                      </p:to>
                                    </p:set>
                                    <p:animEffect filter="fade" transition="in">
                                      <p:cBhvr>
                                        <p:cTn dur="500"/>
                                        <p:tgtEl>
                                          <p:spTgt spid="21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8" name="Shape 2148"/>
        <p:cNvGrpSpPr/>
        <p:nvPr/>
      </p:nvGrpSpPr>
      <p:grpSpPr>
        <a:xfrm>
          <a:off x="0" y="0"/>
          <a:ext cx="0" cy="0"/>
          <a:chOff x="0" y="0"/>
          <a:chExt cx="0" cy="0"/>
        </a:xfrm>
      </p:grpSpPr>
      <p:sp>
        <p:nvSpPr>
          <p:cNvPr id="2149" name="Google Shape;2149;p38"/>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b="0" lang="en-US">
                <a:latin typeface="Calibri"/>
                <a:ea typeface="Calibri"/>
                <a:cs typeface="Calibri"/>
                <a:sym typeface="Calibri"/>
              </a:rPr>
              <a:t>Slotted ALOHA</a:t>
            </a:r>
            <a:endParaRPr b="0" sz="4400">
              <a:latin typeface="Calibri"/>
              <a:ea typeface="Calibri"/>
              <a:cs typeface="Calibri"/>
              <a:sym typeface="Calibri"/>
            </a:endParaRPr>
          </a:p>
        </p:txBody>
      </p:sp>
      <p:sp>
        <p:nvSpPr>
          <p:cNvPr id="2150" name="Google Shape;2150;p38"/>
          <p:cNvSpPr txBox="1"/>
          <p:nvPr/>
        </p:nvSpPr>
        <p:spPr>
          <a:xfrm>
            <a:off x="1089991" y="3654425"/>
            <a:ext cx="4846983" cy="32035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2800"/>
              <a:buFont typeface="Noto Sans Symbols"/>
              <a:buNone/>
            </a:pPr>
            <a:r>
              <a:rPr b="0" i="0" lang="en-US" sz="2800" u="none" cap="none" strike="noStrike">
                <a:solidFill>
                  <a:srgbClr val="0000A8"/>
                </a:solidFill>
                <a:latin typeface="Calibri"/>
                <a:ea typeface="Calibri"/>
                <a:cs typeface="Calibri"/>
                <a:sym typeface="Calibri"/>
              </a:rPr>
              <a:t>Pros:</a:t>
            </a:r>
            <a:endParaRPr/>
          </a:p>
          <a:p>
            <a:pPr indent="-225425" lvl="0" marL="342900"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single active node can continuously transmit at full rate of channel</a:t>
            </a:r>
            <a:endParaRPr/>
          </a:p>
          <a:p>
            <a:pPr indent="-225425" lvl="0" marL="342900"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highly decentralized: only slots in nodes need to be in sync</a:t>
            </a:r>
            <a:endParaRPr/>
          </a:p>
          <a:p>
            <a:pPr indent="-225425" lvl="0" marL="342900"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simple</a:t>
            </a:r>
            <a:endParaRPr/>
          </a:p>
          <a:p>
            <a:pPr indent="-190500" lvl="0" marL="342900" marR="0" rtl="0" algn="l">
              <a:lnSpc>
                <a:spcPct val="85000"/>
              </a:lnSpc>
              <a:spcBef>
                <a:spcPts val="480"/>
              </a:spcBef>
              <a:spcAft>
                <a:spcPts val="0"/>
              </a:spcAft>
              <a:buClr>
                <a:srgbClr val="000099"/>
              </a:buClr>
              <a:buSzPts val="2400"/>
              <a:buFont typeface="Noto Sans Symbols"/>
              <a:buNone/>
            </a:pPr>
            <a:r>
              <a:t/>
            </a:r>
            <a:endParaRPr b="0" i="0" sz="2400" u="none" cap="none" strike="noStrike">
              <a:solidFill>
                <a:srgbClr val="000000"/>
              </a:solidFill>
              <a:latin typeface="Gill Sans"/>
              <a:ea typeface="Gill Sans"/>
              <a:cs typeface="Gill Sans"/>
              <a:sym typeface="Gill Sans"/>
            </a:endParaRPr>
          </a:p>
        </p:txBody>
      </p:sp>
      <p:sp>
        <p:nvSpPr>
          <p:cNvPr id="2151" name="Google Shape;2151;p38"/>
          <p:cNvSpPr txBox="1"/>
          <p:nvPr/>
        </p:nvSpPr>
        <p:spPr>
          <a:xfrm>
            <a:off x="6149008" y="3631167"/>
            <a:ext cx="5579166" cy="2743130"/>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000099"/>
              </a:buClr>
              <a:buSzPts val="2800"/>
              <a:buFont typeface="Noto Sans Symbols"/>
              <a:buNone/>
            </a:pPr>
            <a:r>
              <a:rPr b="0" i="0" lang="en-US" sz="2800" u="none" cap="none" strike="noStrike">
                <a:solidFill>
                  <a:srgbClr val="0000A8"/>
                </a:solidFill>
                <a:latin typeface="Calibri"/>
                <a:ea typeface="Calibri"/>
                <a:cs typeface="Calibri"/>
                <a:sym typeface="Calibri"/>
              </a:rPr>
              <a:t>Cons:</a:t>
            </a:r>
            <a:endParaRPr/>
          </a:p>
          <a:p>
            <a:pPr indent="-225425" lvl="0" marL="342900" marR="0" rtl="0" algn="l">
              <a:lnSpc>
                <a:spcPct val="90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collisions, wasting slots</a:t>
            </a:r>
            <a:endParaRPr/>
          </a:p>
          <a:p>
            <a:pPr indent="-225425" lvl="0" marL="342900" marR="0" rtl="0" algn="l">
              <a:lnSpc>
                <a:spcPct val="90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idle slots</a:t>
            </a:r>
            <a:endParaRPr/>
          </a:p>
          <a:p>
            <a:pPr indent="-225425" lvl="0" marL="342900" marR="0" rtl="0" algn="l">
              <a:lnSpc>
                <a:spcPct val="90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nodes may be able to detect collision in less than time to transmit packet</a:t>
            </a:r>
            <a:endParaRPr/>
          </a:p>
          <a:p>
            <a:pPr indent="-225425" lvl="0" marL="342900" marR="0" rtl="0" algn="l">
              <a:lnSpc>
                <a:spcPct val="90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clock synchronization</a:t>
            </a:r>
            <a:endParaRPr/>
          </a:p>
        </p:txBody>
      </p:sp>
      <p:grpSp>
        <p:nvGrpSpPr>
          <p:cNvPr id="2152" name="Google Shape;2152;p38"/>
          <p:cNvGrpSpPr/>
          <p:nvPr/>
        </p:nvGrpSpPr>
        <p:grpSpPr>
          <a:xfrm>
            <a:off x="3258866" y="1417223"/>
            <a:ext cx="449263" cy="338137"/>
            <a:chOff x="1185" y="903"/>
            <a:chExt cx="283" cy="213"/>
          </a:xfrm>
        </p:grpSpPr>
        <p:sp>
          <p:nvSpPr>
            <p:cNvPr id="2153" name="Google Shape;2153;p38"/>
            <p:cNvSpPr/>
            <p:nvPr/>
          </p:nvSpPr>
          <p:spPr>
            <a:xfrm>
              <a:off x="1185" y="924"/>
              <a:ext cx="283" cy="169"/>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2154" name="Google Shape;2154;p38"/>
            <p:cNvSpPr txBox="1"/>
            <p:nvPr/>
          </p:nvSpPr>
          <p:spPr>
            <a:xfrm>
              <a:off x="1236" y="903"/>
              <a:ext cx="182" cy="2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1" i="0" lang="en-US" sz="1600" u="none" cap="none" strike="noStrike">
                  <a:solidFill>
                    <a:srgbClr val="000000"/>
                  </a:solidFill>
                  <a:latin typeface="Calibri"/>
                  <a:ea typeface="Calibri"/>
                  <a:cs typeface="Calibri"/>
                  <a:sym typeface="Calibri"/>
                </a:rPr>
                <a:t>1</a:t>
              </a:r>
              <a:endParaRPr/>
            </a:p>
          </p:txBody>
        </p:sp>
      </p:grpSp>
      <p:grpSp>
        <p:nvGrpSpPr>
          <p:cNvPr id="2155" name="Google Shape;2155;p38"/>
          <p:cNvGrpSpPr/>
          <p:nvPr/>
        </p:nvGrpSpPr>
        <p:grpSpPr>
          <a:xfrm>
            <a:off x="4239941" y="1420398"/>
            <a:ext cx="449263" cy="338137"/>
            <a:chOff x="1185" y="903"/>
            <a:chExt cx="283" cy="213"/>
          </a:xfrm>
        </p:grpSpPr>
        <p:sp>
          <p:nvSpPr>
            <p:cNvPr id="2156" name="Google Shape;2156;p38"/>
            <p:cNvSpPr/>
            <p:nvPr/>
          </p:nvSpPr>
          <p:spPr>
            <a:xfrm>
              <a:off x="1185" y="924"/>
              <a:ext cx="283" cy="169"/>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2157" name="Google Shape;2157;p38"/>
            <p:cNvSpPr txBox="1"/>
            <p:nvPr/>
          </p:nvSpPr>
          <p:spPr>
            <a:xfrm>
              <a:off x="1236" y="903"/>
              <a:ext cx="182" cy="2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1" i="0" lang="en-US" sz="1600" u="none" cap="none" strike="noStrike">
                  <a:solidFill>
                    <a:srgbClr val="000000"/>
                  </a:solidFill>
                  <a:latin typeface="Calibri"/>
                  <a:ea typeface="Calibri"/>
                  <a:cs typeface="Calibri"/>
                  <a:sym typeface="Calibri"/>
                </a:rPr>
                <a:t>1</a:t>
              </a:r>
              <a:endParaRPr/>
            </a:p>
          </p:txBody>
        </p:sp>
      </p:grpSp>
      <p:grpSp>
        <p:nvGrpSpPr>
          <p:cNvPr id="2158" name="Google Shape;2158;p38"/>
          <p:cNvGrpSpPr/>
          <p:nvPr/>
        </p:nvGrpSpPr>
        <p:grpSpPr>
          <a:xfrm>
            <a:off x="5776641" y="1421985"/>
            <a:ext cx="449263" cy="338137"/>
            <a:chOff x="1185" y="903"/>
            <a:chExt cx="283" cy="213"/>
          </a:xfrm>
        </p:grpSpPr>
        <p:sp>
          <p:nvSpPr>
            <p:cNvPr id="2159" name="Google Shape;2159;p38"/>
            <p:cNvSpPr/>
            <p:nvPr/>
          </p:nvSpPr>
          <p:spPr>
            <a:xfrm>
              <a:off x="1185" y="924"/>
              <a:ext cx="283" cy="169"/>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2160" name="Google Shape;2160;p38"/>
            <p:cNvSpPr txBox="1"/>
            <p:nvPr/>
          </p:nvSpPr>
          <p:spPr>
            <a:xfrm>
              <a:off x="1236" y="903"/>
              <a:ext cx="182" cy="2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1" i="0" lang="en-US" sz="1600" u="none" cap="none" strike="noStrike">
                  <a:solidFill>
                    <a:srgbClr val="000000"/>
                  </a:solidFill>
                  <a:latin typeface="Calibri"/>
                  <a:ea typeface="Calibri"/>
                  <a:cs typeface="Calibri"/>
                  <a:sym typeface="Calibri"/>
                </a:rPr>
                <a:t>1</a:t>
              </a:r>
              <a:endParaRPr/>
            </a:p>
          </p:txBody>
        </p:sp>
      </p:grpSp>
      <p:grpSp>
        <p:nvGrpSpPr>
          <p:cNvPr id="2161" name="Google Shape;2161;p38"/>
          <p:cNvGrpSpPr/>
          <p:nvPr/>
        </p:nvGrpSpPr>
        <p:grpSpPr>
          <a:xfrm>
            <a:off x="6792641" y="1417223"/>
            <a:ext cx="449263" cy="338137"/>
            <a:chOff x="1185" y="903"/>
            <a:chExt cx="283" cy="213"/>
          </a:xfrm>
        </p:grpSpPr>
        <p:sp>
          <p:nvSpPr>
            <p:cNvPr id="2162" name="Google Shape;2162;p38"/>
            <p:cNvSpPr/>
            <p:nvPr/>
          </p:nvSpPr>
          <p:spPr>
            <a:xfrm>
              <a:off x="1185" y="924"/>
              <a:ext cx="283" cy="169"/>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2163" name="Google Shape;2163;p38"/>
            <p:cNvSpPr txBox="1"/>
            <p:nvPr/>
          </p:nvSpPr>
          <p:spPr>
            <a:xfrm>
              <a:off x="1236" y="903"/>
              <a:ext cx="182" cy="2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1" i="0" lang="en-US" sz="1600" u="none" cap="none" strike="noStrike">
                  <a:solidFill>
                    <a:srgbClr val="000000"/>
                  </a:solidFill>
                  <a:latin typeface="Calibri"/>
                  <a:ea typeface="Calibri"/>
                  <a:cs typeface="Calibri"/>
                  <a:sym typeface="Calibri"/>
                </a:rPr>
                <a:t>1</a:t>
              </a:r>
              <a:endParaRPr/>
            </a:p>
          </p:txBody>
        </p:sp>
      </p:grpSp>
      <p:grpSp>
        <p:nvGrpSpPr>
          <p:cNvPr id="2164" name="Google Shape;2164;p38"/>
          <p:cNvGrpSpPr/>
          <p:nvPr/>
        </p:nvGrpSpPr>
        <p:grpSpPr>
          <a:xfrm>
            <a:off x="3260453" y="1934748"/>
            <a:ext cx="449263" cy="338137"/>
            <a:chOff x="4584" y="1229"/>
            <a:chExt cx="283" cy="213"/>
          </a:xfrm>
        </p:grpSpPr>
        <p:sp>
          <p:nvSpPr>
            <p:cNvPr id="2165" name="Google Shape;2165;p38"/>
            <p:cNvSpPr/>
            <p:nvPr/>
          </p:nvSpPr>
          <p:spPr>
            <a:xfrm>
              <a:off x="4584" y="1247"/>
              <a:ext cx="283" cy="169"/>
            </a:xfrm>
            <a:prstGeom prst="rect">
              <a:avLst/>
            </a:prstGeom>
            <a:solidFill>
              <a:srgbClr val="33CC3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2166" name="Google Shape;2166;p38"/>
            <p:cNvSpPr txBox="1"/>
            <p:nvPr/>
          </p:nvSpPr>
          <p:spPr>
            <a:xfrm>
              <a:off x="4636" y="1229"/>
              <a:ext cx="182" cy="2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1" i="0" lang="en-US" sz="1600" u="none" cap="none" strike="noStrike">
                  <a:solidFill>
                    <a:srgbClr val="000000"/>
                  </a:solidFill>
                  <a:latin typeface="Calibri"/>
                  <a:ea typeface="Calibri"/>
                  <a:cs typeface="Calibri"/>
                  <a:sym typeface="Calibri"/>
                </a:rPr>
                <a:t>2</a:t>
              </a:r>
              <a:endParaRPr/>
            </a:p>
          </p:txBody>
        </p:sp>
      </p:grpSp>
      <p:grpSp>
        <p:nvGrpSpPr>
          <p:cNvPr id="2167" name="Google Shape;2167;p38"/>
          <p:cNvGrpSpPr/>
          <p:nvPr/>
        </p:nvGrpSpPr>
        <p:grpSpPr>
          <a:xfrm>
            <a:off x="3262041" y="2444335"/>
            <a:ext cx="449263" cy="338137"/>
            <a:chOff x="4827" y="1591"/>
            <a:chExt cx="283" cy="213"/>
          </a:xfrm>
        </p:grpSpPr>
        <p:sp>
          <p:nvSpPr>
            <p:cNvPr id="2168" name="Google Shape;2168;p38"/>
            <p:cNvSpPr/>
            <p:nvPr/>
          </p:nvSpPr>
          <p:spPr>
            <a:xfrm>
              <a:off x="4827" y="1609"/>
              <a:ext cx="283" cy="169"/>
            </a:xfrm>
            <a:prstGeom prst="rect">
              <a:avLst/>
            </a:prstGeom>
            <a:solidFill>
              <a:srgbClr val="D6009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2169" name="Google Shape;2169;p38"/>
            <p:cNvSpPr txBox="1"/>
            <p:nvPr/>
          </p:nvSpPr>
          <p:spPr>
            <a:xfrm>
              <a:off x="4872" y="1591"/>
              <a:ext cx="182" cy="2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1" i="0" lang="en-US" sz="1600" u="none" cap="none" strike="noStrike">
                  <a:solidFill>
                    <a:srgbClr val="000000"/>
                  </a:solidFill>
                  <a:latin typeface="Calibri"/>
                  <a:ea typeface="Calibri"/>
                  <a:cs typeface="Calibri"/>
                  <a:sym typeface="Calibri"/>
                </a:rPr>
                <a:t>3</a:t>
              </a:r>
              <a:endParaRPr/>
            </a:p>
          </p:txBody>
        </p:sp>
      </p:grpSp>
      <p:grpSp>
        <p:nvGrpSpPr>
          <p:cNvPr id="2170" name="Google Shape;2170;p38"/>
          <p:cNvGrpSpPr/>
          <p:nvPr/>
        </p:nvGrpSpPr>
        <p:grpSpPr>
          <a:xfrm>
            <a:off x="4249466" y="1936335"/>
            <a:ext cx="449263" cy="338137"/>
            <a:chOff x="4584" y="1229"/>
            <a:chExt cx="283" cy="213"/>
          </a:xfrm>
        </p:grpSpPr>
        <p:sp>
          <p:nvSpPr>
            <p:cNvPr id="2171" name="Google Shape;2171;p38"/>
            <p:cNvSpPr/>
            <p:nvPr/>
          </p:nvSpPr>
          <p:spPr>
            <a:xfrm>
              <a:off x="4584" y="1247"/>
              <a:ext cx="283" cy="169"/>
            </a:xfrm>
            <a:prstGeom prst="rect">
              <a:avLst/>
            </a:prstGeom>
            <a:solidFill>
              <a:srgbClr val="33CC3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2172" name="Google Shape;2172;p38"/>
            <p:cNvSpPr txBox="1"/>
            <p:nvPr/>
          </p:nvSpPr>
          <p:spPr>
            <a:xfrm>
              <a:off x="4636" y="1229"/>
              <a:ext cx="182" cy="2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1" i="0" lang="en-US" sz="1600" u="none" cap="none" strike="noStrike">
                  <a:solidFill>
                    <a:srgbClr val="000000"/>
                  </a:solidFill>
                  <a:latin typeface="Calibri"/>
                  <a:ea typeface="Calibri"/>
                  <a:cs typeface="Calibri"/>
                  <a:sym typeface="Calibri"/>
                </a:rPr>
                <a:t>2</a:t>
              </a:r>
              <a:endParaRPr/>
            </a:p>
          </p:txBody>
        </p:sp>
      </p:grpSp>
      <p:grpSp>
        <p:nvGrpSpPr>
          <p:cNvPr id="2173" name="Google Shape;2173;p38"/>
          <p:cNvGrpSpPr/>
          <p:nvPr/>
        </p:nvGrpSpPr>
        <p:grpSpPr>
          <a:xfrm>
            <a:off x="4766991" y="1937923"/>
            <a:ext cx="449263" cy="338137"/>
            <a:chOff x="4584" y="1229"/>
            <a:chExt cx="283" cy="213"/>
          </a:xfrm>
        </p:grpSpPr>
        <p:sp>
          <p:nvSpPr>
            <p:cNvPr id="2174" name="Google Shape;2174;p38"/>
            <p:cNvSpPr/>
            <p:nvPr/>
          </p:nvSpPr>
          <p:spPr>
            <a:xfrm>
              <a:off x="4584" y="1247"/>
              <a:ext cx="283" cy="169"/>
            </a:xfrm>
            <a:prstGeom prst="rect">
              <a:avLst/>
            </a:prstGeom>
            <a:solidFill>
              <a:srgbClr val="33CC3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2175" name="Google Shape;2175;p38"/>
            <p:cNvSpPr txBox="1"/>
            <p:nvPr/>
          </p:nvSpPr>
          <p:spPr>
            <a:xfrm>
              <a:off x="4636" y="1229"/>
              <a:ext cx="182" cy="2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1" i="0" lang="en-US" sz="1600" u="none" cap="none" strike="noStrike">
                  <a:solidFill>
                    <a:srgbClr val="000000"/>
                  </a:solidFill>
                  <a:latin typeface="Calibri"/>
                  <a:ea typeface="Calibri"/>
                  <a:cs typeface="Calibri"/>
                  <a:sym typeface="Calibri"/>
                </a:rPr>
                <a:t>2</a:t>
              </a:r>
              <a:endParaRPr/>
            </a:p>
          </p:txBody>
        </p:sp>
      </p:grpSp>
      <p:grpSp>
        <p:nvGrpSpPr>
          <p:cNvPr id="2176" name="Google Shape;2176;p38"/>
          <p:cNvGrpSpPr/>
          <p:nvPr/>
        </p:nvGrpSpPr>
        <p:grpSpPr>
          <a:xfrm>
            <a:off x="5778228" y="2445922"/>
            <a:ext cx="449263" cy="338137"/>
            <a:chOff x="4827" y="1591"/>
            <a:chExt cx="283" cy="213"/>
          </a:xfrm>
        </p:grpSpPr>
        <p:sp>
          <p:nvSpPr>
            <p:cNvPr id="2177" name="Google Shape;2177;p38"/>
            <p:cNvSpPr/>
            <p:nvPr/>
          </p:nvSpPr>
          <p:spPr>
            <a:xfrm>
              <a:off x="4827" y="1609"/>
              <a:ext cx="283" cy="169"/>
            </a:xfrm>
            <a:prstGeom prst="rect">
              <a:avLst/>
            </a:prstGeom>
            <a:solidFill>
              <a:srgbClr val="D6009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2178" name="Google Shape;2178;p38"/>
            <p:cNvSpPr txBox="1"/>
            <p:nvPr/>
          </p:nvSpPr>
          <p:spPr>
            <a:xfrm>
              <a:off x="4872" y="1591"/>
              <a:ext cx="182" cy="2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1" i="0" lang="en-US" sz="1600" u="none" cap="none" strike="noStrike">
                  <a:solidFill>
                    <a:srgbClr val="000000"/>
                  </a:solidFill>
                  <a:latin typeface="Calibri"/>
                  <a:ea typeface="Calibri"/>
                  <a:cs typeface="Calibri"/>
                  <a:sym typeface="Calibri"/>
                </a:rPr>
                <a:t>3</a:t>
              </a:r>
              <a:endParaRPr/>
            </a:p>
          </p:txBody>
        </p:sp>
      </p:grpSp>
      <p:grpSp>
        <p:nvGrpSpPr>
          <p:cNvPr id="2179" name="Google Shape;2179;p38"/>
          <p:cNvGrpSpPr/>
          <p:nvPr/>
        </p:nvGrpSpPr>
        <p:grpSpPr>
          <a:xfrm>
            <a:off x="7289528" y="2447510"/>
            <a:ext cx="449263" cy="338137"/>
            <a:chOff x="4827" y="1591"/>
            <a:chExt cx="283" cy="213"/>
          </a:xfrm>
        </p:grpSpPr>
        <p:sp>
          <p:nvSpPr>
            <p:cNvPr id="2180" name="Google Shape;2180;p38"/>
            <p:cNvSpPr/>
            <p:nvPr/>
          </p:nvSpPr>
          <p:spPr>
            <a:xfrm>
              <a:off x="4827" y="1609"/>
              <a:ext cx="283" cy="169"/>
            </a:xfrm>
            <a:prstGeom prst="rect">
              <a:avLst/>
            </a:prstGeom>
            <a:solidFill>
              <a:srgbClr val="D6009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2181" name="Google Shape;2181;p38"/>
            <p:cNvSpPr txBox="1"/>
            <p:nvPr/>
          </p:nvSpPr>
          <p:spPr>
            <a:xfrm>
              <a:off x="4872" y="1591"/>
              <a:ext cx="182" cy="2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1" i="0" lang="en-US" sz="1600" u="none" cap="none" strike="noStrike">
                  <a:solidFill>
                    <a:srgbClr val="000000"/>
                  </a:solidFill>
                  <a:latin typeface="Calibri"/>
                  <a:ea typeface="Calibri"/>
                  <a:cs typeface="Calibri"/>
                  <a:sym typeface="Calibri"/>
                </a:rPr>
                <a:t>3</a:t>
              </a:r>
              <a:endParaRPr/>
            </a:p>
          </p:txBody>
        </p:sp>
      </p:grpSp>
      <p:sp>
        <p:nvSpPr>
          <p:cNvPr id="2182" name="Google Shape;2182;p38"/>
          <p:cNvSpPr txBox="1"/>
          <p:nvPr/>
        </p:nvSpPr>
        <p:spPr>
          <a:xfrm>
            <a:off x="2411141" y="1452148"/>
            <a:ext cx="762000"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node 1</a:t>
            </a:r>
            <a:endParaRPr/>
          </a:p>
        </p:txBody>
      </p:sp>
      <p:sp>
        <p:nvSpPr>
          <p:cNvPr id="2183" name="Google Shape;2183;p38"/>
          <p:cNvSpPr txBox="1"/>
          <p:nvPr/>
        </p:nvSpPr>
        <p:spPr>
          <a:xfrm>
            <a:off x="2393678" y="1966498"/>
            <a:ext cx="762000"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node 2</a:t>
            </a:r>
            <a:endParaRPr/>
          </a:p>
        </p:txBody>
      </p:sp>
      <p:sp>
        <p:nvSpPr>
          <p:cNvPr id="2184" name="Google Shape;2184;p38"/>
          <p:cNvSpPr txBox="1"/>
          <p:nvPr/>
        </p:nvSpPr>
        <p:spPr>
          <a:xfrm>
            <a:off x="2439716" y="2469735"/>
            <a:ext cx="762000"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node 3</a:t>
            </a:r>
            <a:endParaRPr/>
          </a:p>
        </p:txBody>
      </p:sp>
      <p:cxnSp>
        <p:nvCxnSpPr>
          <p:cNvPr id="2185" name="Google Shape;2185;p38"/>
          <p:cNvCxnSpPr/>
          <p:nvPr/>
        </p:nvCxnSpPr>
        <p:spPr>
          <a:xfrm>
            <a:off x="3236641" y="2977735"/>
            <a:ext cx="5210175" cy="0"/>
          </a:xfrm>
          <a:prstGeom prst="straightConnector1">
            <a:avLst/>
          </a:prstGeom>
          <a:noFill/>
          <a:ln cap="flat" cmpd="sng" w="9525">
            <a:solidFill>
              <a:srgbClr val="000000"/>
            </a:solidFill>
            <a:prstDash val="solid"/>
            <a:round/>
            <a:headEnd len="med" w="med" type="none"/>
            <a:tailEnd len="med" w="med" type="none"/>
          </a:ln>
        </p:spPr>
      </p:cxnSp>
      <p:cxnSp>
        <p:nvCxnSpPr>
          <p:cNvPr id="2186" name="Google Shape;2186;p38"/>
          <p:cNvCxnSpPr/>
          <p:nvPr/>
        </p:nvCxnSpPr>
        <p:spPr>
          <a:xfrm>
            <a:off x="3239816" y="2877722"/>
            <a:ext cx="0" cy="212725"/>
          </a:xfrm>
          <a:prstGeom prst="straightConnector1">
            <a:avLst/>
          </a:prstGeom>
          <a:noFill/>
          <a:ln cap="flat" cmpd="sng" w="19050">
            <a:solidFill>
              <a:srgbClr val="000000"/>
            </a:solidFill>
            <a:prstDash val="solid"/>
            <a:round/>
            <a:headEnd len="med" w="med" type="none"/>
            <a:tailEnd len="med" w="med" type="none"/>
          </a:ln>
        </p:spPr>
      </p:cxnSp>
      <p:cxnSp>
        <p:nvCxnSpPr>
          <p:cNvPr id="2187" name="Google Shape;2187;p38"/>
          <p:cNvCxnSpPr/>
          <p:nvPr/>
        </p:nvCxnSpPr>
        <p:spPr>
          <a:xfrm>
            <a:off x="3739878" y="2877722"/>
            <a:ext cx="0" cy="212725"/>
          </a:xfrm>
          <a:prstGeom prst="straightConnector1">
            <a:avLst/>
          </a:prstGeom>
          <a:noFill/>
          <a:ln cap="flat" cmpd="sng" w="19050">
            <a:solidFill>
              <a:srgbClr val="000000"/>
            </a:solidFill>
            <a:prstDash val="solid"/>
            <a:round/>
            <a:headEnd len="med" w="med" type="none"/>
            <a:tailEnd len="med" w="med" type="none"/>
          </a:ln>
        </p:spPr>
      </p:cxnSp>
      <p:cxnSp>
        <p:nvCxnSpPr>
          <p:cNvPr id="2188" name="Google Shape;2188;p38"/>
          <p:cNvCxnSpPr/>
          <p:nvPr/>
        </p:nvCxnSpPr>
        <p:spPr>
          <a:xfrm>
            <a:off x="4243116" y="2874547"/>
            <a:ext cx="0" cy="212725"/>
          </a:xfrm>
          <a:prstGeom prst="straightConnector1">
            <a:avLst/>
          </a:prstGeom>
          <a:noFill/>
          <a:ln cap="flat" cmpd="sng" w="19050">
            <a:solidFill>
              <a:srgbClr val="000000"/>
            </a:solidFill>
            <a:prstDash val="solid"/>
            <a:round/>
            <a:headEnd len="med" w="med" type="none"/>
            <a:tailEnd len="med" w="med" type="none"/>
          </a:ln>
        </p:spPr>
      </p:cxnSp>
      <p:cxnSp>
        <p:nvCxnSpPr>
          <p:cNvPr id="2189" name="Google Shape;2189;p38"/>
          <p:cNvCxnSpPr/>
          <p:nvPr/>
        </p:nvCxnSpPr>
        <p:spPr>
          <a:xfrm>
            <a:off x="4749528" y="2877722"/>
            <a:ext cx="0" cy="212725"/>
          </a:xfrm>
          <a:prstGeom prst="straightConnector1">
            <a:avLst/>
          </a:prstGeom>
          <a:noFill/>
          <a:ln cap="flat" cmpd="sng" w="19050">
            <a:solidFill>
              <a:srgbClr val="000000"/>
            </a:solidFill>
            <a:prstDash val="solid"/>
            <a:round/>
            <a:headEnd len="med" w="med" type="none"/>
            <a:tailEnd len="med" w="med" type="none"/>
          </a:ln>
        </p:spPr>
      </p:cxnSp>
      <p:cxnSp>
        <p:nvCxnSpPr>
          <p:cNvPr id="2190" name="Google Shape;2190;p38"/>
          <p:cNvCxnSpPr/>
          <p:nvPr/>
        </p:nvCxnSpPr>
        <p:spPr>
          <a:xfrm>
            <a:off x="5254353" y="2874547"/>
            <a:ext cx="0" cy="212725"/>
          </a:xfrm>
          <a:prstGeom prst="straightConnector1">
            <a:avLst/>
          </a:prstGeom>
          <a:noFill/>
          <a:ln cap="flat" cmpd="sng" w="19050">
            <a:solidFill>
              <a:srgbClr val="000000"/>
            </a:solidFill>
            <a:prstDash val="solid"/>
            <a:round/>
            <a:headEnd len="med" w="med" type="none"/>
            <a:tailEnd len="med" w="med" type="none"/>
          </a:ln>
        </p:spPr>
      </p:cxnSp>
      <p:cxnSp>
        <p:nvCxnSpPr>
          <p:cNvPr id="2191" name="Google Shape;2191;p38"/>
          <p:cNvCxnSpPr/>
          <p:nvPr/>
        </p:nvCxnSpPr>
        <p:spPr>
          <a:xfrm>
            <a:off x="5762353" y="2877722"/>
            <a:ext cx="0" cy="212725"/>
          </a:xfrm>
          <a:prstGeom prst="straightConnector1">
            <a:avLst/>
          </a:prstGeom>
          <a:noFill/>
          <a:ln cap="flat" cmpd="sng" w="19050">
            <a:solidFill>
              <a:srgbClr val="000000"/>
            </a:solidFill>
            <a:prstDash val="solid"/>
            <a:round/>
            <a:headEnd len="med" w="med" type="none"/>
            <a:tailEnd len="med" w="med" type="none"/>
          </a:ln>
        </p:spPr>
      </p:cxnSp>
      <p:cxnSp>
        <p:nvCxnSpPr>
          <p:cNvPr id="2192" name="Google Shape;2192;p38"/>
          <p:cNvCxnSpPr/>
          <p:nvPr/>
        </p:nvCxnSpPr>
        <p:spPr>
          <a:xfrm>
            <a:off x="6267178" y="2877722"/>
            <a:ext cx="0" cy="212725"/>
          </a:xfrm>
          <a:prstGeom prst="straightConnector1">
            <a:avLst/>
          </a:prstGeom>
          <a:noFill/>
          <a:ln cap="flat" cmpd="sng" w="19050">
            <a:solidFill>
              <a:srgbClr val="000000"/>
            </a:solidFill>
            <a:prstDash val="solid"/>
            <a:round/>
            <a:headEnd len="med" w="med" type="none"/>
            <a:tailEnd len="med" w="med" type="none"/>
          </a:ln>
        </p:spPr>
      </p:cxnSp>
      <p:cxnSp>
        <p:nvCxnSpPr>
          <p:cNvPr id="2193" name="Google Shape;2193;p38"/>
          <p:cNvCxnSpPr/>
          <p:nvPr/>
        </p:nvCxnSpPr>
        <p:spPr>
          <a:xfrm>
            <a:off x="6772003" y="2874547"/>
            <a:ext cx="0" cy="212725"/>
          </a:xfrm>
          <a:prstGeom prst="straightConnector1">
            <a:avLst/>
          </a:prstGeom>
          <a:noFill/>
          <a:ln cap="flat" cmpd="sng" w="19050">
            <a:solidFill>
              <a:srgbClr val="000000"/>
            </a:solidFill>
            <a:prstDash val="solid"/>
            <a:round/>
            <a:headEnd len="med" w="med" type="none"/>
            <a:tailEnd len="med" w="med" type="none"/>
          </a:ln>
        </p:spPr>
      </p:cxnSp>
      <p:cxnSp>
        <p:nvCxnSpPr>
          <p:cNvPr id="2194" name="Google Shape;2194;p38"/>
          <p:cNvCxnSpPr/>
          <p:nvPr/>
        </p:nvCxnSpPr>
        <p:spPr>
          <a:xfrm>
            <a:off x="7280003" y="2871372"/>
            <a:ext cx="0" cy="212725"/>
          </a:xfrm>
          <a:prstGeom prst="straightConnector1">
            <a:avLst/>
          </a:prstGeom>
          <a:noFill/>
          <a:ln cap="flat" cmpd="sng" w="19050">
            <a:solidFill>
              <a:srgbClr val="000000"/>
            </a:solidFill>
            <a:prstDash val="solid"/>
            <a:round/>
            <a:headEnd len="med" w="med" type="none"/>
            <a:tailEnd len="med" w="med" type="none"/>
          </a:ln>
        </p:spPr>
      </p:cxnSp>
      <p:cxnSp>
        <p:nvCxnSpPr>
          <p:cNvPr id="2195" name="Google Shape;2195;p38"/>
          <p:cNvCxnSpPr/>
          <p:nvPr/>
        </p:nvCxnSpPr>
        <p:spPr>
          <a:xfrm>
            <a:off x="7768953" y="2868197"/>
            <a:ext cx="0" cy="212725"/>
          </a:xfrm>
          <a:prstGeom prst="straightConnector1">
            <a:avLst/>
          </a:prstGeom>
          <a:noFill/>
          <a:ln cap="flat" cmpd="sng" w="19050">
            <a:solidFill>
              <a:srgbClr val="000000"/>
            </a:solidFill>
            <a:prstDash val="solid"/>
            <a:round/>
            <a:headEnd len="med" w="med" type="none"/>
            <a:tailEnd len="med" w="med" type="none"/>
          </a:ln>
        </p:spPr>
      </p:cxnSp>
      <p:sp>
        <p:nvSpPr>
          <p:cNvPr id="2196" name="Google Shape;2196;p38"/>
          <p:cNvSpPr txBox="1"/>
          <p:nvPr/>
        </p:nvSpPr>
        <p:spPr>
          <a:xfrm>
            <a:off x="3301728" y="2992022"/>
            <a:ext cx="320675"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2000"/>
              <a:buFont typeface="Calibri"/>
              <a:buNone/>
            </a:pPr>
            <a:r>
              <a:rPr b="0" i="0" lang="en-US" sz="2000" u="none" cap="none" strike="noStrike">
                <a:solidFill>
                  <a:srgbClr val="0000A8"/>
                </a:solidFill>
                <a:latin typeface="Calibri"/>
                <a:ea typeface="Calibri"/>
                <a:cs typeface="Calibri"/>
                <a:sym typeface="Calibri"/>
              </a:rPr>
              <a:t>C</a:t>
            </a:r>
            <a:endParaRPr/>
          </a:p>
        </p:txBody>
      </p:sp>
      <p:sp>
        <p:nvSpPr>
          <p:cNvPr id="2197" name="Google Shape;2197;p38"/>
          <p:cNvSpPr txBox="1"/>
          <p:nvPr/>
        </p:nvSpPr>
        <p:spPr>
          <a:xfrm>
            <a:off x="4320903" y="2992022"/>
            <a:ext cx="320675"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2000"/>
              <a:buFont typeface="Calibri"/>
              <a:buNone/>
            </a:pPr>
            <a:r>
              <a:rPr b="0" i="0" lang="en-US" sz="2000" u="none" cap="none" strike="noStrike">
                <a:solidFill>
                  <a:srgbClr val="0000A8"/>
                </a:solidFill>
                <a:latin typeface="Calibri"/>
                <a:ea typeface="Calibri"/>
                <a:cs typeface="Calibri"/>
                <a:sym typeface="Calibri"/>
              </a:rPr>
              <a:t>C</a:t>
            </a:r>
            <a:endParaRPr/>
          </a:p>
        </p:txBody>
      </p:sp>
      <p:sp>
        <p:nvSpPr>
          <p:cNvPr id="2198" name="Google Shape;2198;p38"/>
          <p:cNvSpPr txBox="1"/>
          <p:nvPr/>
        </p:nvSpPr>
        <p:spPr>
          <a:xfrm>
            <a:off x="5835378" y="2992022"/>
            <a:ext cx="320675"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2000"/>
              <a:buFont typeface="Calibri"/>
              <a:buNone/>
            </a:pPr>
            <a:r>
              <a:rPr b="0" i="0" lang="en-US" sz="2000" u="none" cap="none" strike="noStrike">
                <a:solidFill>
                  <a:srgbClr val="0000A8"/>
                </a:solidFill>
                <a:latin typeface="Calibri"/>
                <a:ea typeface="Calibri"/>
                <a:cs typeface="Calibri"/>
                <a:sym typeface="Calibri"/>
              </a:rPr>
              <a:t>C</a:t>
            </a:r>
            <a:endParaRPr/>
          </a:p>
        </p:txBody>
      </p:sp>
      <p:sp>
        <p:nvSpPr>
          <p:cNvPr id="2199" name="Google Shape;2199;p38"/>
          <p:cNvSpPr txBox="1"/>
          <p:nvPr/>
        </p:nvSpPr>
        <p:spPr>
          <a:xfrm>
            <a:off x="4835253" y="2992022"/>
            <a:ext cx="306388"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2000"/>
              <a:buFont typeface="Calibri"/>
              <a:buNone/>
            </a:pPr>
            <a:r>
              <a:rPr b="0" i="0" lang="en-US" sz="2000" u="none" cap="none" strike="noStrike">
                <a:solidFill>
                  <a:srgbClr val="0000A8"/>
                </a:solidFill>
                <a:latin typeface="Calibri"/>
                <a:ea typeface="Calibri"/>
                <a:cs typeface="Calibri"/>
                <a:sym typeface="Calibri"/>
              </a:rPr>
              <a:t>S</a:t>
            </a:r>
            <a:endParaRPr/>
          </a:p>
        </p:txBody>
      </p:sp>
      <p:sp>
        <p:nvSpPr>
          <p:cNvPr id="2200" name="Google Shape;2200;p38"/>
          <p:cNvSpPr txBox="1"/>
          <p:nvPr/>
        </p:nvSpPr>
        <p:spPr>
          <a:xfrm>
            <a:off x="6835503" y="2992022"/>
            <a:ext cx="306388"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2000"/>
              <a:buFont typeface="Calibri"/>
              <a:buNone/>
            </a:pPr>
            <a:r>
              <a:rPr b="0" i="0" lang="en-US" sz="2000" u="none" cap="none" strike="noStrike">
                <a:solidFill>
                  <a:srgbClr val="0000A8"/>
                </a:solidFill>
                <a:latin typeface="Calibri"/>
                <a:ea typeface="Calibri"/>
                <a:cs typeface="Calibri"/>
                <a:sym typeface="Calibri"/>
              </a:rPr>
              <a:t>S</a:t>
            </a:r>
            <a:endParaRPr/>
          </a:p>
        </p:txBody>
      </p:sp>
      <p:sp>
        <p:nvSpPr>
          <p:cNvPr id="2201" name="Google Shape;2201;p38"/>
          <p:cNvSpPr txBox="1"/>
          <p:nvPr/>
        </p:nvSpPr>
        <p:spPr>
          <a:xfrm>
            <a:off x="7321278" y="2992022"/>
            <a:ext cx="306388"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2000"/>
              <a:buFont typeface="Calibri"/>
              <a:buNone/>
            </a:pPr>
            <a:r>
              <a:rPr b="0" i="0" lang="en-US" sz="2000" u="none" cap="none" strike="noStrike">
                <a:solidFill>
                  <a:srgbClr val="0000A8"/>
                </a:solidFill>
                <a:latin typeface="Calibri"/>
                <a:ea typeface="Calibri"/>
                <a:cs typeface="Calibri"/>
                <a:sym typeface="Calibri"/>
              </a:rPr>
              <a:t>S</a:t>
            </a:r>
            <a:endParaRPr/>
          </a:p>
        </p:txBody>
      </p:sp>
      <p:sp>
        <p:nvSpPr>
          <p:cNvPr id="2202" name="Google Shape;2202;p38"/>
          <p:cNvSpPr txBox="1"/>
          <p:nvPr/>
        </p:nvSpPr>
        <p:spPr>
          <a:xfrm>
            <a:off x="3824016" y="2988847"/>
            <a:ext cx="309563"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2000"/>
              <a:buFont typeface="Calibri"/>
              <a:buNone/>
            </a:pPr>
            <a:r>
              <a:rPr b="0" i="0" lang="en-US" sz="2000" u="none" cap="none" strike="noStrike">
                <a:solidFill>
                  <a:srgbClr val="0000A8"/>
                </a:solidFill>
                <a:latin typeface="Calibri"/>
                <a:ea typeface="Calibri"/>
                <a:cs typeface="Calibri"/>
                <a:sym typeface="Calibri"/>
              </a:rPr>
              <a:t>E</a:t>
            </a:r>
            <a:endParaRPr/>
          </a:p>
        </p:txBody>
      </p:sp>
      <p:sp>
        <p:nvSpPr>
          <p:cNvPr id="2203" name="Google Shape;2203;p38"/>
          <p:cNvSpPr txBox="1"/>
          <p:nvPr/>
        </p:nvSpPr>
        <p:spPr>
          <a:xfrm>
            <a:off x="5340078" y="2988847"/>
            <a:ext cx="309563"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2000"/>
              <a:buFont typeface="Calibri"/>
              <a:buNone/>
            </a:pPr>
            <a:r>
              <a:rPr b="0" i="0" lang="en-US" sz="2000" u="none" cap="none" strike="noStrike">
                <a:solidFill>
                  <a:srgbClr val="0000A8"/>
                </a:solidFill>
                <a:latin typeface="Calibri"/>
                <a:ea typeface="Calibri"/>
                <a:cs typeface="Calibri"/>
                <a:sym typeface="Calibri"/>
              </a:rPr>
              <a:t>E</a:t>
            </a:r>
            <a:endParaRPr/>
          </a:p>
        </p:txBody>
      </p:sp>
      <p:sp>
        <p:nvSpPr>
          <p:cNvPr id="2204" name="Google Shape;2204;p38"/>
          <p:cNvSpPr txBox="1"/>
          <p:nvPr/>
        </p:nvSpPr>
        <p:spPr>
          <a:xfrm>
            <a:off x="6340203" y="2988847"/>
            <a:ext cx="309563"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2000"/>
              <a:buFont typeface="Calibri"/>
              <a:buNone/>
            </a:pPr>
            <a:r>
              <a:rPr b="0" i="0" lang="en-US" sz="2000" u="none" cap="none" strike="noStrike">
                <a:solidFill>
                  <a:srgbClr val="0000A8"/>
                </a:solidFill>
                <a:latin typeface="Calibri"/>
                <a:ea typeface="Calibri"/>
                <a:cs typeface="Calibri"/>
                <a:sym typeface="Calibri"/>
              </a:rPr>
              <a:t>E</a:t>
            </a:r>
            <a:endParaRPr/>
          </a:p>
        </p:txBody>
      </p:sp>
      <p:sp>
        <p:nvSpPr>
          <p:cNvPr id="2205" name="Google Shape;2205;p38"/>
          <p:cNvSpPr txBox="1"/>
          <p:nvPr/>
        </p:nvSpPr>
        <p:spPr>
          <a:xfrm>
            <a:off x="8693431" y="1736034"/>
            <a:ext cx="1514197"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2400"/>
              <a:buFont typeface="Calibri"/>
              <a:buNone/>
            </a:pPr>
            <a:r>
              <a:rPr b="0" i="0" lang="en-US" sz="2400" u="none" cap="none" strike="noStrike">
                <a:solidFill>
                  <a:srgbClr val="0000A8"/>
                </a:solidFill>
                <a:latin typeface="Calibri"/>
                <a:ea typeface="Calibri"/>
                <a:cs typeface="Calibri"/>
                <a:sym typeface="Calibri"/>
              </a:rPr>
              <a:t>C</a:t>
            </a:r>
            <a:r>
              <a:rPr b="0" i="0" lang="en-US" sz="2400" u="none" cap="none" strike="noStrike">
                <a:solidFill>
                  <a:srgbClr val="000000"/>
                </a:solidFill>
                <a:latin typeface="Calibri"/>
                <a:ea typeface="Calibri"/>
                <a:cs typeface="Calibri"/>
                <a:sym typeface="Calibri"/>
              </a:rPr>
              <a:t>: collision</a:t>
            </a:r>
            <a:endParaRPr/>
          </a:p>
          <a:p>
            <a:pPr indent="0" lvl="0" marL="0" marR="0" rtl="0" algn="l">
              <a:lnSpc>
                <a:spcPct val="100000"/>
              </a:lnSpc>
              <a:spcBef>
                <a:spcPts val="0"/>
              </a:spcBef>
              <a:spcAft>
                <a:spcPts val="0"/>
              </a:spcAft>
              <a:buClr>
                <a:srgbClr val="0000A8"/>
              </a:buClr>
              <a:buSzPts val="2400"/>
              <a:buFont typeface="Calibri"/>
              <a:buNone/>
            </a:pPr>
            <a:r>
              <a:rPr b="0" i="0" lang="en-US" sz="2400" u="none" cap="none" strike="noStrike">
                <a:solidFill>
                  <a:srgbClr val="0000A8"/>
                </a:solidFill>
                <a:latin typeface="Calibri"/>
                <a:ea typeface="Calibri"/>
                <a:cs typeface="Calibri"/>
                <a:sym typeface="Calibri"/>
              </a:rPr>
              <a:t>S</a:t>
            </a:r>
            <a:r>
              <a:rPr b="0" i="0" lang="en-US" sz="2400" u="none" cap="none" strike="noStrike">
                <a:solidFill>
                  <a:srgbClr val="000000"/>
                </a:solidFill>
                <a:latin typeface="Calibri"/>
                <a:ea typeface="Calibri"/>
                <a:cs typeface="Calibri"/>
                <a:sym typeface="Calibri"/>
              </a:rPr>
              <a:t>: success</a:t>
            </a:r>
            <a:endParaRPr/>
          </a:p>
          <a:p>
            <a:pPr indent="0" lvl="0" marL="0" marR="0" rtl="0" algn="l">
              <a:lnSpc>
                <a:spcPct val="100000"/>
              </a:lnSpc>
              <a:spcBef>
                <a:spcPts val="0"/>
              </a:spcBef>
              <a:spcAft>
                <a:spcPts val="0"/>
              </a:spcAft>
              <a:buClr>
                <a:srgbClr val="0000A8"/>
              </a:buClr>
              <a:buSzPts val="2400"/>
              <a:buFont typeface="Calibri"/>
              <a:buNone/>
            </a:pPr>
            <a:r>
              <a:rPr b="0" i="0" lang="en-US" sz="2400" u="none" cap="none" strike="noStrike">
                <a:solidFill>
                  <a:srgbClr val="0000A8"/>
                </a:solidFill>
                <a:latin typeface="Calibri"/>
                <a:ea typeface="Calibri"/>
                <a:cs typeface="Calibri"/>
                <a:sym typeface="Calibri"/>
              </a:rPr>
              <a:t>E</a:t>
            </a:r>
            <a:r>
              <a:rPr b="0" i="0" lang="en-US" sz="2400" u="none" cap="none" strike="noStrike">
                <a:solidFill>
                  <a:srgbClr val="000000"/>
                </a:solidFill>
                <a:latin typeface="Calibri"/>
                <a:ea typeface="Calibri"/>
                <a:cs typeface="Calibri"/>
                <a:sym typeface="Calibri"/>
              </a:rPr>
              <a:t>: empty</a:t>
            </a:r>
            <a:endParaRPr/>
          </a:p>
        </p:txBody>
      </p:sp>
      <p:sp>
        <p:nvSpPr>
          <p:cNvPr id="2206" name="Google Shape;2206;p3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Link Layer </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0"/>
                                        </p:tgtEl>
                                        <p:attrNameLst>
                                          <p:attrName>style.visibility</p:attrName>
                                        </p:attrNameLst>
                                      </p:cBhvr>
                                      <p:to>
                                        <p:strVal val="visible"/>
                                      </p:to>
                                    </p:set>
                                    <p:animEffect filter="fade" transition="in">
                                      <p:cBhvr>
                                        <p:cTn dur="500"/>
                                        <p:tgtEl>
                                          <p:spTgt spid="21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1"/>
                                        </p:tgtEl>
                                        <p:attrNameLst>
                                          <p:attrName>style.visibility</p:attrName>
                                        </p:attrNameLst>
                                      </p:cBhvr>
                                      <p:to>
                                        <p:strVal val="visible"/>
                                      </p:to>
                                    </p:set>
                                    <p:animEffect filter="fade" transition="in">
                                      <p:cBhvr>
                                        <p:cTn dur="500"/>
                                        <p:tgtEl>
                                          <p:spTgt spid="21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1" name="Shape 2211"/>
        <p:cNvGrpSpPr/>
        <p:nvPr/>
      </p:nvGrpSpPr>
      <p:grpSpPr>
        <a:xfrm>
          <a:off x="0" y="0"/>
          <a:ext cx="0" cy="0"/>
          <a:chOff x="0" y="0"/>
          <a:chExt cx="0" cy="0"/>
        </a:xfrm>
      </p:grpSpPr>
      <p:sp>
        <p:nvSpPr>
          <p:cNvPr id="2212" name="Google Shape;2212;p39"/>
          <p:cNvSpPr txBox="1"/>
          <p:nvPr>
            <p:ph idx="1" type="body"/>
          </p:nvPr>
        </p:nvSpPr>
        <p:spPr>
          <a:xfrm>
            <a:off x="824948" y="1697523"/>
            <a:ext cx="11062252" cy="4743034"/>
          </a:xfrm>
          <a:prstGeom prst="rect">
            <a:avLst/>
          </a:prstGeom>
          <a:noFill/>
          <a:ln>
            <a:noFill/>
          </a:ln>
        </p:spPr>
        <p:txBody>
          <a:bodyPr anchorCtr="0" anchor="t" bIns="45700" lIns="91425" spcFirstLastPara="1" rIns="91425" wrap="square" tIns="45700">
            <a:normAutofit/>
          </a:bodyPr>
          <a:lstStyle/>
          <a:p>
            <a:pPr indent="0" lvl="0" marL="130175" rtl="0" algn="l">
              <a:lnSpc>
                <a:spcPct val="90000"/>
              </a:lnSpc>
              <a:spcBef>
                <a:spcPts val="0"/>
              </a:spcBef>
              <a:spcAft>
                <a:spcPts val="0"/>
              </a:spcAft>
              <a:buSzPts val="3200"/>
              <a:buNone/>
            </a:pPr>
            <a:r>
              <a:rPr lang="en-US" sz="3200">
                <a:solidFill>
                  <a:srgbClr val="C00000"/>
                </a:solidFill>
              </a:rPr>
              <a:t>efficiency: </a:t>
            </a:r>
            <a:r>
              <a:rPr lang="en-US"/>
              <a:t>long-run  fraction of successful slots  (many nodes, all with many frames to send)</a:t>
            </a:r>
            <a:endParaRPr/>
          </a:p>
          <a:p>
            <a:pPr indent="-274638" lvl="0" marL="457200" rtl="0" algn="l">
              <a:lnSpc>
                <a:spcPct val="90000"/>
              </a:lnSpc>
              <a:spcBef>
                <a:spcPts val="1000"/>
              </a:spcBef>
              <a:spcAft>
                <a:spcPts val="0"/>
              </a:spcAft>
              <a:buSzPts val="2800"/>
              <a:buChar char="▪"/>
            </a:pPr>
            <a:r>
              <a:rPr i="1" lang="en-US"/>
              <a:t>suppose:</a:t>
            </a:r>
            <a:r>
              <a:rPr lang="en-US"/>
              <a:t> </a:t>
            </a:r>
            <a:r>
              <a:rPr i="1" lang="en-US"/>
              <a:t>N</a:t>
            </a:r>
            <a:r>
              <a:rPr lang="en-US"/>
              <a:t> nodes with many frames to send, each transmits in slot with probability </a:t>
            </a:r>
            <a:r>
              <a:rPr i="1" lang="en-US"/>
              <a:t>p</a:t>
            </a:r>
            <a:endParaRPr/>
          </a:p>
          <a:p>
            <a:pPr indent="-274638" lvl="1" marL="800100" rtl="0" algn="l">
              <a:lnSpc>
                <a:spcPct val="90000"/>
              </a:lnSpc>
              <a:spcBef>
                <a:spcPts val="500"/>
              </a:spcBef>
              <a:spcAft>
                <a:spcPts val="0"/>
              </a:spcAft>
              <a:buSzPts val="2600"/>
              <a:buChar char="•"/>
            </a:pPr>
            <a:r>
              <a:rPr lang="en-US" sz="2600"/>
              <a:t>prob that given node has success in a slot  = </a:t>
            </a:r>
            <a:r>
              <a:rPr i="1" lang="en-US" sz="2600"/>
              <a:t>p(1-p)</a:t>
            </a:r>
            <a:r>
              <a:rPr b="1" baseline="30000" i="1" lang="en-US" sz="2600"/>
              <a:t>N-1</a:t>
            </a:r>
            <a:endParaRPr/>
          </a:p>
          <a:p>
            <a:pPr indent="-274638" lvl="1" marL="800100" rtl="0" algn="l">
              <a:lnSpc>
                <a:spcPct val="90000"/>
              </a:lnSpc>
              <a:spcBef>
                <a:spcPts val="500"/>
              </a:spcBef>
              <a:spcAft>
                <a:spcPts val="0"/>
              </a:spcAft>
              <a:buSzPts val="2600"/>
              <a:buChar char="•"/>
            </a:pPr>
            <a:r>
              <a:rPr lang="en-US" sz="2600"/>
              <a:t>prob that </a:t>
            </a:r>
            <a:r>
              <a:rPr i="1" lang="en-US" sz="2600"/>
              <a:t>any</a:t>
            </a:r>
            <a:r>
              <a:rPr lang="en-US" sz="2600"/>
              <a:t> node has a success = </a:t>
            </a:r>
            <a:r>
              <a:rPr i="1" lang="en-US" sz="2600"/>
              <a:t>Np(1-p)</a:t>
            </a:r>
            <a:r>
              <a:rPr b="1" baseline="30000" i="1" lang="en-US" sz="2600"/>
              <a:t>N-1</a:t>
            </a:r>
            <a:endParaRPr/>
          </a:p>
          <a:p>
            <a:pPr indent="-274638" lvl="1" marL="800100" rtl="0" algn="l">
              <a:lnSpc>
                <a:spcPct val="90000"/>
              </a:lnSpc>
              <a:spcBef>
                <a:spcPts val="500"/>
              </a:spcBef>
              <a:spcAft>
                <a:spcPts val="0"/>
              </a:spcAft>
              <a:buSzPts val="2600"/>
              <a:buChar char="•"/>
            </a:pPr>
            <a:r>
              <a:rPr lang="en-US" sz="2600"/>
              <a:t>max efficiency: find </a:t>
            </a:r>
            <a:r>
              <a:rPr i="1" lang="en-US" sz="2600"/>
              <a:t>p* </a:t>
            </a:r>
            <a:r>
              <a:rPr lang="en-US" sz="2600"/>
              <a:t>that maximizes  </a:t>
            </a:r>
            <a:r>
              <a:rPr i="1" lang="en-US" sz="2600"/>
              <a:t>Np(1-p)</a:t>
            </a:r>
            <a:r>
              <a:rPr b="1" baseline="30000" i="1" lang="en-US" sz="2600"/>
              <a:t>N-1</a:t>
            </a:r>
            <a:endParaRPr/>
          </a:p>
          <a:p>
            <a:pPr indent="-274638" lvl="1" marL="800100" rtl="0" algn="l">
              <a:lnSpc>
                <a:spcPct val="90000"/>
              </a:lnSpc>
              <a:spcBef>
                <a:spcPts val="500"/>
              </a:spcBef>
              <a:spcAft>
                <a:spcPts val="0"/>
              </a:spcAft>
              <a:buSzPts val="2600"/>
              <a:buChar char="•"/>
            </a:pPr>
            <a:r>
              <a:rPr lang="en-US" sz="2600"/>
              <a:t>for many nodes, take limit of </a:t>
            </a:r>
            <a:r>
              <a:rPr i="1" lang="en-US" sz="2600"/>
              <a:t>Np*(1-p*)</a:t>
            </a:r>
            <a:r>
              <a:rPr b="1" baseline="30000" i="1" lang="en-US" sz="2600"/>
              <a:t>N-1 </a:t>
            </a:r>
            <a:r>
              <a:rPr lang="en-US" sz="2600"/>
              <a:t>as </a:t>
            </a:r>
            <a:r>
              <a:rPr i="1" lang="en-US" sz="2600"/>
              <a:t>N</a:t>
            </a:r>
            <a:r>
              <a:rPr lang="en-US" sz="2600"/>
              <a:t> goes to infinity, gives</a:t>
            </a:r>
            <a:r>
              <a:rPr lang="en-US"/>
              <a:t>:</a:t>
            </a:r>
            <a:endParaRPr/>
          </a:p>
          <a:p>
            <a:pPr indent="-222250" lvl="0" marL="352425" rtl="0" algn="l">
              <a:lnSpc>
                <a:spcPct val="90000"/>
              </a:lnSpc>
              <a:spcBef>
                <a:spcPts val="1000"/>
              </a:spcBef>
              <a:spcAft>
                <a:spcPts val="0"/>
              </a:spcAft>
              <a:buSzPts val="2800"/>
              <a:buFont typeface="Noto Sans Symbols"/>
              <a:buNone/>
            </a:pPr>
            <a:r>
              <a:rPr lang="en-US">
                <a:solidFill>
                  <a:srgbClr val="C00000"/>
                </a:solidFill>
              </a:rPr>
              <a:t>    </a:t>
            </a:r>
            <a:r>
              <a:rPr i="1" lang="en-US">
                <a:solidFill>
                  <a:srgbClr val="C00000"/>
                </a:solidFill>
              </a:rPr>
              <a:t>max efficiency = 1/e = .37</a:t>
            </a:r>
            <a:endParaRPr b="1" baseline="30000" i="1">
              <a:solidFill>
                <a:srgbClr val="C00000"/>
              </a:solidFill>
            </a:endParaRPr>
          </a:p>
          <a:p>
            <a:pPr indent="-274638" lvl="0" marL="457200" rtl="0" algn="l">
              <a:lnSpc>
                <a:spcPct val="85000"/>
              </a:lnSpc>
              <a:spcBef>
                <a:spcPts val="1000"/>
              </a:spcBef>
              <a:spcAft>
                <a:spcPts val="0"/>
              </a:spcAft>
              <a:buSzPts val="3600"/>
              <a:buChar char="▪"/>
            </a:pPr>
            <a:r>
              <a:rPr i="1" lang="en-US" sz="3600">
                <a:solidFill>
                  <a:srgbClr val="0000A8"/>
                </a:solidFill>
              </a:rPr>
              <a:t>at best:</a:t>
            </a:r>
            <a:r>
              <a:rPr i="1" lang="en-US" sz="3200">
                <a:solidFill>
                  <a:srgbClr val="0000A8"/>
                </a:solidFill>
              </a:rPr>
              <a:t> </a:t>
            </a:r>
            <a:r>
              <a:rPr lang="en-US" sz="3200"/>
              <a:t>channel used for useful  transmissions 37% of time!</a:t>
            </a:r>
            <a:endParaRPr/>
          </a:p>
          <a:p>
            <a:pPr indent="-44450" lvl="0" marL="352425" rtl="0" algn="l">
              <a:lnSpc>
                <a:spcPct val="90000"/>
              </a:lnSpc>
              <a:spcBef>
                <a:spcPts val="1000"/>
              </a:spcBef>
              <a:spcAft>
                <a:spcPts val="0"/>
              </a:spcAft>
              <a:buSzPts val="2800"/>
              <a:buNone/>
            </a:pPr>
            <a:r>
              <a:t/>
            </a:r>
            <a:endParaRPr i="1"/>
          </a:p>
          <a:p>
            <a:pPr indent="-44450" lvl="0" marL="352425" rtl="0" algn="l">
              <a:lnSpc>
                <a:spcPct val="90000"/>
              </a:lnSpc>
              <a:spcBef>
                <a:spcPts val="1000"/>
              </a:spcBef>
              <a:spcAft>
                <a:spcPts val="0"/>
              </a:spcAft>
              <a:buSzPts val="2800"/>
              <a:buNone/>
            </a:pPr>
            <a:r>
              <a:t/>
            </a:r>
            <a:endParaRPr/>
          </a:p>
          <a:p>
            <a:pPr indent="-44450" lvl="0" marL="352425" rtl="0" algn="l">
              <a:lnSpc>
                <a:spcPct val="90000"/>
              </a:lnSpc>
              <a:spcBef>
                <a:spcPts val="1000"/>
              </a:spcBef>
              <a:spcAft>
                <a:spcPts val="0"/>
              </a:spcAft>
              <a:buSzPts val="2800"/>
              <a:buNone/>
            </a:pPr>
            <a:r>
              <a:t/>
            </a:r>
            <a:endParaRPr/>
          </a:p>
          <a:p>
            <a:pPr indent="-44450" lvl="0" marL="352425" rtl="0" algn="l">
              <a:lnSpc>
                <a:spcPct val="90000"/>
              </a:lnSpc>
              <a:spcBef>
                <a:spcPts val="1000"/>
              </a:spcBef>
              <a:spcAft>
                <a:spcPts val="0"/>
              </a:spcAft>
              <a:buSzPts val="2800"/>
              <a:buNone/>
            </a:pPr>
            <a:r>
              <a:t/>
            </a:r>
            <a:endParaRPr/>
          </a:p>
        </p:txBody>
      </p:sp>
      <p:sp>
        <p:nvSpPr>
          <p:cNvPr id="2213" name="Google Shape;2213;p39"/>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Slotted ALOHA: efficiency</a:t>
            </a:r>
            <a:endParaRPr/>
          </a:p>
        </p:txBody>
      </p:sp>
      <p:pic>
        <p:nvPicPr>
          <p:cNvPr descr="A picture containing icon&#10;&#10;Description automatically generated" id="2214" name="Google Shape;2214;p39"/>
          <p:cNvPicPr preferRelativeResize="0"/>
          <p:nvPr/>
        </p:nvPicPr>
        <p:blipFill rotWithShape="1">
          <a:blip r:embed="rId3">
            <a:alphaModFix/>
          </a:blip>
          <a:srcRect b="0" l="0" r="0" t="0"/>
          <a:stretch/>
        </p:blipFill>
        <p:spPr>
          <a:xfrm>
            <a:off x="10778273" y="5062654"/>
            <a:ext cx="1639229" cy="1639229"/>
          </a:xfrm>
          <a:prstGeom prst="rect">
            <a:avLst/>
          </a:prstGeom>
          <a:noFill/>
          <a:ln>
            <a:noFill/>
          </a:ln>
        </p:spPr>
      </p:pic>
      <p:sp>
        <p:nvSpPr>
          <p:cNvPr id="2215" name="Google Shape;2215;p3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Link Layer </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2">
                                            <p:txEl>
                                              <p:pRg end="0" st="0"/>
                                            </p:txEl>
                                          </p:spTgt>
                                        </p:tgtEl>
                                        <p:attrNameLst>
                                          <p:attrName>style.visibility</p:attrName>
                                        </p:attrNameLst>
                                      </p:cBhvr>
                                      <p:to>
                                        <p:strVal val="visible"/>
                                      </p:to>
                                    </p:set>
                                    <p:animEffect filter="fade" transition="in">
                                      <p:cBhvr>
                                        <p:cTn dur="500"/>
                                        <p:tgtEl>
                                          <p:spTgt spid="221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2">
                                            <p:txEl>
                                              <p:pRg end="1" st="1"/>
                                            </p:txEl>
                                          </p:spTgt>
                                        </p:tgtEl>
                                        <p:attrNameLst>
                                          <p:attrName>style.visibility</p:attrName>
                                        </p:attrNameLst>
                                      </p:cBhvr>
                                      <p:to>
                                        <p:strVal val="visible"/>
                                      </p:to>
                                    </p:set>
                                    <p:animEffect filter="fade" transition="in">
                                      <p:cBhvr>
                                        <p:cTn dur="500"/>
                                        <p:tgtEl>
                                          <p:spTgt spid="221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2">
                                            <p:txEl>
                                              <p:pRg end="2" st="2"/>
                                            </p:txEl>
                                          </p:spTgt>
                                        </p:tgtEl>
                                        <p:attrNameLst>
                                          <p:attrName>style.visibility</p:attrName>
                                        </p:attrNameLst>
                                      </p:cBhvr>
                                      <p:to>
                                        <p:strVal val="visible"/>
                                      </p:to>
                                    </p:set>
                                    <p:animEffect filter="fade" transition="in">
                                      <p:cBhvr>
                                        <p:cTn dur="500"/>
                                        <p:tgtEl>
                                          <p:spTgt spid="221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2">
                                            <p:txEl>
                                              <p:pRg end="3" st="3"/>
                                            </p:txEl>
                                          </p:spTgt>
                                        </p:tgtEl>
                                        <p:attrNameLst>
                                          <p:attrName>style.visibility</p:attrName>
                                        </p:attrNameLst>
                                      </p:cBhvr>
                                      <p:to>
                                        <p:strVal val="visible"/>
                                      </p:to>
                                    </p:set>
                                    <p:animEffect filter="fade" transition="in">
                                      <p:cBhvr>
                                        <p:cTn dur="500"/>
                                        <p:tgtEl>
                                          <p:spTgt spid="221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2">
                                            <p:txEl>
                                              <p:pRg end="4" st="4"/>
                                            </p:txEl>
                                          </p:spTgt>
                                        </p:tgtEl>
                                        <p:attrNameLst>
                                          <p:attrName>style.visibility</p:attrName>
                                        </p:attrNameLst>
                                      </p:cBhvr>
                                      <p:to>
                                        <p:strVal val="visible"/>
                                      </p:to>
                                    </p:set>
                                    <p:animEffect filter="fade" transition="in">
                                      <p:cBhvr>
                                        <p:cTn dur="500"/>
                                        <p:tgtEl>
                                          <p:spTgt spid="221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2">
                                            <p:txEl>
                                              <p:pRg end="5" st="5"/>
                                            </p:txEl>
                                          </p:spTgt>
                                        </p:tgtEl>
                                        <p:attrNameLst>
                                          <p:attrName>style.visibility</p:attrName>
                                        </p:attrNameLst>
                                      </p:cBhvr>
                                      <p:to>
                                        <p:strVal val="visible"/>
                                      </p:to>
                                    </p:set>
                                    <p:animEffect filter="fade" transition="in">
                                      <p:cBhvr>
                                        <p:cTn dur="500"/>
                                        <p:tgtEl>
                                          <p:spTgt spid="221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2">
                                            <p:txEl>
                                              <p:pRg end="6" st="6"/>
                                            </p:txEl>
                                          </p:spTgt>
                                        </p:tgtEl>
                                        <p:attrNameLst>
                                          <p:attrName>style.visibility</p:attrName>
                                        </p:attrNameLst>
                                      </p:cBhvr>
                                      <p:to>
                                        <p:strVal val="visible"/>
                                      </p:to>
                                    </p:set>
                                    <p:animEffect filter="fade" transition="in">
                                      <p:cBhvr>
                                        <p:cTn dur="500"/>
                                        <p:tgtEl>
                                          <p:spTgt spid="221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2">
                                            <p:txEl>
                                              <p:pRg end="7" st="7"/>
                                            </p:txEl>
                                          </p:spTgt>
                                        </p:tgtEl>
                                        <p:attrNameLst>
                                          <p:attrName>style.visibility</p:attrName>
                                        </p:attrNameLst>
                                      </p:cBhvr>
                                      <p:to>
                                        <p:strVal val="visible"/>
                                      </p:to>
                                    </p:set>
                                    <p:animEffect filter="fade" transition="in">
                                      <p:cBhvr>
                                        <p:cTn dur="500"/>
                                        <p:tgtEl>
                                          <p:spTgt spid="221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2">
                                            <p:txEl>
                                              <p:pRg end="8" st="8"/>
                                            </p:txEl>
                                          </p:spTgt>
                                        </p:tgtEl>
                                        <p:attrNameLst>
                                          <p:attrName>style.visibility</p:attrName>
                                        </p:attrNameLst>
                                      </p:cBhvr>
                                      <p:to>
                                        <p:strVal val="visible"/>
                                      </p:to>
                                    </p:set>
                                    <p:animEffect filter="fade" transition="in">
                                      <p:cBhvr>
                                        <p:cTn dur="500"/>
                                        <p:tgtEl>
                                          <p:spTgt spid="2212">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2">
                                            <p:txEl>
                                              <p:pRg end="9" st="9"/>
                                            </p:txEl>
                                          </p:spTgt>
                                        </p:tgtEl>
                                        <p:attrNameLst>
                                          <p:attrName>style.visibility</p:attrName>
                                        </p:attrNameLst>
                                      </p:cBhvr>
                                      <p:to>
                                        <p:strVal val="visible"/>
                                      </p:to>
                                    </p:set>
                                    <p:animEffect filter="fade" transition="in">
                                      <p:cBhvr>
                                        <p:cTn dur="500"/>
                                        <p:tgtEl>
                                          <p:spTgt spid="2212">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2">
                                            <p:txEl>
                                              <p:pRg end="10" st="10"/>
                                            </p:txEl>
                                          </p:spTgt>
                                        </p:tgtEl>
                                        <p:attrNameLst>
                                          <p:attrName>style.visibility</p:attrName>
                                        </p:attrNameLst>
                                      </p:cBhvr>
                                      <p:to>
                                        <p:strVal val="visible"/>
                                      </p:to>
                                    </p:set>
                                    <p:animEffect filter="fade" transition="in">
                                      <p:cBhvr>
                                        <p:cTn dur="500"/>
                                        <p:tgtEl>
                                          <p:spTgt spid="2212">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2">
                                            <p:txEl>
                                              <p:pRg end="11" st="11"/>
                                            </p:txEl>
                                          </p:spTgt>
                                        </p:tgtEl>
                                        <p:attrNameLst>
                                          <p:attrName>style.visibility</p:attrName>
                                        </p:attrNameLst>
                                      </p:cBhvr>
                                      <p:to>
                                        <p:strVal val="visible"/>
                                      </p:to>
                                    </p:set>
                                    <p:animEffect filter="fade" transition="in">
                                      <p:cBhvr>
                                        <p:cTn dur="500"/>
                                        <p:tgtEl>
                                          <p:spTgt spid="2212">
                                            <p:txEl>
                                              <p:pRg end="11" st="11"/>
                                            </p:txEl>
                                          </p:spTgt>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214"/>
                                        </p:tgtEl>
                                        <p:attrNameLst>
                                          <p:attrName>style.visibility</p:attrName>
                                        </p:attrNameLst>
                                      </p:cBhvr>
                                      <p:to>
                                        <p:strVal val="visible"/>
                                      </p:to>
                                    </p:set>
                                    <p:animEffect filter="fade" transition="in">
                                      <p:cBhvr>
                                        <p:cTn dur="500"/>
                                        <p:tgtEl>
                                          <p:spTgt spid="22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0" name="Shape 2220"/>
        <p:cNvGrpSpPr/>
        <p:nvPr/>
      </p:nvGrpSpPr>
      <p:grpSpPr>
        <a:xfrm>
          <a:off x="0" y="0"/>
          <a:ext cx="0" cy="0"/>
          <a:chOff x="0" y="0"/>
          <a:chExt cx="0" cy="0"/>
        </a:xfrm>
      </p:grpSpPr>
      <p:sp>
        <p:nvSpPr>
          <p:cNvPr id="2221" name="Google Shape;2221;p40"/>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b="0" lang="en-US">
                <a:latin typeface="Calibri"/>
                <a:ea typeface="Calibri"/>
                <a:cs typeface="Calibri"/>
                <a:sym typeface="Calibri"/>
              </a:rPr>
              <a:t>Pure ALOHA</a:t>
            </a:r>
            <a:endParaRPr b="0" sz="4400">
              <a:latin typeface="Calibri"/>
              <a:ea typeface="Calibri"/>
              <a:cs typeface="Calibri"/>
              <a:sym typeface="Calibri"/>
            </a:endParaRPr>
          </a:p>
        </p:txBody>
      </p:sp>
      <p:sp>
        <p:nvSpPr>
          <p:cNvPr id="2222" name="Google Shape;2222;p40"/>
          <p:cNvSpPr txBox="1"/>
          <p:nvPr/>
        </p:nvSpPr>
        <p:spPr>
          <a:xfrm>
            <a:off x="891209" y="1435652"/>
            <a:ext cx="10518913" cy="2314713"/>
          </a:xfrm>
          <a:prstGeom prst="rect">
            <a:avLst/>
          </a:prstGeom>
          <a:noFill/>
          <a:ln>
            <a:noFill/>
          </a:ln>
        </p:spPr>
        <p:txBody>
          <a:bodyPr anchorCtr="0" anchor="t" bIns="45700" lIns="91425" spcFirstLastPara="1" rIns="91425" wrap="square" tIns="45700">
            <a:normAutofit/>
          </a:bodyPr>
          <a:lstStyle/>
          <a:p>
            <a:pPr indent="-274638" lvl="0" marL="404813"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unslotted Aloha: simpler, no synchronization</a:t>
            </a:r>
            <a:endParaRPr/>
          </a:p>
          <a:p>
            <a:pPr indent="-274638" lvl="1" marL="747713"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when</a:t>
            </a:r>
            <a:r>
              <a:rPr b="0" i="0" lang="en-US" sz="2400" u="none" cap="none" strike="noStrike">
                <a:solidFill>
                  <a:srgbClr val="000000"/>
                </a:solidFill>
                <a:latin typeface="Calibri"/>
                <a:ea typeface="Calibri"/>
                <a:cs typeface="Calibri"/>
                <a:sym typeface="Calibri"/>
              </a:rPr>
              <a:t> frame first arrives: transmit immediately </a:t>
            </a:r>
            <a:endParaRPr/>
          </a:p>
          <a:p>
            <a:pPr indent="-274638" lvl="0" marL="404813"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collision probability increases with no synchronization:</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frame sent at t</a:t>
            </a:r>
            <a:r>
              <a:rPr b="0" baseline="-25000" i="0" lang="en-US" sz="2800" u="none" cap="none" strike="noStrike">
                <a:solidFill>
                  <a:srgbClr val="000000"/>
                </a:solidFill>
                <a:latin typeface="Calibri"/>
                <a:ea typeface="Calibri"/>
                <a:cs typeface="Calibri"/>
                <a:sym typeface="Calibri"/>
              </a:rPr>
              <a:t>0</a:t>
            </a:r>
            <a:r>
              <a:rPr b="0" i="0" lang="en-US" sz="2800" u="none" cap="none" strike="noStrike">
                <a:solidFill>
                  <a:srgbClr val="000000"/>
                </a:solidFill>
                <a:latin typeface="Calibri"/>
                <a:ea typeface="Calibri"/>
                <a:cs typeface="Calibri"/>
                <a:sym typeface="Calibri"/>
              </a:rPr>
              <a:t> collides with other frames sent in [t</a:t>
            </a:r>
            <a:r>
              <a:rPr b="0" baseline="-25000" i="0" lang="en-US" sz="2800" u="none" cap="none" strike="noStrike">
                <a:solidFill>
                  <a:srgbClr val="000000"/>
                </a:solidFill>
                <a:latin typeface="Calibri"/>
                <a:ea typeface="Calibri"/>
                <a:cs typeface="Calibri"/>
                <a:sym typeface="Calibri"/>
              </a:rPr>
              <a:t>0</a:t>
            </a:r>
            <a:r>
              <a:rPr b="0" i="0" lang="en-US" sz="2800" u="none" cap="none" strike="noStrike">
                <a:solidFill>
                  <a:srgbClr val="000000"/>
                </a:solidFill>
                <a:latin typeface="Calibri"/>
                <a:ea typeface="Calibri"/>
                <a:cs typeface="Calibri"/>
                <a:sym typeface="Calibri"/>
              </a:rPr>
              <a:t>-1,t</a:t>
            </a:r>
            <a:r>
              <a:rPr b="0" baseline="-25000" i="0" lang="en-US" sz="2800" u="none" cap="none" strike="noStrike">
                <a:solidFill>
                  <a:srgbClr val="000000"/>
                </a:solidFill>
                <a:latin typeface="Calibri"/>
                <a:ea typeface="Calibri"/>
                <a:cs typeface="Calibri"/>
                <a:sym typeface="Calibri"/>
              </a:rPr>
              <a:t>0</a:t>
            </a:r>
            <a:r>
              <a:rPr b="0" i="0" lang="en-US" sz="2800" u="none" cap="none" strike="noStrike">
                <a:solidFill>
                  <a:srgbClr val="000000"/>
                </a:solidFill>
                <a:latin typeface="Calibri"/>
                <a:ea typeface="Calibri"/>
                <a:cs typeface="Calibri"/>
                <a:sym typeface="Calibri"/>
              </a:rPr>
              <a:t>+1]</a:t>
            </a:r>
            <a:endParaRPr/>
          </a:p>
        </p:txBody>
      </p:sp>
      <p:grpSp>
        <p:nvGrpSpPr>
          <p:cNvPr id="2223" name="Google Shape;2223;p40"/>
          <p:cNvGrpSpPr/>
          <p:nvPr/>
        </p:nvGrpSpPr>
        <p:grpSpPr>
          <a:xfrm>
            <a:off x="2981739" y="3590924"/>
            <a:ext cx="6215270" cy="1680396"/>
            <a:chOff x="2981739" y="3590924"/>
            <a:chExt cx="6215270" cy="1680396"/>
          </a:xfrm>
        </p:grpSpPr>
        <p:grpSp>
          <p:nvGrpSpPr>
            <p:cNvPr id="2224" name="Google Shape;2224;p40"/>
            <p:cNvGrpSpPr/>
            <p:nvPr/>
          </p:nvGrpSpPr>
          <p:grpSpPr>
            <a:xfrm>
              <a:off x="3709987" y="4014790"/>
              <a:ext cx="1533525" cy="57150"/>
              <a:chOff x="5229225" y="5548314"/>
              <a:chExt cx="1533525" cy="57150"/>
            </a:xfrm>
          </p:grpSpPr>
          <p:cxnSp>
            <p:nvCxnSpPr>
              <p:cNvPr id="2225" name="Google Shape;2225;p40"/>
              <p:cNvCxnSpPr/>
              <p:nvPr/>
            </p:nvCxnSpPr>
            <p:spPr>
              <a:xfrm>
                <a:off x="5229225" y="5581650"/>
                <a:ext cx="1533525" cy="0"/>
              </a:xfrm>
              <a:prstGeom prst="straightConnector1">
                <a:avLst/>
              </a:prstGeom>
              <a:noFill/>
              <a:ln cap="flat" cmpd="sng" w="12700">
                <a:solidFill>
                  <a:schemeClr val="dk1"/>
                </a:solidFill>
                <a:prstDash val="solid"/>
                <a:miter lim="800000"/>
                <a:headEnd len="med" w="med" type="triangle"/>
                <a:tailEnd len="med" w="med" type="triangle"/>
              </a:ln>
            </p:spPr>
          </p:cxnSp>
          <p:sp>
            <p:nvSpPr>
              <p:cNvPr id="2226" name="Google Shape;2226;p40"/>
              <p:cNvSpPr/>
              <p:nvPr/>
            </p:nvSpPr>
            <p:spPr>
              <a:xfrm>
                <a:off x="5591173" y="5548314"/>
                <a:ext cx="828675" cy="5715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2227" name="Google Shape;2227;p40"/>
            <p:cNvGrpSpPr/>
            <p:nvPr/>
          </p:nvGrpSpPr>
          <p:grpSpPr>
            <a:xfrm>
              <a:off x="5262562" y="4014791"/>
              <a:ext cx="1533525" cy="57150"/>
              <a:chOff x="5229225" y="5548314"/>
              <a:chExt cx="1533525" cy="57150"/>
            </a:xfrm>
          </p:grpSpPr>
          <p:cxnSp>
            <p:nvCxnSpPr>
              <p:cNvPr id="2228" name="Google Shape;2228;p40"/>
              <p:cNvCxnSpPr/>
              <p:nvPr/>
            </p:nvCxnSpPr>
            <p:spPr>
              <a:xfrm>
                <a:off x="5229225" y="5581650"/>
                <a:ext cx="1533525" cy="0"/>
              </a:xfrm>
              <a:prstGeom prst="straightConnector1">
                <a:avLst/>
              </a:prstGeom>
              <a:noFill/>
              <a:ln cap="flat" cmpd="sng" w="12700">
                <a:solidFill>
                  <a:schemeClr val="dk1"/>
                </a:solidFill>
                <a:prstDash val="solid"/>
                <a:miter lim="800000"/>
                <a:headEnd len="med" w="med" type="triangle"/>
                <a:tailEnd len="med" w="med" type="triangle"/>
              </a:ln>
            </p:spPr>
          </p:cxnSp>
          <p:sp>
            <p:nvSpPr>
              <p:cNvPr id="2229" name="Google Shape;2229;p40"/>
              <p:cNvSpPr/>
              <p:nvPr/>
            </p:nvSpPr>
            <p:spPr>
              <a:xfrm>
                <a:off x="5591173" y="5548314"/>
                <a:ext cx="828675" cy="5715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cxnSp>
          <p:nvCxnSpPr>
            <p:cNvPr id="2230" name="Google Shape;2230;p40"/>
            <p:cNvCxnSpPr/>
            <p:nvPr/>
          </p:nvCxnSpPr>
          <p:spPr>
            <a:xfrm>
              <a:off x="2981739" y="4890052"/>
              <a:ext cx="6215270" cy="0"/>
            </a:xfrm>
            <a:prstGeom prst="straightConnector1">
              <a:avLst/>
            </a:prstGeom>
            <a:noFill/>
            <a:ln cap="flat" cmpd="sng" w="12700">
              <a:solidFill>
                <a:schemeClr val="dk1"/>
              </a:solidFill>
              <a:prstDash val="solid"/>
              <a:miter lim="800000"/>
              <a:headEnd len="sm" w="sm" type="none"/>
              <a:tailEnd len="sm" w="sm" type="none"/>
            </a:ln>
          </p:spPr>
        </p:cxnSp>
        <p:cxnSp>
          <p:nvCxnSpPr>
            <p:cNvPr id="2231" name="Google Shape;2231;p40"/>
            <p:cNvCxnSpPr/>
            <p:nvPr/>
          </p:nvCxnSpPr>
          <p:spPr>
            <a:xfrm>
              <a:off x="6798365" y="3817663"/>
              <a:ext cx="0" cy="1099931"/>
            </a:xfrm>
            <a:prstGeom prst="straightConnector1">
              <a:avLst/>
            </a:prstGeom>
            <a:noFill/>
            <a:ln cap="flat" cmpd="sng" w="12700">
              <a:solidFill>
                <a:schemeClr val="dk1"/>
              </a:solidFill>
              <a:prstDash val="dash"/>
              <a:miter lim="800000"/>
              <a:headEnd len="sm" w="sm" type="none"/>
              <a:tailEnd len="sm" w="sm" type="none"/>
            </a:ln>
          </p:spPr>
        </p:cxnSp>
        <p:cxnSp>
          <p:nvCxnSpPr>
            <p:cNvPr id="2232" name="Google Shape;2232;p40"/>
            <p:cNvCxnSpPr/>
            <p:nvPr/>
          </p:nvCxnSpPr>
          <p:spPr>
            <a:xfrm>
              <a:off x="5254486" y="3823252"/>
              <a:ext cx="0" cy="1099931"/>
            </a:xfrm>
            <a:prstGeom prst="straightConnector1">
              <a:avLst/>
            </a:prstGeom>
            <a:noFill/>
            <a:ln cap="flat" cmpd="sng" w="12700">
              <a:solidFill>
                <a:schemeClr val="dk1"/>
              </a:solidFill>
              <a:prstDash val="dash"/>
              <a:miter lim="800000"/>
              <a:headEnd len="sm" w="sm" type="none"/>
              <a:tailEnd len="sm" w="sm" type="none"/>
            </a:ln>
          </p:spPr>
        </p:cxnSp>
        <p:cxnSp>
          <p:nvCxnSpPr>
            <p:cNvPr id="2233" name="Google Shape;2233;p40"/>
            <p:cNvCxnSpPr/>
            <p:nvPr/>
          </p:nvCxnSpPr>
          <p:spPr>
            <a:xfrm>
              <a:off x="3710607" y="3833604"/>
              <a:ext cx="0" cy="1099931"/>
            </a:xfrm>
            <a:prstGeom prst="straightConnector1">
              <a:avLst/>
            </a:prstGeom>
            <a:noFill/>
            <a:ln cap="flat" cmpd="sng" w="12700">
              <a:solidFill>
                <a:schemeClr val="dk1"/>
              </a:solidFill>
              <a:prstDash val="dash"/>
              <a:miter lim="800000"/>
              <a:headEnd len="sm" w="sm" type="none"/>
              <a:tailEnd len="sm" w="sm" type="none"/>
            </a:ln>
          </p:spPr>
        </p:cxnSp>
        <p:sp>
          <p:nvSpPr>
            <p:cNvPr id="2234" name="Google Shape;2234;p40"/>
            <p:cNvSpPr txBox="1"/>
            <p:nvPr/>
          </p:nvSpPr>
          <p:spPr>
            <a:xfrm>
              <a:off x="6453809" y="4863548"/>
              <a:ext cx="73129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1" lang="en-US" sz="2000" u="none" cap="none" strike="noStrike">
                  <a:solidFill>
                    <a:srgbClr val="000000"/>
                  </a:solidFill>
                  <a:latin typeface="Calibri"/>
                  <a:ea typeface="Calibri"/>
                  <a:cs typeface="Calibri"/>
                  <a:sym typeface="Calibri"/>
                </a:rPr>
                <a:t>t</a:t>
              </a:r>
              <a:r>
                <a:rPr b="0" baseline="-25000" i="1" lang="en-US" sz="2000" u="none" cap="none" strike="noStrike">
                  <a:solidFill>
                    <a:srgbClr val="000000"/>
                  </a:solidFill>
                  <a:latin typeface="Calibri"/>
                  <a:ea typeface="Calibri"/>
                  <a:cs typeface="Calibri"/>
                  <a:sym typeface="Calibri"/>
                </a:rPr>
                <a:t>0</a:t>
              </a:r>
              <a:r>
                <a:rPr b="0" i="1" lang="en-US" sz="2000" u="none" cap="none" strike="noStrike">
                  <a:solidFill>
                    <a:srgbClr val="000000"/>
                  </a:solidFill>
                  <a:latin typeface="Calibri"/>
                  <a:ea typeface="Calibri"/>
                  <a:cs typeface="Calibri"/>
                  <a:sym typeface="Calibri"/>
                </a:rPr>
                <a:t> + 1</a:t>
              </a:r>
              <a:endParaRPr/>
            </a:p>
          </p:txBody>
        </p:sp>
        <p:sp>
          <p:nvSpPr>
            <p:cNvPr id="2235" name="Google Shape;2235;p40"/>
            <p:cNvSpPr txBox="1"/>
            <p:nvPr/>
          </p:nvSpPr>
          <p:spPr>
            <a:xfrm>
              <a:off x="3381167" y="4871210"/>
              <a:ext cx="68159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1" lang="en-US" sz="2000" u="none" cap="none" strike="noStrike">
                  <a:solidFill>
                    <a:srgbClr val="000000"/>
                  </a:solidFill>
                  <a:latin typeface="Calibri"/>
                  <a:ea typeface="Calibri"/>
                  <a:cs typeface="Calibri"/>
                  <a:sym typeface="Calibri"/>
                </a:rPr>
                <a:t>t</a:t>
              </a:r>
              <a:r>
                <a:rPr b="0" baseline="-25000" i="1" lang="en-US" sz="2000" u="none" cap="none" strike="noStrike">
                  <a:solidFill>
                    <a:srgbClr val="000000"/>
                  </a:solidFill>
                  <a:latin typeface="Calibri"/>
                  <a:ea typeface="Calibri"/>
                  <a:cs typeface="Calibri"/>
                  <a:sym typeface="Calibri"/>
                </a:rPr>
                <a:t>0</a:t>
              </a:r>
              <a:r>
                <a:rPr b="0" i="1" lang="en-US" sz="2000" u="none" cap="none" strike="noStrike">
                  <a:solidFill>
                    <a:srgbClr val="000000"/>
                  </a:solidFill>
                  <a:latin typeface="Calibri"/>
                  <a:ea typeface="Calibri"/>
                  <a:cs typeface="Calibri"/>
                  <a:sym typeface="Calibri"/>
                </a:rPr>
                <a:t> - 1</a:t>
              </a:r>
              <a:endParaRPr/>
            </a:p>
          </p:txBody>
        </p:sp>
        <p:sp>
          <p:nvSpPr>
            <p:cNvPr id="2236" name="Google Shape;2236;p40"/>
            <p:cNvSpPr txBox="1"/>
            <p:nvPr/>
          </p:nvSpPr>
          <p:spPr>
            <a:xfrm>
              <a:off x="5102086" y="4865199"/>
              <a:ext cx="35779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1" lang="en-US" sz="2000" u="none" cap="none" strike="noStrike">
                  <a:solidFill>
                    <a:srgbClr val="000000"/>
                  </a:solidFill>
                  <a:latin typeface="Calibri"/>
                  <a:ea typeface="Calibri"/>
                  <a:cs typeface="Calibri"/>
                  <a:sym typeface="Calibri"/>
                </a:rPr>
                <a:t>t</a:t>
              </a:r>
              <a:r>
                <a:rPr b="0" baseline="-25000" i="1" lang="en-US" sz="2000" u="none" cap="none" strike="noStrike">
                  <a:solidFill>
                    <a:srgbClr val="000000"/>
                  </a:solidFill>
                  <a:latin typeface="Calibri"/>
                  <a:ea typeface="Calibri"/>
                  <a:cs typeface="Calibri"/>
                  <a:sym typeface="Calibri"/>
                </a:rPr>
                <a:t>0</a:t>
              </a:r>
              <a:endParaRPr b="0" i="1" sz="2000" u="none" cap="none" strike="noStrike">
                <a:solidFill>
                  <a:srgbClr val="000000"/>
                </a:solidFill>
                <a:latin typeface="Calibri"/>
                <a:ea typeface="Calibri"/>
                <a:cs typeface="Calibri"/>
                <a:sym typeface="Calibri"/>
              </a:endParaRPr>
            </a:p>
          </p:txBody>
        </p:sp>
        <p:sp>
          <p:nvSpPr>
            <p:cNvPr id="2237" name="Google Shape;2237;p40"/>
            <p:cNvSpPr/>
            <p:nvPr/>
          </p:nvSpPr>
          <p:spPr>
            <a:xfrm>
              <a:off x="4090988" y="4191000"/>
              <a:ext cx="1547812" cy="171450"/>
            </a:xfrm>
            <a:prstGeom prst="rect">
              <a:avLst/>
            </a:prstGeom>
            <a:solidFill>
              <a:srgbClr val="00B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38" name="Google Shape;2238;p40"/>
            <p:cNvSpPr/>
            <p:nvPr/>
          </p:nvSpPr>
          <p:spPr>
            <a:xfrm>
              <a:off x="5248276" y="4429125"/>
              <a:ext cx="1547812" cy="17145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39" name="Google Shape;2239;p40"/>
            <p:cNvSpPr/>
            <p:nvPr/>
          </p:nvSpPr>
          <p:spPr>
            <a:xfrm>
              <a:off x="6519864" y="4672012"/>
              <a:ext cx="1547812" cy="171450"/>
            </a:xfrm>
            <a:prstGeom prst="rect">
              <a:avLst/>
            </a:pr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40" name="Google Shape;2240;p40"/>
            <p:cNvSpPr txBox="1"/>
            <p:nvPr/>
          </p:nvSpPr>
          <p:spPr>
            <a:xfrm>
              <a:off x="5514017" y="3590925"/>
              <a:ext cx="1058302" cy="613630"/>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will overlap</a:t>
              </a:r>
              <a:endParaRPr/>
            </a:p>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with end of </a:t>
              </a:r>
              <a:endParaRPr/>
            </a:p>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i’s frame</a:t>
              </a:r>
              <a:endParaRPr/>
            </a:p>
          </p:txBody>
        </p:sp>
        <p:sp>
          <p:nvSpPr>
            <p:cNvPr id="2241" name="Google Shape;2241;p40"/>
            <p:cNvSpPr txBox="1"/>
            <p:nvPr/>
          </p:nvSpPr>
          <p:spPr>
            <a:xfrm>
              <a:off x="3946547" y="3590924"/>
              <a:ext cx="1116652" cy="613630"/>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will overlap</a:t>
              </a:r>
              <a:endParaRPr/>
            </a:p>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with start of </a:t>
              </a:r>
              <a:endParaRPr/>
            </a:p>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i’s frame</a:t>
              </a:r>
              <a:endParaRPr/>
            </a:p>
          </p:txBody>
        </p:sp>
      </p:grpSp>
      <p:sp>
        <p:nvSpPr>
          <p:cNvPr id="2242" name="Google Shape;2242;p40"/>
          <p:cNvSpPr txBox="1"/>
          <p:nvPr/>
        </p:nvSpPr>
        <p:spPr>
          <a:xfrm>
            <a:off x="911088" y="5316331"/>
            <a:ext cx="10518913" cy="620644"/>
          </a:xfrm>
          <a:prstGeom prst="rect">
            <a:avLst/>
          </a:prstGeom>
          <a:noFill/>
          <a:ln>
            <a:noFill/>
          </a:ln>
        </p:spPr>
        <p:txBody>
          <a:bodyPr anchorCtr="0" anchor="t" bIns="45700" lIns="91425" spcFirstLastPara="1" rIns="91425" wrap="square" tIns="45700">
            <a:normAutofit/>
          </a:bodyPr>
          <a:lstStyle/>
          <a:p>
            <a:pPr indent="-274638" lvl="0" marL="404813"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pure Aloha efficiency: 18% ! </a:t>
            </a:r>
            <a:endParaRPr/>
          </a:p>
        </p:txBody>
      </p:sp>
      <p:sp>
        <p:nvSpPr>
          <p:cNvPr id="2243" name="Google Shape;2243;p4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Link Layer </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23"/>
                                        </p:tgtEl>
                                        <p:attrNameLst>
                                          <p:attrName>style.visibility</p:attrName>
                                        </p:attrNameLst>
                                      </p:cBhvr>
                                      <p:to>
                                        <p:strVal val="visible"/>
                                      </p:to>
                                    </p:set>
                                    <p:animEffect filter="fade" transition="in">
                                      <p:cBhvr>
                                        <p:cTn dur="500"/>
                                        <p:tgtEl>
                                          <p:spTgt spid="22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2"/>
                                        </p:tgtEl>
                                        <p:attrNameLst>
                                          <p:attrName>style.visibility</p:attrName>
                                        </p:attrNameLst>
                                      </p:cBhvr>
                                      <p:to>
                                        <p:strVal val="visible"/>
                                      </p:to>
                                    </p:set>
                                    <p:animEffect filter="fade" transition="in">
                                      <p:cBhvr>
                                        <p:cTn dur="500"/>
                                        <p:tgtEl>
                                          <p:spTgt spid="22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8" name="Shape 2248"/>
        <p:cNvGrpSpPr/>
        <p:nvPr/>
      </p:nvGrpSpPr>
      <p:grpSpPr>
        <a:xfrm>
          <a:off x="0" y="0"/>
          <a:ext cx="0" cy="0"/>
          <a:chOff x="0" y="0"/>
          <a:chExt cx="0" cy="0"/>
        </a:xfrm>
      </p:grpSpPr>
      <p:sp>
        <p:nvSpPr>
          <p:cNvPr id="2249" name="Google Shape;2249;p41"/>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b="0" lang="en-US">
                <a:latin typeface="Calibri"/>
                <a:ea typeface="Calibri"/>
                <a:cs typeface="Calibri"/>
                <a:sym typeface="Calibri"/>
              </a:rPr>
              <a:t>CSMA (carrier sense multiple access)</a:t>
            </a:r>
            <a:endParaRPr b="0" sz="4400">
              <a:latin typeface="Calibri"/>
              <a:ea typeface="Calibri"/>
              <a:cs typeface="Calibri"/>
              <a:sym typeface="Calibri"/>
            </a:endParaRPr>
          </a:p>
        </p:txBody>
      </p:sp>
      <p:sp>
        <p:nvSpPr>
          <p:cNvPr id="2250" name="Google Shape;2250;p41"/>
          <p:cNvSpPr txBox="1"/>
          <p:nvPr/>
        </p:nvSpPr>
        <p:spPr>
          <a:xfrm>
            <a:off x="1075221" y="1383818"/>
            <a:ext cx="10295145" cy="2220774"/>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000000"/>
                </a:solidFill>
                <a:latin typeface="Calibri"/>
                <a:ea typeface="Calibri"/>
                <a:cs typeface="Calibri"/>
                <a:sym typeface="Calibri"/>
              </a:rPr>
              <a:t>simple </a:t>
            </a:r>
            <a:r>
              <a:rPr b="0" i="0" lang="en-US" sz="3200" u="none" cap="none" strike="noStrike">
                <a:solidFill>
                  <a:srgbClr val="C00000"/>
                </a:solidFill>
                <a:latin typeface="Calibri"/>
                <a:ea typeface="Calibri"/>
                <a:cs typeface="Calibri"/>
                <a:sym typeface="Calibri"/>
              </a:rPr>
              <a:t>CSMA:</a:t>
            </a:r>
            <a:r>
              <a:rPr b="0" i="0" lang="en-US" sz="2800" u="none" cap="none" strike="noStrike">
                <a:solidFill>
                  <a:srgbClr val="C00000"/>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listen before transmit:</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99"/>
                </a:solidFill>
                <a:latin typeface="Calibri"/>
                <a:ea typeface="Calibri"/>
                <a:cs typeface="Calibri"/>
                <a:sym typeface="Calibri"/>
              </a:rPr>
              <a:t>if channel sensed idle:</a:t>
            </a:r>
            <a:r>
              <a:rPr b="0" i="0" lang="en-US" sz="2800" u="none" cap="none" strike="noStrike">
                <a:solidFill>
                  <a:srgbClr val="000000"/>
                </a:solidFill>
                <a:latin typeface="Calibri"/>
                <a:ea typeface="Calibri"/>
                <a:cs typeface="Calibri"/>
                <a:sym typeface="Calibri"/>
              </a:rPr>
              <a:t> transmit entire frame</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99"/>
                </a:solidFill>
                <a:latin typeface="Calibri"/>
                <a:ea typeface="Calibri"/>
                <a:cs typeface="Calibri"/>
                <a:sym typeface="Calibri"/>
              </a:rPr>
              <a:t>if channel sensed busy:</a:t>
            </a:r>
            <a:r>
              <a:rPr b="0" i="0" lang="en-US" sz="2800" u="none" cap="none" strike="noStrike">
                <a:solidFill>
                  <a:srgbClr val="000000"/>
                </a:solidFill>
                <a:latin typeface="Calibri"/>
                <a:ea typeface="Calibri"/>
                <a:cs typeface="Calibri"/>
                <a:sym typeface="Calibri"/>
              </a:rPr>
              <a:t> defer transmission </a:t>
            </a:r>
            <a:endParaRPr b="0" i="0" sz="2400" u="none" cap="none" strike="noStrike">
              <a:solidFill>
                <a:srgbClr val="000000"/>
              </a:solidFill>
              <a:latin typeface="Calibri"/>
              <a:ea typeface="Calibri"/>
              <a:cs typeface="Calibri"/>
              <a:sym typeface="Calibri"/>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human analogy: </a:t>
            </a:r>
            <a:r>
              <a:rPr b="0" i="0" lang="en-US" sz="2800" u="sng" cap="none" strike="noStrike">
                <a:solidFill>
                  <a:srgbClr val="000000"/>
                </a:solidFill>
                <a:latin typeface="Calibri"/>
                <a:ea typeface="Calibri"/>
                <a:cs typeface="Calibri"/>
                <a:sym typeface="Calibri"/>
              </a:rPr>
              <a:t>don’t interrupt others!</a:t>
            </a:r>
            <a:endParaRPr/>
          </a:p>
        </p:txBody>
      </p:sp>
      <p:sp>
        <p:nvSpPr>
          <p:cNvPr id="2251" name="Google Shape;2251;p41"/>
          <p:cNvSpPr txBox="1"/>
          <p:nvPr/>
        </p:nvSpPr>
        <p:spPr>
          <a:xfrm>
            <a:off x="1078879" y="3646626"/>
            <a:ext cx="10158964" cy="2661409"/>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C00000"/>
                </a:solidFill>
                <a:latin typeface="Calibri"/>
                <a:ea typeface="Calibri"/>
                <a:cs typeface="Calibri"/>
                <a:sym typeface="Calibri"/>
              </a:rPr>
              <a:t>CSMA/CD:</a:t>
            </a:r>
            <a:r>
              <a:rPr b="0" i="0" lang="en-US" sz="2800" u="none" cap="none" strike="noStrike">
                <a:solidFill>
                  <a:srgbClr val="C00000"/>
                </a:solidFill>
                <a:latin typeface="Calibri"/>
                <a:ea typeface="Calibri"/>
                <a:cs typeface="Calibri"/>
                <a:sym typeface="Calibri"/>
              </a:rPr>
              <a:t> </a:t>
            </a:r>
            <a:r>
              <a:rPr b="0" i="0" lang="en-US" sz="3200" u="none" cap="none" strike="noStrike">
                <a:solidFill>
                  <a:srgbClr val="000000"/>
                </a:solidFill>
                <a:latin typeface="Calibri"/>
                <a:ea typeface="Calibri"/>
                <a:cs typeface="Calibri"/>
                <a:sym typeface="Calibri"/>
              </a:rPr>
              <a:t>CSMA with </a:t>
            </a:r>
            <a:r>
              <a:rPr b="0" i="1" lang="en-US" sz="3200" u="none" cap="none" strike="noStrike">
                <a:solidFill>
                  <a:srgbClr val="0000A8"/>
                </a:solidFill>
                <a:latin typeface="Calibri"/>
                <a:ea typeface="Calibri"/>
                <a:cs typeface="Calibri"/>
                <a:sym typeface="Calibri"/>
              </a:rPr>
              <a:t>collision detection</a:t>
            </a:r>
            <a:endParaRPr b="0" i="1" sz="2800" u="none" cap="none" strike="noStrike">
              <a:solidFill>
                <a:srgbClr val="0000A8"/>
              </a:solidFill>
              <a:latin typeface="Calibri"/>
              <a:ea typeface="Calibri"/>
              <a:cs typeface="Calibri"/>
              <a:sym typeface="Calibri"/>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collisions </a:t>
            </a:r>
            <a:r>
              <a:rPr b="0" i="1" lang="en-US" sz="2800" u="none" cap="none" strike="noStrike">
                <a:solidFill>
                  <a:srgbClr val="000000"/>
                </a:solidFill>
                <a:latin typeface="Calibri"/>
                <a:ea typeface="Calibri"/>
                <a:cs typeface="Calibri"/>
                <a:sym typeface="Calibri"/>
              </a:rPr>
              <a:t>detected</a:t>
            </a:r>
            <a:r>
              <a:rPr b="0" i="0" lang="en-US" sz="2800" u="none" cap="none" strike="noStrike">
                <a:solidFill>
                  <a:srgbClr val="000000"/>
                </a:solidFill>
                <a:latin typeface="Calibri"/>
                <a:ea typeface="Calibri"/>
                <a:cs typeface="Calibri"/>
                <a:sym typeface="Calibri"/>
              </a:rPr>
              <a:t> within short time</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colliding transmissions aborted, reducing channel wastage</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collision detection easy in wired, difficult with wireless</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human analogy: </a:t>
            </a:r>
            <a:r>
              <a:rPr b="0" i="0" lang="en-US" sz="2800" u="sng" cap="none" strike="noStrike">
                <a:solidFill>
                  <a:srgbClr val="000000"/>
                </a:solidFill>
                <a:latin typeface="Calibri"/>
                <a:ea typeface="Calibri"/>
                <a:cs typeface="Calibri"/>
                <a:sym typeface="Calibri"/>
              </a:rPr>
              <a:t>the polite conversationalist </a:t>
            </a:r>
            <a:endParaRPr/>
          </a:p>
        </p:txBody>
      </p:sp>
      <p:sp>
        <p:nvSpPr>
          <p:cNvPr id="2252" name="Google Shape;2252;p4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Link Layer </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1">
                                            <p:txEl>
                                              <p:pRg end="0" st="0"/>
                                            </p:txEl>
                                          </p:spTgt>
                                        </p:tgtEl>
                                        <p:attrNameLst>
                                          <p:attrName>style.visibility</p:attrName>
                                        </p:attrNameLst>
                                      </p:cBhvr>
                                      <p:to>
                                        <p:strVal val="visible"/>
                                      </p:to>
                                    </p:set>
                                    <p:animEffect filter="fade" transition="in">
                                      <p:cBhvr>
                                        <p:cTn dur="500"/>
                                        <p:tgtEl>
                                          <p:spTgt spid="225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1">
                                            <p:txEl>
                                              <p:pRg end="1" st="1"/>
                                            </p:txEl>
                                          </p:spTgt>
                                        </p:tgtEl>
                                        <p:attrNameLst>
                                          <p:attrName>style.visibility</p:attrName>
                                        </p:attrNameLst>
                                      </p:cBhvr>
                                      <p:to>
                                        <p:strVal val="visible"/>
                                      </p:to>
                                    </p:set>
                                    <p:animEffect filter="fade" transition="in">
                                      <p:cBhvr>
                                        <p:cTn dur="500"/>
                                        <p:tgtEl>
                                          <p:spTgt spid="225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1">
                                            <p:txEl>
                                              <p:pRg end="2" st="2"/>
                                            </p:txEl>
                                          </p:spTgt>
                                        </p:tgtEl>
                                        <p:attrNameLst>
                                          <p:attrName>style.visibility</p:attrName>
                                        </p:attrNameLst>
                                      </p:cBhvr>
                                      <p:to>
                                        <p:strVal val="visible"/>
                                      </p:to>
                                    </p:set>
                                    <p:animEffect filter="fade" transition="in">
                                      <p:cBhvr>
                                        <p:cTn dur="500"/>
                                        <p:tgtEl>
                                          <p:spTgt spid="225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1">
                                            <p:txEl>
                                              <p:pRg end="3" st="3"/>
                                            </p:txEl>
                                          </p:spTgt>
                                        </p:tgtEl>
                                        <p:attrNameLst>
                                          <p:attrName>style.visibility</p:attrName>
                                        </p:attrNameLst>
                                      </p:cBhvr>
                                      <p:to>
                                        <p:strVal val="visible"/>
                                      </p:to>
                                    </p:set>
                                    <p:animEffect filter="fade" transition="in">
                                      <p:cBhvr>
                                        <p:cTn dur="500"/>
                                        <p:tgtEl>
                                          <p:spTgt spid="225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1">
                                            <p:txEl>
                                              <p:pRg end="4" st="4"/>
                                            </p:txEl>
                                          </p:spTgt>
                                        </p:tgtEl>
                                        <p:attrNameLst>
                                          <p:attrName>style.visibility</p:attrName>
                                        </p:attrNameLst>
                                      </p:cBhvr>
                                      <p:to>
                                        <p:strVal val="visible"/>
                                      </p:to>
                                    </p:set>
                                    <p:animEffect filter="fade" transition="in">
                                      <p:cBhvr>
                                        <p:cTn dur="500"/>
                                        <p:tgtEl>
                                          <p:spTgt spid="2251">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7" name="Shape 2257"/>
        <p:cNvGrpSpPr/>
        <p:nvPr/>
      </p:nvGrpSpPr>
      <p:grpSpPr>
        <a:xfrm>
          <a:off x="0" y="0"/>
          <a:ext cx="0" cy="0"/>
          <a:chOff x="0" y="0"/>
          <a:chExt cx="0" cy="0"/>
        </a:xfrm>
      </p:grpSpPr>
      <p:sp>
        <p:nvSpPr>
          <p:cNvPr id="2258" name="Google Shape;2258;p42"/>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b="0" lang="en-US">
                <a:latin typeface="Calibri"/>
                <a:ea typeface="Calibri"/>
                <a:cs typeface="Calibri"/>
                <a:sym typeface="Calibri"/>
              </a:rPr>
              <a:t>CSMA: collisions</a:t>
            </a:r>
            <a:endParaRPr b="0" sz="4400">
              <a:latin typeface="Calibri"/>
              <a:ea typeface="Calibri"/>
              <a:cs typeface="Calibri"/>
              <a:sym typeface="Calibri"/>
            </a:endParaRPr>
          </a:p>
        </p:txBody>
      </p:sp>
      <p:sp>
        <p:nvSpPr>
          <p:cNvPr id="2259" name="Google Shape;2259;p42"/>
          <p:cNvSpPr txBox="1"/>
          <p:nvPr/>
        </p:nvSpPr>
        <p:spPr>
          <a:xfrm>
            <a:off x="944217" y="1520687"/>
            <a:ext cx="5536096" cy="46482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13A3"/>
                </a:solidFill>
                <a:latin typeface="Calibri"/>
                <a:ea typeface="Calibri"/>
                <a:cs typeface="Calibri"/>
                <a:sym typeface="Calibri"/>
              </a:rPr>
              <a:t>collisions can </a:t>
            </a:r>
            <a:r>
              <a:rPr b="0" i="1" lang="en-US" sz="2800" u="none" cap="none" strike="noStrike">
                <a:solidFill>
                  <a:srgbClr val="0013A3"/>
                </a:solidFill>
                <a:latin typeface="Calibri"/>
                <a:ea typeface="Calibri"/>
                <a:cs typeface="Calibri"/>
                <a:sym typeface="Calibri"/>
              </a:rPr>
              <a:t>still</a:t>
            </a:r>
            <a:r>
              <a:rPr b="0" i="0" lang="en-US" sz="2800" u="none" cap="none" strike="noStrike">
                <a:solidFill>
                  <a:srgbClr val="0013A3"/>
                </a:solidFill>
                <a:latin typeface="Calibri"/>
                <a:ea typeface="Calibri"/>
                <a:cs typeface="Calibri"/>
                <a:sym typeface="Calibri"/>
              </a:rPr>
              <a:t> occur with carrier sensing</a:t>
            </a:r>
            <a:r>
              <a:rPr b="0" i="0" lang="en-US" sz="2800" u="none" cap="none" strike="noStrike">
                <a:solidFill>
                  <a:srgbClr val="000000"/>
                </a:solidFill>
                <a:latin typeface="Calibri"/>
                <a:ea typeface="Calibri"/>
                <a:cs typeface="Calibri"/>
                <a:sym typeface="Calibri"/>
              </a:rPr>
              <a:t>: </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C00000"/>
                </a:solidFill>
                <a:latin typeface="Calibri"/>
                <a:ea typeface="Calibri"/>
                <a:cs typeface="Calibri"/>
                <a:sym typeface="Calibri"/>
              </a:rPr>
              <a:t>propagation delay </a:t>
            </a:r>
            <a:r>
              <a:rPr b="0" i="0" lang="en-US" sz="2400" u="none" cap="none" strike="noStrike">
                <a:solidFill>
                  <a:srgbClr val="000000"/>
                </a:solidFill>
                <a:latin typeface="Calibri"/>
                <a:ea typeface="Calibri"/>
                <a:cs typeface="Calibri"/>
                <a:sym typeface="Calibri"/>
              </a:rPr>
              <a:t>means  two nodes may not hear each other’s just-started transmission</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A8"/>
                </a:solidFill>
                <a:latin typeface="Calibri"/>
                <a:ea typeface="Calibri"/>
                <a:cs typeface="Calibri"/>
                <a:sym typeface="Calibri"/>
              </a:rPr>
              <a:t>collision: </a:t>
            </a:r>
            <a:r>
              <a:rPr b="0" i="0" lang="en-US" sz="2800" u="none" cap="none" strike="noStrike">
                <a:solidFill>
                  <a:srgbClr val="000000"/>
                </a:solidFill>
                <a:latin typeface="Calibri"/>
                <a:ea typeface="Calibri"/>
                <a:cs typeface="Calibri"/>
                <a:sym typeface="Calibri"/>
              </a:rPr>
              <a:t>entire packet transmission time wasted</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chemeClr val="dk1"/>
                </a:solidFill>
                <a:latin typeface="Calibri"/>
                <a:ea typeface="Calibri"/>
                <a:cs typeface="Calibri"/>
                <a:sym typeface="Calibri"/>
              </a:rPr>
              <a:t>distance &amp; propagation delay </a:t>
            </a:r>
            <a:r>
              <a:rPr b="0" i="0" lang="en-US" sz="2400" u="none" cap="none" strike="noStrike">
                <a:solidFill>
                  <a:srgbClr val="000000"/>
                </a:solidFill>
                <a:latin typeface="Calibri"/>
                <a:ea typeface="Calibri"/>
                <a:cs typeface="Calibri"/>
                <a:sym typeface="Calibri"/>
              </a:rPr>
              <a:t>play role in in determining collision probability</a:t>
            </a:r>
            <a:endParaRPr/>
          </a:p>
          <a:p>
            <a:pPr indent="-104775" lvl="1" marL="695325" marR="0" rtl="0" algn="l">
              <a:lnSpc>
                <a:spcPct val="90000"/>
              </a:lnSpc>
              <a:spcBef>
                <a:spcPts val="500"/>
              </a:spcBef>
              <a:spcAft>
                <a:spcPts val="0"/>
              </a:spcAft>
              <a:buClr>
                <a:srgbClr val="0000A8"/>
              </a:buClr>
              <a:buSzPts val="2000"/>
              <a:buFont typeface="Arial"/>
              <a:buNone/>
            </a:pPr>
            <a:r>
              <a:t/>
            </a:r>
            <a:endParaRPr b="0" i="0" sz="2000" u="none" cap="none" strike="noStrike">
              <a:solidFill>
                <a:srgbClr val="000000"/>
              </a:solidFill>
              <a:latin typeface="Gill Sans"/>
              <a:ea typeface="Gill Sans"/>
              <a:cs typeface="Gill Sans"/>
              <a:sym typeface="Gill Sans"/>
            </a:endParaRPr>
          </a:p>
        </p:txBody>
      </p:sp>
      <p:pic>
        <p:nvPicPr>
          <p:cNvPr descr="5" id="2260" name="Google Shape;2260;p42"/>
          <p:cNvPicPr preferRelativeResize="0"/>
          <p:nvPr/>
        </p:nvPicPr>
        <p:blipFill rotWithShape="1">
          <a:blip r:embed="rId3">
            <a:alphaModFix/>
          </a:blip>
          <a:srcRect b="0" l="0" r="0" t="0"/>
          <a:stretch/>
        </p:blipFill>
        <p:spPr>
          <a:xfrm>
            <a:off x="6921570" y="1216371"/>
            <a:ext cx="4287837" cy="5049837"/>
          </a:xfrm>
          <a:prstGeom prst="rect">
            <a:avLst/>
          </a:prstGeom>
          <a:noFill/>
          <a:ln>
            <a:noFill/>
          </a:ln>
        </p:spPr>
      </p:pic>
      <p:sp>
        <p:nvSpPr>
          <p:cNvPr id="2261" name="Google Shape;2261;p42"/>
          <p:cNvSpPr/>
          <p:nvPr/>
        </p:nvSpPr>
        <p:spPr>
          <a:xfrm>
            <a:off x="7999482" y="778221"/>
            <a:ext cx="2568575" cy="3365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spatial layout of nodes </a:t>
            </a:r>
            <a:endParaRPr b="0" i="0" sz="2000" u="none" cap="none" strike="noStrike">
              <a:solidFill>
                <a:srgbClr val="000000"/>
              </a:solidFill>
              <a:latin typeface="Arial"/>
              <a:ea typeface="Arial"/>
              <a:cs typeface="Arial"/>
              <a:sym typeface="Arial"/>
            </a:endParaRPr>
          </a:p>
        </p:txBody>
      </p:sp>
      <p:sp>
        <p:nvSpPr>
          <p:cNvPr id="2262" name="Google Shape;2262;p42"/>
          <p:cNvSpPr/>
          <p:nvPr/>
        </p:nvSpPr>
        <p:spPr>
          <a:xfrm>
            <a:off x="7305745" y="2446683"/>
            <a:ext cx="3736975" cy="2571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2263" name="Google Shape;2263;p42"/>
          <p:cNvSpPr/>
          <p:nvPr/>
        </p:nvSpPr>
        <p:spPr>
          <a:xfrm>
            <a:off x="7313682" y="2703858"/>
            <a:ext cx="3725863" cy="2571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2264" name="Google Shape;2264;p42"/>
          <p:cNvSpPr/>
          <p:nvPr/>
        </p:nvSpPr>
        <p:spPr>
          <a:xfrm>
            <a:off x="7275582" y="2956271"/>
            <a:ext cx="3763963" cy="162401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2265" name="Google Shape;2265;p42"/>
          <p:cNvSpPr/>
          <p:nvPr/>
        </p:nvSpPr>
        <p:spPr>
          <a:xfrm>
            <a:off x="7248595" y="4564408"/>
            <a:ext cx="3789362" cy="20351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2266" name="Google Shape;2266;p42"/>
          <p:cNvSpPr/>
          <p:nvPr/>
        </p:nvSpPr>
        <p:spPr>
          <a:xfrm>
            <a:off x="7242245" y="1148108"/>
            <a:ext cx="4040187" cy="130175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2267" name="Google Shape;2267;p42"/>
          <p:cNvGrpSpPr/>
          <p:nvPr/>
        </p:nvGrpSpPr>
        <p:grpSpPr>
          <a:xfrm>
            <a:off x="7426395" y="1146521"/>
            <a:ext cx="3513137" cy="628650"/>
            <a:chOff x="3117" y="180"/>
            <a:chExt cx="2213" cy="396"/>
          </a:xfrm>
        </p:grpSpPr>
        <p:grpSp>
          <p:nvGrpSpPr>
            <p:cNvPr id="2268" name="Google Shape;2268;p42"/>
            <p:cNvGrpSpPr/>
            <p:nvPr/>
          </p:nvGrpSpPr>
          <p:grpSpPr>
            <a:xfrm flipH="1">
              <a:off x="3117" y="245"/>
              <a:ext cx="316" cy="323"/>
              <a:chOff x="2839" y="3501"/>
              <a:chExt cx="755" cy="803"/>
            </a:xfrm>
          </p:grpSpPr>
          <p:pic>
            <p:nvPicPr>
              <p:cNvPr descr="desktop_computer_stylized_medium" id="2269" name="Google Shape;2269;p42"/>
              <p:cNvPicPr preferRelativeResize="0"/>
              <p:nvPr/>
            </p:nvPicPr>
            <p:blipFill rotWithShape="1">
              <a:blip r:embed="rId4">
                <a:alphaModFix/>
              </a:blip>
              <a:srcRect b="0" l="0" r="0" t="0"/>
              <a:stretch/>
            </p:blipFill>
            <p:spPr>
              <a:xfrm>
                <a:off x="2839" y="3501"/>
                <a:ext cx="755" cy="803"/>
              </a:xfrm>
              <a:prstGeom prst="rect">
                <a:avLst/>
              </a:prstGeom>
              <a:noFill/>
              <a:ln>
                <a:noFill/>
              </a:ln>
            </p:spPr>
          </p:pic>
          <p:sp>
            <p:nvSpPr>
              <p:cNvPr id="2270" name="Google Shape;2270;p42"/>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2271" name="Google Shape;2271;p42"/>
            <p:cNvGrpSpPr/>
            <p:nvPr/>
          </p:nvGrpSpPr>
          <p:grpSpPr>
            <a:xfrm flipH="1">
              <a:off x="3747" y="253"/>
              <a:ext cx="316" cy="323"/>
              <a:chOff x="2839" y="3501"/>
              <a:chExt cx="755" cy="803"/>
            </a:xfrm>
          </p:grpSpPr>
          <p:pic>
            <p:nvPicPr>
              <p:cNvPr descr="desktop_computer_stylized_medium" id="2272" name="Google Shape;2272;p42"/>
              <p:cNvPicPr preferRelativeResize="0"/>
              <p:nvPr/>
            </p:nvPicPr>
            <p:blipFill rotWithShape="1">
              <a:blip r:embed="rId4">
                <a:alphaModFix/>
              </a:blip>
              <a:srcRect b="0" l="0" r="0" t="0"/>
              <a:stretch/>
            </p:blipFill>
            <p:spPr>
              <a:xfrm>
                <a:off x="2839" y="3501"/>
                <a:ext cx="755" cy="803"/>
              </a:xfrm>
              <a:prstGeom prst="rect">
                <a:avLst/>
              </a:prstGeom>
              <a:noFill/>
              <a:ln>
                <a:noFill/>
              </a:ln>
            </p:spPr>
          </p:pic>
          <p:sp>
            <p:nvSpPr>
              <p:cNvPr id="2273" name="Google Shape;2273;p42"/>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2274" name="Google Shape;2274;p42"/>
            <p:cNvGrpSpPr/>
            <p:nvPr/>
          </p:nvGrpSpPr>
          <p:grpSpPr>
            <a:xfrm flipH="1">
              <a:off x="4356" y="247"/>
              <a:ext cx="316" cy="323"/>
              <a:chOff x="2839" y="3501"/>
              <a:chExt cx="755" cy="803"/>
            </a:xfrm>
          </p:grpSpPr>
          <p:pic>
            <p:nvPicPr>
              <p:cNvPr descr="desktop_computer_stylized_medium" id="2275" name="Google Shape;2275;p42"/>
              <p:cNvPicPr preferRelativeResize="0"/>
              <p:nvPr/>
            </p:nvPicPr>
            <p:blipFill rotWithShape="1">
              <a:blip r:embed="rId4">
                <a:alphaModFix/>
              </a:blip>
              <a:srcRect b="0" l="0" r="0" t="0"/>
              <a:stretch/>
            </p:blipFill>
            <p:spPr>
              <a:xfrm>
                <a:off x="2839" y="3501"/>
                <a:ext cx="755" cy="803"/>
              </a:xfrm>
              <a:prstGeom prst="rect">
                <a:avLst/>
              </a:prstGeom>
              <a:noFill/>
              <a:ln>
                <a:noFill/>
              </a:ln>
            </p:spPr>
          </p:pic>
          <p:sp>
            <p:nvSpPr>
              <p:cNvPr id="2276" name="Google Shape;2276;p42"/>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2277" name="Google Shape;2277;p42"/>
            <p:cNvGrpSpPr/>
            <p:nvPr/>
          </p:nvGrpSpPr>
          <p:grpSpPr>
            <a:xfrm flipH="1">
              <a:off x="5014" y="249"/>
              <a:ext cx="316" cy="323"/>
              <a:chOff x="2839" y="3501"/>
              <a:chExt cx="755" cy="803"/>
            </a:xfrm>
          </p:grpSpPr>
          <p:pic>
            <p:nvPicPr>
              <p:cNvPr descr="desktop_computer_stylized_medium" id="2278" name="Google Shape;2278;p42"/>
              <p:cNvPicPr preferRelativeResize="0"/>
              <p:nvPr/>
            </p:nvPicPr>
            <p:blipFill rotWithShape="1">
              <a:blip r:embed="rId4">
                <a:alphaModFix/>
              </a:blip>
              <a:srcRect b="0" l="0" r="0" t="0"/>
              <a:stretch/>
            </p:blipFill>
            <p:spPr>
              <a:xfrm>
                <a:off x="2839" y="3501"/>
                <a:ext cx="755" cy="803"/>
              </a:xfrm>
              <a:prstGeom prst="rect">
                <a:avLst/>
              </a:prstGeom>
              <a:noFill/>
              <a:ln>
                <a:noFill/>
              </a:ln>
            </p:spPr>
          </p:pic>
          <p:sp>
            <p:nvSpPr>
              <p:cNvPr id="2279" name="Google Shape;2279;p42"/>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cxnSp>
          <p:nvCxnSpPr>
            <p:cNvPr id="2280" name="Google Shape;2280;p42"/>
            <p:cNvCxnSpPr/>
            <p:nvPr/>
          </p:nvCxnSpPr>
          <p:spPr>
            <a:xfrm>
              <a:off x="3309" y="181"/>
              <a:ext cx="1989" cy="0"/>
            </a:xfrm>
            <a:prstGeom prst="straightConnector1">
              <a:avLst/>
            </a:prstGeom>
            <a:noFill/>
            <a:ln cap="flat" cmpd="sng" w="19050">
              <a:solidFill>
                <a:srgbClr val="000000"/>
              </a:solidFill>
              <a:prstDash val="solid"/>
              <a:round/>
              <a:headEnd len="med" w="med" type="none"/>
              <a:tailEnd len="med" w="med" type="none"/>
            </a:ln>
          </p:spPr>
        </p:cxnSp>
        <p:cxnSp>
          <p:nvCxnSpPr>
            <p:cNvPr id="2281" name="Google Shape;2281;p42"/>
            <p:cNvCxnSpPr/>
            <p:nvPr/>
          </p:nvCxnSpPr>
          <p:spPr>
            <a:xfrm>
              <a:off x="3309" y="180"/>
              <a:ext cx="0" cy="87"/>
            </a:xfrm>
            <a:prstGeom prst="straightConnector1">
              <a:avLst/>
            </a:prstGeom>
            <a:noFill/>
            <a:ln cap="flat" cmpd="sng" w="19050">
              <a:solidFill>
                <a:srgbClr val="000000"/>
              </a:solidFill>
              <a:prstDash val="solid"/>
              <a:round/>
              <a:headEnd len="med" w="med" type="none"/>
              <a:tailEnd len="med" w="med" type="none"/>
            </a:ln>
          </p:spPr>
        </p:cxnSp>
        <p:cxnSp>
          <p:nvCxnSpPr>
            <p:cNvPr id="2282" name="Google Shape;2282;p42"/>
            <p:cNvCxnSpPr/>
            <p:nvPr/>
          </p:nvCxnSpPr>
          <p:spPr>
            <a:xfrm>
              <a:off x="3975" y="183"/>
              <a:ext cx="0" cy="87"/>
            </a:xfrm>
            <a:prstGeom prst="straightConnector1">
              <a:avLst/>
            </a:prstGeom>
            <a:noFill/>
            <a:ln cap="flat" cmpd="sng" w="19050">
              <a:solidFill>
                <a:srgbClr val="000000"/>
              </a:solidFill>
              <a:prstDash val="solid"/>
              <a:round/>
              <a:headEnd len="med" w="med" type="none"/>
              <a:tailEnd len="med" w="med" type="none"/>
            </a:ln>
          </p:spPr>
        </p:cxnSp>
        <p:cxnSp>
          <p:nvCxnSpPr>
            <p:cNvPr id="2283" name="Google Shape;2283;p42"/>
            <p:cNvCxnSpPr/>
            <p:nvPr/>
          </p:nvCxnSpPr>
          <p:spPr>
            <a:xfrm>
              <a:off x="4578" y="183"/>
              <a:ext cx="0" cy="87"/>
            </a:xfrm>
            <a:prstGeom prst="straightConnector1">
              <a:avLst/>
            </a:prstGeom>
            <a:noFill/>
            <a:ln cap="flat" cmpd="sng" w="19050">
              <a:solidFill>
                <a:srgbClr val="000000"/>
              </a:solidFill>
              <a:prstDash val="solid"/>
              <a:round/>
              <a:headEnd len="med" w="med" type="none"/>
              <a:tailEnd len="med" w="med" type="none"/>
            </a:ln>
          </p:spPr>
        </p:cxnSp>
        <p:cxnSp>
          <p:nvCxnSpPr>
            <p:cNvPr id="2284" name="Google Shape;2284;p42"/>
            <p:cNvCxnSpPr/>
            <p:nvPr/>
          </p:nvCxnSpPr>
          <p:spPr>
            <a:xfrm>
              <a:off x="5289" y="180"/>
              <a:ext cx="0" cy="87"/>
            </a:xfrm>
            <a:prstGeom prst="straightConnector1">
              <a:avLst/>
            </a:prstGeom>
            <a:noFill/>
            <a:ln cap="flat" cmpd="sng" w="19050">
              <a:solidFill>
                <a:srgbClr val="000000"/>
              </a:solidFill>
              <a:prstDash val="solid"/>
              <a:round/>
              <a:headEnd len="med" w="med" type="none"/>
              <a:tailEnd len="med" w="med" type="none"/>
            </a:ln>
          </p:spPr>
        </p:cxnSp>
      </p:grpSp>
      <p:sp>
        <p:nvSpPr>
          <p:cNvPr id="2285" name="Google Shape;2285;p4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Link Layer </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262"/>
                                        </p:tgtEl>
                                      </p:cBhvr>
                                    </p:animEffect>
                                    <p:set>
                                      <p:cBhvr>
                                        <p:cTn dur="1" fill="hold">
                                          <p:stCondLst>
                                            <p:cond delay="500"/>
                                          </p:stCondLst>
                                        </p:cTn>
                                        <p:tgtEl>
                                          <p:spTgt spid="226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263"/>
                                        </p:tgtEl>
                                      </p:cBhvr>
                                    </p:animEffect>
                                    <p:set>
                                      <p:cBhvr>
                                        <p:cTn dur="1" fill="hold">
                                          <p:stCondLst>
                                            <p:cond delay="500"/>
                                          </p:stCondLst>
                                        </p:cTn>
                                        <p:tgtEl>
                                          <p:spTgt spid="226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264"/>
                                        </p:tgtEl>
                                      </p:cBhvr>
                                    </p:animEffect>
                                    <p:set>
                                      <p:cBhvr>
                                        <p:cTn dur="1" fill="hold">
                                          <p:stCondLst>
                                            <p:cond delay="500"/>
                                          </p:stCondLst>
                                        </p:cTn>
                                        <p:tgtEl>
                                          <p:spTgt spid="226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265"/>
                                        </p:tgtEl>
                                      </p:cBhvr>
                                    </p:animEffect>
                                    <p:set>
                                      <p:cBhvr>
                                        <p:cTn dur="1" fill="hold">
                                          <p:stCondLst>
                                            <p:cond delay="500"/>
                                          </p:stCondLst>
                                        </p:cTn>
                                        <p:tgtEl>
                                          <p:spTgt spid="226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0" name="Shape 2290"/>
        <p:cNvGrpSpPr/>
        <p:nvPr/>
      </p:nvGrpSpPr>
      <p:grpSpPr>
        <a:xfrm>
          <a:off x="0" y="0"/>
          <a:ext cx="0" cy="0"/>
          <a:chOff x="0" y="0"/>
          <a:chExt cx="0" cy="0"/>
        </a:xfrm>
      </p:grpSpPr>
      <p:sp>
        <p:nvSpPr>
          <p:cNvPr id="2291" name="Google Shape;2291;p43"/>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b="0" lang="en-US">
                <a:latin typeface="Calibri"/>
                <a:ea typeface="Calibri"/>
                <a:cs typeface="Calibri"/>
                <a:sym typeface="Calibri"/>
              </a:rPr>
              <a:t>CSMA/CD:</a:t>
            </a:r>
            <a:endParaRPr b="0" sz="4400">
              <a:latin typeface="Calibri"/>
              <a:ea typeface="Calibri"/>
              <a:cs typeface="Calibri"/>
              <a:sym typeface="Calibri"/>
            </a:endParaRPr>
          </a:p>
        </p:txBody>
      </p:sp>
      <p:sp>
        <p:nvSpPr>
          <p:cNvPr id="2292" name="Google Shape;2292;p43"/>
          <p:cNvSpPr txBox="1"/>
          <p:nvPr/>
        </p:nvSpPr>
        <p:spPr>
          <a:xfrm>
            <a:off x="944217" y="1520687"/>
            <a:ext cx="5536096" cy="46482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CSMA/CD reduces the amount of time wasted in collisions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transmission aborted on collision detection</a:t>
            </a:r>
            <a:endParaRPr/>
          </a:p>
          <a:p>
            <a:pPr indent="-104775" lvl="1" marL="695325" marR="0" rtl="0" algn="l">
              <a:lnSpc>
                <a:spcPct val="90000"/>
              </a:lnSpc>
              <a:spcBef>
                <a:spcPts val="500"/>
              </a:spcBef>
              <a:spcAft>
                <a:spcPts val="0"/>
              </a:spcAft>
              <a:buClr>
                <a:srgbClr val="0000A8"/>
              </a:buClr>
              <a:buSzPts val="2000"/>
              <a:buFont typeface="Arial"/>
              <a:buNone/>
            </a:pPr>
            <a:r>
              <a:t/>
            </a:r>
            <a:endParaRPr b="0" i="0" sz="2000" u="none" cap="none" strike="noStrike">
              <a:solidFill>
                <a:srgbClr val="000000"/>
              </a:solidFill>
              <a:latin typeface="Gill Sans"/>
              <a:ea typeface="Gill Sans"/>
              <a:cs typeface="Gill Sans"/>
              <a:sym typeface="Gill Sans"/>
            </a:endParaRPr>
          </a:p>
        </p:txBody>
      </p:sp>
      <p:pic>
        <p:nvPicPr>
          <p:cNvPr descr="5" id="2293" name="Google Shape;2293;p43"/>
          <p:cNvPicPr preferRelativeResize="0"/>
          <p:nvPr/>
        </p:nvPicPr>
        <p:blipFill rotWithShape="1">
          <a:blip r:embed="rId3">
            <a:alphaModFix/>
          </a:blip>
          <a:srcRect b="0" l="0" r="0" t="0"/>
          <a:stretch/>
        </p:blipFill>
        <p:spPr>
          <a:xfrm>
            <a:off x="7010882" y="750060"/>
            <a:ext cx="4433887" cy="3870325"/>
          </a:xfrm>
          <a:prstGeom prst="rect">
            <a:avLst/>
          </a:prstGeom>
          <a:noFill/>
          <a:ln>
            <a:noFill/>
          </a:ln>
        </p:spPr>
      </p:pic>
      <p:sp>
        <p:nvSpPr>
          <p:cNvPr id="2294" name="Google Shape;2294;p43"/>
          <p:cNvSpPr/>
          <p:nvPr/>
        </p:nvSpPr>
        <p:spPr>
          <a:xfrm>
            <a:off x="7196619" y="664335"/>
            <a:ext cx="4135438" cy="121126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2295" name="Google Shape;2295;p43"/>
          <p:cNvSpPr/>
          <p:nvPr/>
        </p:nvSpPr>
        <p:spPr>
          <a:xfrm>
            <a:off x="7933219" y="813560"/>
            <a:ext cx="2568575" cy="3365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spatial layout of nodes </a:t>
            </a:r>
            <a:endParaRPr b="0" i="0" sz="2000" u="none" cap="none" strike="noStrike">
              <a:solidFill>
                <a:srgbClr val="000000"/>
              </a:solidFill>
              <a:latin typeface="Arial"/>
              <a:ea typeface="Arial"/>
              <a:cs typeface="Arial"/>
              <a:sym typeface="Arial"/>
            </a:endParaRPr>
          </a:p>
        </p:txBody>
      </p:sp>
      <p:grpSp>
        <p:nvGrpSpPr>
          <p:cNvPr id="2296" name="Google Shape;2296;p43"/>
          <p:cNvGrpSpPr/>
          <p:nvPr/>
        </p:nvGrpSpPr>
        <p:grpSpPr>
          <a:xfrm>
            <a:off x="7696682" y="1204085"/>
            <a:ext cx="3263900" cy="195262"/>
            <a:chOff x="4220" y="1231"/>
            <a:chExt cx="1989" cy="90"/>
          </a:xfrm>
        </p:grpSpPr>
        <p:cxnSp>
          <p:nvCxnSpPr>
            <p:cNvPr id="2297" name="Google Shape;2297;p43"/>
            <p:cNvCxnSpPr/>
            <p:nvPr/>
          </p:nvCxnSpPr>
          <p:spPr>
            <a:xfrm>
              <a:off x="4220" y="1232"/>
              <a:ext cx="1989" cy="0"/>
            </a:xfrm>
            <a:prstGeom prst="straightConnector1">
              <a:avLst/>
            </a:prstGeom>
            <a:noFill/>
            <a:ln cap="flat" cmpd="sng" w="19050">
              <a:solidFill>
                <a:srgbClr val="000000"/>
              </a:solidFill>
              <a:prstDash val="solid"/>
              <a:round/>
              <a:headEnd len="med" w="med" type="none"/>
              <a:tailEnd len="med" w="med" type="none"/>
            </a:ln>
          </p:spPr>
        </p:cxnSp>
        <p:cxnSp>
          <p:nvCxnSpPr>
            <p:cNvPr id="2298" name="Google Shape;2298;p43"/>
            <p:cNvCxnSpPr/>
            <p:nvPr/>
          </p:nvCxnSpPr>
          <p:spPr>
            <a:xfrm>
              <a:off x="4220" y="1231"/>
              <a:ext cx="0" cy="87"/>
            </a:xfrm>
            <a:prstGeom prst="straightConnector1">
              <a:avLst/>
            </a:prstGeom>
            <a:noFill/>
            <a:ln cap="flat" cmpd="sng" w="19050">
              <a:solidFill>
                <a:srgbClr val="000000"/>
              </a:solidFill>
              <a:prstDash val="solid"/>
              <a:round/>
              <a:headEnd len="med" w="med" type="none"/>
              <a:tailEnd len="med" w="med" type="none"/>
            </a:ln>
          </p:spPr>
        </p:cxnSp>
        <p:cxnSp>
          <p:nvCxnSpPr>
            <p:cNvPr id="2299" name="Google Shape;2299;p43"/>
            <p:cNvCxnSpPr/>
            <p:nvPr/>
          </p:nvCxnSpPr>
          <p:spPr>
            <a:xfrm>
              <a:off x="4886" y="1234"/>
              <a:ext cx="0" cy="87"/>
            </a:xfrm>
            <a:prstGeom prst="straightConnector1">
              <a:avLst/>
            </a:prstGeom>
            <a:noFill/>
            <a:ln cap="flat" cmpd="sng" w="19050">
              <a:solidFill>
                <a:srgbClr val="000000"/>
              </a:solidFill>
              <a:prstDash val="solid"/>
              <a:round/>
              <a:headEnd len="med" w="med" type="none"/>
              <a:tailEnd len="med" w="med" type="none"/>
            </a:ln>
          </p:spPr>
        </p:cxnSp>
        <p:cxnSp>
          <p:nvCxnSpPr>
            <p:cNvPr id="2300" name="Google Shape;2300;p43"/>
            <p:cNvCxnSpPr/>
            <p:nvPr/>
          </p:nvCxnSpPr>
          <p:spPr>
            <a:xfrm>
              <a:off x="5489" y="1234"/>
              <a:ext cx="0" cy="87"/>
            </a:xfrm>
            <a:prstGeom prst="straightConnector1">
              <a:avLst/>
            </a:prstGeom>
            <a:noFill/>
            <a:ln cap="flat" cmpd="sng" w="19050">
              <a:solidFill>
                <a:srgbClr val="000000"/>
              </a:solidFill>
              <a:prstDash val="solid"/>
              <a:round/>
              <a:headEnd len="med" w="med" type="none"/>
              <a:tailEnd len="med" w="med" type="none"/>
            </a:ln>
          </p:spPr>
        </p:cxnSp>
        <p:cxnSp>
          <p:nvCxnSpPr>
            <p:cNvPr id="2301" name="Google Shape;2301;p43"/>
            <p:cNvCxnSpPr/>
            <p:nvPr/>
          </p:nvCxnSpPr>
          <p:spPr>
            <a:xfrm>
              <a:off x="6200" y="1231"/>
              <a:ext cx="0" cy="87"/>
            </a:xfrm>
            <a:prstGeom prst="straightConnector1">
              <a:avLst/>
            </a:prstGeom>
            <a:noFill/>
            <a:ln cap="flat" cmpd="sng" w="19050">
              <a:solidFill>
                <a:srgbClr val="000000"/>
              </a:solidFill>
              <a:prstDash val="solid"/>
              <a:round/>
              <a:headEnd len="med" w="med" type="none"/>
              <a:tailEnd len="med" w="med" type="none"/>
            </a:ln>
          </p:spPr>
        </p:cxnSp>
      </p:grpSp>
      <p:grpSp>
        <p:nvGrpSpPr>
          <p:cNvPr id="2302" name="Google Shape;2302;p43"/>
          <p:cNvGrpSpPr/>
          <p:nvPr/>
        </p:nvGrpSpPr>
        <p:grpSpPr>
          <a:xfrm flipH="1">
            <a:off x="7342669" y="1337435"/>
            <a:ext cx="501650" cy="512762"/>
            <a:chOff x="2839" y="3501"/>
            <a:chExt cx="755" cy="803"/>
          </a:xfrm>
        </p:grpSpPr>
        <p:pic>
          <p:nvPicPr>
            <p:cNvPr descr="desktop_computer_stylized_medium" id="2303" name="Google Shape;2303;p43"/>
            <p:cNvPicPr preferRelativeResize="0"/>
            <p:nvPr/>
          </p:nvPicPr>
          <p:blipFill rotWithShape="1">
            <a:blip r:embed="rId4">
              <a:alphaModFix/>
            </a:blip>
            <a:srcRect b="0" l="0" r="0" t="0"/>
            <a:stretch/>
          </p:blipFill>
          <p:spPr>
            <a:xfrm>
              <a:off x="2839" y="3501"/>
              <a:ext cx="755" cy="803"/>
            </a:xfrm>
            <a:prstGeom prst="rect">
              <a:avLst/>
            </a:prstGeom>
            <a:noFill/>
            <a:ln>
              <a:noFill/>
            </a:ln>
          </p:spPr>
        </p:pic>
        <p:sp>
          <p:nvSpPr>
            <p:cNvPr id="2304" name="Google Shape;2304;p43"/>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2305" name="Google Shape;2305;p43"/>
          <p:cNvGrpSpPr/>
          <p:nvPr/>
        </p:nvGrpSpPr>
        <p:grpSpPr>
          <a:xfrm flipH="1">
            <a:off x="8434869" y="1319972"/>
            <a:ext cx="501650" cy="512763"/>
            <a:chOff x="2839" y="3501"/>
            <a:chExt cx="755" cy="803"/>
          </a:xfrm>
        </p:grpSpPr>
        <p:pic>
          <p:nvPicPr>
            <p:cNvPr descr="desktop_computer_stylized_medium" id="2306" name="Google Shape;2306;p43"/>
            <p:cNvPicPr preferRelativeResize="0"/>
            <p:nvPr/>
          </p:nvPicPr>
          <p:blipFill rotWithShape="1">
            <a:blip r:embed="rId4">
              <a:alphaModFix/>
            </a:blip>
            <a:srcRect b="0" l="0" r="0" t="0"/>
            <a:stretch/>
          </p:blipFill>
          <p:spPr>
            <a:xfrm>
              <a:off x="2839" y="3501"/>
              <a:ext cx="755" cy="803"/>
            </a:xfrm>
            <a:prstGeom prst="rect">
              <a:avLst/>
            </a:prstGeom>
            <a:noFill/>
            <a:ln>
              <a:noFill/>
            </a:ln>
          </p:spPr>
        </p:pic>
        <p:sp>
          <p:nvSpPr>
            <p:cNvPr id="2307" name="Google Shape;2307;p43"/>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2308" name="Google Shape;2308;p43"/>
          <p:cNvGrpSpPr/>
          <p:nvPr/>
        </p:nvGrpSpPr>
        <p:grpSpPr>
          <a:xfrm flipH="1">
            <a:off x="9433407" y="1310447"/>
            <a:ext cx="501650" cy="512763"/>
            <a:chOff x="2839" y="3501"/>
            <a:chExt cx="755" cy="803"/>
          </a:xfrm>
        </p:grpSpPr>
        <p:pic>
          <p:nvPicPr>
            <p:cNvPr descr="desktop_computer_stylized_medium" id="2309" name="Google Shape;2309;p43"/>
            <p:cNvPicPr preferRelativeResize="0"/>
            <p:nvPr/>
          </p:nvPicPr>
          <p:blipFill rotWithShape="1">
            <a:blip r:embed="rId4">
              <a:alphaModFix/>
            </a:blip>
            <a:srcRect b="0" l="0" r="0" t="0"/>
            <a:stretch/>
          </p:blipFill>
          <p:spPr>
            <a:xfrm>
              <a:off x="2839" y="3501"/>
              <a:ext cx="755" cy="803"/>
            </a:xfrm>
            <a:prstGeom prst="rect">
              <a:avLst/>
            </a:prstGeom>
            <a:noFill/>
            <a:ln>
              <a:noFill/>
            </a:ln>
          </p:spPr>
        </p:pic>
        <p:sp>
          <p:nvSpPr>
            <p:cNvPr id="2310" name="Google Shape;2310;p43"/>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2311" name="Google Shape;2311;p43"/>
          <p:cNvGrpSpPr/>
          <p:nvPr/>
        </p:nvGrpSpPr>
        <p:grpSpPr>
          <a:xfrm flipH="1">
            <a:off x="10552594" y="1324735"/>
            <a:ext cx="501650" cy="512762"/>
            <a:chOff x="2839" y="3501"/>
            <a:chExt cx="755" cy="803"/>
          </a:xfrm>
        </p:grpSpPr>
        <p:pic>
          <p:nvPicPr>
            <p:cNvPr descr="desktop_computer_stylized_medium" id="2312" name="Google Shape;2312;p43"/>
            <p:cNvPicPr preferRelativeResize="0"/>
            <p:nvPr/>
          </p:nvPicPr>
          <p:blipFill rotWithShape="1">
            <a:blip r:embed="rId4">
              <a:alphaModFix/>
            </a:blip>
            <a:srcRect b="0" l="0" r="0" t="0"/>
            <a:stretch/>
          </p:blipFill>
          <p:spPr>
            <a:xfrm>
              <a:off x="2839" y="3501"/>
              <a:ext cx="755" cy="803"/>
            </a:xfrm>
            <a:prstGeom prst="rect">
              <a:avLst/>
            </a:prstGeom>
            <a:noFill/>
            <a:ln>
              <a:noFill/>
            </a:ln>
          </p:spPr>
        </p:pic>
        <p:sp>
          <p:nvSpPr>
            <p:cNvPr id="2313" name="Google Shape;2313;p43"/>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2314" name="Google Shape;2314;p43"/>
          <p:cNvSpPr/>
          <p:nvPr/>
        </p:nvSpPr>
        <p:spPr>
          <a:xfrm>
            <a:off x="7342577" y="2036867"/>
            <a:ext cx="3986127" cy="2699396"/>
          </a:xfrm>
          <a:custGeom>
            <a:rect b="b" l="l" r="r" t="t"/>
            <a:pathLst>
              <a:path extrusionOk="0" h="2699396" w="3986127">
                <a:moveTo>
                  <a:pt x="0" y="158788"/>
                </a:moveTo>
                <a:lnTo>
                  <a:pt x="1357912" y="32853"/>
                </a:lnTo>
                <a:lnTo>
                  <a:pt x="1522175" y="0"/>
                </a:lnTo>
                <a:lnTo>
                  <a:pt x="3542616" y="246395"/>
                </a:lnTo>
                <a:lnTo>
                  <a:pt x="3936848" y="394232"/>
                </a:lnTo>
                <a:lnTo>
                  <a:pt x="3986127" y="2699396"/>
                </a:lnTo>
                <a:lnTo>
                  <a:pt x="5476" y="2650117"/>
                </a:lnTo>
                <a:cubicBezTo>
                  <a:pt x="3651" y="1819674"/>
                  <a:pt x="1825" y="989231"/>
                  <a:pt x="0" y="15878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315" name="Google Shape;2315;p4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Link Layer </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3000"/>
                                        <p:tgtEl>
                                          <p:spTgt spid="2314"/>
                                        </p:tgtEl>
                                      </p:cBhvr>
                                    </p:animEffect>
                                    <p:set>
                                      <p:cBhvr>
                                        <p:cTn dur="1" fill="hold">
                                          <p:stCondLst>
                                            <p:cond delay="3000"/>
                                          </p:stCondLst>
                                        </p:cTn>
                                        <p:tgtEl>
                                          <p:spTgt spid="231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0" name="Shape 2320"/>
        <p:cNvGrpSpPr/>
        <p:nvPr/>
      </p:nvGrpSpPr>
      <p:grpSpPr>
        <a:xfrm>
          <a:off x="0" y="0"/>
          <a:ext cx="0" cy="0"/>
          <a:chOff x="0" y="0"/>
          <a:chExt cx="0" cy="0"/>
        </a:xfrm>
      </p:grpSpPr>
      <p:sp>
        <p:nvSpPr>
          <p:cNvPr id="2321" name="Google Shape;2321;p44"/>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b="0" lang="en-US">
                <a:latin typeface="Calibri"/>
                <a:ea typeface="Calibri"/>
                <a:cs typeface="Calibri"/>
                <a:sym typeface="Calibri"/>
              </a:rPr>
              <a:t>Ethernet CSMA/CD algorithm</a:t>
            </a:r>
            <a:endParaRPr b="0" sz="4400">
              <a:latin typeface="Calibri"/>
              <a:ea typeface="Calibri"/>
              <a:cs typeface="Calibri"/>
              <a:sym typeface="Calibri"/>
            </a:endParaRPr>
          </a:p>
        </p:txBody>
      </p:sp>
      <p:sp>
        <p:nvSpPr>
          <p:cNvPr id="2322" name="Google Shape;2322;p44"/>
          <p:cNvSpPr txBox="1"/>
          <p:nvPr/>
        </p:nvSpPr>
        <p:spPr>
          <a:xfrm>
            <a:off x="804379" y="1513440"/>
            <a:ext cx="10181673" cy="2422456"/>
          </a:xfrm>
          <a:prstGeom prst="rect">
            <a:avLst/>
          </a:prstGeom>
          <a:noFill/>
          <a:ln>
            <a:noFill/>
          </a:ln>
        </p:spPr>
        <p:txBody>
          <a:bodyPr anchorCtr="0" anchor="t" bIns="45700" lIns="91425" spcFirstLastPara="1" rIns="91425" wrap="square" tIns="45700">
            <a:normAutofit/>
          </a:bodyPr>
          <a:lstStyle/>
          <a:p>
            <a:pPr indent="-327025" lvl="0" marL="457200" marR="0" rtl="0" algn="l">
              <a:lnSpc>
                <a:spcPct val="90000"/>
              </a:lnSpc>
              <a:spcBef>
                <a:spcPts val="0"/>
              </a:spcBef>
              <a:spcAft>
                <a:spcPts val="0"/>
              </a:spcAft>
              <a:buClr>
                <a:srgbClr val="0000A3"/>
              </a:buClr>
              <a:buSzPts val="2800"/>
              <a:buFont typeface="Calibri"/>
              <a:buAutoNum type="arabicPeriod"/>
            </a:pPr>
            <a:r>
              <a:rPr b="0" i="0" lang="en-US" sz="2800" u="none" cap="none" strike="noStrike">
                <a:solidFill>
                  <a:srgbClr val="000000"/>
                </a:solidFill>
                <a:latin typeface="Calibri"/>
                <a:ea typeface="Calibri"/>
                <a:cs typeface="Calibri"/>
                <a:sym typeface="Calibri"/>
              </a:rPr>
              <a:t>Ethernet receives datagram from network layer, creates frame</a:t>
            </a:r>
            <a:endParaRPr/>
          </a:p>
          <a:p>
            <a:pPr indent="-327025" lvl="0" marL="457200" marR="0" rtl="0" algn="l">
              <a:lnSpc>
                <a:spcPct val="90000"/>
              </a:lnSpc>
              <a:spcBef>
                <a:spcPts val="1000"/>
              </a:spcBef>
              <a:spcAft>
                <a:spcPts val="0"/>
              </a:spcAft>
              <a:buClr>
                <a:srgbClr val="0000A3"/>
              </a:buClr>
              <a:buSzPts val="2800"/>
              <a:buFont typeface="Calibri"/>
              <a:buAutoNum type="arabicPeriod"/>
            </a:pPr>
            <a:r>
              <a:rPr b="0" i="0" lang="en-US" sz="2800" u="none" cap="none" strike="noStrike">
                <a:solidFill>
                  <a:srgbClr val="000000"/>
                </a:solidFill>
                <a:latin typeface="Calibri"/>
                <a:ea typeface="Calibri"/>
                <a:cs typeface="Calibri"/>
                <a:sym typeface="Calibri"/>
              </a:rPr>
              <a:t>If Ethernet senses channel:</a:t>
            </a:r>
            <a:endParaRPr/>
          </a:p>
          <a:p>
            <a:pPr indent="50800" lvl="1" marL="695325" marR="0" rtl="0" algn="l">
              <a:lnSpc>
                <a:spcPct val="90000"/>
              </a:lnSpc>
              <a:spcBef>
                <a:spcPts val="500"/>
              </a:spcBef>
              <a:spcAft>
                <a:spcPts val="0"/>
              </a:spcAft>
              <a:buClr>
                <a:srgbClr val="0000A8"/>
              </a:buClr>
              <a:buSzPts val="2800"/>
              <a:buFont typeface="Arial"/>
              <a:buNone/>
            </a:pPr>
            <a:r>
              <a:rPr b="0" i="0" lang="en-US" sz="2800" u="none" cap="none" strike="noStrike">
                <a:solidFill>
                  <a:srgbClr val="000000"/>
                </a:solidFill>
                <a:latin typeface="Calibri"/>
                <a:ea typeface="Calibri"/>
                <a:cs typeface="Calibri"/>
                <a:sym typeface="Calibri"/>
              </a:rPr>
              <a:t>if </a:t>
            </a:r>
            <a:r>
              <a:rPr b="0" i="0" lang="en-US" sz="2800" u="none" cap="none" strike="noStrike">
                <a:solidFill>
                  <a:srgbClr val="0000A8"/>
                </a:solidFill>
                <a:latin typeface="Calibri"/>
                <a:ea typeface="Calibri"/>
                <a:cs typeface="Calibri"/>
                <a:sym typeface="Calibri"/>
              </a:rPr>
              <a:t>idle: </a:t>
            </a:r>
            <a:r>
              <a:rPr b="0" i="0" lang="en-US" sz="2800" u="none" cap="none" strike="noStrike">
                <a:solidFill>
                  <a:srgbClr val="000000"/>
                </a:solidFill>
                <a:latin typeface="Calibri"/>
                <a:ea typeface="Calibri"/>
                <a:cs typeface="Calibri"/>
                <a:sym typeface="Calibri"/>
              </a:rPr>
              <a:t>start frame transmission. </a:t>
            </a:r>
            <a:endParaRPr/>
          </a:p>
          <a:p>
            <a:pPr indent="50800" lvl="1" marL="695325" marR="0" rtl="0" algn="l">
              <a:lnSpc>
                <a:spcPct val="90000"/>
              </a:lnSpc>
              <a:spcBef>
                <a:spcPts val="500"/>
              </a:spcBef>
              <a:spcAft>
                <a:spcPts val="0"/>
              </a:spcAft>
              <a:buClr>
                <a:srgbClr val="0000A8"/>
              </a:buClr>
              <a:buSzPts val="2800"/>
              <a:buFont typeface="Arial"/>
              <a:buNone/>
            </a:pPr>
            <a:r>
              <a:rPr b="0" i="0" lang="en-US" sz="2800" u="none" cap="none" strike="noStrike">
                <a:solidFill>
                  <a:srgbClr val="000000"/>
                </a:solidFill>
                <a:latin typeface="Calibri"/>
                <a:ea typeface="Calibri"/>
                <a:cs typeface="Calibri"/>
                <a:sym typeface="Calibri"/>
              </a:rPr>
              <a:t>if </a:t>
            </a:r>
            <a:r>
              <a:rPr b="0" i="0" lang="en-US" sz="2800" u="none" cap="none" strike="noStrike">
                <a:solidFill>
                  <a:srgbClr val="0000A8"/>
                </a:solidFill>
                <a:latin typeface="Calibri"/>
                <a:ea typeface="Calibri"/>
                <a:cs typeface="Calibri"/>
                <a:sym typeface="Calibri"/>
              </a:rPr>
              <a:t>busy: </a:t>
            </a:r>
            <a:r>
              <a:rPr b="0" i="0" lang="en-US" sz="2800" u="none" cap="none" strike="noStrike">
                <a:solidFill>
                  <a:srgbClr val="000000"/>
                </a:solidFill>
                <a:latin typeface="Calibri"/>
                <a:ea typeface="Calibri"/>
                <a:cs typeface="Calibri"/>
                <a:sym typeface="Calibri"/>
              </a:rPr>
              <a:t>wait until channel idle, then transmit</a:t>
            </a:r>
            <a:endParaRPr/>
          </a:p>
          <a:p>
            <a:pPr indent="-339725" lvl="0" marL="457200" marR="0" rtl="0" algn="l">
              <a:lnSpc>
                <a:spcPct val="90000"/>
              </a:lnSpc>
              <a:spcBef>
                <a:spcPts val="1000"/>
              </a:spcBef>
              <a:spcAft>
                <a:spcPts val="0"/>
              </a:spcAft>
              <a:buClr>
                <a:srgbClr val="0000A3"/>
              </a:buClr>
              <a:buSzPts val="2800"/>
              <a:buFont typeface="Calibri"/>
              <a:buAutoNum type="arabicPeriod"/>
            </a:pPr>
            <a:r>
              <a:rPr b="0" i="0" lang="en-US" sz="2800" u="none" cap="none" strike="noStrike">
                <a:solidFill>
                  <a:srgbClr val="000000"/>
                </a:solidFill>
                <a:latin typeface="Calibri"/>
                <a:ea typeface="Calibri"/>
                <a:cs typeface="Calibri"/>
                <a:sym typeface="Calibri"/>
              </a:rPr>
              <a:t>If entire frame transmitted without collision - done!</a:t>
            </a:r>
            <a:endParaRPr/>
          </a:p>
        </p:txBody>
      </p:sp>
      <p:sp>
        <p:nvSpPr>
          <p:cNvPr id="2323" name="Google Shape;2323;p44"/>
          <p:cNvSpPr txBox="1"/>
          <p:nvPr/>
        </p:nvSpPr>
        <p:spPr>
          <a:xfrm>
            <a:off x="848785" y="3990199"/>
            <a:ext cx="11211339" cy="2493893"/>
          </a:xfrm>
          <a:prstGeom prst="rect">
            <a:avLst/>
          </a:prstGeom>
          <a:noFill/>
          <a:ln>
            <a:noFill/>
          </a:ln>
        </p:spPr>
        <p:txBody>
          <a:bodyPr anchorCtr="0" anchor="t" bIns="45700" lIns="91425" spcFirstLastPara="1" rIns="91425" wrap="square" tIns="45700">
            <a:normAutofit/>
          </a:bodyPr>
          <a:lstStyle/>
          <a:p>
            <a:pPr indent="-327025" lvl="0" marL="457200" marR="0" rtl="0" algn="l">
              <a:lnSpc>
                <a:spcPct val="90000"/>
              </a:lnSpc>
              <a:spcBef>
                <a:spcPts val="0"/>
              </a:spcBef>
              <a:spcAft>
                <a:spcPts val="0"/>
              </a:spcAft>
              <a:buClr>
                <a:srgbClr val="0000A3"/>
              </a:buClr>
              <a:buSzPts val="2800"/>
              <a:buFont typeface="Calibri"/>
              <a:buAutoNum type="arabicPeriod" startAt="4"/>
            </a:pPr>
            <a:r>
              <a:rPr b="0" i="0" lang="en-US" sz="2800" u="none" cap="none" strike="noStrike">
                <a:solidFill>
                  <a:srgbClr val="000000"/>
                </a:solidFill>
                <a:latin typeface="Calibri"/>
                <a:ea typeface="Calibri"/>
                <a:cs typeface="Calibri"/>
                <a:sym typeface="Calibri"/>
              </a:rPr>
              <a:t>If  another transmission detected while sending: abort, send jam signal</a:t>
            </a:r>
            <a:endParaRPr/>
          </a:p>
          <a:p>
            <a:pPr indent="-327025" lvl="0" marL="457200" marR="0" rtl="0" algn="l">
              <a:lnSpc>
                <a:spcPct val="90000"/>
              </a:lnSpc>
              <a:spcBef>
                <a:spcPts val="1000"/>
              </a:spcBef>
              <a:spcAft>
                <a:spcPts val="0"/>
              </a:spcAft>
              <a:buClr>
                <a:srgbClr val="0000A3"/>
              </a:buClr>
              <a:buSzPts val="2800"/>
              <a:buFont typeface="Calibri"/>
              <a:buAutoNum type="arabicPeriod" startAt="4"/>
            </a:pPr>
            <a:r>
              <a:rPr b="0" i="0" lang="en-US" sz="2800" u="none" cap="none" strike="noStrike">
                <a:solidFill>
                  <a:srgbClr val="000000"/>
                </a:solidFill>
                <a:latin typeface="Calibri"/>
                <a:ea typeface="Calibri"/>
                <a:cs typeface="Calibri"/>
                <a:sym typeface="Calibri"/>
              </a:rPr>
              <a:t>After aborting, enter </a:t>
            </a:r>
            <a:r>
              <a:rPr b="0" i="1" lang="en-US" sz="2800" u="none" cap="none" strike="noStrike">
                <a:solidFill>
                  <a:srgbClr val="C00000"/>
                </a:solidFill>
                <a:latin typeface="Calibri"/>
                <a:ea typeface="Calibri"/>
                <a:cs typeface="Calibri"/>
                <a:sym typeface="Calibri"/>
              </a:rPr>
              <a:t>binary (exponential) backoff: </a:t>
            </a:r>
            <a:endParaRPr/>
          </a:p>
          <a:p>
            <a:pPr indent="-274638" lvl="1" marL="1085850"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after </a:t>
            </a:r>
            <a:r>
              <a:rPr b="0" i="1" lang="en-US" sz="2800" u="none" cap="none" strike="noStrike">
                <a:solidFill>
                  <a:srgbClr val="000000"/>
                </a:solidFill>
                <a:latin typeface="Calibri"/>
                <a:ea typeface="Calibri"/>
                <a:cs typeface="Calibri"/>
                <a:sym typeface="Calibri"/>
              </a:rPr>
              <a:t>m</a:t>
            </a:r>
            <a:r>
              <a:rPr b="0" i="0" lang="en-US" sz="2800" u="none" cap="none" strike="noStrike">
                <a:solidFill>
                  <a:srgbClr val="000000"/>
                </a:solidFill>
                <a:latin typeface="Calibri"/>
                <a:ea typeface="Calibri"/>
                <a:cs typeface="Calibri"/>
                <a:sym typeface="Calibri"/>
              </a:rPr>
              <a:t>th collision, chooses </a:t>
            </a:r>
            <a:r>
              <a:rPr b="0" i="1" lang="en-US" sz="2800" u="none" cap="none" strike="noStrike">
                <a:solidFill>
                  <a:srgbClr val="000000"/>
                </a:solidFill>
                <a:latin typeface="Calibri"/>
                <a:ea typeface="Calibri"/>
                <a:cs typeface="Calibri"/>
                <a:sym typeface="Calibri"/>
              </a:rPr>
              <a:t>K </a:t>
            </a:r>
            <a:r>
              <a:rPr b="0" i="0" lang="en-US" sz="2800" u="none" cap="none" strike="noStrike">
                <a:solidFill>
                  <a:srgbClr val="000000"/>
                </a:solidFill>
                <a:latin typeface="Calibri"/>
                <a:ea typeface="Calibri"/>
                <a:cs typeface="Calibri"/>
                <a:sym typeface="Calibri"/>
              </a:rPr>
              <a:t>at random from </a:t>
            </a:r>
            <a:r>
              <a:rPr b="0" i="1" lang="en-US" sz="2800" u="none" cap="none" strike="noStrike">
                <a:solidFill>
                  <a:srgbClr val="000000"/>
                </a:solidFill>
                <a:latin typeface="Calibri"/>
                <a:ea typeface="Calibri"/>
                <a:cs typeface="Calibri"/>
                <a:sym typeface="Calibri"/>
              </a:rPr>
              <a:t>{0,1,2, …, 2</a:t>
            </a:r>
            <a:r>
              <a:rPr b="1" baseline="30000" i="1" lang="en-US" sz="2800" u="none" cap="none" strike="noStrike">
                <a:solidFill>
                  <a:srgbClr val="000000"/>
                </a:solidFill>
                <a:latin typeface="Calibri"/>
                <a:ea typeface="Calibri"/>
                <a:cs typeface="Calibri"/>
                <a:sym typeface="Calibri"/>
              </a:rPr>
              <a:t>m</a:t>
            </a:r>
            <a:r>
              <a:rPr b="0" i="1" lang="en-US" sz="2800" u="none" cap="none" strike="noStrike">
                <a:solidFill>
                  <a:srgbClr val="000000"/>
                </a:solidFill>
                <a:latin typeface="Calibri"/>
                <a:ea typeface="Calibri"/>
                <a:cs typeface="Calibri"/>
                <a:sym typeface="Calibri"/>
              </a:rPr>
              <a:t>-1}</a:t>
            </a:r>
            <a:r>
              <a:rPr b="0" i="0" lang="en-US" sz="2800" u="none" cap="none" strike="noStrike">
                <a:solidFill>
                  <a:srgbClr val="000000"/>
                </a:solidFill>
                <a:latin typeface="Calibri"/>
                <a:ea typeface="Calibri"/>
                <a:cs typeface="Calibri"/>
                <a:sym typeface="Calibri"/>
              </a:rPr>
              <a:t>. Ethernet waits </a:t>
            </a:r>
            <a:r>
              <a:rPr b="0" i="1" lang="en-US" sz="2800" u="none" cap="none" strike="noStrike">
                <a:solidFill>
                  <a:srgbClr val="000000"/>
                </a:solidFill>
                <a:latin typeface="Calibri"/>
                <a:ea typeface="Calibri"/>
                <a:cs typeface="Calibri"/>
                <a:sym typeface="Calibri"/>
              </a:rPr>
              <a:t>K</a:t>
            </a:r>
            <a:r>
              <a:rPr b="0" i="0" lang="en-US" sz="2800" u="none" cap="none" strike="noStrike">
                <a:solidFill>
                  <a:srgbClr val="000000"/>
                </a:solidFill>
                <a:latin typeface="Calibri"/>
                <a:ea typeface="Calibri"/>
                <a:cs typeface="Calibri"/>
                <a:sym typeface="Calibri"/>
              </a:rPr>
              <a:t>·512 bit times, returns to Step 2</a:t>
            </a:r>
            <a:endParaRPr/>
          </a:p>
          <a:p>
            <a:pPr indent="-274638" lvl="1" marL="1085850"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more collisions: longer backoff interval</a:t>
            </a:r>
            <a:endParaRPr/>
          </a:p>
          <a:p>
            <a:pPr indent="-222250" lvl="0" marL="352425" marR="0" rtl="0" algn="l">
              <a:lnSpc>
                <a:spcPct val="90000"/>
              </a:lnSpc>
              <a:spcBef>
                <a:spcPts val="1000"/>
              </a:spcBef>
              <a:spcAft>
                <a:spcPts val="0"/>
              </a:spcAft>
              <a:buClr>
                <a:srgbClr val="0000A3"/>
              </a:buClr>
              <a:buSzPts val="2600"/>
              <a:buFont typeface="Noto Sans Symbols"/>
              <a:buNone/>
            </a:pPr>
            <a:r>
              <a:t/>
            </a:r>
            <a:endParaRPr b="0" i="0" sz="2600" u="none" cap="none" strike="noStrike">
              <a:solidFill>
                <a:srgbClr val="000000"/>
              </a:solidFill>
              <a:latin typeface="Calibri"/>
              <a:ea typeface="Calibri"/>
              <a:cs typeface="Calibri"/>
              <a:sym typeface="Calibri"/>
            </a:endParaRPr>
          </a:p>
        </p:txBody>
      </p:sp>
      <p:sp>
        <p:nvSpPr>
          <p:cNvPr id="2324" name="Google Shape;2324;p4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Link Layer </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2">
                                            <p:txEl>
                                              <p:pRg end="0" st="0"/>
                                            </p:txEl>
                                          </p:spTgt>
                                        </p:tgtEl>
                                        <p:attrNameLst>
                                          <p:attrName>style.visibility</p:attrName>
                                        </p:attrNameLst>
                                      </p:cBhvr>
                                      <p:to>
                                        <p:strVal val="visible"/>
                                      </p:to>
                                    </p:set>
                                    <p:animEffect filter="fade" transition="in">
                                      <p:cBhvr>
                                        <p:cTn dur="500"/>
                                        <p:tgtEl>
                                          <p:spTgt spid="232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2">
                                            <p:txEl>
                                              <p:pRg end="1" st="1"/>
                                            </p:txEl>
                                          </p:spTgt>
                                        </p:tgtEl>
                                        <p:attrNameLst>
                                          <p:attrName>style.visibility</p:attrName>
                                        </p:attrNameLst>
                                      </p:cBhvr>
                                      <p:to>
                                        <p:strVal val="visible"/>
                                      </p:to>
                                    </p:set>
                                    <p:animEffect filter="fade" transition="in">
                                      <p:cBhvr>
                                        <p:cTn dur="500"/>
                                        <p:tgtEl>
                                          <p:spTgt spid="232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2">
                                            <p:txEl>
                                              <p:pRg end="2" st="2"/>
                                            </p:txEl>
                                          </p:spTgt>
                                        </p:tgtEl>
                                        <p:attrNameLst>
                                          <p:attrName>style.visibility</p:attrName>
                                        </p:attrNameLst>
                                      </p:cBhvr>
                                      <p:to>
                                        <p:strVal val="visible"/>
                                      </p:to>
                                    </p:set>
                                    <p:animEffect filter="fade" transition="in">
                                      <p:cBhvr>
                                        <p:cTn dur="500"/>
                                        <p:tgtEl>
                                          <p:spTgt spid="232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2">
                                            <p:txEl>
                                              <p:pRg end="3" st="3"/>
                                            </p:txEl>
                                          </p:spTgt>
                                        </p:tgtEl>
                                        <p:attrNameLst>
                                          <p:attrName>style.visibility</p:attrName>
                                        </p:attrNameLst>
                                      </p:cBhvr>
                                      <p:to>
                                        <p:strVal val="visible"/>
                                      </p:to>
                                    </p:set>
                                    <p:animEffect filter="fade" transition="in">
                                      <p:cBhvr>
                                        <p:cTn dur="500"/>
                                        <p:tgtEl>
                                          <p:spTgt spid="232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2">
                                            <p:txEl>
                                              <p:pRg end="4" st="4"/>
                                            </p:txEl>
                                          </p:spTgt>
                                        </p:tgtEl>
                                        <p:attrNameLst>
                                          <p:attrName>style.visibility</p:attrName>
                                        </p:attrNameLst>
                                      </p:cBhvr>
                                      <p:to>
                                        <p:strVal val="visible"/>
                                      </p:to>
                                    </p:set>
                                    <p:animEffect filter="fade" transition="in">
                                      <p:cBhvr>
                                        <p:cTn dur="500"/>
                                        <p:tgtEl>
                                          <p:spTgt spid="232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3">
                                            <p:txEl>
                                              <p:pRg end="0" st="0"/>
                                            </p:txEl>
                                          </p:spTgt>
                                        </p:tgtEl>
                                        <p:attrNameLst>
                                          <p:attrName>style.visibility</p:attrName>
                                        </p:attrNameLst>
                                      </p:cBhvr>
                                      <p:to>
                                        <p:strVal val="visible"/>
                                      </p:to>
                                    </p:set>
                                    <p:animEffect filter="fade" transition="in">
                                      <p:cBhvr>
                                        <p:cTn dur="500"/>
                                        <p:tgtEl>
                                          <p:spTgt spid="232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3">
                                            <p:txEl>
                                              <p:pRg end="1" st="1"/>
                                            </p:txEl>
                                          </p:spTgt>
                                        </p:tgtEl>
                                        <p:attrNameLst>
                                          <p:attrName>style.visibility</p:attrName>
                                        </p:attrNameLst>
                                      </p:cBhvr>
                                      <p:to>
                                        <p:strVal val="visible"/>
                                      </p:to>
                                    </p:set>
                                    <p:animEffect filter="fade" transition="in">
                                      <p:cBhvr>
                                        <p:cTn dur="500"/>
                                        <p:tgtEl>
                                          <p:spTgt spid="232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3">
                                            <p:txEl>
                                              <p:pRg end="2" st="2"/>
                                            </p:txEl>
                                          </p:spTgt>
                                        </p:tgtEl>
                                        <p:attrNameLst>
                                          <p:attrName>style.visibility</p:attrName>
                                        </p:attrNameLst>
                                      </p:cBhvr>
                                      <p:to>
                                        <p:strVal val="visible"/>
                                      </p:to>
                                    </p:set>
                                    <p:animEffect filter="fade" transition="in">
                                      <p:cBhvr>
                                        <p:cTn dur="500"/>
                                        <p:tgtEl>
                                          <p:spTgt spid="232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3">
                                            <p:txEl>
                                              <p:pRg end="3" st="3"/>
                                            </p:txEl>
                                          </p:spTgt>
                                        </p:tgtEl>
                                        <p:attrNameLst>
                                          <p:attrName>style.visibility</p:attrName>
                                        </p:attrNameLst>
                                      </p:cBhvr>
                                      <p:to>
                                        <p:strVal val="visible"/>
                                      </p:to>
                                    </p:set>
                                    <p:animEffect filter="fade" transition="in">
                                      <p:cBhvr>
                                        <p:cTn dur="500"/>
                                        <p:tgtEl>
                                          <p:spTgt spid="232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3">
                                            <p:txEl>
                                              <p:pRg end="4" st="4"/>
                                            </p:txEl>
                                          </p:spTgt>
                                        </p:tgtEl>
                                        <p:attrNameLst>
                                          <p:attrName>style.visibility</p:attrName>
                                        </p:attrNameLst>
                                      </p:cBhvr>
                                      <p:to>
                                        <p:strVal val="visible"/>
                                      </p:to>
                                    </p:set>
                                    <p:animEffect filter="fade" transition="in">
                                      <p:cBhvr>
                                        <p:cTn dur="500"/>
                                        <p:tgtEl>
                                          <p:spTgt spid="2323">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29" name="Shape 2329"/>
        <p:cNvGrpSpPr/>
        <p:nvPr/>
      </p:nvGrpSpPr>
      <p:grpSpPr>
        <a:xfrm>
          <a:off x="0" y="0"/>
          <a:ext cx="0" cy="0"/>
          <a:chOff x="0" y="0"/>
          <a:chExt cx="0" cy="0"/>
        </a:xfrm>
      </p:grpSpPr>
      <p:sp>
        <p:nvSpPr>
          <p:cNvPr id="2330" name="Google Shape;2330;p45"/>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b="0" lang="en-US">
                <a:latin typeface="Calibri"/>
                <a:ea typeface="Calibri"/>
                <a:cs typeface="Calibri"/>
                <a:sym typeface="Calibri"/>
              </a:rPr>
              <a:t>CSMA/CD efficiency</a:t>
            </a:r>
            <a:endParaRPr b="0" sz="4400">
              <a:latin typeface="Calibri"/>
              <a:ea typeface="Calibri"/>
              <a:cs typeface="Calibri"/>
              <a:sym typeface="Calibri"/>
            </a:endParaRPr>
          </a:p>
        </p:txBody>
      </p:sp>
      <p:sp>
        <p:nvSpPr>
          <p:cNvPr id="2331" name="Google Shape;2331;p45"/>
          <p:cNvSpPr txBox="1"/>
          <p:nvPr/>
        </p:nvSpPr>
        <p:spPr>
          <a:xfrm>
            <a:off x="1219200" y="1586948"/>
            <a:ext cx="10972800" cy="1684338"/>
          </a:xfrm>
          <a:prstGeom prst="rect">
            <a:avLst/>
          </a:prstGeom>
          <a:noFill/>
          <a:ln>
            <a:noFill/>
          </a:ln>
        </p:spPr>
        <p:txBody>
          <a:bodyPr anchorCtr="0" anchor="t" bIns="45700" lIns="91425" spcFirstLastPara="1" rIns="91425" wrap="square" tIns="45700">
            <a:noAutofit/>
          </a:bodyPr>
          <a:lstStyle/>
          <a:p>
            <a:pPr indent="-238125" lvl="0" marL="238125" marR="0" rtl="0" algn="l">
              <a:lnSpc>
                <a:spcPct val="85000"/>
              </a:lnSpc>
              <a:spcBef>
                <a:spcPts val="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T</a:t>
            </a:r>
            <a:r>
              <a:rPr b="0" baseline="-25000" i="0" lang="en-US" sz="2800" u="none" cap="none" strike="noStrike">
                <a:solidFill>
                  <a:srgbClr val="000000"/>
                </a:solidFill>
                <a:latin typeface="Calibri"/>
                <a:ea typeface="Calibri"/>
                <a:cs typeface="Calibri"/>
                <a:sym typeface="Calibri"/>
              </a:rPr>
              <a:t>prop</a:t>
            </a:r>
            <a:r>
              <a:rPr b="0" i="0" lang="en-US" sz="2800" u="none" cap="none" strike="noStrike">
                <a:solidFill>
                  <a:srgbClr val="000000"/>
                </a:solidFill>
                <a:latin typeface="Calibri"/>
                <a:ea typeface="Calibri"/>
                <a:cs typeface="Calibri"/>
                <a:sym typeface="Calibri"/>
              </a:rPr>
              <a:t> = max prop delay between 2 nodes in LAN</a:t>
            </a:r>
            <a:endParaRPr/>
          </a:p>
          <a:p>
            <a:pPr indent="-238125" lvl="0" marL="238125"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t</a:t>
            </a:r>
            <a:r>
              <a:rPr b="0" baseline="-25000" i="0" lang="en-US" sz="2800" u="none" cap="none" strike="noStrike">
                <a:solidFill>
                  <a:srgbClr val="000000"/>
                </a:solidFill>
                <a:latin typeface="Calibri"/>
                <a:ea typeface="Calibri"/>
                <a:cs typeface="Calibri"/>
                <a:sym typeface="Calibri"/>
              </a:rPr>
              <a:t>trans</a:t>
            </a:r>
            <a:r>
              <a:rPr b="0" i="0" lang="en-US" sz="2800" u="none" cap="none" strike="noStrike">
                <a:solidFill>
                  <a:srgbClr val="000000"/>
                </a:solidFill>
                <a:latin typeface="Calibri"/>
                <a:ea typeface="Calibri"/>
                <a:cs typeface="Calibri"/>
                <a:sym typeface="Calibri"/>
              </a:rPr>
              <a:t> = time to transmit max-size frame</a:t>
            </a:r>
            <a:endParaRPr b="0" i="0" sz="3200" u="none" cap="none" strike="noStrike">
              <a:solidFill>
                <a:srgbClr val="000000"/>
              </a:solidFill>
              <a:latin typeface="Calibri"/>
              <a:ea typeface="Calibri"/>
              <a:cs typeface="Calibri"/>
              <a:sym typeface="Calibri"/>
            </a:endParaRPr>
          </a:p>
          <a:p>
            <a:pPr indent="-139700" lvl="0" marL="342900" marR="0" rtl="0" algn="l">
              <a:lnSpc>
                <a:spcPct val="85000"/>
              </a:lnSpc>
              <a:spcBef>
                <a:spcPts val="640"/>
              </a:spcBef>
              <a:spcAft>
                <a:spcPts val="0"/>
              </a:spcAft>
              <a:buClr>
                <a:srgbClr val="000099"/>
              </a:buClr>
              <a:buSzPts val="3200"/>
              <a:buFont typeface="Noto Sans Symbols"/>
              <a:buNone/>
            </a:pPr>
            <a:r>
              <a:t/>
            </a:r>
            <a:endParaRPr b="0" i="0" sz="3200" u="none" cap="none" strike="noStrike">
              <a:solidFill>
                <a:srgbClr val="000000"/>
              </a:solidFill>
              <a:latin typeface="Calibri"/>
              <a:ea typeface="Calibri"/>
              <a:cs typeface="Calibri"/>
              <a:sym typeface="Calibri"/>
            </a:endParaRPr>
          </a:p>
          <a:p>
            <a:pPr indent="-139700" lvl="0" marL="342900" marR="0" rtl="0" algn="l">
              <a:lnSpc>
                <a:spcPct val="85000"/>
              </a:lnSpc>
              <a:spcBef>
                <a:spcPts val="640"/>
              </a:spcBef>
              <a:spcAft>
                <a:spcPts val="0"/>
              </a:spcAft>
              <a:buClr>
                <a:srgbClr val="000099"/>
              </a:buClr>
              <a:buSzPts val="3200"/>
              <a:buFont typeface="Noto Sans Symbols"/>
              <a:buNone/>
            </a:pPr>
            <a:r>
              <a:t/>
            </a:r>
            <a:endParaRPr b="0" i="0" sz="3200" u="none" cap="none" strike="noStrike">
              <a:solidFill>
                <a:srgbClr val="000000"/>
              </a:solidFill>
              <a:latin typeface="Calibri"/>
              <a:ea typeface="Calibri"/>
              <a:cs typeface="Calibri"/>
              <a:sym typeface="Calibri"/>
            </a:endParaRPr>
          </a:p>
          <a:p>
            <a:pPr indent="-342900" lvl="0" marL="342900"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efficiency goes to 1 </a:t>
            </a:r>
            <a:endParaRPr/>
          </a:p>
          <a:p>
            <a:pPr indent="-238125" lvl="1" marL="695325"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as </a:t>
            </a:r>
            <a:r>
              <a:rPr b="0" i="1" lang="en-US" sz="2800" u="none" cap="none" strike="noStrike">
                <a:solidFill>
                  <a:srgbClr val="000000"/>
                </a:solidFill>
                <a:latin typeface="Calibri"/>
                <a:ea typeface="Calibri"/>
                <a:cs typeface="Calibri"/>
                <a:sym typeface="Calibri"/>
              </a:rPr>
              <a:t>t</a:t>
            </a:r>
            <a:r>
              <a:rPr b="0" baseline="-25000" i="1" lang="en-US" sz="2800" u="none" cap="none" strike="noStrike">
                <a:solidFill>
                  <a:srgbClr val="000000"/>
                </a:solidFill>
                <a:latin typeface="Calibri"/>
                <a:ea typeface="Calibri"/>
                <a:cs typeface="Calibri"/>
                <a:sym typeface="Calibri"/>
              </a:rPr>
              <a:t>prop</a:t>
            </a:r>
            <a:r>
              <a:rPr b="0" i="0" lang="en-US" sz="2800" u="none" cap="none" strike="noStrike">
                <a:solidFill>
                  <a:srgbClr val="000000"/>
                </a:solidFill>
                <a:latin typeface="Calibri"/>
                <a:ea typeface="Calibri"/>
                <a:cs typeface="Calibri"/>
                <a:sym typeface="Calibri"/>
              </a:rPr>
              <a:t>  goes to 0</a:t>
            </a:r>
            <a:endParaRPr/>
          </a:p>
          <a:p>
            <a:pPr indent="-238125" lvl="1" marL="695325"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as </a:t>
            </a:r>
            <a:r>
              <a:rPr b="0" i="1" lang="en-US" sz="2800" u="none" cap="none" strike="noStrike">
                <a:solidFill>
                  <a:srgbClr val="000000"/>
                </a:solidFill>
                <a:latin typeface="Calibri"/>
                <a:ea typeface="Calibri"/>
                <a:cs typeface="Calibri"/>
                <a:sym typeface="Calibri"/>
              </a:rPr>
              <a:t>t</a:t>
            </a:r>
            <a:r>
              <a:rPr b="0" baseline="-25000" i="1" lang="en-US" sz="2800" u="none" cap="none" strike="noStrike">
                <a:solidFill>
                  <a:srgbClr val="000000"/>
                </a:solidFill>
                <a:latin typeface="Calibri"/>
                <a:ea typeface="Calibri"/>
                <a:cs typeface="Calibri"/>
                <a:sym typeface="Calibri"/>
              </a:rPr>
              <a:t>trans</a:t>
            </a:r>
            <a:r>
              <a:rPr b="0" i="0" lang="en-US" sz="2800" u="none" cap="none" strike="noStrike">
                <a:solidFill>
                  <a:srgbClr val="000000"/>
                </a:solidFill>
                <a:latin typeface="Calibri"/>
                <a:ea typeface="Calibri"/>
                <a:cs typeface="Calibri"/>
                <a:sym typeface="Calibri"/>
              </a:rPr>
              <a:t>  goes to infinity</a:t>
            </a:r>
            <a:endParaRPr/>
          </a:p>
          <a:p>
            <a:pPr indent="-277813" lvl="0" marL="277813" marR="0" rtl="0" algn="l">
              <a:lnSpc>
                <a:spcPct val="85000"/>
              </a:lnSpc>
              <a:spcBef>
                <a:spcPts val="64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better performance than ALOHA: and simple, cheap, decentralized</a:t>
            </a:r>
            <a:r>
              <a:rPr b="0" i="0" lang="en-US" sz="3200" u="none" cap="none" strike="noStrike">
                <a:solidFill>
                  <a:srgbClr val="000000"/>
                </a:solidFill>
                <a:latin typeface="Calibri"/>
                <a:ea typeface="Calibri"/>
                <a:cs typeface="Calibri"/>
                <a:sym typeface="Calibri"/>
              </a:rPr>
              <a:t>!</a:t>
            </a:r>
            <a:endParaRPr b="0" i="0" sz="2800" u="none" cap="none" strike="noStrike">
              <a:solidFill>
                <a:srgbClr val="000000"/>
              </a:solidFill>
              <a:latin typeface="Calibri"/>
              <a:ea typeface="Calibri"/>
              <a:cs typeface="Calibri"/>
              <a:sym typeface="Calibri"/>
            </a:endParaRPr>
          </a:p>
        </p:txBody>
      </p:sp>
      <p:pic>
        <p:nvPicPr>
          <p:cNvPr id="2332" name="Google Shape;2332;p45"/>
          <p:cNvPicPr preferRelativeResize="0"/>
          <p:nvPr/>
        </p:nvPicPr>
        <p:blipFill rotWithShape="1">
          <a:blip r:embed="rId3">
            <a:alphaModFix/>
          </a:blip>
          <a:srcRect b="0" l="0" r="0" t="0"/>
          <a:stretch/>
        </p:blipFill>
        <p:spPr>
          <a:xfrm>
            <a:off x="4037979" y="2514531"/>
            <a:ext cx="3570287" cy="984250"/>
          </a:xfrm>
          <a:prstGeom prst="rect">
            <a:avLst/>
          </a:prstGeom>
          <a:noFill/>
          <a:ln>
            <a:noFill/>
          </a:ln>
        </p:spPr>
      </p:pic>
      <p:sp>
        <p:nvSpPr>
          <p:cNvPr id="2333" name="Google Shape;2333;p4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Link Layer </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8" name="Shape 2338"/>
        <p:cNvGrpSpPr/>
        <p:nvPr/>
      </p:nvGrpSpPr>
      <p:grpSpPr>
        <a:xfrm>
          <a:off x="0" y="0"/>
          <a:ext cx="0" cy="0"/>
          <a:chOff x="0" y="0"/>
          <a:chExt cx="0" cy="0"/>
        </a:xfrm>
      </p:grpSpPr>
      <p:sp>
        <p:nvSpPr>
          <p:cNvPr id="2339" name="Google Shape;2339;p46"/>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b="0" lang="en-US">
                <a:latin typeface="Calibri"/>
                <a:ea typeface="Calibri"/>
                <a:cs typeface="Calibri"/>
                <a:sym typeface="Calibri"/>
              </a:rPr>
              <a:t>“Taking turns” MAC protocols</a:t>
            </a:r>
            <a:endParaRPr b="0" sz="4400">
              <a:latin typeface="Calibri"/>
              <a:ea typeface="Calibri"/>
              <a:cs typeface="Calibri"/>
              <a:sym typeface="Calibri"/>
            </a:endParaRPr>
          </a:p>
        </p:txBody>
      </p:sp>
      <p:sp>
        <p:nvSpPr>
          <p:cNvPr id="2340" name="Google Shape;2340;p46"/>
          <p:cNvSpPr txBox="1"/>
          <p:nvPr/>
        </p:nvSpPr>
        <p:spPr>
          <a:xfrm>
            <a:off x="858078" y="1355033"/>
            <a:ext cx="9200321" cy="2759767"/>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000099"/>
                </a:solidFill>
                <a:latin typeface="Calibri"/>
                <a:ea typeface="Calibri"/>
                <a:cs typeface="Calibri"/>
                <a:sym typeface="Calibri"/>
              </a:rPr>
              <a:t>channel partitioning MAC protocols:</a:t>
            </a:r>
            <a:endParaRPr/>
          </a:p>
          <a:p>
            <a:pPr indent="-231775" lvl="1" marL="6953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share channel </a:t>
            </a:r>
            <a:r>
              <a:rPr b="0" i="1" lang="en-US" sz="2800" u="none" cap="none" strike="noStrike">
                <a:solidFill>
                  <a:srgbClr val="000000"/>
                </a:solidFill>
                <a:latin typeface="Calibri"/>
                <a:ea typeface="Calibri"/>
                <a:cs typeface="Calibri"/>
                <a:sym typeface="Calibri"/>
              </a:rPr>
              <a:t>efficiently</a:t>
            </a:r>
            <a:r>
              <a:rPr b="0" i="0" lang="en-US" sz="2800" u="none" cap="none" strike="noStrike">
                <a:solidFill>
                  <a:srgbClr val="000000"/>
                </a:solidFill>
                <a:latin typeface="Calibri"/>
                <a:ea typeface="Calibri"/>
                <a:cs typeface="Calibri"/>
                <a:sym typeface="Calibri"/>
              </a:rPr>
              <a:t> and </a:t>
            </a:r>
            <a:r>
              <a:rPr b="0" i="1" lang="en-US" sz="2800" u="none" cap="none" strike="noStrike">
                <a:solidFill>
                  <a:srgbClr val="000000"/>
                </a:solidFill>
                <a:latin typeface="Calibri"/>
                <a:ea typeface="Calibri"/>
                <a:cs typeface="Calibri"/>
                <a:sym typeface="Calibri"/>
              </a:rPr>
              <a:t>fairly</a:t>
            </a:r>
            <a:r>
              <a:rPr b="0" i="0" lang="en-US" sz="2800" u="none" cap="none" strike="noStrike">
                <a:solidFill>
                  <a:srgbClr val="000000"/>
                </a:solidFill>
                <a:latin typeface="Calibri"/>
                <a:ea typeface="Calibri"/>
                <a:cs typeface="Calibri"/>
                <a:sym typeface="Calibri"/>
              </a:rPr>
              <a:t> at high load</a:t>
            </a:r>
            <a:endParaRPr/>
          </a:p>
          <a:p>
            <a:pPr indent="-231775" lvl="1" marL="6953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inefficient at low load: delay in channel access, 1/N bandwidth allocated even if only 1 active node! </a:t>
            </a:r>
            <a:endParaRPr/>
          </a:p>
        </p:txBody>
      </p:sp>
      <p:sp>
        <p:nvSpPr>
          <p:cNvPr id="2341" name="Google Shape;2341;p46"/>
          <p:cNvSpPr txBox="1"/>
          <p:nvPr/>
        </p:nvSpPr>
        <p:spPr>
          <a:xfrm>
            <a:off x="974037" y="3316356"/>
            <a:ext cx="10455964" cy="2527854"/>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000099"/>
                </a:solidFill>
                <a:latin typeface="Calibri"/>
                <a:ea typeface="Calibri"/>
                <a:cs typeface="Calibri"/>
                <a:sym typeface="Calibri"/>
              </a:rPr>
              <a:t>random access MAC protocols</a:t>
            </a:r>
            <a:endParaRPr/>
          </a:p>
          <a:p>
            <a:pPr indent="-231775" lvl="1" marL="6953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efficient at low load: single node can fully utilize channel</a:t>
            </a:r>
            <a:endParaRPr/>
          </a:p>
          <a:p>
            <a:pPr indent="-231775" lvl="1" marL="6953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high load: collision overhead</a:t>
            </a:r>
            <a:endParaRPr/>
          </a:p>
          <a:p>
            <a:pPr indent="-222250" lvl="0" marL="352425" marR="0" rtl="0" algn="l">
              <a:lnSpc>
                <a:spcPct val="90000"/>
              </a:lnSpc>
              <a:spcBef>
                <a:spcPts val="1000"/>
              </a:spcBef>
              <a:spcAft>
                <a:spcPts val="0"/>
              </a:spcAft>
              <a:buClr>
                <a:srgbClr val="0000A3"/>
              </a:buClr>
              <a:buSzPts val="3200"/>
              <a:buFont typeface="Noto Sans Symbols"/>
              <a:buNone/>
            </a:pPr>
            <a:r>
              <a:rPr b="0" i="0" lang="en-US" sz="3200" u="none" cap="none" strike="noStrike">
                <a:solidFill>
                  <a:srgbClr val="C00000"/>
                </a:solidFill>
                <a:latin typeface="Calibri"/>
                <a:ea typeface="Calibri"/>
                <a:cs typeface="Calibri"/>
                <a:sym typeface="Calibri"/>
              </a:rPr>
              <a:t>“taking turns” protocols</a:t>
            </a:r>
            <a:endParaRPr/>
          </a:p>
          <a:p>
            <a:pPr indent="-231775" lvl="1" marL="6953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look for best of both worlds!</a:t>
            </a:r>
            <a:endParaRPr/>
          </a:p>
        </p:txBody>
      </p:sp>
      <p:sp>
        <p:nvSpPr>
          <p:cNvPr id="2342" name="Google Shape;2342;p4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Link Layer </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41">
                                            <p:txEl>
                                              <p:pRg end="0" st="0"/>
                                            </p:txEl>
                                          </p:spTgt>
                                        </p:tgtEl>
                                        <p:attrNameLst>
                                          <p:attrName>style.visibility</p:attrName>
                                        </p:attrNameLst>
                                      </p:cBhvr>
                                      <p:to>
                                        <p:strVal val="visible"/>
                                      </p:to>
                                    </p:set>
                                    <p:animEffect filter="fade" transition="in">
                                      <p:cBhvr>
                                        <p:cTn dur="500"/>
                                        <p:tgtEl>
                                          <p:spTgt spid="234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41">
                                            <p:txEl>
                                              <p:pRg end="1" st="1"/>
                                            </p:txEl>
                                          </p:spTgt>
                                        </p:tgtEl>
                                        <p:attrNameLst>
                                          <p:attrName>style.visibility</p:attrName>
                                        </p:attrNameLst>
                                      </p:cBhvr>
                                      <p:to>
                                        <p:strVal val="visible"/>
                                      </p:to>
                                    </p:set>
                                    <p:animEffect filter="fade" transition="in">
                                      <p:cBhvr>
                                        <p:cTn dur="500"/>
                                        <p:tgtEl>
                                          <p:spTgt spid="234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41">
                                            <p:txEl>
                                              <p:pRg end="2" st="2"/>
                                            </p:txEl>
                                          </p:spTgt>
                                        </p:tgtEl>
                                        <p:attrNameLst>
                                          <p:attrName>style.visibility</p:attrName>
                                        </p:attrNameLst>
                                      </p:cBhvr>
                                      <p:to>
                                        <p:strVal val="visible"/>
                                      </p:to>
                                    </p:set>
                                    <p:animEffect filter="fade" transition="in">
                                      <p:cBhvr>
                                        <p:cTn dur="500"/>
                                        <p:tgtEl>
                                          <p:spTgt spid="234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41">
                                            <p:txEl>
                                              <p:pRg end="3" st="3"/>
                                            </p:txEl>
                                          </p:spTgt>
                                        </p:tgtEl>
                                        <p:attrNameLst>
                                          <p:attrName>style.visibility</p:attrName>
                                        </p:attrNameLst>
                                      </p:cBhvr>
                                      <p:to>
                                        <p:strVal val="visible"/>
                                      </p:to>
                                    </p:set>
                                    <p:animEffect filter="fade" transition="in">
                                      <p:cBhvr>
                                        <p:cTn dur="500"/>
                                        <p:tgtEl>
                                          <p:spTgt spid="234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41">
                                            <p:txEl>
                                              <p:pRg end="4" st="4"/>
                                            </p:txEl>
                                          </p:spTgt>
                                        </p:tgtEl>
                                        <p:attrNameLst>
                                          <p:attrName>style.visibility</p:attrName>
                                        </p:attrNameLst>
                                      </p:cBhvr>
                                      <p:to>
                                        <p:strVal val="visible"/>
                                      </p:to>
                                    </p:set>
                                    <p:animEffect filter="fade" transition="in">
                                      <p:cBhvr>
                                        <p:cTn dur="500"/>
                                        <p:tgtEl>
                                          <p:spTgt spid="2341">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7" name="Shape 2347"/>
        <p:cNvGrpSpPr/>
        <p:nvPr/>
      </p:nvGrpSpPr>
      <p:grpSpPr>
        <a:xfrm>
          <a:off x="0" y="0"/>
          <a:ext cx="0" cy="0"/>
          <a:chOff x="0" y="0"/>
          <a:chExt cx="0" cy="0"/>
        </a:xfrm>
      </p:grpSpPr>
      <p:sp>
        <p:nvSpPr>
          <p:cNvPr id="2348" name="Google Shape;2348;p47"/>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b="0" lang="en-US">
                <a:latin typeface="Calibri"/>
                <a:ea typeface="Calibri"/>
                <a:cs typeface="Calibri"/>
                <a:sym typeface="Calibri"/>
              </a:rPr>
              <a:t>“Taking turns” MAC protocols</a:t>
            </a:r>
            <a:endParaRPr b="0" sz="4400">
              <a:latin typeface="Calibri"/>
              <a:ea typeface="Calibri"/>
              <a:cs typeface="Calibri"/>
              <a:sym typeface="Calibri"/>
            </a:endParaRPr>
          </a:p>
        </p:txBody>
      </p:sp>
      <p:grpSp>
        <p:nvGrpSpPr>
          <p:cNvPr id="2349" name="Google Shape;2349;p47"/>
          <p:cNvGrpSpPr/>
          <p:nvPr/>
        </p:nvGrpSpPr>
        <p:grpSpPr>
          <a:xfrm>
            <a:off x="7380702" y="4061722"/>
            <a:ext cx="781050" cy="681037"/>
            <a:chOff x="-44" y="1473"/>
            <a:chExt cx="981" cy="1105"/>
          </a:xfrm>
        </p:grpSpPr>
        <p:pic>
          <p:nvPicPr>
            <p:cNvPr descr="desktop_computer_stylized_medium" id="2350" name="Google Shape;2350;p4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351" name="Google Shape;2351;p4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2352" name="Google Shape;2352;p47"/>
          <p:cNvGrpSpPr/>
          <p:nvPr/>
        </p:nvGrpSpPr>
        <p:grpSpPr>
          <a:xfrm>
            <a:off x="7672802" y="3456884"/>
            <a:ext cx="781050" cy="681038"/>
            <a:chOff x="-44" y="1473"/>
            <a:chExt cx="981" cy="1105"/>
          </a:xfrm>
        </p:grpSpPr>
        <p:pic>
          <p:nvPicPr>
            <p:cNvPr descr="desktop_computer_stylized_medium" id="2353" name="Google Shape;2353;p4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354" name="Google Shape;2354;p4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2355" name="Google Shape;2355;p47"/>
          <p:cNvGrpSpPr/>
          <p:nvPr/>
        </p:nvGrpSpPr>
        <p:grpSpPr>
          <a:xfrm>
            <a:off x="7953789" y="2842522"/>
            <a:ext cx="781050" cy="681037"/>
            <a:chOff x="-44" y="1473"/>
            <a:chExt cx="981" cy="1105"/>
          </a:xfrm>
        </p:grpSpPr>
        <p:pic>
          <p:nvPicPr>
            <p:cNvPr descr="desktop_computer_stylized_medium" id="2356" name="Google Shape;2356;p4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357" name="Google Shape;2357;p4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2358" name="Google Shape;2358;p47"/>
          <p:cNvGrpSpPr/>
          <p:nvPr/>
        </p:nvGrpSpPr>
        <p:grpSpPr>
          <a:xfrm>
            <a:off x="8255414" y="2261497"/>
            <a:ext cx="781050" cy="681037"/>
            <a:chOff x="-44" y="1473"/>
            <a:chExt cx="981" cy="1105"/>
          </a:xfrm>
        </p:grpSpPr>
        <p:pic>
          <p:nvPicPr>
            <p:cNvPr descr="desktop_computer_stylized_medium" id="2359" name="Google Shape;2359;p4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360" name="Google Shape;2360;p4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2361" name="Google Shape;2361;p47"/>
          <p:cNvGrpSpPr/>
          <p:nvPr/>
        </p:nvGrpSpPr>
        <p:grpSpPr>
          <a:xfrm flipH="1">
            <a:off x="10242688" y="2507559"/>
            <a:ext cx="781050" cy="681038"/>
            <a:chOff x="-44" y="1473"/>
            <a:chExt cx="981" cy="1105"/>
          </a:xfrm>
        </p:grpSpPr>
        <p:pic>
          <p:nvPicPr>
            <p:cNvPr descr="desktop_computer_stylized_medium" id="2362" name="Google Shape;2362;p4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363" name="Google Shape;2363;p4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2364" name="Google Shape;2364;p47"/>
          <p:cNvSpPr txBox="1"/>
          <p:nvPr/>
        </p:nvSpPr>
        <p:spPr>
          <a:xfrm>
            <a:off x="1219200" y="1422400"/>
            <a:ext cx="5486400" cy="5062538"/>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3200"/>
              <a:buFont typeface="Noto Sans Symbols"/>
              <a:buNone/>
            </a:pPr>
            <a:r>
              <a:rPr b="0" i="0" lang="en-US" sz="3200" u="none" cap="none" strike="noStrike">
                <a:solidFill>
                  <a:srgbClr val="C00000"/>
                </a:solidFill>
                <a:latin typeface="Calibri"/>
                <a:ea typeface="Calibri"/>
                <a:cs typeface="Calibri"/>
                <a:sym typeface="Calibri"/>
              </a:rPr>
              <a:t>polling:</a:t>
            </a:r>
            <a:r>
              <a:rPr b="1" i="0" lang="en-US" sz="3200" u="none" cap="none" strike="noStrike">
                <a:solidFill>
                  <a:srgbClr val="C00000"/>
                </a:solidFill>
                <a:latin typeface="Calibri"/>
                <a:ea typeface="Calibri"/>
                <a:cs typeface="Calibri"/>
                <a:sym typeface="Calibri"/>
              </a:rPr>
              <a:t> </a:t>
            </a:r>
            <a:endParaRPr b="0" i="0" sz="3200" u="none" cap="none" strike="noStrike">
              <a:solidFill>
                <a:srgbClr val="C00000"/>
              </a:solidFill>
              <a:latin typeface="Calibri"/>
              <a:ea typeface="Calibri"/>
              <a:cs typeface="Calibri"/>
              <a:sym typeface="Calibri"/>
            </a:endParaRPr>
          </a:p>
          <a:p>
            <a:pPr indent="-228600" lvl="0" marL="279400"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centralized controller “invites” other nodes to transmit in turn</a:t>
            </a:r>
            <a:endParaRPr/>
          </a:p>
          <a:p>
            <a:pPr indent="-228600" lvl="0" marL="279400"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typically used with “dumb” devices</a:t>
            </a:r>
            <a:endParaRPr/>
          </a:p>
          <a:p>
            <a:pPr indent="-228600" lvl="0" marL="279400"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concerns:</a:t>
            </a:r>
            <a:endParaRPr/>
          </a:p>
          <a:p>
            <a:pPr indent="-285750" lvl="1" marL="742950"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polling overhead </a:t>
            </a:r>
            <a:endParaRPr/>
          </a:p>
          <a:p>
            <a:pPr indent="-285750" lvl="1" marL="742950"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latency</a:t>
            </a:r>
            <a:endParaRPr/>
          </a:p>
          <a:p>
            <a:pPr indent="-285750" lvl="1" marL="742950"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single point of failure (master)</a:t>
            </a:r>
            <a:endParaRPr/>
          </a:p>
          <a:p>
            <a:pPr indent="-285750" lvl="0" marL="342900"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Bluetooth uses polling</a:t>
            </a:r>
            <a:endParaRPr b="0" i="0" sz="2800" u="none" cap="none" strike="noStrike">
              <a:solidFill>
                <a:srgbClr val="000000"/>
              </a:solidFill>
              <a:latin typeface="Calibri"/>
              <a:ea typeface="Calibri"/>
              <a:cs typeface="Calibri"/>
              <a:sym typeface="Calibri"/>
            </a:endParaRPr>
          </a:p>
        </p:txBody>
      </p:sp>
      <p:cxnSp>
        <p:nvCxnSpPr>
          <p:cNvPr id="2365" name="Google Shape;2365;p47"/>
          <p:cNvCxnSpPr/>
          <p:nvPr/>
        </p:nvCxnSpPr>
        <p:spPr>
          <a:xfrm>
            <a:off x="8909464" y="2675834"/>
            <a:ext cx="254000" cy="0"/>
          </a:xfrm>
          <a:prstGeom prst="straightConnector1">
            <a:avLst/>
          </a:prstGeom>
          <a:noFill/>
          <a:ln cap="flat" cmpd="sng" w="9525">
            <a:solidFill>
              <a:srgbClr val="000000"/>
            </a:solidFill>
            <a:prstDash val="solid"/>
            <a:round/>
            <a:headEnd len="med" w="med" type="none"/>
            <a:tailEnd len="med" w="med" type="none"/>
          </a:ln>
        </p:spPr>
      </p:cxnSp>
      <p:sp>
        <p:nvSpPr>
          <p:cNvPr id="2366" name="Google Shape;2366;p47"/>
          <p:cNvSpPr txBox="1"/>
          <p:nvPr/>
        </p:nvSpPr>
        <p:spPr>
          <a:xfrm>
            <a:off x="10071237" y="3129859"/>
            <a:ext cx="1587363"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centralized controller</a:t>
            </a:r>
            <a:endParaRPr/>
          </a:p>
        </p:txBody>
      </p:sp>
      <p:sp>
        <p:nvSpPr>
          <p:cNvPr id="2367" name="Google Shape;2367;p47"/>
          <p:cNvSpPr txBox="1"/>
          <p:nvPr/>
        </p:nvSpPr>
        <p:spPr>
          <a:xfrm>
            <a:off x="7445789" y="4715772"/>
            <a:ext cx="178286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client devices</a:t>
            </a:r>
            <a:endParaRPr/>
          </a:p>
        </p:txBody>
      </p:sp>
      <p:grpSp>
        <p:nvGrpSpPr>
          <p:cNvPr id="2368" name="Google Shape;2368;p47"/>
          <p:cNvGrpSpPr/>
          <p:nvPr/>
        </p:nvGrpSpPr>
        <p:grpSpPr>
          <a:xfrm>
            <a:off x="9804814" y="2544072"/>
            <a:ext cx="560388" cy="336550"/>
            <a:chOff x="4212" y="2864"/>
            <a:chExt cx="353" cy="212"/>
          </a:xfrm>
        </p:grpSpPr>
        <p:sp>
          <p:nvSpPr>
            <p:cNvPr id="2369" name="Google Shape;2369;p47"/>
            <p:cNvSpPr/>
            <p:nvPr/>
          </p:nvSpPr>
          <p:spPr>
            <a:xfrm>
              <a:off x="4212" y="2916"/>
              <a:ext cx="353" cy="137"/>
            </a:xfrm>
            <a:prstGeom prst="rect">
              <a:avLst/>
            </a:prstGeom>
            <a:solidFill>
              <a:srgbClr val="00CC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2370" name="Google Shape;2370;p47"/>
            <p:cNvSpPr txBox="1"/>
            <p:nvPr/>
          </p:nvSpPr>
          <p:spPr>
            <a:xfrm>
              <a:off x="4227" y="2864"/>
              <a:ext cx="314" cy="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Arial"/>
                <a:buNone/>
              </a:pPr>
              <a:r>
                <a:rPr b="0" i="0" lang="en-US" sz="1600" u="none" cap="none" strike="noStrike">
                  <a:solidFill>
                    <a:srgbClr val="FFFFFF"/>
                  </a:solidFill>
                  <a:latin typeface="Arial"/>
                  <a:ea typeface="Arial"/>
                  <a:cs typeface="Arial"/>
                  <a:sym typeface="Arial"/>
                </a:rPr>
                <a:t>poll</a:t>
              </a:r>
              <a:endParaRPr/>
            </a:p>
          </p:txBody>
        </p:sp>
      </p:grpSp>
      <p:grpSp>
        <p:nvGrpSpPr>
          <p:cNvPr id="2371" name="Google Shape;2371;p47"/>
          <p:cNvGrpSpPr/>
          <p:nvPr/>
        </p:nvGrpSpPr>
        <p:grpSpPr>
          <a:xfrm>
            <a:off x="7853777" y="3466409"/>
            <a:ext cx="595312" cy="336550"/>
            <a:chOff x="4415" y="2364"/>
            <a:chExt cx="375" cy="212"/>
          </a:xfrm>
        </p:grpSpPr>
        <p:sp>
          <p:nvSpPr>
            <p:cNvPr id="2372" name="Google Shape;2372;p47"/>
            <p:cNvSpPr/>
            <p:nvPr/>
          </p:nvSpPr>
          <p:spPr>
            <a:xfrm>
              <a:off x="4437" y="2400"/>
              <a:ext cx="353" cy="137"/>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2373" name="Google Shape;2373;p47"/>
            <p:cNvSpPr txBox="1"/>
            <p:nvPr/>
          </p:nvSpPr>
          <p:spPr>
            <a:xfrm>
              <a:off x="4415" y="2364"/>
              <a:ext cx="365" cy="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Arial"/>
                <a:buNone/>
              </a:pPr>
              <a:r>
                <a:rPr b="0" i="0" lang="en-US" sz="1600" u="none" cap="none" strike="noStrike">
                  <a:solidFill>
                    <a:srgbClr val="FFFFFF"/>
                  </a:solidFill>
                  <a:latin typeface="Arial"/>
                  <a:ea typeface="Arial"/>
                  <a:cs typeface="Arial"/>
                  <a:sym typeface="Arial"/>
                </a:rPr>
                <a:t>data</a:t>
              </a:r>
              <a:endParaRPr/>
            </a:p>
          </p:txBody>
        </p:sp>
      </p:grpSp>
      <p:grpSp>
        <p:nvGrpSpPr>
          <p:cNvPr id="2374" name="Google Shape;2374;p47"/>
          <p:cNvGrpSpPr/>
          <p:nvPr/>
        </p:nvGrpSpPr>
        <p:grpSpPr>
          <a:xfrm>
            <a:off x="8360189" y="2348809"/>
            <a:ext cx="595313" cy="336550"/>
            <a:chOff x="4415" y="2364"/>
            <a:chExt cx="375" cy="212"/>
          </a:xfrm>
        </p:grpSpPr>
        <p:sp>
          <p:nvSpPr>
            <p:cNvPr id="2375" name="Google Shape;2375;p47"/>
            <p:cNvSpPr/>
            <p:nvPr/>
          </p:nvSpPr>
          <p:spPr>
            <a:xfrm>
              <a:off x="4437" y="2400"/>
              <a:ext cx="353" cy="137"/>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2376" name="Google Shape;2376;p47"/>
            <p:cNvSpPr txBox="1"/>
            <p:nvPr/>
          </p:nvSpPr>
          <p:spPr>
            <a:xfrm>
              <a:off x="4415" y="2364"/>
              <a:ext cx="365" cy="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Arial"/>
                <a:buNone/>
              </a:pPr>
              <a:r>
                <a:rPr b="0" i="0" lang="en-US" sz="1600" u="none" cap="none" strike="noStrike">
                  <a:solidFill>
                    <a:srgbClr val="FFFFFF"/>
                  </a:solidFill>
                  <a:latin typeface="Arial"/>
                  <a:ea typeface="Arial"/>
                  <a:cs typeface="Arial"/>
                  <a:sym typeface="Arial"/>
                </a:rPr>
                <a:t>data</a:t>
              </a:r>
              <a:endParaRPr/>
            </a:p>
          </p:txBody>
        </p:sp>
      </p:grpSp>
      <p:cxnSp>
        <p:nvCxnSpPr>
          <p:cNvPr id="2377" name="Google Shape;2377;p47"/>
          <p:cNvCxnSpPr/>
          <p:nvPr/>
        </p:nvCxnSpPr>
        <p:spPr>
          <a:xfrm>
            <a:off x="9003957" y="3002692"/>
            <a:ext cx="1293340" cy="0"/>
          </a:xfrm>
          <a:prstGeom prst="straightConnector1">
            <a:avLst/>
          </a:prstGeom>
          <a:noFill/>
          <a:ln cap="flat" cmpd="sng" w="19050">
            <a:solidFill>
              <a:schemeClr val="dk1"/>
            </a:solidFill>
            <a:prstDash val="solid"/>
            <a:miter lim="800000"/>
            <a:headEnd len="sm" w="sm" type="none"/>
            <a:tailEnd len="sm" w="sm" type="none"/>
          </a:ln>
        </p:spPr>
      </p:cxnSp>
      <p:cxnSp>
        <p:nvCxnSpPr>
          <p:cNvPr id="2378" name="Google Shape;2378;p47"/>
          <p:cNvCxnSpPr>
            <a:endCxn id="2365" idx="1"/>
          </p:cNvCxnSpPr>
          <p:nvPr/>
        </p:nvCxnSpPr>
        <p:spPr>
          <a:xfrm flipH="1" rot="10800000">
            <a:off x="8896147" y="2675797"/>
            <a:ext cx="267300" cy="1500"/>
          </a:xfrm>
          <a:prstGeom prst="straightConnector1">
            <a:avLst/>
          </a:prstGeom>
          <a:noFill/>
          <a:ln cap="flat" cmpd="sng" w="19050">
            <a:solidFill>
              <a:schemeClr val="dk1"/>
            </a:solidFill>
            <a:prstDash val="solid"/>
            <a:miter lim="800000"/>
            <a:headEnd len="sm" w="sm" type="none"/>
            <a:tailEnd len="sm" w="sm" type="none"/>
          </a:ln>
        </p:spPr>
      </p:cxnSp>
      <p:cxnSp>
        <p:nvCxnSpPr>
          <p:cNvPr id="2379" name="Google Shape;2379;p47"/>
          <p:cNvCxnSpPr/>
          <p:nvPr/>
        </p:nvCxnSpPr>
        <p:spPr>
          <a:xfrm flipH="1" rot="10800000">
            <a:off x="8311979" y="2673178"/>
            <a:ext cx="848497" cy="1775254"/>
          </a:xfrm>
          <a:prstGeom prst="straightConnector1">
            <a:avLst/>
          </a:prstGeom>
          <a:noFill/>
          <a:ln cap="flat" cmpd="sng" w="19050">
            <a:solidFill>
              <a:schemeClr val="dk1"/>
            </a:solidFill>
            <a:prstDash val="solid"/>
            <a:miter lim="800000"/>
            <a:headEnd len="sm" w="sm" type="none"/>
            <a:tailEnd len="sm" w="sm" type="none"/>
          </a:ln>
        </p:spPr>
      </p:cxnSp>
      <p:cxnSp>
        <p:nvCxnSpPr>
          <p:cNvPr id="2380" name="Google Shape;2380;p47"/>
          <p:cNvCxnSpPr/>
          <p:nvPr/>
        </p:nvCxnSpPr>
        <p:spPr>
          <a:xfrm flipH="1" rot="10800000">
            <a:off x="8607823" y="3240127"/>
            <a:ext cx="267317" cy="1462"/>
          </a:xfrm>
          <a:prstGeom prst="straightConnector1">
            <a:avLst/>
          </a:prstGeom>
          <a:noFill/>
          <a:ln cap="flat" cmpd="sng" w="19050">
            <a:solidFill>
              <a:schemeClr val="dk1"/>
            </a:solidFill>
            <a:prstDash val="solid"/>
            <a:miter lim="800000"/>
            <a:headEnd len="sm" w="sm" type="none"/>
            <a:tailEnd len="sm" w="sm" type="none"/>
          </a:ln>
        </p:spPr>
      </p:cxnSp>
      <p:cxnSp>
        <p:nvCxnSpPr>
          <p:cNvPr id="2381" name="Google Shape;2381;p47"/>
          <p:cNvCxnSpPr/>
          <p:nvPr/>
        </p:nvCxnSpPr>
        <p:spPr>
          <a:xfrm flipH="1" rot="10800000">
            <a:off x="8327736" y="3862084"/>
            <a:ext cx="267317" cy="1462"/>
          </a:xfrm>
          <a:prstGeom prst="straightConnector1">
            <a:avLst/>
          </a:prstGeom>
          <a:noFill/>
          <a:ln cap="flat" cmpd="sng" w="19050">
            <a:solidFill>
              <a:schemeClr val="dk1"/>
            </a:solidFill>
            <a:prstDash val="solid"/>
            <a:miter lim="800000"/>
            <a:headEnd len="sm" w="sm" type="none"/>
            <a:tailEnd len="sm" w="sm" type="none"/>
          </a:ln>
        </p:spPr>
      </p:cxnSp>
      <p:cxnSp>
        <p:nvCxnSpPr>
          <p:cNvPr id="2382" name="Google Shape;2382;p47"/>
          <p:cNvCxnSpPr/>
          <p:nvPr/>
        </p:nvCxnSpPr>
        <p:spPr>
          <a:xfrm flipH="1" rot="10800000">
            <a:off x="8051769" y="4446971"/>
            <a:ext cx="267317" cy="1462"/>
          </a:xfrm>
          <a:prstGeom prst="straightConnector1">
            <a:avLst/>
          </a:prstGeom>
          <a:noFill/>
          <a:ln cap="flat" cmpd="sng" w="19050">
            <a:solidFill>
              <a:schemeClr val="dk1"/>
            </a:solidFill>
            <a:prstDash val="solid"/>
            <a:miter lim="800000"/>
            <a:headEnd len="sm" w="sm" type="none"/>
            <a:tailEnd len="sm" w="sm" type="none"/>
          </a:ln>
        </p:spPr>
      </p:cxnSp>
      <p:sp>
        <p:nvSpPr>
          <p:cNvPr id="2383" name="Google Shape;2383;p4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Link Layer </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8"/>
                                        </p:tgtEl>
                                        <p:attrNameLst>
                                          <p:attrName>style.visibility</p:attrName>
                                        </p:attrNameLst>
                                      </p:cBhvr>
                                      <p:to>
                                        <p:strVal val="visible"/>
                                      </p:to>
                                    </p:set>
                                  </p:childTnLst>
                                </p:cTn>
                              </p:par>
                            </p:childTnLst>
                          </p:cTn>
                        </p:par>
                        <p:par>
                          <p:cTn fill="hold">
                            <p:stCondLst>
                              <p:cond delay="1"/>
                            </p:stCondLst>
                            <p:childTnLst>
                              <p:par>
                                <p:cTn fill="hold" nodeType="afterEffect" presetClass="exit" presetID="1" presetSubtype="0">
                                  <p:stCondLst>
                                    <p:cond delay="0"/>
                                  </p:stCondLst>
                                  <p:childTnLst>
                                    <p:set>
                                      <p:cBhvr>
                                        <p:cTn dur="1" fill="hold">
                                          <p:stCondLst>
                                            <p:cond delay="1"/>
                                          </p:stCondLst>
                                        </p:cTn>
                                        <p:tgtEl>
                                          <p:spTgt spid="2368"/>
                                        </p:tgtEl>
                                        <p:attrNameLst>
                                          <p:attrName>style.visibility</p:attrName>
                                        </p:attrNameLst>
                                      </p:cBhvr>
                                      <p:to>
                                        <p:strVal val="hidden"/>
                                      </p:to>
                                    </p:set>
                                  </p:childTnLst>
                                </p:cTn>
                              </p:par>
                            </p:childTnLst>
                          </p:cTn>
                        </p:par>
                        <p:par>
                          <p:cTn fill="hold">
                            <p:stCondLst>
                              <p:cond delay="2"/>
                            </p:stCondLst>
                            <p:childTnLst>
                              <p:par>
                                <p:cTn fill="hold" nodeType="afterEffect" presetClass="entr" presetID="1" presetSubtype="0">
                                  <p:stCondLst>
                                    <p:cond delay="0"/>
                                  </p:stCondLst>
                                  <p:childTnLst>
                                    <p:set>
                                      <p:cBhvr>
                                        <p:cTn dur="1" fill="hold">
                                          <p:stCondLst>
                                            <p:cond delay="0"/>
                                          </p:stCondLst>
                                        </p:cTn>
                                        <p:tgtEl>
                                          <p:spTgt spid="2374"/>
                                        </p:tgtEl>
                                        <p:attrNameLst>
                                          <p:attrName>style.visibility</p:attrName>
                                        </p:attrNameLst>
                                      </p:cBhvr>
                                      <p:to>
                                        <p:strVal val="visible"/>
                                      </p:to>
                                    </p:set>
                                  </p:childTnLst>
                                </p:cTn>
                              </p:par>
                            </p:childTnLst>
                          </p:cTn>
                        </p:par>
                        <p:par>
                          <p:cTn fill="hold">
                            <p:stCondLst>
                              <p:cond delay="3"/>
                            </p:stCondLst>
                            <p:childTnLst>
                              <p:par>
                                <p:cTn fill="hold" nodeType="afterEffect" presetClass="exit" presetID="1" presetSubtype="0">
                                  <p:stCondLst>
                                    <p:cond delay="0"/>
                                  </p:stCondLst>
                                  <p:childTnLst>
                                    <p:set>
                                      <p:cBhvr>
                                        <p:cTn dur="1" fill="hold">
                                          <p:stCondLst>
                                            <p:cond delay="1"/>
                                          </p:stCondLst>
                                        </p:cTn>
                                        <p:tgtEl>
                                          <p:spTgt spid="237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8"/>
                                        </p:tgtEl>
                                        <p:attrNameLst>
                                          <p:attrName>style.visibility</p:attrName>
                                        </p:attrNameLst>
                                      </p:cBhvr>
                                      <p:to>
                                        <p:strVal val="visible"/>
                                      </p:to>
                                    </p:set>
                                  </p:childTnLst>
                                </p:cTn>
                              </p:par>
                            </p:childTnLst>
                          </p:cTn>
                        </p:par>
                        <p:par>
                          <p:cTn fill="hold">
                            <p:stCondLst>
                              <p:cond delay="1"/>
                            </p:stCondLst>
                            <p:childTnLst>
                              <p:par>
                                <p:cTn fill="hold" nodeType="afterEffect" presetClass="exit" presetID="1" presetSubtype="0">
                                  <p:stCondLst>
                                    <p:cond delay="0"/>
                                  </p:stCondLst>
                                  <p:childTnLst>
                                    <p:set>
                                      <p:cBhvr>
                                        <p:cTn dur="1" fill="hold">
                                          <p:stCondLst>
                                            <p:cond delay="1"/>
                                          </p:stCondLst>
                                        </p:cTn>
                                        <p:tgtEl>
                                          <p:spTgt spid="2368"/>
                                        </p:tgtEl>
                                        <p:attrNameLst>
                                          <p:attrName>style.visibility</p:attrName>
                                        </p:attrNameLst>
                                      </p:cBhvr>
                                      <p:to>
                                        <p:strVal val="hidden"/>
                                      </p:to>
                                    </p:set>
                                  </p:childTnLst>
                                </p:cTn>
                              </p:par>
                            </p:childTnLst>
                          </p:cTn>
                        </p:par>
                        <p:par>
                          <p:cTn fill="hold">
                            <p:stCondLst>
                              <p:cond delay="2"/>
                            </p:stCondLst>
                            <p:childTnLst>
                              <p:par>
                                <p:cTn fill="hold" nodeType="afterEffect" presetClass="entr" presetID="1" presetSubtype="0">
                                  <p:stCondLst>
                                    <p:cond delay="0"/>
                                  </p:stCondLst>
                                  <p:childTnLst>
                                    <p:set>
                                      <p:cBhvr>
                                        <p:cTn dur="1" fill="hold">
                                          <p:stCondLst>
                                            <p:cond delay="0"/>
                                          </p:stCondLst>
                                        </p:cTn>
                                        <p:tgtEl>
                                          <p:spTgt spid="2371"/>
                                        </p:tgtEl>
                                        <p:attrNameLst>
                                          <p:attrName>style.visibility</p:attrName>
                                        </p:attrNameLst>
                                      </p:cBhvr>
                                      <p:to>
                                        <p:strVal val="visible"/>
                                      </p:to>
                                    </p:set>
                                  </p:childTnLst>
                                </p:cTn>
                              </p:par>
                            </p:childTnLst>
                          </p:cTn>
                        </p:par>
                        <p:par>
                          <p:cTn fill="hold">
                            <p:stCondLst>
                              <p:cond delay="3"/>
                            </p:stCondLst>
                            <p:childTnLst>
                              <p:par>
                                <p:cTn fill="hold" nodeType="afterEffect" presetClass="exit" presetID="1" presetSubtype="0">
                                  <p:stCondLst>
                                    <p:cond delay="0"/>
                                  </p:stCondLst>
                                  <p:childTnLst>
                                    <p:set>
                                      <p:cBhvr>
                                        <p:cTn dur="1" fill="hold">
                                          <p:stCondLst>
                                            <p:cond delay="1"/>
                                          </p:stCondLst>
                                        </p:cTn>
                                        <p:tgtEl>
                                          <p:spTgt spid="2371"/>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8" name="Shape 2388"/>
        <p:cNvGrpSpPr/>
        <p:nvPr/>
      </p:nvGrpSpPr>
      <p:grpSpPr>
        <a:xfrm>
          <a:off x="0" y="0"/>
          <a:ext cx="0" cy="0"/>
          <a:chOff x="0" y="0"/>
          <a:chExt cx="0" cy="0"/>
        </a:xfrm>
      </p:grpSpPr>
      <p:sp>
        <p:nvSpPr>
          <p:cNvPr id="2389" name="Google Shape;2389;p48"/>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b="0" lang="en-US">
                <a:latin typeface="Calibri"/>
                <a:ea typeface="Calibri"/>
                <a:cs typeface="Calibri"/>
                <a:sym typeface="Calibri"/>
              </a:rPr>
              <a:t>“Taking turns” MAC protocols</a:t>
            </a:r>
            <a:endParaRPr b="0" sz="4400">
              <a:latin typeface="Calibri"/>
              <a:ea typeface="Calibri"/>
              <a:cs typeface="Calibri"/>
              <a:sym typeface="Calibri"/>
            </a:endParaRPr>
          </a:p>
        </p:txBody>
      </p:sp>
      <p:sp>
        <p:nvSpPr>
          <p:cNvPr id="2390" name="Google Shape;2390;p48"/>
          <p:cNvSpPr/>
          <p:nvPr/>
        </p:nvSpPr>
        <p:spPr>
          <a:xfrm>
            <a:off x="1199995" y="1512965"/>
            <a:ext cx="5194300" cy="4648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2080"/>
              <a:buFont typeface="Noto Sans Symbols"/>
              <a:buNone/>
            </a:pPr>
            <a:r>
              <a:rPr b="0" i="0" lang="en-US" sz="3200" u="none" cap="none" strike="noStrike">
                <a:solidFill>
                  <a:srgbClr val="C00000"/>
                </a:solidFill>
                <a:latin typeface="Calibri"/>
                <a:ea typeface="Calibri"/>
                <a:cs typeface="Calibri"/>
                <a:sym typeface="Calibri"/>
              </a:rPr>
              <a:t>token passing:</a:t>
            </a:r>
            <a:endParaRPr b="1" i="0" sz="3200" u="none" cap="none" strike="noStrike">
              <a:solidFill>
                <a:srgbClr val="C00000"/>
              </a:solidFill>
              <a:latin typeface="Calibri"/>
              <a:ea typeface="Calibri"/>
              <a:cs typeface="Calibri"/>
              <a:sym typeface="Calibri"/>
            </a:endParaRPr>
          </a:p>
          <a:p>
            <a:pPr indent="-279400" lvl="0" marL="393700" marR="0" rtl="0" algn="l">
              <a:lnSpc>
                <a:spcPct val="85000"/>
              </a:lnSpc>
              <a:spcBef>
                <a:spcPts val="64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control </a:t>
            </a:r>
            <a:r>
              <a:rPr b="0" i="1" lang="en-US" sz="3200" u="none" cap="none" strike="noStrike">
                <a:solidFill>
                  <a:srgbClr val="C00000"/>
                </a:solidFill>
                <a:latin typeface="Calibri"/>
                <a:ea typeface="Calibri"/>
                <a:cs typeface="Calibri"/>
                <a:sym typeface="Calibri"/>
              </a:rPr>
              <a:t>token</a:t>
            </a:r>
            <a:r>
              <a:rPr b="1" i="0" lang="en-US" sz="2800" u="none" cap="none" strike="noStrike">
                <a:solidFill>
                  <a:srgbClr val="000000"/>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message explicitly</a:t>
            </a:r>
            <a:r>
              <a:rPr b="1" i="0" lang="en-US" sz="2800" u="none" cap="none" strike="noStrike">
                <a:solidFill>
                  <a:srgbClr val="000000"/>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passed from one node to next, sequentially</a:t>
            </a:r>
            <a:endParaRPr/>
          </a:p>
          <a:p>
            <a:pPr indent="-279400" lvl="1" marL="850900"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transmit while holding token</a:t>
            </a:r>
            <a:endParaRPr b="0" i="0" sz="2800" u="none" cap="none" strike="noStrike">
              <a:solidFill>
                <a:srgbClr val="000000"/>
              </a:solidFill>
              <a:latin typeface="Calibri"/>
              <a:ea typeface="Calibri"/>
              <a:cs typeface="Calibri"/>
              <a:sym typeface="Calibri"/>
            </a:endParaRPr>
          </a:p>
          <a:p>
            <a:pPr indent="-279400" lvl="0" marL="393700"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concerns:</a:t>
            </a:r>
            <a:endParaRPr/>
          </a:p>
          <a:p>
            <a:pPr indent="-292100" lvl="1" marL="914400"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token overhead </a:t>
            </a:r>
            <a:endParaRPr/>
          </a:p>
          <a:p>
            <a:pPr indent="-292100" lvl="1" marL="914400"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latency</a:t>
            </a:r>
            <a:endParaRPr/>
          </a:p>
          <a:p>
            <a:pPr indent="-292100" lvl="1" marL="914400"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single point of failure (token)</a:t>
            </a:r>
            <a:endParaRPr/>
          </a:p>
        </p:txBody>
      </p:sp>
      <p:grpSp>
        <p:nvGrpSpPr>
          <p:cNvPr id="2391" name="Google Shape;2391;p48"/>
          <p:cNvGrpSpPr/>
          <p:nvPr/>
        </p:nvGrpSpPr>
        <p:grpSpPr>
          <a:xfrm>
            <a:off x="10387741" y="3262312"/>
            <a:ext cx="781050" cy="681038"/>
            <a:chOff x="-44" y="1473"/>
            <a:chExt cx="981" cy="1105"/>
          </a:xfrm>
        </p:grpSpPr>
        <p:pic>
          <p:nvPicPr>
            <p:cNvPr descr="desktop_computer_stylized_medium" id="2392" name="Google Shape;2392;p4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393" name="Google Shape;2393;p4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2394" name="Google Shape;2394;p48"/>
          <p:cNvGrpSpPr/>
          <p:nvPr/>
        </p:nvGrpSpPr>
        <p:grpSpPr>
          <a:xfrm>
            <a:off x="7673116" y="3219450"/>
            <a:ext cx="781050" cy="681037"/>
            <a:chOff x="-44" y="1473"/>
            <a:chExt cx="981" cy="1105"/>
          </a:xfrm>
        </p:grpSpPr>
        <p:pic>
          <p:nvPicPr>
            <p:cNvPr descr="desktop_computer_stylized_medium" id="2395" name="Google Shape;2395;p4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396" name="Google Shape;2396;p4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2397" name="Google Shape;2397;p48"/>
          <p:cNvGrpSpPr/>
          <p:nvPr/>
        </p:nvGrpSpPr>
        <p:grpSpPr>
          <a:xfrm>
            <a:off x="8990741" y="1555750"/>
            <a:ext cx="781050" cy="681037"/>
            <a:chOff x="-44" y="1473"/>
            <a:chExt cx="981" cy="1105"/>
          </a:xfrm>
        </p:grpSpPr>
        <p:pic>
          <p:nvPicPr>
            <p:cNvPr descr="desktop_computer_stylized_medium" id="2398" name="Google Shape;2398;p4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399" name="Google Shape;2399;p4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2400" name="Google Shape;2400;p48"/>
          <p:cNvGrpSpPr/>
          <p:nvPr/>
        </p:nvGrpSpPr>
        <p:grpSpPr>
          <a:xfrm>
            <a:off x="9044716" y="5003800"/>
            <a:ext cx="781050" cy="681037"/>
            <a:chOff x="-44" y="1473"/>
            <a:chExt cx="981" cy="1105"/>
          </a:xfrm>
        </p:grpSpPr>
        <p:pic>
          <p:nvPicPr>
            <p:cNvPr descr="desktop_computer_stylized_medium" id="2401" name="Google Shape;2401;p4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402" name="Google Shape;2402;p4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2403" name="Google Shape;2403;p48"/>
          <p:cNvSpPr/>
          <p:nvPr/>
        </p:nvSpPr>
        <p:spPr>
          <a:xfrm>
            <a:off x="8519254" y="2212975"/>
            <a:ext cx="2046287" cy="2778125"/>
          </a:xfrm>
          <a:prstGeom prst="ellipse">
            <a:avLst/>
          </a:prstGeom>
          <a:noFill/>
          <a:ln cap="flat" cmpd="sng" w="285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2404" name="Google Shape;2404;p48"/>
          <p:cNvSpPr/>
          <p:nvPr/>
        </p:nvSpPr>
        <p:spPr>
          <a:xfrm>
            <a:off x="9363804" y="1320800"/>
            <a:ext cx="274637" cy="320675"/>
          </a:xfrm>
          <a:prstGeom prst="rect">
            <a:avLst/>
          </a:prstGeom>
          <a:solidFill>
            <a:srgbClr val="00CC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T</a:t>
            </a:r>
            <a:endParaRPr/>
          </a:p>
        </p:txBody>
      </p:sp>
      <p:sp>
        <p:nvSpPr>
          <p:cNvPr id="2405" name="Google Shape;2405;p48"/>
          <p:cNvSpPr/>
          <p:nvPr/>
        </p:nvSpPr>
        <p:spPr>
          <a:xfrm>
            <a:off x="9108216" y="5603875"/>
            <a:ext cx="811213" cy="320675"/>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data</a:t>
            </a:r>
            <a:endParaRPr/>
          </a:p>
        </p:txBody>
      </p:sp>
      <p:sp>
        <p:nvSpPr>
          <p:cNvPr id="2406" name="Google Shape;2406;p48"/>
          <p:cNvSpPr txBox="1"/>
          <p:nvPr/>
        </p:nvSpPr>
        <p:spPr>
          <a:xfrm>
            <a:off x="7500079" y="2674937"/>
            <a:ext cx="1009650"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(nothing</a:t>
            </a:r>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to send)</a:t>
            </a:r>
            <a:endParaRPr/>
          </a:p>
        </p:txBody>
      </p:sp>
      <p:sp>
        <p:nvSpPr>
          <p:cNvPr id="2407" name="Google Shape;2407;p48"/>
          <p:cNvSpPr/>
          <p:nvPr/>
        </p:nvSpPr>
        <p:spPr>
          <a:xfrm>
            <a:off x="7996966" y="3338512"/>
            <a:ext cx="274638" cy="320675"/>
          </a:xfrm>
          <a:prstGeom prst="rect">
            <a:avLst/>
          </a:prstGeom>
          <a:solidFill>
            <a:srgbClr val="00CC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T</a:t>
            </a:r>
            <a:endParaRPr/>
          </a:p>
        </p:txBody>
      </p:sp>
      <p:sp>
        <p:nvSpPr>
          <p:cNvPr id="2408" name="Google Shape;2408;p4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Link Layer </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2406"/>
                                        </p:tgtEl>
                                        <p:attrNameLst>
                                          <p:attrName>style.visibility</p:attrName>
                                        </p:attrNameLst>
                                      </p:cBhvr>
                                      <p:to>
                                        <p:strVal val="visible"/>
                                      </p:to>
                                    </p:set>
                                  </p:childTnLst>
                                </p:cTn>
                              </p:par>
                            </p:childTnLst>
                          </p:cTn>
                        </p:par>
                        <p:par>
                          <p:cTn fill="hold">
                            <p:stCondLst>
                              <p:cond delay="1"/>
                            </p:stCondLst>
                            <p:childTnLst>
                              <p:par>
                                <p:cTn fill="hold" nodeType="afterEffect" presetClass="exit" presetID="1" presetSubtype="0">
                                  <p:stCondLst>
                                    <p:cond delay="0"/>
                                  </p:stCondLst>
                                  <p:childTnLst>
                                    <p:set>
                                      <p:cBhvr>
                                        <p:cTn dur="1" fill="hold">
                                          <p:stCondLst>
                                            <p:cond delay="1"/>
                                          </p:stCondLst>
                                        </p:cTn>
                                        <p:tgtEl>
                                          <p:spTgt spid="240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7"/>
                                        </p:tgtEl>
                                        <p:attrNameLst>
                                          <p:attrName>style.visibility</p:attrName>
                                        </p:attrNameLst>
                                      </p:cBhvr>
                                      <p:to>
                                        <p:strVal val="visible"/>
                                      </p:to>
                                    </p:set>
                                  </p:childTnLst>
                                </p:cTn>
                              </p:par>
                            </p:childTnLst>
                          </p:cTn>
                        </p:par>
                        <p:par>
                          <p:cTn fill="hold">
                            <p:stCondLst>
                              <p:cond delay="1"/>
                            </p:stCondLst>
                            <p:childTnLst>
                              <p:par>
                                <p:cTn fill="hold" nodeType="afterEffect" presetClass="exit" presetID="1" presetSubtype="0">
                                  <p:stCondLst>
                                    <p:cond delay="0"/>
                                  </p:stCondLst>
                                  <p:childTnLst>
                                    <p:set>
                                      <p:cBhvr>
                                        <p:cTn dur="1" fill="hold">
                                          <p:stCondLst>
                                            <p:cond delay="1"/>
                                          </p:stCondLst>
                                        </p:cTn>
                                        <p:tgtEl>
                                          <p:spTgt spid="240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12" name="Shape 2412"/>
        <p:cNvGrpSpPr/>
        <p:nvPr/>
      </p:nvGrpSpPr>
      <p:grpSpPr>
        <a:xfrm>
          <a:off x="0" y="0"/>
          <a:ext cx="0" cy="0"/>
          <a:chOff x="0" y="0"/>
          <a:chExt cx="0" cy="0"/>
        </a:xfrm>
      </p:grpSpPr>
      <p:sp>
        <p:nvSpPr>
          <p:cNvPr id="2413" name="Google Shape;2413;p49"/>
          <p:cNvSpPr txBox="1"/>
          <p:nvPr>
            <p:ph type="title"/>
          </p:nvPr>
        </p:nvSpPr>
        <p:spPr>
          <a:xfrm>
            <a:off x="493641" y="412065"/>
            <a:ext cx="11552583" cy="89462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00A3"/>
              </a:buClr>
              <a:buSzPct val="100000"/>
              <a:buFont typeface="Calibri"/>
              <a:buNone/>
            </a:pPr>
            <a:r>
              <a:rPr lang="en-US"/>
              <a:t>Cable access network: FDM, TDM </a:t>
            </a:r>
            <a:r>
              <a:rPr i="1" lang="en-US"/>
              <a:t>and</a:t>
            </a:r>
            <a:r>
              <a:rPr lang="en-US"/>
              <a:t> random access!</a:t>
            </a:r>
            <a:endParaRPr/>
          </a:p>
        </p:txBody>
      </p:sp>
      <p:sp>
        <p:nvSpPr>
          <p:cNvPr id="2414" name="Google Shape;2414;p4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Link Layer: 6-</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
        <p:nvSpPr>
          <p:cNvPr id="2415" name="Google Shape;2415;p49"/>
          <p:cNvSpPr/>
          <p:nvPr/>
        </p:nvSpPr>
        <p:spPr>
          <a:xfrm>
            <a:off x="3876675" y="2823821"/>
            <a:ext cx="955675" cy="700087"/>
          </a:xfrm>
          <a:prstGeom prst="rect">
            <a:avLst/>
          </a:prstGeom>
          <a:noFill/>
          <a:ln cap="flat" cmpd="sng" w="9525">
            <a:solidFill>
              <a:srgbClr val="000000"/>
            </a:solidFill>
            <a:prstDash val="dashDot"/>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2416" name="Google Shape;2416;p49"/>
          <p:cNvSpPr txBox="1"/>
          <p:nvPr/>
        </p:nvSpPr>
        <p:spPr>
          <a:xfrm>
            <a:off x="3316288" y="2282483"/>
            <a:ext cx="1925637" cy="294248"/>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cable headend</a:t>
            </a:r>
            <a:endParaRPr/>
          </a:p>
        </p:txBody>
      </p:sp>
      <p:sp>
        <p:nvSpPr>
          <p:cNvPr id="2417" name="Google Shape;2417;p49"/>
          <p:cNvSpPr txBox="1"/>
          <p:nvPr/>
        </p:nvSpPr>
        <p:spPr>
          <a:xfrm>
            <a:off x="3817938" y="2793658"/>
            <a:ext cx="950912"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CMTS</a:t>
            </a:r>
            <a:endParaRPr/>
          </a:p>
        </p:txBody>
      </p:sp>
      <p:sp>
        <p:nvSpPr>
          <p:cNvPr id="2418" name="Google Shape;2418;p49"/>
          <p:cNvSpPr/>
          <p:nvPr/>
        </p:nvSpPr>
        <p:spPr>
          <a:xfrm>
            <a:off x="3781425" y="2560296"/>
            <a:ext cx="1206500" cy="261937"/>
          </a:xfrm>
          <a:prstGeom prst="triangle">
            <a:avLst>
              <a:gd fmla="val 50000" name="adj"/>
            </a:avLst>
          </a:prstGeom>
          <a:noFill/>
          <a:ln cap="flat" cmpd="sng" w="9525">
            <a:solidFill>
              <a:srgbClr val="000000"/>
            </a:solidFill>
            <a:prstDash val="dashDot"/>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2419" name="Google Shape;2419;p49"/>
          <p:cNvSpPr/>
          <p:nvPr/>
        </p:nvSpPr>
        <p:spPr>
          <a:xfrm rot="10800000">
            <a:off x="1477624" y="3076351"/>
            <a:ext cx="1846681" cy="851585"/>
          </a:xfrm>
          <a:custGeom>
            <a:rect b="b" l="l" r="r" t="t"/>
            <a:pathLst>
              <a:path extrusionOk="0" h="9966" w="10000">
                <a:moveTo>
                  <a:pt x="5243" y="79"/>
                </a:moveTo>
                <a:cubicBezTo>
                  <a:pt x="4365" y="204"/>
                  <a:pt x="3927" y="485"/>
                  <a:pt x="3148" y="796"/>
                </a:cubicBezTo>
                <a:cubicBezTo>
                  <a:pt x="2369" y="1106"/>
                  <a:pt x="1108" y="972"/>
                  <a:pt x="600" y="1942"/>
                </a:cubicBezTo>
                <a:cubicBezTo>
                  <a:pt x="91" y="2911"/>
                  <a:pt x="-144" y="5278"/>
                  <a:pt x="94" y="6612"/>
                </a:cubicBezTo>
                <a:cubicBezTo>
                  <a:pt x="333" y="7946"/>
                  <a:pt x="1163" y="9760"/>
                  <a:pt x="2031" y="9948"/>
                </a:cubicBezTo>
                <a:cubicBezTo>
                  <a:pt x="2899" y="10136"/>
                  <a:pt x="3225" y="8832"/>
                  <a:pt x="4139" y="8683"/>
                </a:cubicBezTo>
                <a:cubicBezTo>
                  <a:pt x="5052" y="8534"/>
                  <a:pt x="6674" y="9035"/>
                  <a:pt x="7509" y="9056"/>
                </a:cubicBezTo>
                <a:cubicBezTo>
                  <a:pt x="8344" y="9077"/>
                  <a:pt x="8726" y="9097"/>
                  <a:pt x="9123" y="8849"/>
                </a:cubicBezTo>
                <a:cubicBezTo>
                  <a:pt x="9519" y="8601"/>
                  <a:pt x="9759" y="8519"/>
                  <a:pt x="9888" y="7567"/>
                </a:cubicBezTo>
                <a:cubicBezTo>
                  <a:pt x="10015" y="6615"/>
                  <a:pt x="10071" y="4299"/>
                  <a:pt x="9859" y="3140"/>
                </a:cubicBezTo>
                <a:cubicBezTo>
                  <a:pt x="9647" y="1983"/>
                  <a:pt x="9377" y="1073"/>
                  <a:pt x="8613" y="577"/>
                </a:cubicBezTo>
                <a:cubicBezTo>
                  <a:pt x="7849" y="79"/>
                  <a:pt x="6390" y="-127"/>
                  <a:pt x="5243" y="79"/>
                </a:cubicBezTo>
                <a:close/>
              </a:path>
            </a:pathLst>
          </a:custGeom>
          <a:gradFill>
            <a:gsLst>
              <a:gs pos="0">
                <a:srgbClr val="00CCFF"/>
              </a:gs>
              <a:gs pos="100000">
                <a:srgbClr val="FFFFF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2420" name="Google Shape;2420;p49"/>
          <p:cNvCxnSpPr/>
          <p:nvPr/>
        </p:nvCxnSpPr>
        <p:spPr>
          <a:xfrm flipH="1" rot="10800000">
            <a:off x="2442061" y="3311688"/>
            <a:ext cx="157454" cy="84151"/>
          </a:xfrm>
          <a:prstGeom prst="straightConnector1">
            <a:avLst/>
          </a:prstGeom>
          <a:noFill/>
          <a:ln cap="flat" cmpd="sng" w="9525">
            <a:solidFill>
              <a:srgbClr val="000000"/>
            </a:solidFill>
            <a:prstDash val="solid"/>
            <a:round/>
            <a:headEnd len="med" w="med" type="none"/>
            <a:tailEnd len="med" w="med" type="none"/>
          </a:ln>
        </p:spPr>
      </p:cxnSp>
      <p:cxnSp>
        <p:nvCxnSpPr>
          <p:cNvPr id="2421" name="Google Shape;2421;p49"/>
          <p:cNvCxnSpPr/>
          <p:nvPr/>
        </p:nvCxnSpPr>
        <p:spPr>
          <a:xfrm>
            <a:off x="2227748" y="3479990"/>
            <a:ext cx="0" cy="80785"/>
          </a:xfrm>
          <a:prstGeom prst="straightConnector1">
            <a:avLst/>
          </a:prstGeom>
          <a:noFill/>
          <a:ln cap="flat" cmpd="sng" w="9525">
            <a:solidFill>
              <a:srgbClr val="000000"/>
            </a:solidFill>
            <a:prstDash val="solid"/>
            <a:round/>
            <a:headEnd len="med" w="med" type="none"/>
            <a:tailEnd len="med" w="med" type="none"/>
          </a:ln>
        </p:spPr>
      </p:cxnSp>
      <p:cxnSp>
        <p:nvCxnSpPr>
          <p:cNvPr id="2422" name="Google Shape;2422;p49"/>
          <p:cNvCxnSpPr/>
          <p:nvPr/>
        </p:nvCxnSpPr>
        <p:spPr>
          <a:xfrm flipH="1" rot="10800000">
            <a:off x="2442061" y="3379009"/>
            <a:ext cx="329487" cy="282746"/>
          </a:xfrm>
          <a:prstGeom prst="straightConnector1">
            <a:avLst/>
          </a:prstGeom>
          <a:noFill/>
          <a:ln cap="flat" cmpd="sng" w="9525">
            <a:solidFill>
              <a:srgbClr val="000000"/>
            </a:solidFill>
            <a:prstDash val="solid"/>
            <a:round/>
            <a:headEnd len="med" w="med" type="none"/>
            <a:tailEnd len="med" w="med" type="none"/>
          </a:ln>
        </p:spPr>
      </p:cxnSp>
      <p:cxnSp>
        <p:nvCxnSpPr>
          <p:cNvPr id="2423" name="Google Shape;2423;p49"/>
          <p:cNvCxnSpPr/>
          <p:nvPr/>
        </p:nvCxnSpPr>
        <p:spPr>
          <a:xfrm>
            <a:off x="2898386" y="3377887"/>
            <a:ext cx="0" cy="191864"/>
          </a:xfrm>
          <a:prstGeom prst="straightConnector1">
            <a:avLst/>
          </a:prstGeom>
          <a:noFill/>
          <a:ln cap="flat" cmpd="sng" w="9525">
            <a:solidFill>
              <a:srgbClr val="000000"/>
            </a:solidFill>
            <a:prstDash val="solid"/>
            <a:round/>
            <a:headEnd len="med" w="med" type="none"/>
            <a:tailEnd len="med" w="med" type="none"/>
          </a:ln>
        </p:spPr>
      </p:cxnSp>
      <p:cxnSp>
        <p:nvCxnSpPr>
          <p:cNvPr id="2424" name="Google Shape;2424;p49"/>
          <p:cNvCxnSpPr/>
          <p:nvPr/>
        </p:nvCxnSpPr>
        <p:spPr>
          <a:xfrm>
            <a:off x="2465387" y="3677463"/>
            <a:ext cx="236181" cy="0"/>
          </a:xfrm>
          <a:prstGeom prst="straightConnector1">
            <a:avLst/>
          </a:prstGeom>
          <a:noFill/>
          <a:ln cap="flat" cmpd="sng" w="9525">
            <a:solidFill>
              <a:srgbClr val="000000"/>
            </a:solidFill>
            <a:prstDash val="solid"/>
            <a:round/>
            <a:headEnd len="med" w="med" type="none"/>
            <a:tailEnd len="med" w="med" type="none"/>
          </a:ln>
        </p:spPr>
      </p:cxnSp>
      <p:grpSp>
        <p:nvGrpSpPr>
          <p:cNvPr id="2425" name="Google Shape;2425;p49"/>
          <p:cNvGrpSpPr/>
          <p:nvPr/>
        </p:nvGrpSpPr>
        <p:grpSpPr>
          <a:xfrm flipH="1">
            <a:off x="1559152" y="3670725"/>
            <a:ext cx="466530" cy="2244"/>
            <a:chOff x="3159352" y="3666243"/>
            <a:chExt cx="466530" cy="2244"/>
          </a:xfrm>
        </p:grpSpPr>
        <p:cxnSp>
          <p:nvCxnSpPr>
            <p:cNvPr id="2426" name="Google Shape;2426;p49"/>
            <p:cNvCxnSpPr/>
            <p:nvPr/>
          </p:nvCxnSpPr>
          <p:spPr>
            <a:xfrm>
              <a:off x="3159352" y="3668487"/>
              <a:ext cx="221602" cy="0"/>
            </a:xfrm>
            <a:prstGeom prst="straightConnector1">
              <a:avLst/>
            </a:prstGeom>
            <a:noFill/>
            <a:ln cap="flat" cmpd="sng" w="9525">
              <a:solidFill>
                <a:srgbClr val="000000"/>
              </a:solidFill>
              <a:prstDash val="solid"/>
              <a:round/>
              <a:headEnd len="med" w="med" type="none"/>
              <a:tailEnd len="med" w="med" type="none"/>
            </a:ln>
          </p:spPr>
        </p:cxnSp>
        <p:cxnSp>
          <p:nvCxnSpPr>
            <p:cNvPr id="2427" name="Google Shape;2427;p49"/>
            <p:cNvCxnSpPr/>
            <p:nvPr/>
          </p:nvCxnSpPr>
          <p:spPr>
            <a:xfrm>
              <a:off x="3404280" y="3666243"/>
              <a:ext cx="221602" cy="0"/>
            </a:xfrm>
            <a:prstGeom prst="straightConnector1">
              <a:avLst/>
            </a:prstGeom>
            <a:noFill/>
            <a:ln cap="flat" cmpd="sng" w="9525">
              <a:solidFill>
                <a:srgbClr val="808080"/>
              </a:solidFill>
              <a:prstDash val="dash"/>
              <a:round/>
              <a:headEnd len="med" w="med" type="none"/>
              <a:tailEnd len="med" w="med" type="none"/>
            </a:ln>
          </p:spPr>
        </p:cxnSp>
      </p:grpSp>
      <p:sp>
        <p:nvSpPr>
          <p:cNvPr id="2428" name="Google Shape;2428;p49"/>
          <p:cNvSpPr txBox="1"/>
          <p:nvPr/>
        </p:nvSpPr>
        <p:spPr>
          <a:xfrm>
            <a:off x="3079538" y="3632083"/>
            <a:ext cx="46679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ISP</a:t>
            </a:r>
            <a:endParaRPr/>
          </a:p>
        </p:txBody>
      </p:sp>
      <p:cxnSp>
        <p:nvCxnSpPr>
          <p:cNvPr id="2429" name="Google Shape;2429;p49"/>
          <p:cNvCxnSpPr/>
          <p:nvPr/>
        </p:nvCxnSpPr>
        <p:spPr>
          <a:xfrm rot="10800000">
            <a:off x="4595813" y="3373096"/>
            <a:ext cx="452437" cy="381000"/>
          </a:xfrm>
          <a:prstGeom prst="straightConnector1">
            <a:avLst/>
          </a:prstGeom>
          <a:noFill/>
          <a:ln cap="flat" cmpd="sng" w="9525">
            <a:solidFill>
              <a:srgbClr val="CC0000"/>
            </a:solidFill>
            <a:prstDash val="solid"/>
            <a:round/>
            <a:headEnd len="med" w="med" type="none"/>
            <a:tailEnd len="med" w="med" type="none"/>
          </a:ln>
        </p:spPr>
      </p:cxnSp>
      <p:sp>
        <p:nvSpPr>
          <p:cNvPr id="2430" name="Google Shape;2430;p49"/>
          <p:cNvSpPr txBox="1"/>
          <p:nvPr/>
        </p:nvSpPr>
        <p:spPr>
          <a:xfrm>
            <a:off x="4502310" y="3615330"/>
            <a:ext cx="1611339" cy="460126"/>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cable modem</a:t>
            </a:r>
            <a:endParaRPr/>
          </a:p>
          <a:p>
            <a:pPr indent="0" lvl="0" marL="0" marR="0" rtl="0" algn="r">
              <a:lnSpc>
                <a:spcPct val="85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termination system</a:t>
            </a:r>
            <a:endParaRPr/>
          </a:p>
        </p:txBody>
      </p:sp>
      <p:grpSp>
        <p:nvGrpSpPr>
          <p:cNvPr id="2431" name="Google Shape;2431;p49"/>
          <p:cNvGrpSpPr/>
          <p:nvPr/>
        </p:nvGrpSpPr>
        <p:grpSpPr>
          <a:xfrm>
            <a:off x="9146140" y="2298358"/>
            <a:ext cx="2498818" cy="1466537"/>
            <a:chOff x="467224" y="1239838"/>
            <a:chExt cx="2268538" cy="1465643"/>
          </a:xfrm>
        </p:grpSpPr>
        <p:sp>
          <p:nvSpPr>
            <p:cNvPr id="2432" name="Google Shape;2432;p49"/>
            <p:cNvSpPr/>
            <p:nvPr/>
          </p:nvSpPr>
          <p:spPr>
            <a:xfrm>
              <a:off x="717379" y="1650750"/>
              <a:ext cx="1793876" cy="926535"/>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cxnSp>
          <p:nvCxnSpPr>
            <p:cNvPr id="2433" name="Google Shape;2433;p49"/>
            <p:cNvCxnSpPr/>
            <p:nvPr/>
          </p:nvCxnSpPr>
          <p:spPr>
            <a:xfrm flipH="1" rot="10800000">
              <a:off x="958850" y="2201863"/>
              <a:ext cx="365125" cy="1587"/>
            </a:xfrm>
            <a:prstGeom prst="straightConnector1">
              <a:avLst/>
            </a:prstGeom>
            <a:noFill/>
            <a:ln cap="flat" cmpd="sng" w="9525">
              <a:solidFill>
                <a:srgbClr val="000000"/>
              </a:solidFill>
              <a:prstDash val="solid"/>
              <a:round/>
              <a:headEnd len="med" w="med" type="none"/>
              <a:tailEnd len="med" w="med" type="none"/>
            </a:ln>
          </p:spPr>
        </p:cxnSp>
        <p:sp>
          <p:nvSpPr>
            <p:cNvPr id="2434" name="Google Shape;2434;p49"/>
            <p:cNvSpPr txBox="1"/>
            <p:nvPr/>
          </p:nvSpPr>
          <p:spPr>
            <a:xfrm>
              <a:off x="1250087" y="2264475"/>
              <a:ext cx="748923" cy="44100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cable</a:t>
              </a:r>
              <a:endParaRPr/>
            </a:p>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modem</a:t>
              </a:r>
              <a:endParaRPr/>
            </a:p>
          </p:txBody>
        </p:sp>
        <p:sp>
          <p:nvSpPr>
            <p:cNvPr id="2435" name="Google Shape;2435;p49"/>
            <p:cNvSpPr txBox="1"/>
            <p:nvPr/>
          </p:nvSpPr>
          <p:spPr>
            <a:xfrm>
              <a:off x="607799" y="2331583"/>
              <a:ext cx="707245" cy="26875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splitter</a:t>
              </a:r>
              <a:endParaRPr/>
            </a:p>
          </p:txBody>
        </p:sp>
        <p:grpSp>
          <p:nvGrpSpPr>
            <p:cNvPr id="2436" name="Google Shape;2436;p49"/>
            <p:cNvGrpSpPr/>
            <p:nvPr/>
          </p:nvGrpSpPr>
          <p:grpSpPr>
            <a:xfrm>
              <a:off x="1304925" y="2078038"/>
              <a:ext cx="614363" cy="220011"/>
              <a:chOff x="322" y="890"/>
              <a:chExt cx="872" cy="338"/>
            </a:xfrm>
          </p:grpSpPr>
          <p:sp>
            <p:nvSpPr>
              <p:cNvPr id="2437" name="Google Shape;2437;p49"/>
              <p:cNvSpPr/>
              <p:nvPr/>
            </p:nvSpPr>
            <p:spPr>
              <a:xfrm>
                <a:off x="322" y="1004"/>
                <a:ext cx="872" cy="224"/>
              </a:xfrm>
              <a:prstGeom prst="rect">
                <a:avLst/>
              </a:prstGeom>
              <a:solidFill>
                <a:srgbClr val="FFFF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2438" name="Google Shape;2438;p49"/>
              <p:cNvSpPr/>
              <p:nvPr/>
            </p:nvSpPr>
            <p:spPr>
              <a:xfrm>
                <a:off x="394" y="1072"/>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2439" name="Google Shape;2439;p49"/>
              <p:cNvSpPr/>
              <p:nvPr/>
            </p:nvSpPr>
            <p:spPr>
              <a:xfrm>
                <a:off x="466" y="1072"/>
                <a:ext cx="56" cy="56"/>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2440" name="Google Shape;2440;p49"/>
              <p:cNvSpPr/>
              <p:nvPr/>
            </p:nvSpPr>
            <p:spPr>
              <a:xfrm>
                <a:off x="541" y="1070"/>
                <a:ext cx="56"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2441" name="Google Shape;2441;p49"/>
              <p:cNvSpPr/>
              <p:nvPr/>
            </p:nvSpPr>
            <p:spPr>
              <a:xfrm>
                <a:off x="615" y="1070"/>
                <a:ext cx="56"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2442" name="Google Shape;2442;p49"/>
              <p:cNvSpPr/>
              <p:nvPr/>
            </p:nvSpPr>
            <p:spPr>
              <a:xfrm flipH="1" rot="10800000">
                <a:off x="322" y="890"/>
                <a:ext cx="859" cy="110"/>
              </a:xfrm>
              <a:custGeom>
                <a:rect b="b" l="l" r="r" t="t"/>
                <a:pathLst>
                  <a:path extrusionOk="0" h="21600" w="21600">
                    <a:moveTo>
                      <a:pt x="0" y="0"/>
                    </a:moveTo>
                    <a:lnTo>
                      <a:pt x="5400" y="21600"/>
                    </a:lnTo>
                    <a:lnTo>
                      <a:pt x="16200" y="21600"/>
                    </a:lnTo>
                    <a:lnTo>
                      <a:pt x="21600" y="0"/>
                    </a:lnTo>
                    <a:lnTo>
                      <a:pt x="0" y="0"/>
                    </a:lnTo>
                    <a:close/>
                  </a:path>
                </a:pathLst>
              </a:custGeom>
              <a:solidFill>
                <a:srgbClr val="FFFF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2443" name="Google Shape;2443;p49"/>
            <p:cNvSpPr/>
            <p:nvPr/>
          </p:nvSpPr>
          <p:spPr>
            <a:xfrm>
              <a:off x="467224" y="1239838"/>
              <a:ext cx="2268538" cy="468028"/>
            </a:xfrm>
            <a:prstGeom prst="triangle">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2444" name="Google Shape;2444;p49"/>
            <p:cNvSpPr/>
            <p:nvPr/>
          </p:nvSpPr>
          <p:spPr>
            <a:xfrm>
              <a:off x="906462" y="2133056"/>
              <a:ext cx="166688" cy="144374"/>
            </a:xfrm>
            <a:prstGeom prst="rect">
              <a:avLst/>
            </a:prstGeom>
            <a:solidFill>
              <a:srgbClr val="0000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2445" name="Google Shape;2445;p49"/>
            <p:cNvSpPr/>
            <p:nvPr/>
          </p:nvSpPr>
          <p:spPr>
            <a:xfrm flipH="1">
              <a:off x="970845" y="1691922"/>
              <a:ext cx="479425" cy="434975"/>
            </a:xfrm>
            <a:custGeom>
              <a:rect b="b" l="l" r="r" t="t"/>
              <a:pathLst>
                <a:path extrusionOk="0" h="274" w="381">
                  <a:moveTo>
                    <a:pt x="381" y="274"/>
                  </a:moveTo>
                  <a:lnTo>
                    <a:pt x="381" y="130"/>
                  </a:lnTo>
                  <a:lnTo>
                    <a:pt x="0" y="0"/>
                  </a:lnTo>
                </a:path>
              </a:pathLst>
            </a:custGeom>
            <a:noFill/>
            <a:ln cap="flat" cmpd="sng" w="9525">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2446" name="Google Shape;2446;p49"/>
            <p:cNvCxnSpPr/>
            <p:nvPr/>
          </p:nvCxnSpPr>
          <p:spPr>
            <a:xfrm rot="10800000">
              <a:off x="1917701" y="2215556"/>
              <a:ext cx="239712" cy="0"/>
            </a:xfrm>
            <a:prstGeom prst="straightConnector1">
              <a:avLst/>
            </a:prstGeom>
            <a:noFill/>
            <a:ln cap="flat" cmpd="sng" w="9525">
              <a:solidFill>
                <a:srgbClr val="000000"/>
              </a:solidFill>
              <a:prstDash val="solid"/>
              <a:round/>
              <a:headEnd len="med" w="med" type="none"/>
              <a:tailEnd len="med" w="med" type="none"/>
            </a:ln>
          </p:spPr>
        </p:cxnSp>
        <p:pic>
          <p:nvPicPr>
            <p:cNvPr descr="tv" id="2447" name="Google Shape;2447;p49"/>
            <p:cNvPicPr preferRelativeResize="0"/>
            <p:nvPr/>
          </p:nvPicPr>
          <p:blipFill rotWithShape="1">
            <a:blip r:embed="rId3">
              <a:alphaModFix/>
            </a:blip>
            <a:srcRect b="0" l="0" r="0" t="0"/>
            <a:stretch/>
          </p:blipFill>
          <p:spPr>
            <a:xfrm>
              <a:off x="1224844" y="1355725"/>
              <a:ext cx="755650" cy="674688"/>
            </a:xfrm>
            <a:prstGeom prst="rect">
              <a:avLst/>
            </a:prstGeom>
            <a:noFill/>
            <a:ln>
              <a:noFill/>
            </a:ln>
          </p:spPr>
        </p:pic>
        <p:grpSp>
          <p:nvGrpSpPr>
            <p:cNvPr id="2448" name="Google Shape;2448;p49"/>
            <p:cNvGrpSpPr/>
            <p:nvPr/>
          </p:nvGrpSpPr>
          <p:grpSpPr>
            <a:xfrm>
              <a:off x="1854097" y="1780738"/>
              <a:ext cx="609600" cy="609600"/>
              <a:chOff x="-44" y="1473"/>
              <a:chExt cx="981" cy="1105"/>
            </a:xfrm>
          </p:grpSpPr>
          <p:pic>
            <p:nvPicPr>
              <p:cNvPr descr="desktop_computer_stylized_medium" id="2449" name="Google Shape;2449;p49"/>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2450" name="Google Shape;2450;p4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grpSp>
        <p:nvGrpSpPr>
          <p:cNvPr id="2451" name="Google Shape;2451;p49"/>
          <p:cNvGrpSpPr/>
          <p:nvPr/>
        </p:nvGrpSpPr>
        <p:grpSpPr>
          <a:xfrm>
            <a:off x="4691063" y="2507908"/>
            <a:ext cx="4938712" cy="1389063"/>
            <a:chOff x="4327270" y="1745934"/>
            <a:chExt cx="4938730" cy="1388847"/>
          </a:xfrm>
        </p:grpSpPr>
        <p:cxnSp>
          <p:nvCxnSpPr>
            <p:cNvPr id="2452" name="Google Shape;2452;p49"/>
            <p:cNvCxnSpPr/>
            <p:nvPr/>
          </p:nvCxnSpPr>
          <p:spPr>
            <a:xfrm>
              <a:off x="4327270" y="2504641"/>
              <a:ext cx="4938730" cy="0"/>
            </a:xfrm>
            <a:prstGeom prst="straightConnector1">
              <a:avLst/>
            </a:prstGeom>
            <a:noFill/>
            <a:ln cap="flat" cmpd="sng" w="19050">
              <a:solidFill>
                <a:srgbClr val="000000"/>
              </a:solidFill>
              <a:prstDash val="solid"/>
              <a:round/>
              <a:headEnd len="med" w="med" type="none"/>
              <a:tailEnd len="med" w="med" type="none"/>
            </a:ln>
          </p:spPr>
        </p:cxnSp>
        <p:grpSp>
          <p:nvGrpSpPr>
            <p:cNvPr id="2453" name="Google Shape;2453;p49"/>
            <p:cNvGrpSpPr/>
            <p:nvPr/>
          </p:nvGrpSpPr>
          <p:grpSpPr>
            <a:xfrm flipH="1">
              <a:off x="5533568" y="1745934"/>
              <a:ext cx="2894013" cy="752358"/>
              <a:chOff x="5534758" y="1745934"/>
              <a:chExt cx="2894013" cy="752358"/>
            </a:xfrm>
          </p:grpSpPr>
          <p:grpSp>
            <p:nvGrpSpPr>
              <p:cNvPr id="2454" name="Google Shape;2454;p49"/>
              <p:cNvGrpSpPr/>
              <p:nvPr/>
            </p:nvGrpSpPr>
            <p:grpSpPr>
              <a:xfrm>
                <a:off x="5534758" y="1752284"/>
                <a:ext cx="850900" cy="527050"/>
                <a:chOff x="-489" y="1664"/>
                <a:chExt cx="1429" cy="842"/>
              </a:xfrm>
            </p:grpSpPr>
            <p:sp>
              <p:nvSpPr>
                <p:cNvPr id="2455" name="Google Shape;2455;p49"/>
                <p:cNvSpPr/>
                <p:nvPr/>
              </p:nvSpPr>
              <p:spPr>
                <a:xfrm>
                  <a:off x="-489" y="1664"/>
                  <a:ext cx="1429" cy="294"/>
                </a:xfrm>
                <a:prstGeom prst="triangle">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grpSp>
              <p:nvGrpSpPr>
                <p:cNvPr id="2456" name="Google Shape;2456;p49"/>
                <p:cNvGrpSpPr/>
                <p:nvPr/>
              </p:nvGrpSpPr>
              <p:grpSpPr>
                <a:xfrm>
                  <a:off x="-427" y="1737"/>
                  <a:ext cx="1217" cy="769"/>
                  <a:chOff x="-427" y="1737"/>
                  <a:chExt cx="1217" cy="769"/>
                </a:xfrm>
              </p:grpSpPr>
              <p:sp>
                <p:nvSpPr>
                  <p:cNvPr id="2457" name="Google Shape;2457;p49"/>
                  <p:cNvSpPr/>
                  <p:nvPr/>
                </p:nvSpPr>
                <p:spPr>
                  <a:xfrm>
                    <a:off x="-335" y="1923"/>
                    <a:ext cx="1125" cy="583"/>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cxnSp>
                <p:nvCxnSpPr>
                  <p:cNvPr id="2458" name="Google Shape;2458;p49"/>
                  <p:cNvCxnSpPr/>
                  <p:nvPr/>
                </p:nvCxnSpPr>
                <p:spPr>
                  <a:xfrm flipH="1" rot="10800000">
                    <a:off x="-150" y="2270"/>
                    <a:ext cx="230" cy="1"/>
                  </a:xfrm>
                  <a:prstGeom prst="straightConnector1">
                    <a:avLst/>
                  </a:prstGeom>
                  <a:noFill/>
                  <a:ln cap="flat" cmpd="sng" w="9525">
                    <a:solidFill>
                      <a:srgbClr val="000000"/>
                    </a:solidFill>
                    <a:prstDash val="solid"/>
                    <a:round/>
                    <a:headEnd len="med" w="med" type="none"/>
                    <a:tailEnd len="med" w="med" type="none"/>
                  </a:ln>
                </p:spPr>
              </p:cxnSp>
              <p:grpSp>
                <p:nvGrpSpPr>
                  <p:cNvPr id="2459" name="Google Shape;2459;p49"/>
                  <p:cNvGrpSpPr/>
                  <p:nvPr/>
                </p:nvGrpSpPr>
                <p:grpSpPr>
                  <a:xfrm>
                    <a:off x="68" y="2192"/>
                    <a:ext cx="387" cy="139"/>
                    <a:chOff x="322" y="890"/>
                    <a:chExt cx="871" cy="339"/>
                  </a:xfrm>
                </p:grpSpPr>
                <p:sp>
                  <p:nvSpPr>
                    <p:cNvPr id="2460" name="Google Shape;2460;p49"/>
                    <p:cNvSpPr/>
                    <p:nvPr/>
                  </p:nvSpPr>
                  <p:spPr>
                    <a:xfrm>
                      <a:off x="322" y="1000"/>
                      <a:ext cx="871" cy="229"/>
                    </a:xfrm>
                    <a:prstGeom prst="rect">
                      <a:avLst/>
                    </a:prstGeom>
                    <a:solidFill>
                      <a:srgbClr val="FFFF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2461" name="Google Shape;2461;p49"/>
                    <p:cNvSpPr/>
                    <p:nvPr/>
                  </p:nvSpPr>
                  <p:spPr>
                    <a:xfrm>
                      <a:off x="394" y="1074"/>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2462" name="Google Shape;2462;p49"/>
                    <p:cNvSpPr/>
                    <p:nvPr/>
                  </p:nvSpPr>
                  <p:spPr>
                    <a:xfrm>
                      <a:off x="466" y="1074"/>
                      <a:ext cx="54" cy="56"/>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2463" name="Google Shape;2463;p49"/>
                    <p:cNvSpPr/>
                    <p:nvPr/>
                  </p:nvSpPr>
                  <p:spPr>
                    <a:xfrm>
                      <a:off x="538" y="1068"/>
                      <a:ext cx="60"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2464" name="Google Shape;2464;p49"/>
                    <p:cNvSpPr/>
                    <p:nvPr/>
                  </p:nvSpPr>
                  <p:spPr>
                    <a:xfrm>
                      <a:off x="616" y="1068"/>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2465" name="Google Shape;2465;p49"/>
                    <p:cNvSpPr/>
                    <p:nvPr/>
                  </p:nvSpPr>
                  <p:spPr>
                    <a:xfrm flipH="1" rot="10800000">
                      <a:off x="322" y="890"/>
                      <a:ext cx="859" cy="110"/>
                    </a:xfrm>
                    <a:custGeom>
                      <a:rect b="b" l="l" r="r" t="t"/>
                      <a:pathLst>
                        <a:path extrusionOk="0" h="21600" w="21600">
                          <a:moveTo>
                            <a:pt x="0" y="0"/>
                          </a:moveTo>
                          <a:lnTo>
                            <a:pt x="5400" y="21600"/>
                          </a:lnTo>
                          <a:lnTo>
                            <a:pt x="16200" y="21600"/>
                          </a:lnTo>
                          <a:lnTo>
                            <a:pt x="21600" y="0"/>
                          </a:lnTo>
                          <a:lnTo>
                            <a:pt x="0" y="0"/>
                          </a:lnTo>
                          <a:close/>
                        </a:path>
                      </a:pathLst>
                    </a:custGeom>
                    <a:solidFill>
                      <a:srgbClr val="FFFF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descr="desktop_computer_stylized_small" id="2466" name="Google Shape;2466;p49"/>
                  <p:cNvPicPr preferRelativeResize="0"/>
                  <p:nvPr/>
                </p:nvPicPr>
                <p:blipFill rotWithShape="1">
                  <a:blip r:embed="rId5">
                    <a:alphaModFix/>
                  </a:blip>
                  <a:srcRect b="0" l="0" r="0" t="0"/>
                  <a:stretch/>
                </p:blipFill>
                <p:spPr>
                  <a:xfrm>
                    <a:off x="-427" y="2049"/>
                    <a:ext cx="447" cy="411"/>
                  </a:xfrm>
                  <a:prstGeom prst="rect">
                    <a:avLst/>
                  </a:prstGeom>
                  <a:noFill/>
                  <a:ln>
                    <a:noFill/>
                  </a:ln>
                </p:spPr>
              </p:pic>
              <p:sp>
                <p:nvSpPr>
                  <p:cNvPr id="2467" name="Google Shape;2467;p49"/>
                  <p:cNvSpPr/>
                  <p:nvPr/>
                </p:nvSpPr>
                <p:spPr>
                  <a:xfrm>
                    <a:off x="529" y="2232"/>
                    <a:ext cx="104" cy="91"/>
                  </a:xfrm>
                  <a:prstGeom prst="rect">
                    <a:avLst/>
                  </a:prstGeom>
                  <a:solidFill>
                    <a:srgbClr val="0000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2468" name="Google Shape;2468;p49"/>
                  <p:cNvSpPr/>
                  <p:nvPr/>
                </p:nvSpPr>
                <p:spPr>
                  <a:xfrm>
                    <a:off x="282" y="1951"/>
                    <a:ext cx="302" cy="274"/>
                  </a:xfrm>
                  <a:custGeom>
                    <a:rect b="b" l="l" r="r" t="t"/>
                    <a:pathLst>
                      <a:path extrusionOk="0" h="274" w="381">
                        <a:moveTo>
                          <a:pt x="381" y="274"/>
                        </a:moveTo>
                        <a:lnTo>
                          <a:pt x="381" y="130"/>
                        </a:lnTo>
                        <a:lnTo>
                          <a:pt x="0" y="0"/>
                        </a:lnTo>
                      </a:path>
                    </a:pathLst>
                  </a:custGeom>
                  <a:noFill/>
                  <a:ln cap="flat" cmpd="sng" w="9525">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2469" name="Google Shape;2469;p49"/>
                  <p:cNvCxnSpPr/>
                  <p:nvPr/>
                </p:nvCxnSpPr>
                <p:spPr>
                  <a:xfrm rot="10800000">
                    <a:off x="470" y="2270"/>
                    <a:ext cx="152" cy="0"/>
                  </a:xfrm>
                  <a:prstGeom prst="straightConnector1">
                    <a:avLst/>
                  </a:prstGeom>
                  <a:noFill/>
                  <a:ln cap="flat" cmpd="sng" w="9525">
                    <a:solidFill>
                      <a:srgbClr val="000000"/>
                    </a:solidFill>
                    <a:prstDash val="solid"/>
                    <a:round/>
                    <a:headEnd len="med" w="med" type="none"/>
                    <a:tailEnd len="med" w="med" type="none"/>
                  </a:ln>
                </p:spPr>
              </p:cxnSp>
              <p:pic>
                <p:nvPicPr>
                  <p:cNvPr descr="tv" id="2470" name="Google Shape;2470;p49"/>
                  <p:cNvPicPr preferRelativeResize="0"/>
                  <p:nvPr/>
                </p:nvPicPr>
                <p:blipFill rotWithShape="1">
                  <a:blip r:embed="rId6">
                    <a:alphaModFix/>
                  </a:blip>
                  <a:srcRect b="0" l="0" r="0" t="0"/>
                  <a:stretch/>
                </p:blipFill>
                <p:spPr>
                  <a:xfrm>
                    <a:off x="2" y="1737"/>
                    <a:ext cx="476" cy="425"/>
                  </a:xfrm>
                  <a:prstGeom prst="rect">
                    <a:avLst/>
                  </a:prstGeom>
                  <a:noFill/>
                  <a:ln>
                    <a:noFill/>
                  </a:ln>
                </p:spPr>
              </p:pic>
            </p:grpSp>
          </p:grpSp>
          <p:grpSp>
            <p:nvGrpSpPr>
              <p:cNvPr id="2471" name="Google Shape;2471;p49"/>
              <p:cNvGrpSpPr/>
              <p:nvPr/>
            </p:nvGrpSpPr>
            <p:grpSpPr>
              <a:xfrm>
                <a:off x="6436458" y="1745934"/>
                <a:ext cx="850900" cy="527050"/>
                <a:chOff x="-489" y="1664"/>
                <a:chExt cx="1429" cy="842"/>
              </a:xfrm>
            </p:grpSpPr>
            <p:sp>
              <p:nvSpPr>
                <p:cNvPr id="2472" name="Google Shape;2472;p49"/>
                <p:cNvSpPr/>
                <p:nvPr/>
              </p:nvSpPr>
              <p:spPr>
                <a:xfrm>
                  <a:off x="-489" y="1664"/>
                  <a:ext cx="1429" cy="294"/>
                </a:xfrm>
                <a:prstGeom prst="triangle">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grpSp>
              <p:nvGrpSpPr>
                <p:cNvPr id="2473" name="Google Shape;2473;p49"/>
                <p:cNvGrpSpPr/>
                <p:nvPr/>
              </p:nvGrpSpPr>
              <p:grpSpPr>
                <a:xfrm>
                  <a:off x="-427" y="1737"/>
                  <a:ext cx="1217" cy="769"/>
                  <a:chOff x="-427" y="1737"/>
                  <a:chExt cx="1217" cy="769"/>
                </a:xfrm>
              </p:grpSpPr>
              <p:sp>
                <p:nvSpPr>
                  <p:cNvPr id="2474" name="Google Shape;2474;p49"/>
                  <p:cNvSpPr/>
                  <p:nvPr/>
                </p:nvSpPr>
                <p:spPr>
                  <a:xfrm>
                    <a:off x="-335" y="1923"/>
                    <a:ext cx="1125" cy="583"/>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cxnSp>
                <p:nvCxnSpPr>
                  <p:cNvPr id="2475" name="Google Shape;2475;p49"/>
                  <p:cNvCxnSpPr/>
                  <p:nvPr/>
                </p:nvCxnSpPr>
                <p:spPr>
                  <a:xfrm flipH="1" rot="10800000">
                    <a:off x="-150" y="2270"/>
                    <a:ext cx="230" cy="1"/>
                  </a:xfrm>
                  <a:prstGeom prst="straightConnector1">
                    <a:avLst/>
                  </a:prstGeom>
                  <a:noFill/>
                  <a:ln cap="flat" cmpd="sng" w="9525">
                    <a:solidFill>
                      <a:srgbClr val="000000"/>
                    </a:solidFill>
                    <a:prstDash val="solid"/>
                    <a:round/>
                    <a:headEnd len="med" w="med" type="none"/>
                    <a:tailEnd len="med" w="med" type="none"/>
                  </a:ln>
                </p:spPr>
              </p:cxnSp>
              <p:grpSp>
                <p:nvGrpSpPr>
                  <p:cNvPr id="2476" name="Google Shape;2476;p49"/>
                  <p:cNvGrpSpPr/>
                  <p:nvPr/>
                </p:nvGrpSpPr>
                <p:grpSpPr>
                  <a:xfrm>
                    <a:off x="68" y="2192"/>
                    <a:ext cx="387" cy="139"/>
                    <a:chOff x="322" y="890"/>
                    <a:chExt cx="871" cy="339"/>
                  </a:xfrm>
                </p:grpSpPr>
                <p:sp>
                  <p:nvSpPr>
                    <p:cNvPr id="2477" name="Google Shape;2477;p49"/>
                    <p:cNvSpPr/>
                    <p:nvPr/>
                  </p:nvSpPr>
                  <p:spPr>
                    <a:xfrm>
                      <a:off x="322" y="1000"/>
                      <a:ext cx="871" cy="229"/>
                    </a:xfrm>
                    <a:prstGeom prst="rect">
                      <a:avLst/>
                    </a:prstGeom>
                    <a:solidFill>
                      <a:srgbClr val="FFFF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2478" name="Google Shape;2478;p49"/>
                    <p:cNvSpPr/>
                    <p:nvPr/>
                  </p:nvSpPr>
                  <p:spPr>
                    <a:xfrm>
                      <a:off x="394" y="1074"/>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2479" name="Google Shape;2479;p49"/>
                    <p:cNvSpPr/>
                    <p:nvPr/>
                  </p:nvSpPr>
                  <p:spPr>
                    <a:xfrm>
                      <a:off x="466" y="1074"/>
                      <a:ext cx="54" cy="56"/>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2480" name="Google Shape;2480;p49"/>
                    <p:cNvSpPr/>
                    <p:nvPr/>
                  </p:nvSpPr>
                  <p:spPr>
                    <a:xfrm>
                      <a:off x="538" y="1068"/>
                      <a:ext cx="60"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2481" name="Google Shape;2481;p49"/>
                    <p:cNvSpPr/>
                    <p:nvPr/>
                  </p:nvSpPr>
                  <p:spPr>
                    <a:xfrm>
                      <a:off x="616" y="1068"/>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2482" name="Google Shape;2482;p49"/>
                    <p:cNvSpPr/>
                    <p:nvPr/>
                  </p:nvSpPr>
                  <p:spPr>
                    <a:xfrm flipH="1" rot="10800000">
                      <a:off x="322" y="890"/>
                      <a:ext cx="859" cy="110"/>
                    </a:xfrm>
                    <a:custGeom>
                      <a:rect b="b" l="l" r="r" t="t"/>
                      <a:pathLst>
                        <a:path extrusionOk="0" h="21600" w="21600">
                          <a:moveTo>
                            <a:pt x="0" y="0"/>
                          </a:moveTo>
                          <a:lnTo>
                            <a:pt x="5400" y="21600"/>
                          </a:lnTo>
                          <a:lnTo>
                            <a:pt x="16200" y="21600"/>
                          </a:lnTo>
                          <a:lnTo>
                            <a:pt x="21600" y="0"/>
                          </a:lnTo>
                          <a:lnTo>
                            <a:pt x="0" y="0"/>
                          </a:lnTo>
                          <a:close/>
                        </a:path>
                      </a:pathLst>
                    </a:custGeom>
                    <a:solidFill>
                      <a:srgbClr val="FFFF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descr="desktop_computer_stylized_small" id="2483" name="Google Shape;2483;p49"/>
                  <p:cNvPicPr preferRelativeResize="0"/>
                  <p:nvPr/>
                </p:nvPicPr>
                <p:blipFill rotWithShape="1">
                  <a:blip r:embed="rId5">
                    <a:alphaModFix/>
                  </a:blip>
                  <a:srcRect b="0" l="0" r="0" t="0"/>
                  <a:stretch/>
                </p:blipFill>
                <p:spPr>
                  <a:xfrm>
                    <a:off x="-427" y="2049"/>
                    <a:ext cx="447" cy="411"/>
                  </a:xfrm>
                  <a:prstGeom prst="rect">
                    <a:avLst/>
                  </a:prstGeom>
                  <a:noFill/>
                  <a:ln>
                    <a:noFill/>
                  </a:ln>
                </p:spPr>
              </p:pic>
              <p:sp>
                <p:nvSpPr>
                  <p:cNvPr id="2484" name="Google Shape;2484;p49"/>
                  <p:cNvSpPr/>
                  <p:nvPr/>
                </p:nvSpPr>
                <p:spPr>
                  <a:xfrm>
                    <a:off x="529" y="2232"/>
                    <a:ext cx="104" cy="91"/>
                  </a:xfrm>
                  <a:prstGeom prst="rect">
                    <a:avLst/>
                  </a:prstGeom>
                  <a:solidFill>
                    <a:srgbClr val="0000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2485" name="Google Shape;2485;p49"/>
                  <p:cNvSpPr/>
                  <p:nvPr/>
                </p:nvSpPr>
                <p:spPr>
                  <a:xfrm>
                    <a:off x="282" y="1951"/>
                    <a:ext cx="302" cy="274"/>
                  </a:xfrm>
                  <a:custGeom>
                    <a:rect b="b" l="l" r="r" t="t"/>
                    <a:pathLst>
                      <a:path extrusionOk="0" h="274" w="381">
                        <a:moveTo>
                          <a:pt x="381" y="274"/>
                        </a:moveTo>
                        <a:lnTo>
                          <a:pt x="381" y="130"/>
                        </a:lnTo>
                        <a:lnTo>
                          <a:pt x="0" y="0"/>
                        </a:lnTo>
                      </a:path>
                    </a:pathLst>
                  </a:custGeom>
                  <a:noFill/>
                  <a:ln cap="flat" cmpd="sng" w="9525">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2486" name="Google Shape;2486;p49"/>
                  <p:cNvCxnSpPr/>
                  <p:nvPr/>
                </p:nvCxnSpPr>
                <p:spPr>
                  <a:xfrm rot="10800000">
                    <a:off x="470" y="2270"/>
                    <a:ext cx="152" cy="0"/>
                  </a:xfrm>
                  <a:prstGeom prst="straightConnector1">
                    <a:avLst/>
                  </a:prstGeom>
                  <a:noFill/>
                  <a:ln cap="flat" cmpd="sng" w="9525">
                    <a:solidFill>
                      <a:srgbClr val="000000"/>
                    </a:solidFill>
                    <a:prstDash val="solid"/>
                    <a:round/>
                    <a:headEnd len="med" w="med" type="none"/>
                    <a:tailEnd len="med" w="med" type="none"/>
                  </a:ln>
                </p:spPr>
              </p:cxnSp>
              <p:pic>
                <p:nvPicPr>
                  <p:cNvPr descr="tv" id="2487" name="Google Shape;2487;p49"/>
                  <p:cNvPicPr preferRelativeResize="0"/>
                  <p:nvPr/>
                </p:nvPicPr>
                <p:blipFill rotWithShape="1">
                  <a:blip r:embed="rId6">
                    <a:alphaModFix/>
                  </a:blip>
                  <a:srcRect b="0" l="0" r="0" t="0"/>
                  <a:stretch/>
                </p:blipFill>
                <p:spPr>
                  <a:xfrm>
                    <a:off x="2" y="1737"/>
                    <a:ext cx="476" cy="425"/>
                  </a:xfrm>
                  <a:prstGeom prst="rect">
                    <a:avLst/>
                  </a:prstGeom>
                  <a:noFill/>
                  <a:ln>
                    <a:noFill/>
                  </a:ln>
                </p:spPr>
              </p:pic>
            </p:grpSp>
          </p:grpSp>
          <p:grpSp>
            <p:nvGrpSpPr>
              <p:cNvPr id="2488" name="Google Shape;2488;p49"/>
              <p:cNvGrpSpPr/>
              <p:nvPr/>
            </p:nvGrpSpPr>
            <p:grpSpPr>
              <a:xfrm>
                <a:off x="7577871" y="1753872"/>
                <a:ext cx="850900" cy="527050"/>
                <a:chOff x="-489" y="1664"/>
                <a:chExt cx="1429" cy="842"/>
              </a:xfrm>
            </p:grpSpPr>
            <p:sp>
              <p:nvSpPr>
                <p:cNvPr id="2489" name="Google Shape;2489;p49"/>
                <p:cNvSpPr/>
                <p:nvPr/>
              </p:nvSpPr>
              <p:spPr>
                <a:xfrm>
                  <a:off x="-489" y="1664"/>
                  <a:ext cx="1429" cy="294"/>
                </a:xfrm>
                <a:prstGeom prst="triangle">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grpSp>
              <p:nvGrpSpPr>
                <p:cNvPr id="2490" name="Google Shape;2490;p49"/>
                <p:cNvGrpSpPr/>
                <p:nvPr/>
              </p:nvGrpSpPr>
              <p:grpSpPr>
                <a:xfrm>
                  <a:off x="-427" y="1737"/>
                  <a:ext cx="1217" cy="769"/>
                  <a:chOff x="-427" y="1737"/>
                  <a:chExt cx="1217" cy="769"/>
                </a:xfrm>
              </p:grpSpPr>
              <p:sp>
                <p:nvSpPr>
                  <p:cNvPr id="2491" name="Google Shape;2491;p49"/>
                  <p:cNvSpPr/>
                  <p:nvPr/>
                </p:nvSpPr>
                <p:spPr>
                  <a:xfrm>
                    <a:off x="-335" y="1923"/>
                    <a:ext cx="1125" cy="583"/>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cxnSp>
                <p:nvCxnSpPr>
                  <p:cNvPr id="2492" name="Google Shape;2492;p49"/>
                  <p:cNvCxnSpPr/>
                  <p:nvPr/>
                </p:nvCxnSpPr>
                <p:spPr>
                  <a:xfrm flipH="1" rot="10800000">
                    <a:off x="-150" y="2270"/>
                    <a:ext cx="230" cy="1"/>
                  </a:xfrm>
                  <a:prstGeom prst="straightConnector1">
                    <a:avLst/>
                  </a:prstGeom>
                  <a:noFill/>
                  <a:ln cap="flat" cmpd="sng" w="9525">
                    <a:solidFill>
                      <a:srgbClr val="000000"/>
                    </a:solidFill>
                    <a:prstDash val="solid"/>
                    <a:round/>
                    <a:headEnd len="med" w="med" type="none"/>
                    <a:tailEnd len="med" w="med" type="none"/>
                  </a:ln>
                </p:spPr>
              </p:cxnSp>
              <p:grpSp>
                <p:nvGrpSpPr>
                  <p:cNvPr id="2493" name="Google Shape;2493;p49"/>
                  <p:cNvGrpSpPr/>
                  <p:nvPr/>
                </p:nvGrpSpPr>
                <p:grpSpPr>
                  <a:xfrm>
                    <a:off x="68" y="2192"/>
                    <a:ext cx="387" cy="139"/>
                    <a:chOff x="322" y="890"/>
                    <a:chExt cx="871" cy="339"/>
                  </a:xfrm>
                </p:grpSpPr>
                <p:sp>
                  <p:nvSpPr>
                    <p:cNvPr id="2494" name="Google Shape;2494;p49"/>
                    <p:cNvSpPr/>
                    <p:nvPr/>
                  </p:nvSpPr>
                  <p:spPr>
                    <a:xfrm>
                      <a:off x="322" y="1000"/>
                      <a:ext cx="871" cy="229"/>
                    </a:xfrm>
                    <a:prstGeom prst="rect">
                      <a:avLst/>
                    </a:prstGeom>
                    <a:solidFill>
                      <a:srgbClr val="FFFF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2495" name="Google Shape;2495;p49"/>
                    <p:cNvSpPr/>
                    <p:nvPr/>
                  </p:nvSpPr>
                  <p:spPr>
                    <a:xfrm>
                      <a:off x="394" y="1074"/>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2496" name="Google Shape;2496;p49"/>
                    <p:cNvSpPr/>
                    <p:nvPr/>
                  </p:nvSpPr>
                  <p:spPr>
                    <a:xfrm>
                      <a:off x="466" y="1074"/>
                      <a:ext cx="54" cy="56"/>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2497" name="Google Shape;2497;p49"/>
                    <p:cNvSpPr/>
                    <p:nvPr/>
                  </p:nvSpPr>
                  <p:spPr>
                    <a:xfrm>
                      <a:off x="538" y="1068"/>
                      <a:ext cx="60"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2498" name="Google Shape;2498;p49"/>
                    <p:cNvSpPr/>
                    <p:nvPr/>
                  </p:nvSpPr>
                  <p:spPr>
                    <a:xfrm>
                      <a:off x="616" y="1068"/>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2499" name="Google Shape;2499;p49"/>
                    <p:cNvSpPr/>
                    <p:nvPr/>
                  </p:nvSpPr>
                  <p:spPr>
                    <a:xfrm flipH="1" rot="10800000">
                      <a:off x="322" y="890"/>
                      <a:ext cx="859" cy="110"/>
                    </a:xfrm>
                    <a:custGeom>
                      <a:rect b="b" l="l" r="r" t="t"/>
                      <a:pathLst>
                        <a:path extrusionOk="0" h="21600" w="21600">
                          <a:moveTo>
                            <a:pt x="0" y="0"/>
                          </a:moveTo>
                          <a:lnTo>
                            <a:pt x="5400" y="21600"/>
                          </a:lnTo>
                          <a:lnTo>
                            <a:pt x="16200" y="21600"/>
                          </a:lnTo>
                          <a:lnTo>
                            <a:pt x="21600" y="0"/>
                          </a:lnTo>
                          <a:lnTo>
                            <a:pt x="0" y="0"/>
                          </a:lnTo>
                          <a:close/>
                        </a:path>
                      </a:pathLst>
                    </a:custGeom>
                    <a:solidFill>
                      <a:srgbClr val="FFFF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descr="desktop_computer_stylized_small" id="2500" name="Google Shape;2500;p49"/>
                  <p:cNvPicPr preferRelativeResize="0"/>
                  <p:nvPr/>
                </p:nvPicPr>
                <p:blipFill rotWithShape="1">
                  <a:blip r:embed="rId5">
                    <a:alphaModFix/>
                  </a:blip>
                  <a:srcRect b="0" l="0" r="0" t="0"/>
                  <a:stretch/>
                </p:blipFill>
                <p:spPr>
                  <a:xfrm>
                    <a:off x="-427" y="2049"/>
                    <a:ext cx="447" cy="411"/>
                  </a:xfrm>
                  <a:prstGeom prst="rect">
                    <a:avLst/>
                  </a:prstGeom>
                  <a:noFill/>
                  <a:ln>
                    <a:noFill/>
                  </a:ln>
                </p:spPr>
              </p:pic>
              <p:sp>
                <p:nvSpPr>
                  <p:cNvPr id="2501" name="Google Shape;2501;p49"/>
                  <p:cNvSpPr/>
                  <p:nvPr/>
                </p:nvSpPr>
                <p:spPr>
                  <a:xfrm>
                    <a:off x="529" y="2232"/>
                    <a:ext cx="104" cy="91"/>
                  </a:xfrm>
                  <a:prstGeom prst="rect">
                    <a:avLst/>
                  </a:prstGeom>
                  <a:solidFill>
                    <a:srgbClr val="0000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2502" name="Google Shape;2502;p49"/>
                  <p:cNvSpPr/>
                  <p:nvPr/>
                </p:nvSpPr>
                <p:spPr>
                  <a:xfrm>
                    <a:off x="282" y="1951"/>
                    <a:ext cx="302" cy="274"/>
                  </a:xfrm>
                  <a:custGeom>
                    <a:rect b="b" l="l" r="r" t="t"/>
                    <a:pathLst>
                      <a:path extrusionOk="0" h="274" w="381">
                        <a:moveTo>
                          <a:pt x="381" y="274"/>
                        </a:moveTo>
                        <a:lnTo>
                          <a:pt x="381" y="130"/>
                        </a:lnTo>
                        <a:lnTo>
                          <a:pt x="0" y="0"/>
                        </a:lnTo>
                      </a:path>
                    </a:pathLst>
                  </a:custGeom>
                  <a:noFill/>
                  <a:ln cap="flat" cmpd="sng" w="9525">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2503" name="Google Shape;2503;p49"/>
                  <p:cNvCxnSpPr/>
                  <p:nvPr/>
                </p:nvCxnSpPr>
                <p:spPr>
                  <a:xfrm rot="10800000">
                    <a:off x="470" y="2270"/>
                    <a:ext cx="152" cy="0"/>
                  </a:xfrm>
                  <a:prstGeom prst="straightConnector1">
                    <a:avLst/>
                  </a:prstGeom>
                  <a:noFill/>
                  <a:ln cap="flat" cmpd="sng" w="9525">
                    <a:solidFill>
                      <a:srgbClr val="000000"/>
                    </a:solidFill>
                    <a:prstDash val="solid"/>
                    <a:round/>
                    <a:headEnd len="med" w="med" type="none"/>
                    <a:tailEnd len="med" w="med" type="none"/>
                  </a:ln>
                </p:spPr>
              </p:cxnSp>
              <p:pic>
                <p:nvPicPr>
                  <p:cNvPr descr="tv" id="2504" name="Google Shape;2504;p49"/>
                  <p:cNvPicPr preferRelativeResize="0"/>
                  <p:nvPr/>
                </p:nvPicPr>
                <p:blipFill rotWithShape="1">
                  <a:blip r:embed="rId6">
                    <a:alphaModFix/>
                  </a:blip>
                  <a:srcRect b="0" l="0" r="0" t="0"/>
                  <a:stretch/>
                </p:blipFill>
                <p:spPr>
                  <a:xfrm>
                    <a:off x="2" y="1737"/>
                    <a:ext cx="476" cy="425"/>
                  </a:xfrm>
                  <a:prstGeom prst="rect">
                    <a:avLst/>
                  </a:prstGeom>
                  <a:noFill/>
                  <a:ln>
                    <a:noFill/>
                  </a:ln>
                </p:spPr>
              </p:pic>
            </p:grpSp>
          </p:grpSp>
          <p:sp>
            <p:nvSpPr>
              <p:cNvPr id="2505" name="Google Shape;2505;p49"/>
              <p:cNvSpPr txBox="1"/>
              <p:nvPr/>
            </p:nvSpPr>
            <p:spPr>
              <a:xfrm>
                <a:off x="7279808" y="1823710"/>
                <a:ext cx="397868" cy="46159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969696"/>
                  </a:buClr>
                  <a:buSzPts val="2400"/>
                  <a:buFont typeface="Calibri"/>
                  <a:buNone/>
                </a:pPr>
                <a:r>
                  <a:rPr b="0" i="0" lang="en-US" sz="2400" u="none" cap="none" strike="noStrike">
                    <a:solidFill>
                      <a:srgbClr val="969696"/>
                    </a:solidFill>
                    <a:latin typeface="Calibri"/>
                    <a:ea typeface="Calibri"/>
                    <a:cs typeface="Calibri"/>
                    <a:sym typeface="Calibri"/>
                  </a:rPr>
                  <a:t>…</a:t>
                </a:r>
                <a:endParaRPr/>
              </a:p>
            </p:txBody>
          </p:sp>
          <p:cxnSp>
            <p:nvCxnSpPr>
              <p:cNvPr id="2506" name="Google Shape;2506;p49"/>
              <p:cNvCxnSpPr/>
              <p:nvPr/>
            </p:nvCxnSpPr>
            <p:spPr>
              <a:xfrm flipH="1">
                <a:off x="6169544" y="2164969"/>
                <a:ext cx="3175" cy="333323"/>
              </a:xfrm>
              <a:prstGeom prst="straightConnector1">
                <a:avLst/>
              </a:prstGeom>
              <a:noFill/>
              <a:ln cap="flat" cmpd="sng" w="9525">
                <a:solidFill>
                  <a:srgbClr val="000000"/>
                </a:solidFill>
                <a:prstDash val="solid"/>
                <a:round/>
                <a:headEnd len="med" w="med" type="none"/>
                <a:tailEnd len="med" w="med" type="none"/>
              </a:ln>
            </p:spPr>
          </p:cxnSp>
          <p:cxnSp>
            <p:nvCxnSpPr>
              <p:cNvPr id="2507" name="Google Shape;2507;p49"/>
              <p:cNvCxnSpPr/>
              <p:nvPr/>
            </p:nvCxnSpPr>
            <p:spPr>
              <a:xfrm flipH="1">
                <a:off x="7074423" y="2164969"/>
                <a:ext cx="3175" cy="333323"/>
              </a:xfrm>
              <a:prstGeom prst="straightConnector1">
                <a:avLst/>
              </a:prstGeom>
              <a:noFill/>
              <a:ln cap="flat" cmpd="sng" w="9525">
                <a:solidFill>
                  <a:srgbClr val="000000"/>
                </a:solidFill>
                <a:prstDash val="solid"/>
                <a:round/>
                <a:headEnd len="med" w="med" type="none"/>
                <a:tailEnd len="med" w="med" type="none"/>
              </a:ln>
            </p:spPr>
          </p:cxnSp>
          <p:cxnSp>
            <p:nvCxnSpPr>
              <p:cNvPr id="2508" name="Google Shape;2508;p49"/>
              <p:cNvCxnSpPr/>
              <p:nvPr/>
            </p:nvCxnSpPr>
            <p:spPr>
              <a:xfrm flipH="1">
                <a:off x="8211077" y="2164969"/>
                <a:ext cx="3175" cy="333323"/>
              </a:xfrm>
              <a:prstGeom prst="straightConnector1">
                <a:avLst/>
              </a:prstGeom>
              <a:noFill/>
              <a:ln cap="flat" cmpd="sng" w="9525">
                <a:solidFill>
                  <a:srgbClr val="000000"/>
                </a:solidFill>
                <a:prstDash val="solid"/>
                <a:round/>
                <a:headEnd len="med" w="med" type="none"/>
                <a:tailEnd len="med" w="med" type="none"/>
              </a:ln>
            </p:spPr>
          </p:cxnSp>
        </p:grpSp>
        <p:grpSp>
          <p:nvGrpSpPr>
            <p:cNvPr id="2509" name="Google Shape;2509;p49"/>
            <p:cNvGrpSpPr/>
            <p:nvPr/>
          </p:nvGrpSpPr>
          <p:grpSpPr>
            <a:xfrm flipH="1">
              <a:off x="7297444" y="2490881"/>
              <a:ext cx="850900" cy="626437"/>
              <a:chOff x="6488846" y="2501584"/>
              <a:chExt cx="850900" cy="626437"/>
            </a:xfrm>
          </p:grpSpPr>
          <p:grpSp>
            <p:nvGrpSpPr>
              <p:cNvPr id="2510" name="Google Shape;2510;p49"/>
              <p:cNvGrpSpPr/>
              <p:nvPr/>
            </p:nvGrpSpPr>
            <p:grpSpPr>
              <a:xfrm>
                <a:off x="6488846" y="2600971"/>
                <a:ext cx="850900" cy="527050"/>
                <a:chOff x="-489" y="1663"/>
                <a:chExt cx="1429" cy="842"/>
              </a:xfrm>
            </p:grpSpPr>
            <p:sp>
              <p:nvSpPr>
                <p:cNvPr id="2511" name="Google Shape;2511;p49"/>
                <p:cNvSpPr/>
                <p:nvPr/>
              </p:nvSpPr>
              <p:spPr>
                <a:xfrm>
                  <a:off x="-489" y="1663"/>
                  <a:ext cx="1429" cy="294"/>
                </a:xfrm>
                <a:prstGeom prst="triangle">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grpSp>
              <p:nvGrpSpPr>
                <p:cNvPr id="2512" name="Google Shape;2512;p49"/>
                <p:cNvGrpSpPr/>
                <p:nvPr/>
              </p:nvGrpSpPr>
              <p:grpSpPr>
                <a:xfrm>
                  <a:off x="-427" y="1737"/>
                  <a:ext cx="1218" cy="768"/>
                  <a:chOff x="-427" y="1737"/>
                  <a:chExt cx="1218" cy="768"/>
                </a:xfrm>
              </p:grpSpPr>
              <p:sp>
                <p:nvSpPr>
                  <p:cNvPr id="2513" name="Google Shape;2513;p49"/>
                  <p:cNvSpPr/>
                  <p:nvPr/>
                </p:nvSpPr>
                <p:spPr>
                  <a:xfrm>
                    <a:off x="-329" y="1922"/>
                    <a:ext cx="1120" cy="583"/>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cxnSp>
                <p:nvCxnSpPr>
                  <p:cNvPr id="2514" name="Google Shape;2514;p49"/>
                  <p:cNvCxnSpPr/>
                  <p:nvPr/>
                </p:nvCxnSpPr>
                <p:spPr>
                  <a:xfrm flipH="1" rot="10800000">
                    <a:off x="-150" y="2270"/>
                    <a:ext cx="230" cy="1"/>
                  </a:xfrm>
                  <a:prstGeom prst="straightConnector1">
                    <a:avLst/>
                  </a:prstGeom>
                  <a:noFill/>
                  <a:ln cap="flat" cmpd="sng" w="9525">
                    <a:solidFill>
                      <a:srgbClr val="000000"/>
                    </a:solidFill>
                    <a:prstDash val="solid"/>
                    <a:round/>
                    <a:headEnd len="med" w="med" type="none"/>
                    <a:tailEnd len="med" w="med" type="none"/>
                  </a:ln>
                </p:spPr>
              </p:cxnSp>
              <p:grpSp>
                <p:nvGrpSpPr>
                  <p:cNvPr id="2515" name="Google Shape;2515;p49"/>
                  <p:cNvGrpSpPr/>
                  <p:nvPr/>
                </p:nvGrpSpPr>
                <p:grpSpPr>
                  <a:xfrm>
                    <a:off x="68" y="2192"/>
                    <a:ext cx="387" cy="138"/>
                    <a:chOff x="322" y="890"/>
                    <a:chExt cx="871" cy="337"/>
                  </a:xfrm>
                </p:grpSpPr>
                <p:sp>
                  <p:nvSpPr>
                    <p:cNvPr id="2516" name="Google Shape;2516;p49"/>
                    <p:cNvSpPr/>
                    <p:nvPr/>
                  </p:nvSpPr>
                  <p:spPr>
                    <a:xfrm>
                      <a:off x="322" y="998"/>
                      <a:ext cx="871" cy="229"/>
                    </a:xfrm>
                    <a:prstGeom prst="rect">
                      <a:avLst/>
                    </a:prstGeom>
                    <a:solidFill>
                      <a:srgbClr val="FFFF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2517" name="Google Shape;2517;p49"/>
                    <p:cNvSpPr/>
                    <p:nvPr/>
                  </p:nvSpPr>
                  <p:spPr>
                    <a:xfrm>
                      <a:off x="394" y="1072"/>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2518" name="Google Shape;2518;p49"/>
                    <p:cNvSpPr/>
                    <p:nvPr/>
                  </p:nvSpPr>
                  <p:spPr>
                    <a:xfrm>
                      <a:off x="466" y="1072"/>
                      <a:ext cx="54" cy="56"/>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2519" name="Google Shape;2519;p49"/>
                    <p:cNvSpPr/>
                    <p:nvPr/>
                  </p:nvSpPr>
                  <p:spPr>
                    <a:xfrm>
                      <a:off x="539" y="1066"/>
                      <a:ext cx="60"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2520" name="Google Shape;2520;p49"/>
                    <p:cNvSpPr/>
                    <p:nvPr/>
                  </p:nvSpPr>
                  <p:spPr>
                    <a:xfrm>
                      <a:off x="617" y="1066"/>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2521" name="Google Shape;2521;p49"/>
                    <p:cNvSpPr/>
                    <p:nvPr/>
                  </p:nvSpPr>
                  <p:spPr>
                    <a:xfrm flipH="1" rot="10800000">
                      <a:off x="322" y="890"/>
                      <a:ext cx="859" cy="110"/>
                    </a:xfrm>
                    <a:custGeom>
                      <a:rect b="b" l="l" r="r" t="t"/>
                      <a:pathLst>
                        <a:path extrusionOk="0" h="21600" w="21600">
                          <a:moveTo>
                            <a:pt x="0" y="0"/>
                          </a:moveTo>
                          <a:lnTo>
                            <a:pt x="5400" y="21600"/>
                          </a:lnTo>
                          <a:lnTo>
                            <a:pt x="16200" y="21600"/>
                          </a:lnTo>
                          <a:lnTo>
                            <a:pt x="21600" y="0"/>
                          </a:lnTo>
                          <a:lnTo>
                            <a:pt x="0" y="0"/>
                          </a:lnTo>
                          <a:close/>
                        </a:path>
                      </a:pathLst>
                    </a:custGeom>
                    <a:solidFill>
                      <a:srgbClr val="FFFF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descr="desktop_computer_stylized_small" id="2522" name="Google Shape;2522;p49"/>
                  <p:cNvPicPr preferRelativeResize="0"/>
                  <p:nvPr/>
                </p:nvPicPr>
                <p:blipFill rotWithShape="1">
                  <a:blip r:embed="rId5">
                    <a:alphaModFix/>
                  </a:blip>
                  <a:srcRect b="0" l="0" r="0" t="0"/>
                  <a:stretch/>
                </p:blipFill>
                <p:spPr>
                  <a:xfrm>
                    <a:off x="-427" y="2049"/>
                    <a:ext cx="447" cy="411"/>
                  </a:xfrm>
                  <a:prstGeom prst="rect">
                    <a:avLst/>
                  </a:prstGeom>
                  <a:noFill/>
                  <a:ln>
                    <a:noFill/>
                  </a:ln>
                </p:spPr>
              </p:pic>
              <p:sp>
                <p:nvSpPr>
                  <p:cNvPr id="2523" name="Google Shape;2523;p49"/>
                  <p:cNvSpPr/>
                  <p:nvPr/>
                </p:nvSpPr>
                <p:spPr>
                  <a:xfrm>
                    <a:off x="529" y="2231"/>
                    <a:ext cx="104" cy="91"/>
                  </a:xfrm>
                  <a:prstGeom prst="rect">
                    <a:avLst/>
                  </a:prstGeom>
                  <a:solidFill>
                    <a:srgbClr val="0000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2524" name="Google Shape;2524;p49"/>
                  <p:cNvSpPr/>
                  <p:nvPr/>
                </p:nvSpPr>
                <p:spPr>
                  <a:xfrm>
                    <a:off x="282" y="1951"/>
                    <a:ext cx="302" cy="274"/>
                  </a:xfrm>
                  <a:custGeom>
                    <a:rect b="b" l="l" r="r" t="t"/>
                    <a:pathLst>
                      <a:path extrusionOk="0" h="274" w="381">
                        <a:moveTo>
                          <a:pt x="381" y="274"/>
                        </a:moveTo>
                        <a:lnTo>
                          <a:pt x="381" y="130"/>
                        </a:lnTo>
                        <a:lnTo>
                          <a:pt x="0" y="0"/>
                        </a:lnTo>
                      </a:path>
                    </a:pathLst>
                  </a:custGeom>
                  <a:noFill/>
                  <a:ln cap="flat" cmpd="sng" w="9525">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2525" name="Google Shape;2525;p49"/>
                  <p:cNvCxnSpPr/>
                  <p:nvPr/>
                </p:nvCxnSpPr>
                <p:spPr>
                  <a:xfrm rot="10800000">
                    <a:off x="471" y="2269"/>
                    <a:ext cx="152" cy="0"/>
                  </a:xfrm>
                  <a:prstGeom prst="straightConnector1">
                    <a:avLst/>
                  </a:prstGeom>
                  <a:noFill/>
                  <a:ln cap="flat" cmpd="sng" w="9525">
                    <a:solidFill>
                      <a:srgbClr val="000000"/>
                    </a:solidFill>
                    <a:prstDash val="solid"/>
                    <a:round/>
                    <a:headEnd len="med" w="med" type="none"/>
                    <a:tailEnd len="med" w="med" type="none"/>
                  </a:ln>
                </p:spPr>
              </p:cxnSp>
              <p:pic>
                <p:nvPicPr>
                  <p:cNvPr descr="tv" id="2526" name="Google Shape;2526;p49"/>
                  <p:cNvPicPr preferRelativeResize="0"/>
                  <p:nvPr/>
                </p:nvPicPr>
                <p:blipFill rotWithShape="1">
                  <a:blip r:embed="rId6">
                    <a:alphaModFix/>
                  </a:blip>
                  <a:srcRect b="0" l="0" r="0" t="0"/>
                  <a:stretch/>
                </p:blipFill>
                <p:spPr>
                  <a:xfrm>
                    <a:off x="2" y="1737"/>
                    <a:ext cx="476" cy="425"/>
                  </a:xfrm>
                  <a:prstGeom prst="rect">
                    <a:avLst/>
                  </a:prstGeom>
                  <a:noFill/>
                  <a:ln>
                    <a:noFill/>
                  </a:ln>
                </p:spPr>
              </p:pic>
            </p:grpSp>
          </p:grpSp>
          <p:sp>
            <p:nvSpPr>
              <p:cNvPr id="2527" name="Google Shape;2527;p49"/>
              <p:cNvSpPr/>
              <p:nvPr/>
            </p:nvSpPr>
            <p:spPr>
              <a:xfrm>
                <a:off x="7159763" y="2501584"/>
                <a:ext cx="127000" cy="476250"/>
              </a:xfrm>
              <a:custGeom>
                <a:rect b="b" l="l" r="r" t="t"/>
                <a:pathLst>
                  <a:path extrusionOk="0" h="300" w="80">
                    <a:moveTo>
                      <a:pt x="0" y="300"/>
                    </a:moveTo>
                    <a:lnTo>
                      <a:pt x="80" y="300"/>
                    </a:lnTo>
                    <a:lnTo>
                      <a:pt x="80" y="0"/>
                    </a:lnTo>
                  </a:path>
                </a:pathLst>
              </a:custGeom>
              <a:noFill/>
              <a:ln cap="flat" cmpd="sng" w="9525">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2528" name="Google Shape;2528;p49"/>
            <p:cNvGrpSpPr/>
            <p:nvPr/>
          </p:nvGrpSpPr>
          <p:grpSpPr>
            <a:xfrm flipH="1">
              <a:off x="5984855" y="2507718"/>
              <a:ext cx="850900" cy="627063"/>
              <a:chOff x="6487656" y="2501584"/>
              <a:chExt cx="850900" cy="627063"/>
            </a:xfrm>
          </p:grpSpPr>
          <p:grpSp>
            <p:nvGrpSpPr>
              <p:cNvPr id="2529" name="Google Shape;2529;p49"/>
              <p:cNvGrpSpPr/>
              <p:nvPr/>
            </p:nvGrpSpPr>
            <p:grpSpPr>
              <a:xfrm>
                <a:off x="6487656" y="2601597"/>
                <a:ext cx="850900" cy="527050"/>
                <a:chOff x="-491" y="1664"/>
                <a:chExt cx="1429" cy="842"/>
              </a:xfrm>
            </p:grpSpPr>
            <p:sp>
              <p:nvSpPr>
                <p:cNvPr id="2530" name="Google Shape;2530;p49"/>
                <p:cNvSpPr/>
                <p:nvPr/>
              </p:nvSpPr>
              <p:spPr>
                <a:xfrm>
                  <a:off x="-491" y="1664"/>
                  <a:ext cx="1429" cy="294"/>
                </a:xfrm>
                <a:prstGeom prst="triangle">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grpSp>
              <p:nvGrpSpPr>
                <p:cNvPr id="2531" name="Google Shape;2531;p49"/>
                <p:cNvGrpSpPr/>
                <p:nvPr/>
              </p:nvGrpSpPr>
              <p:grpSpPr>
                <a:xfrm>
                  <a:off x="-427" y="1737"/>
                  <a:ext cx="1216" cy="769"/>
                  <a:chOff x="-427" y="1737"/>
                  <a:chExt cx="1216" cy="769"/>
                </a:xfrm>
              </p:grpSpPr>
              <p:sp>
                <p:nvSpPr>
                  <p:cNvPr id="2532" name="Google Shape;2532;p49"/>
                  <p:cNvSpPr/>
                  <p:nvPr/>
                </p:nvSpPr>
                <p:spPr>
                  <a:xfrm>
                    <a:off x="-339" y="1923"/>
                    <a:ext cx="1128" cy="583"/>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cxnSp>
                <p:nvCxnSpPr>
                  <p:cNvPr id="2533" name="Google Shape;2533;p49"/>
                  <p:cNvCxnSpPr/>
                  <p:nvPr/>
                </p:nvCxnSpPr>
                <p:spPr>
                  <a:xfrm flipH="1" rot="10800000">
                    <a:off x="-150" y="2270"/>
                    <a:ext cx="230" cy="1"/>
                  </a:xfrm>
                  <a:prstGeom prst="straightConnector1">
                    <a:avLst/>
                  </a:prstGeom>
                  <a:noFill/>
                  <a:ln cap="flat" cmpd="sng" w="9525">
                    <a:solidFill>
                      <a:srgbClr val="000000"/>
                    </a:solidFill>
                    <a:prstDash val="solid"/>
                    <a:round/>
                    <a:headEnd len="med" w="med" type="none"/>
                    <a:tailEnd len="med" w="med" type="none"/>
                  </a:ln>
                </p:spPr>
              </p:cxnSp>
              <p:grpSp>
                <p:nvGrpSpPr>
                  <p:cNvPr id="2534" name="Google Shape;2534;p49"/>
                  <p:cNvGrpSpPr/>
                  <p:nvPr/>
                </p:nvGrpSpPr>
                <p:grpSpPr>
                  <a:xfrm>
                    <a:off x="67" y="2192"/>
                    <a:ext cx="383" cy="139"/>
                    <a:chOff x="319" y="890"/>
                    <a:chExt cx="862" cy="339"/>
                  </a:xfrm>
                </p:grpSpPr>
                <p:sp>
                  <p:nvSpPr>
                    <p:cNvPr id="2535" name="Google Shape;2535;p49"/>
                    <p:cNvSpPr/>
                    <p:nvPr/>
                  </p:nvSpPr>
                  <p:spPr>
                    <a:xfrm>
                      <a:off x="319" y="1000"/>
                      <a:ext cx="853" cy="229"/>
                    </a:xfrm>
                    <a:prstGeom prst="rect">
                      <a:avLst/>
                    </a:prstGeom>
                    <a:solidFill>
                      <a:srgbClr val="FFFF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2536" name="Google Shape;2536;p49"/>
                    <p:cNvSpPr/>
                    <p:nvPr/>
                  </p:nvSpPr>
                  <p:spPr>
                    <a:xfrm>
                      <a:off x="373" y="1074"/>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2537" name="Google Shape;2537;p49"/>
                    <p:cNvSpPr/>
                    <p:nvPr/>
                  </p:nvSpPr>
                  <p:spPr>
                    <a:xfrm>
                      <a:off x="445" y="1074"/>
                      <a:ext cx="54" cy="56"/>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2538" name="Google Shape;2538;p49"/>
                    <p:cNvSpPr/>
                    <p:nvPr/>
                  </p:nvSpPr>
                  <p:spPr>
                    <a:xfrm>
                      <a:off x="517" y="1068"/>
                      <a:ext cx="60"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2539" name="Google Shape;2539;p49"/>
                    <p:cNvSpPr/>
                    <p:nvPr/>
                  </p:nvSpPr>
                  <p:spPr>
                    <a:xfrm>
                      <a:off x="595" y="1068"/>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2540" name="Google Shape;2540;p49"/>
                    <p:cNvSpPr/>
                    <p:nvPr/>
                  </p:nvSpPr>
                  <p:spPr>
                    <a:xfrm flipH="1" rot="10800000">
                      <a:off x="322" y="890"/>
                      <a:ext cx="859" cy="110"/>
                    </a:xfrm>
                    <a:custGeom>
                      <a:rect b="b" l="l" r="r" t="t"/>
                      <a:pathLst>
                        <a:path extrusionOk="0" h="21600" w="21600">
                          <a:moveTo>
                            <a:pt x="0" y="0"/>
                          </a:moveTo>
                          <a:lnTo>
                            <a:pt x="5400" y="21600"/>
                          </a:lnTo>
                          <a:lnTo>
                            <a:pt x="16200" y="21600"/>
                          </a:lnTo>
                          <a:lnTo>
                            <a:pt x="21600" y="0"/>
                          </a:lnTo>
                          <a:lnTo>
                            <a:pt x="0" y="0"/>
                          </a:lnTo>
                          <a:close/>
                        </a:path>
                      </a:pathLst>
                    </a:custGeom>
                    <a:solidFill>
                      <a:srgbClr val="FFFF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descr="desktop_computer_stylized_small" id="2541" name="Google Shape;2541;p49"/>
                  <p:cNvPicPr preferRelativeResize="0"/>
                  <p:nvPr/>
                </p:nvPicPr>
                <p:blipFill rotWithShape="1">
                  <a:blip r:embed="rId5">
                    <a:alphaModFix/>
                  </a:blip>
                  <a:srcRect b="0" l="0" r="0" t="0"/>
                  <a:stretch/>
                </p:blipFill>
                <p:spPr>
                  <a:xfrm>
                    <a:off x="-427" y="2049"/>
                    <a:ext cx="447" cy="411"/>
                  </a:xfrm>
                  <a:prstGeom prst="rect">
                    <a:avLst/>
                  </a:prstGeom>
                  <a:noFill/>
                  <a:ln>
                    <a:noFill/>
                  </a:ln>
                </p:spPr>
              </p:pic>
              <p:sp>
                <p:nvSpPr>
                  <p:cNvPr id="2542" name="Google Shape;2542;p49"/>
                  <p:cNvSpPr/>
                  <p:nvPr/>
                </p:nvSpPr>
                <p:spPr>
                  <a:xfrm>
                    <a:off x="528" y="2232"/>
                    <a:ext cx="104" cy="91"/>
                  </a:xfrm>
                  <a:prstGeom prst="rect">
                    <a:avLst/>
                  </a:prstGeom>
                  <a:solidFill>
                    <a:srgbClr val="0000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2543" name="Google Shape;2543;p49"/>
                  <p:cNvSpPr/>
                  <p:nvPr/>
                </p:nvSpPr>
                <p:spPr>
                  <a:xfrm>
                    <a:off x="282" y="1951"/>
                    <a:ext cx="302" cy="274"/>
                  </a:xfrm>
                  <a:custGeom>
                    <a:rect b="b" l="l" r="r" t="t"/>
                    <a:pathLst>
                      <a:path extrusionOk="0" h="274" w="381">
                        <a:moveTo>
                          <a:pt x="381" y="274"/>
                        </a:moveTo>
                        <a:lnTo>
                          <a:pt x="381" y="130"/>
                        </a:lnTo>
                        <a:lnTo>
                          <a:pt x="0" y="0"/>
                        </a:lnTo>
                      </a:path>
                    </a:pathLst>
                  </a:custGeom>
                  <a:noFill/>
                  <a:ln cap="flat" cmpd="sng" w="9525">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2544" name="Google Shape;2544;p49"/>
                  <p:cNvCxnSpPr/>
                  <p:nvPr/>
                </p:nvCxnSpPr>
                <p:spPr>
                  <a:xfrm rot="10800000">
                    <a:off x="469" y="2270"/>
                    <a:ext cx="152" cy="0"/>
                  </a:xfrm>
                  <a:prstGeom prst="straightConnector1">
                    <a:avLst/>
                  </a:prstGeom>
                  <a:noFill/>
                  <a:ln cap="flat" cmpd="sng" w="9525">
                    <a:solidFill>
                      <a:srgbClr val="000000"/>
                    </a:solidFill>
                    <a:prstDash val="solid"/>
                    <a:round/>
                    <a:headEnd len="med" w="med" type="none"/>
                    <a:tailEnd len="med" w="med" type="none"/>
                  </a:ln>
                </p:spPr>
              </p:cxnSp>
              <p:pic>
                <p:nvPicPr>
                  <p:cNvPr descr="tv" id="2545" name="Google Shape;2545;p49"/>
                  <p:cNvPicPr preferRelativeResize="0"/>
                  <p:nvPr/>
                </p:nvPicPr>
                <p:blipFill rotWithShape="1">
                  <a:blip r:embed="rId6">
                    <a:alphaModFix/>
                  </a:blip>
                  <a:srcRect b="0" l="0" r="0" t="0"/>
                  <a:stretch/>
                </p:blipFill>
                <p:spPr>
                  <a:xfrm>
                    <a:off x="2" y="1737"/>
                    <a:ext cx="476" cy="425"/>
                  </a:xfrm>
                  <a:prstGeom prst="rect">
                    <a:avLst/>
                  </a:prstGeom>
                  <a:noFill/>
                  <a:ln>
                    <a:noFill/>
                  </a:ln>
                </p:spPr>
              </p:pic>
            </p:grpSp>
          </p:grpSp>
          <p:sp>
            <p:nvSpPr>
              <p:cNvPr id="2546" name="Google Shape;2546;p49"/>
              <p:cNvSpPr/>
              <p:nvPr/>
            </p:nvSpPr>
            <p:spPr>
              <a:xfrm>
                <a:off x="7159763" y="2501584"/>
                <a:ext cx="127000" cy="476250"/>
              </a:xfrm>
              <a:custGeom>
                <a:rect b="b" l="l" r="r" t="t"/>
                <a:pathLst>
                  <a:path extrusionOk="0" h="300" w="80">
                    <a:moveTo>
                      <a:pt x="0" y="300"/>
                    </a:moveTo>
                    <a:lnTo>
                      <a:pt x="80" y="300"/>
                    </a:lnTo>
                    <a:lnTo>
                      <a:pt x="80" y="0"/>
                    </a:lnTo>
                  </a:path>
                </a:pathLst>
              </a:custGeom>
              <a:noFill/>
              <a:ln cap="flat" cmpd="sng" w="9525">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2547" name="Google Shape;2547;p49"/>
            <p:cNvSpPr txBox="1"/>
            <p:nvPr/>
          </p:nvSpPr>
          <p:spPr>
            <a:xfrm>
              <a:off x="6787904" y="2596702"/>
              <a:ext cx="397867" cy="46159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969696"/>
                </a:buClr>
                <a:buSzPts val="2400"/>
                <a:buFont typeface="Calibri"/>
                <a:buNone/>
              </a:pPr>
              <a:r>
                <a:rPr b="0" i="0" lang="en-US" sz="2400" u="none" cap="none" strike="noStrike">
                  <a:solidFill>
                    <a:srgbClr val="969696"/>
                  </a:solidFill>
                  <a:latin typeface="Calibri"/>
                  <a:ea typeface="Calibri"/>
                  <a:cs typeface="Calibri"/>
                  <a:sym typeface="Calibri"/>
                </a:rPr>
                <a:t>…</a:t>
              </a:r>
              <a:endParaRPr/>
            </a:p>
          </p:txBody>
        </p:sp>
      </p:grpSp>
      <p:grpSp>
        <p:nvGrpSpPr>
          <p:cNvPr id="2548" name="Google Shape;2548;p49"/>
          <p:cNvGrpSpPr/>
          <p:nvPr/>
        </p:nvGrpSpPr>
        <p:grpSpPr>
          <a:xfrm>
            <a:off x="4167188" y="1614147"/>
            <a:ext cx="6373812" cy="773112"/>
            <a:chOff x="1912787" y="1498311"/>
            <a:chExt cx="5338532" cy="773565"/>
          </a:xfrm>
        </p:grpSpPr>
        <p:sp>
          <p:nvSpPr>
            <p:cNvPr id="2549" name="Google Shape;2549;p49"/>
            <p:cNvSpPr txBox="1"/>
            <p:nvPr/>
          </p:nvSpPr>
          <p:spPr>
            <a:xfrm>
              <a:off x="1912787" y="1498311"/>
              <a:ext cx="5338532" cy="517828"/>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Internet frames, TV channels, control  transmitted </a:t>
              </a:r>
              <a:endParaRPr/>
            </a:p>
            <a:p>
              <a:pPr indent="0" lvl="0" marL="0" marR="0" rtl="0" algn="ctr">
                <a:lnSpc>
                  <a:spcPct val="85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downstream at different frequencies</a:t>
              </a:r>
              <a:endParaRPr/>
            </a:p>
          </p:txBody>
        </p:sp>
        <p:sp>
          <p:nvSpPr>
            <p:cNvPr id="2550" name="Google Shape;2550;p49"/>
            <p:cNvSpPr/>
            <p:nvPr/>
          </p:nvSpPr>
          <p:spPr>
            <a:xfrm>
              <a:off x="3457110" y="1929117"/>
              <a:ext cx="2387053" cy="342759"/>
            </a:xfrm>
            <a:prstGeom prst="rightArrow">
              <a:avLst>
                <a:gd fmla="val 50000" name="adj1"/>
                <a:gd fmla="val 50007" name="adj2"/>
              </a:avLst>
            </a:prstGeom>
            <a:gradFill>
              <a:gsLst>
                <a:gs pos="0">
                  <a:srgbClr val="FFFFFF"/>
                </a:gs>
                <a:gs pos="100000">
                  <a:srgbClr val="0000F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grpSp>
      <p:pic>
        <p:nvPicPr>
          <p:cNvPr id="2551" name="Google Shape;2551;p49"/>
          <p:cNvPicPr preferRelativeResize="0"/>
          <p:nvPr/>
        </p:nvPicPr>
        <p:blipFill rotWithShape="1">
          <a:blip r:embed="rId7">
            <a:alphaModFix/>
          </a:blip>
          <a:srcRect b="0" l="0" r="0" t="0"/>
          <a:stretch/>
        </p:blipFill>
        <p:spPr>
          <a:xfrm>
            <a:off x="4418013" y="2949233"/>
            <a:ext cx="260350" cy="520700"/>
          </a:xfrm>
          <a:prstGeom prst="rect">
            <a:avLst/>
          </a:prstGeom>
          <a:noFill/>
          <a:ln>
            <a:noFill/>
          </a:ln>
        </p:spPr>
      </p:pic>
      <p:sp>
        <p:nvSpPr>
          <p:cNvPr id="2552" name="Google Shape;2552;p49"/>
          <p:cNvSpPr/>
          <p:nvPr/>
        </p:nvSpPr>
        <p:spPr>
          <a:xfrm>
            <a:off x="1447800" y="4457700"/>
            <a:ext cx="10377487" cy="2090737"/>
          </a:xfrm>
          <a:prstGeom prst="rect">
            <a:avLst/>
          </a:prstGeom>
          <a:noFill/>
          <a:ln>
            <a:noFill/>
          </a:ln>
        </p:spPr>
        <p:txBody>
          <a:bodyPr anchorCtr="0" anchor="t" bIns="45700" lIns="91425" spcFirstLastPara="1" rIns="91425" wrap="square" tIns="45700">
            <a:noAutofit/>
          </a:bodyPr>
          <a:lstStyle/>
          <a:p>
            <a:pPr indent="-231775" lvl="0" marL="231775" marR="0" rtl="0" algn="l">
              <a:lnSpc>
                <a:spcPct val="85000"/>
              </a:lnSpc>
              <a:spcBef>
                <a:spcPts val="0"/>
              </a:spcBef>
              <a:spcAft>
                <a:spcPts val="0"/>
              </a:spcAft>
              <a:buClr>
                <a:srgbClr val="000099"/>
              </a:buClr>
              <a:buSzPts val="2400"/>
              <a:buFont typeface="Noto Sans Symbols"/>
              <a:buChar char="▪"/>
            </a:pPr>
            <a:r>
              <a:rPr b="0" i="0" lang="en-US" sz="2400" u="none" cap="none" strike="noStrike">
                <a:solidFill>
                  <a:srgbClr val="C00000"/>
                </a:solidFill>
                <a:latin typeface="Calibri"/>
                <a:ea typeface="Calibri"/>
                <a:cs typeface="Calibri"/>
                <a:sym typeface="Calibri"/>
              </a:rPr>
              <a:t>multiple</a:t>
            </a:r>
            <a:r>
              <a:rPr b="0" i="0" lang="en-US" sz="2400" u="none" cap="none" strike="noStrike">
                <a:solidFill>
                  <a:srgbClr val="CC0000"/>
                </a:solidFill>
                <a:latin typeface="Calibri"/>
                <a:ea typeface="Calibri"/>
                <a:cs typeface="Calibri"/>
                <a:sym typeface="Calibri"/>
              </a:rPr>
              <a:t> </a:t>
            </a:r>
            <a:r>
              <a:rPr b="0" i="0" lang="en-US" sz="2400" u="none" cap="none" strike="noStrike">
                <a:solidFill>
                  <a:srgbClr val="000000"/>
                </a:solidFill>
                <a:latin typeface="Calibri"/>
                <a:ea typeface="Calibri"/>
                <a:cs typeface="Calibri"/>
                <a:sym typeface="Calibri"/>
              </a:rPr>
              <a:t>downstream (broadcast) FDM channels: up to 1.6 Gbps/channel </a:t>
            </a:r>
            <a:endParaRPr/>
          </a:p>
          <a:p>
            <a:pPr indent="-342900" lvl="1" marL="800100"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single CMTS transmits into channels</a:t>
            </a:r>
            <a:endParaRPr/>
          </a:p>
          <a:p>
            <a:pPr indent="-231775" lvl="0" marL="231775"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C00000"/>
                </a:solidFill>
                <a:latin typeface="Calibri"/>
                <a:ea typeface="Calibri"/>
                <a:cs typeface="Calibri"/>
                <a:sym typeface="Calibri"/>
              </a:rPr>
              <a:t>multiple</a:t>
            </a:r>
            <a:r>
              <a:rPr b="0" i="0" lang="en-US" sz="2400" u="none" cap="none" strike="noStrike">
                <a:solidFill>
                  <a:srgbClr val="000099"/>
                </a:solidFill>
                <a:latin typeface="Calibri"/>
                <a:ea typeface="Calibri"/>
                <a:cs typeface="Calibri"/>
                <a:sym typeface="Calibri"/>
              </a:rPr>
              <a:t> </a:t>
            </a:r>
            <a:r>
              <a:rPr b="0" i="0" lang="en-US" sz="2400" u="none" cap="none" strike="noStrike">
                <a:solidFill>
                  <a:srgbClr val="000000"/>
                </a:solidFill>
                <a:latin typeface="Calibri"/>
                <a:ea typeface="Calibri"/>
                <a:cs typeface="Calibri"/>
                <a:sym typeface="Calibri"/>
              </a:rPr>
              <a:t>upstream channels (up to 1 Gbps/channel)</a:t>
            </a:r>
            <a:endParaRPr/>
          </a:p>
          <a:p>
            <a:pPr indent="-223837" lvl="1" marL="681038"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C00000"/>
                </a:solidFill>
                <a:latin typeface="Calibri"/>
                <a:ea typeface="Calibri"/>
                <a:cs typeface="Calibri"/>
                <a:sym typeface="Calibri"/>
              </a:rPr>
              <a:t>multiple access: </a:t>
            </a:r>
            <a:r>
              <a:rPr b="0" i="0" lang="en-US" sz="2400" u="none" cap="none" strike="noStrike">
                <a:solidFill>
                  <a:srgbClr val="000000"/>
                </a:solidFill>
                <a:latin typeface="Calibri"/>
                <a:ea typeface="Calibri"/>
                <a:cs typeface="Calibri"/>
                <a:sym typeface="Calibri"/>
              </a:rPr>
              <a:t>all users contend (random access) for certain upstream channel time slots; others assigned TDM</a:t>
            </a:r>
            <a:endParaRPr b="0" i="0" sz="2000" u="none" cap="none" strike="noStrike">
              <a:solidFill>
                <a:srgbClr val="000000"/>
              </a:solidFill>
              <a:latin typeface="Calibri"/>
              <a:ea typeface="Calibri"/>
              <a:cs typeface="Calibri"/>
              <a:sym typeface="Calibri"/>
            </a:endParaRPr>
          </a:p>
        </p:txBody>
      </p:sp>
      <p:grpSp>
        <p:nvGrpSpPr>
          <p:cNvPr id="2553" name="Google Shape;2553;p49"/>
          <p:cNvGrpSpPr/>
          <p:nvPr/>
        </p:nvGrpSpPr>
        <p:grpSpPr>
          <a:xfrm>
            <a:off x="1996700" y="3278328"/>
            <a:ext cx="466491" cy="198344"/>
            <a:chOff x="7493876" y="2774731"/>
            <a:chExt cx="1481958" cy="894622"/>
          </a:xfrm>
        </p:grpSpPr>
        <p:sp>
          <p:nvSpPr>
            <p:cNvPr id="2554" name="Google Shape;2554;p4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555" name="Google Shape;2555;p4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556" name="Google Shape;2556;p49"/>
            <p:cNvGrpSpPr/>
            <p:nvPr/>
          </p:nvGrpSpPr>
          <p:grpSpPr>
            <a:xfrm>
              <a:off x="7713663" y="2848339"/>
              <a:ext cx="1042107" cy="425543"/>
              <a:chOff x="7786941" y="2884917"/>
              <a:chExt cx="897649" cy="353919"/>
            </a:xfrm>
          </p:grpSpPr>
          <p:sp>
            <p:nvSpPr>
              <p:cNvPr id="2557" name="Google Shape;2557;p4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58" name="Google Shape;2558;p4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59" name="Google Shape;2559;p4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60" name="Google Shape;2560;p4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561" name="Google Shape;2561;p49"/>
          <p:cNvGrpSpPr/>
          <p:nvPr/>
        </p:nvGrpSpPr>
        <p:grpSpPr>
          <a:xfrm>
            <a:off x="1995970" y="3548856"/>
            <a:ext cx="466491" cy="198344"/>
            <a:chOff x="7493876" y="2774731"/>
            <a:chExt cx="1481958" cy="894622"/>
          </a:xfrm>
        </p:grpSpPr>
        <p:sp>
          <p:nvSpPr>
            <p:cNvPr id="2562" name="Google Shape;2562;p4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563" name="Google Shape;2563;p4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564" name="Google Shape;2564;p49"/>
            <p:cNvGrpSpPr/>
            <p:nvPr/>
          </p:nvGrpSpPr>
          <p:grpSpPr>
            <a:xfrm>
              <a:off x="7713663" y="2848339"/>
              <a:ext cx="1042107" cy="425543"/>
              <a:chOff x="7786941" y="2884917"/>
              <a:chExt cx="897649" cy="353919"/>
            </a:xfrm>
          </p:grpSpPr>
          <p:sp>
            <p:nvSpPr>
              <p:cNvPr id="2565" name="Google Shape;2565;p4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66" name="Google Shape;2566;p4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67" name="Google Shape;2567;p4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68" name="Google Shape;2568;p4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569" name="Google Shape;2569;p49"/>
          <p:cNvGrpSpPr/>
          <p:nvPr/>
        </p:nvGrpSpPr>
        <p:grpSpPr>
          <a:xfrm>
            <a:off x="2560361" y="3211972"/>
            <a:ext cx="466491" cy="198344"/>
            <a:chOff x="7493876" y="2774731"/>
            <a:chExt cx="1481958" cy="894622"/>
          </a:xfrm>
        </p:grpSpPr>
        <p:sp>
          <p:nvSpPr>
            <p:cNvPr id="2570" name="Google Shape;2570;p4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571" name="Google Shape;2571;p4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572" name="Google Shape;2572;p49"/>
            <p:cNvGrpSpPr/>
            <p:nvPr/>
          </p:nvGrpSpPr>
          <p:grpSpPr>
            <a:xfrm>
              <a:off x="7713663" y="2848339"/>
              <a:ext cx="1042107" cy="425543"/>
              <a:chOff x="7786941" y="2884917"/>
              <a:chExt cx="897649" cy="353919"/>
            </a:xfrm>
          </p:grpSpPr>
          <p:sp>
            <p:nvSpPr>
              <p:cNvPr id="2573" name="Google Shape;2573;p4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74" name="Google Shape;2574;p4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75" name="Google Shape;2575;p4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76" name="Google Shape;2576;p4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577" name="Google Shape;2577;p49"/>
          <p:cNvGrpSpPr/>
          <p:nvPr/>
        </p:nvGrpSpPr>
        <p:grpSpPr>
          <a:xfrm>
            <a:off x="2699636" y="3556877"/>
            <a:ext cx="466491" cy="198344"/>
            <a:chOff x="7493876" y="2774731"/>
            <a:chExt cx="1481958" cy="894622"/>
          </a:xfrm>
        </p:grpSpPr>
        <p:sp>
          <p:nvSpPr>
            <p:cNvPr id="2578" name="Google Shape;2578;p4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579" name="Google Shape;2579;p4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580" name="Google Shape;2580;p49"/>
            <p:cNvGrpSpPr/>
            <p:nvPr/>
          </p:nvGrpSpPr>
          <p:grpSpPr>
            <a:xfrm>
              <a:off x="7713663" y="2848339"/>
              <a:ext cx="1042107" cy="425543"/>
              <a:chOff x="7786941" y="2884917"/>
              <a:chExt cx="897649" cy="353919"/>
            </a:xfrm>
          </p:grpSpPr>
          <p:sp>
            <p:nvSpPr>
              <p:cNvPr id="2581" name="Google Shape;2581;p4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82" name="Google Shape;2582;p4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83" name="Google Shape;2583;p4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84" name="Google Shape;2584;p4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cxnSp>
        <p:nvCxnSpPr>
          <p:cNvPr id="2585" name="Google Shape;2585;p49"/>
          <p:cNvCxnSpPr/>
          <p:nvPr/>
        </p:nvCxnSpPr>
        <p:spPr>
          <a:xfrm>
            <a:off x="3025589" y="3307976"/>
            <a:ext cx="1402976" cy="0"/>
          </a:xfrm>
          <a:prstGeom prst="straightConnector1">
            <a:avLst/>
          </a:prstGeom>
          <a:noFill/>
          <a:ln cap="flat" cmpd="sng" w="19050">
            <a:solidFill>
              <a:schemeClr val="dk1"/>
            </a:solidFill>
            <a:prstDash val="solid"/>
            <a:miter lim="800000"/>
            <a:headEnd len="sm" w="sm" type="none"/>
            <a:tailEnd len="sm" w="sm" type="none"/>
          </a:ln>
        </p:spPr>
      </p:cxn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48"/>
                                        </p:tgtEl>
                                        <p:attrNameLst>
                                          <p:attrName>style.visibility</p:attrName>
                                        </p:attrNameLst>
                                      </p:cBhvr>
                                      <p:to>
                                        <p:strVal val="visible"/>
                                      </p:to>
                                    </p:set>
                                    <p:animEffect filter="fade" transition="in">
                                      <p:cBhvr>
                                        <p:cTn dur="900"/>
                                        <p:tgtEl>
                                          <p:spTgt spid="25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90" name="Shape 2590"/>
        <p:cNvGrpSpPr/>
        <p:nvPr/>
      </p:nvGrpSpPr>
      <p:grpSpPr>
        <a:xfrm>
          <a:off x="0" y="0"/>
          <a:ext cx="0" cy="0"/>
          <a:chOff x="0" y="0"/>
          <a:chExt cx="0" cy="0"/>
        </a:xfrm>
      </p:grpSpPr>
      <p:sp>
        <p:nvSpPr>
          <p:cNvPr id="2591" name="Google Shape;2591;p50"/>
          <p:cNvSpPr txBox="1"/>
          <p:nvPr>
            <p:ph type="title"/>
          </p:nvPr>
        </p:nvSpPr>
        <p:spPr>
          <a:xfrm>
            <a:off x="493641" y="412065"/>
            <a:ext cx="11552583"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Cable access network:</a:t>
            </a:r>
            <a:endParaRPr/>
          </a:p>
        </p:txBody>
      </p:sp>
      <p:sp>
        <p:nvSpPr>
          <p:cNvPr id="2592" name="Google Shape;2592;p5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Link Layer: 6-</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
        <p:nvSpPr>
          <p:cNvPr id="2593" name="Google Shape;2593;p50"/>
          <p:cNvSpPr/>
          <p:nvPr/>
        </p:nvSpPr>
        <p:spPr>
          <a:xfrm>
            <a:off x="1417982" y="4159320"/>
            <a:ext cx="9941408" cy="22891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2080"/>
              <a:buFont typeface="Calibri"/>
              <a:buNone/>
            </a:pPr>
            <a:r>
              <a:rPr b="0" i="0" lang="en-US" sz="3200" u="none" cap="none" strike="noStrike">
                <a:solidFill>
                  <a:srgbClr val="C00000"/>
                </a:solidFill>
                <a:latin typeface="Calibri"/>
                <a:ea typeface="Calibri"/>
                <a:cs typeface="Calibri"/>
                <a:sym typeface="Calibri"/>
              </a:rPr>
              <a:t>DOCSIS: </a:t>
            </a:r>
            <a:r>
              <a:rPr b="0" i="0" lang="en-US" sz="2800" u="none" cap="none" strike="noStrike">
                <a:solidFill>
                  <a:srgbClr val="000000"/>
                </a:solidFill>
                <a:latin typeface="Calibri"/>
                <a:ea typeface="Calibri"/>
                <a:cs typeface="Calibri"/>
                <a:sym typeface="Calibri"/>
              </a:rPr>
              <a:t>data over cable service interface specification</a:t>
            </a:r>
            <a:endParaRPr b="1" i="0" sz="2800" u="none" cap="none" strike="noStrike">
              <a:solidFill>
                <a:srgbClr val="000000"/>
              </a:solidFill>
              <a:latin typeface="Calibri"/>
              <a:ea typeface="Calibri"/>
              <a:cs typeface="Calibri"/>
              <a:sym typeface="Calibri"/>
            </a:endParaRPr>
          </a:p>
          <a:p>
            <a:pPr indent="-222250" lvl="0" marL="287338"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FDM over upstream, downstream frequency channels</a:t>
            </a:r>
            <a:endParaRPr/>
          </a:p>
          <a:p>
            <a:pPr indent="-222250" lvl="0" marL="287338"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TDM upstream: some slots assigned, some have contention</a:t>
            </a:r>
            <a:endParaRPr/>
          </a:p>
          <a:p>
            <a:pPr indent="-223837" lvl="1" marL="681038" marR="0" rtl="0" algn="l">
              <a:lnSpc>
                <a:spcPct val="85000"/>
              </a:lnSpc>
              <a:spcBef>
                <a:spcPts val="480"/>
              </a:spcBef>
              <a:spcAft>
                <a:spcPts val="0"/>
              </a:spcAft>
              <a:buClr>
                <a:srgbClr val="000099"/>
              </a:buClr>
              <a:buSzPts val="2400"/>
              <a:buFont typeface="Arial"/>
              <a:buChar char="•"/>
            </a:pPr>
            <a:r>
              <a:rPr b="0" i="0" lang="en-US" sz="2400" u="none" cap="none" strike="noStrike">
                <a:solidFill>
                  <a:srgbClr val="000000"/>
                </a:solidFill>
                <a:latin typeface="Calibri"/>
                <a:ea typeface="Calibri"/>
                <a:cs typeface="Calibri"/>
                <a:sym typeface="Calibri"/>
              </a:rPr>
              <a:t>downstream MAP frame: assigns upstream slots</a:t>
            </a:r>
            <a:endParaRPr/>
          </a:p>
          <a:p>
            <a:pPr indent="-223837" lvl="1" marL="681038" marR="0" rtl="0" algn="l">
              <a:lnSpc>
                <a:spcPct val="85000"/>
              </a:lnSpc>
              <a:spcBef>
                <a:spcPts val="480"/>
              </a:spcBef>
              <a:spcAft>
                <a:spcPts val="0"/>
              </a:spcAft>
              <a:buClr>
                <a:srgbClr val="000099"/>
              </a:buClr>
              <a:buSzPts val="2400"/>
              <a:buFont typeface="Arial"/>
              <a:buChar char="•"/>
            </a:pPr>
            <a:r>
              <a:rPr b="0" i="0" lang="en-US" sz="2400" u="none" cap="none" strike="noStrike">
                <a:solidFill>
                  <a:srgbClr val="000000"/>
                </a:solidFill>
                <a:latin typeface="Calibri"/>
                <a:ea typeface="Calibri"/>
                <a:cs typeface="Calibri"/>
                <a:sym typeface="Calibri"/>
              </a:rPr>
              <a:t>request for upstream slots (and data) transmitted random access (binary backoff) in selected slots</a:t>
            </a:r>
            <a:endParaRPr/>
          </a:p>
          <a:p>
            <a:pPr indent="-342900" lvl="0" marL="342900" marR="0" rtl="0" algn="l">
              <a:lnSpc>
                <a:spcPct val="85000"/>
              </a:lnSpc>
              <a:spcBef>
                <a:spcPts val="560"/>
              </a:spcBef>
              <a:spcAft>
                <a:spcPts val="0"/>
              </a:spcAft>
              <a:buClr>
                <a:srgbClr val="000099"/>
              </a:buClr>
              <a:buSzPts val="1820"/>
              <a:buFont typeface="Noto Sans Symbols"/>
              <a:buNone/>
            </a:pPr>
            <a:r>
              <a:rPr b="0" i="0" lang="en-US" sz="2800" u="none" cap="none" strike="noStrike">
                <a:solidFill>
                  <a:srgbClr val="000000"/>
                </a:solidFill>
                <a:latin typeface="Gill Sans"/>
                <a:ea typeface="Gill Sans"/>
                <a:cs typeface="Gill Sans"/>
                <a:sym typeface="Gill Sans"/>
              </a:rPr>
              <a:t> </a:t>
            </a:r>
            <a:endParaRPr/>
          </a:p>
        </p:txBody>
      </p:sp>
      <p:sp>
        <p:nvSpPr>
          <p:cNvPr id="2594" name="Google Shape;2594;p50"/>
          <p:cNvSpPr txBox="1"/>
          <p:nvPr/>
        </p:nvSpPr>
        <p:spPr>
          <a:xfrm>
            <a:off x="7893939" y="2865737"/>
            <a:ext cx="2438488"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1" lang="en-US" sz="1400" u="none" cap="none" strike="noStrike">
                <a:solidFill>
                  <a:srgbClr val="000000"/>
                </a:solidFill>
                <a:latin typeface="Calibri"/>
                <a:ea typeface="Calibri"/>
                <a:cs typeface="Calibri"/>
                <a:sym typeface="Calibri"/>
              </a:rPr>
              <a:t>Residences with cable modems</a:t>
            </a:r>
            <a:endParaRPr/>
          </a:p>
        </p:txBody>
      </p:sp>
      <p:sp>
        <p:nvSpPr>
          <p:cNvPr id="2595" name="Google Shape;2595;p50"/>
          <p:cNvSpPr/>
          <p:nvPr/>
        </p:nvSpPr>
        <p:spPr>
          <a:xfrm rot="-5400000">
            <a:off x="6023803" y="60121"/>
            <a:ext cx="390525" cy="3606800"/>
          </a:xfrm>
          <a:prstGeom prst="downArrow">
            <a:avLst>
              <a:gd fmla="val 50000" name="adj1"/>
              <a:gd fmla="val 50000" name="adj2"/>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96" name="Google Shape;2596;p50"/>
          <p:cNvSpPr/>
          <p:nvPr/>
        </p:nvSpPr>
        <p:spPr>
          <a:xfrm rot="5400000">
            <a:off x="5965066" y="485571"/>
            <a:ext cx="374650" cy="3606800"/>
          </a:xfrm>
          <a:prstGeom prst="downArrow">
            <a:avLst>
              <a:gd fmla="val 50000" name="adj1"/>
              <a:gd fmla="val 50000" name="adj2"/>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97" name="Google Shape;2597;p50"/>
          <p:cNvSpPr txBox="1"/>
          <p:nvPr/>
        </p:nvSpPr>
        <p:spPr>
          <a:xfrm>
            <a:off x="5271549" y="1730144"/>
            <a:ext cx="1577676"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Calibri"/>
              <a:buNone/>
            </a:pPr>
            <a:r>
              <a:rPr b="0" i="1" lang="en-US" sz="1200" u="none" cap="none" strike="noStrike">
                <a:solidFill>
                  <a:srgbClr val="000000"/>
                </a:solidFill>
                <a:latin typeface="Calibri"/>
                <a:ea typeface="Calibri"/>
                <a:cs typeface="Calibri"/>
                <a:sym typeface="Calibri"/>
              </a:rPr>
              <a:t>Downstream channel i</a:t>
            </a:r>
            <a:endParaRPr/>
          </a:p>
        </p:txBody>
      </p:sp>
      <p:sp>
        <p:nvSpPr>
          <p:cNvPr id="2598" name="Google Shape;2598;p50"/>
          <p:cNvSpPr txBox="1"/>
          <p:nvPr/>
        </p:nvSpPr>
        <p:spPr>
          <a:xfrm>
            <a:off x="5414415" y="2152334"/>
            <a:ext cx="1394934"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Calibri"/>
              <a:buNone/>
            </a:pPr>
            <a:r>
              <a:rPr b="0" i="1" lang="en-US" sz="1200" u="none" cap="none" strike="noStrike">
                <a:solidFill>
                  <a:srgbClr val="000000"/>
                </a:solidFill>
                <a:latin typeface="Calibri"/>
                <a:ea typeface="Calibri"/>
                <a:cs typeface="Calibri"/>
                <a:sym typeface="Calibri"/>
              </a:rPr>
              <a:t>Upstream channel j</a:t>
            </a:r>
            <a:endParaRPr/>
          </a:p>
        </p:txBody>
      </p:sp>
      <p:grpSp>
        <p:nvGrpSpPr>
          <p:cNvPr id="2599" name="Google Shape;2599;p50"/>
          <p:cNvGrpSpPr/>
          <p:nvPr/>
        </p:nvGrpSpPr>
        <p:grpSpPr>
          <a:xfrm>
            <a:off x="5916168" y="1303951"/>
            <a:ext cx="1907860" cy="400110"/>
            <a:chOff x="5916168" y="1476227"/>
            <a:chExt cx="1907860" cy="400110"/>
          </a:xfrm>
        </p:grpSpPr>
        <p:sp>
          <p:nvSpPr>
            <p:cNvPr id="2600" name="Google Shape;2600;p50"/>
            <p:cNvSpPr/>
            <p:nvPr/>
          </p:nvSpPr>
          <p:spPr>
            <a:xfrm>
              <a:off x="5916168" y="1495043"/>
              <a:ext cx="1047435" cy="369303"/>
            </a:xfrm>
            <a:prstGeom prst="rect">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01" name="Google Shape;2601;p50"/>
            <p:cNvSpPr txBox="1"/>
            <p:nvPr/>
          </p:nvSpPr>
          <p:spPr>
            <a:xfrm>
              <a:off x="5920797" y="1476227"/>
              <a:ext cx="970137" cy="400110"/>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Clr>
                  <a:srgbClr val="000000"/>
                </a:buClr>
                <a:buSzPts val="1000"/>
                <a:buFont typeface="Calibri"/>
                <a:buNone/>
              </a:pPr>
              <a:r>
                <a:rPr b="0" i="1" lang="en-US" sz="1000" u="none" cap="none" strike="noStrike">
                  <a:solidFill>
                    <a:srgbClr val="000000"/>
                  </a:solidFill>
                  <a:latin typeface="Calibri"/>
                  <a:ea typeface="Calibri"/>
                  <a:cs typeface="Calibri"/>
                  <a:sym typeface="Calibri"/>
                </a:rPr>
                <a:t>MAP frame for</a:t>
              </a:r>
              <a:endParaRPr/>
            </a:p>
            <a:p>
              <a:pPr indent="0" lvl="0" marL="0" marR="0" rtl="0" algn="l">
                <a:lnSpc>
                  <a:spcPct val="120000"/>
                </a:lnSpc>
                <a:spcBef>
                  <a:spcPts val="0"/>
                </a:spcBef>
                <a:spcAft>
                  <a:spcPts val="0"/>
                </a:spcAft>
                <a:buClr>
                  <a:srgbClr val="000000"/>
                </a:buClr>
                <a:buSzPts val="1000"/>
                <a:buFont typeface="Calibri"/>
                <a:buNone/>
              </a:pPr>
              <a:r>
                <a:rPr b="0" i="1" lang="en-US" sz="1000" u="none" cap="none" strike="noStrike">
                  <a:solidFill>
                    <a:srgbClr val="000000"/>
                  </a:solidFill>
                  <a:latin typeface="Calibri"/>
                  <a:ea typeface="Calibri"/>
                  <a:cs typeface="Calibri"/>
                  <a:sym typeface="Calibri"/>
                </a:rPr>
                <a:t>Interval [t1, t2]</a:t>
              </a:r>
              <a:endParaRPr/>
            </a:p>
          </p:txBody>
        </p:sp>
        <p:pic>
          <p:nvPicPr>
            <p:cNvPr id="2602" name="Google Shape;2602;p50"/>
            <p:cNvPicPr preferRelativeResize="0"/>
            <p:nvPr/>
          </p:nvPicPr>
          <p:blipFill rotWithShape="1">
            <a:blip r:embed="rId3">
              <a:alphaModFix/>
            </a:blip>
            <a:srcRect b="0" l="0" r="0" t="0"/>
            <a:stretch/>
          </p:blipFill>
          <p:spPr>
            <a:xfrm>
              <a:off x="7006466" y="1556372"/>
              <a:ext cx="817562" cy="242887"/>
            </a:xfrm>
            <a:prstGeom prst="rect">
              <a:avLst/>
            </a:prstGeom>
            <a:noFill/>
            <a:ln>
              <a:noFill/>
            </a:ln>
          </p:spPr>
        </p:pic>
      </p:grpSp>
      <p:grpSp>
        <p:nvGrpSpPr>
          <p:cNvPr id="2603" name="Google Shape;2603;p50"/>
          <p:cNvGrpSpPr/>
          <p:nvPr/>
        </p:nvGrpSpPr>
        <p:grpSpPr>
          <a:xfrm>
            <a:off x="4346093" y="2631871"/>
            <a:ext cx="4792289" cy="1258980"/>
            <a:chOff x="4346093" y="2804147"/>
            <a:chExt cx="4792289" cy="1258980"/>
          </a:xfrm>
        </p:grpSpPr>
        <p:cxnSp>
          <p:nvCxnSpPr>
            <p:cNvPr id="2604" name="Google Shape;2604;p50"/>
            <p:cNvCxnSpPr/>
            <p:nvPr/>
          </p:nvCxnSpPr>
          <p:spPr>
            <a:xfrm>
              <a:off x="4826828" y="2997822"/>
              <a:ext cx="2755900" cy="4762"/>
            </a:xfrm>
            <a:prstGeom prst="straightConnector1">
              <a:avLst/>
            </a:prstGeom>
            <a:noFill/>
            <a:ln cap="flat" cmpd="sng" w="12700">
              <a:solidFill>
                <a:srgbClr val="000000"/>
              </a:solidFill>
              <a:prstDash val="solid"/>
              <a:round/>
              <a:headEnd len="sm" w="sm" type="none"/>
              <a:tailEnd len="sm" w="sm" type="none"/>
            </a:ln>
          </p:spPr>
        </p:cxnSp>
        <p:cxnSp>
          <p:nvCxnSpPr>
            <p:cNvPr id="2605" name="Google Shape;2605;p50"/>
            <p:cNvCxnSpPr/>
            <p:nvPr/>
          </p:nvCxnSpPr>
          <p:spPr>
            <a:xfrm>
              <a:off x="4885566" y="2804147"/>
              <a:ext cx="0" cy="190500"/>
            </a:xfrm>
            <a:prstGeom prst="straightConnector1">
              <a:avLst/>
            </a:prstGeom>
            <a:noFill/>
            <a:ln cap="flat" cmpd="sng" w="12700">
              <a:solidFill>
                <a:srgbClr val="000000"/>
              </a:solidFill>
              <a:prstDash val="solid"/>
              <a:round/>
              <a:headEnd len="sm" w="sm" type="none"/>
              <a:tailEnd len="sm" w="sm" type="none"/>
            </a:ln>
          </p:spPr>
        </p:cxnSp>
        <p:cxnSp>
          <p:nvCxnSpPr>
            <p:cNvPr id="2606" name="Google Shape;2606;p50"/>
            <p:cNvCxnSpPr/>
            <p:nvPr/>
          </p:nvCxnSpPr>
          <p:spPr>
            <a:xfrm flipH="1">
              <a:off x="4971291" y="2889872"/>
              <a:ext cx="3175" cy="107950"/>
            </a:xfrm>
            <a:prstGeom prst="straightConnector1">
              <a:avLst/>
            </a:prstGeom>
            <a:noFill/>
            <a:ln cap="flat" cmpd="sng" w="12700">
              <a:solidFill>
                <a:srgbClr val="000000"/>
              </a:solidFill>
              <a:prstDash val="solid"/>
              <a:round/>
              <a:headEnd len="sm" w="sm" type="none"/>
              <a:tailEnd len="sm" w="sm" type="none"/>
            </a:ln>
          </p:spPr>
        </p:cxnSp>
        <p:cxnSp>
          <p:nvCxnSpPr>
            <p:cNvPr id="2607" name="Google Shape;2607;p50"/>
            <p:cNvCxnSpPr/>
            <p:nvPr/>
          </p:nvCxnSpPr>
          <p:spPr>
            <a:xfrm flipH="1">
              <a:off x="5052253" y="2889872"/>
              <a:ext cx="3175" cy="107950"/>
            </a:xfrm>
            <a:prstGeom prst="straightConnector1">
              <a:avLst/>
            </a:prstGeom>
            <a:noFill/>
            <a:ln cap="flat" cmpd="sng" w="12700">
              <a:solidFill>
                <a:srgbClr val="000000"/>
              </a:solidFill>
              <a:prstDash val="solid"/>
              <a:round/>
              <a:headEnd len="sm" w="sm" type="none"/>
              <a:tailEnd len="sm" w="sm" type="none"/>
            </a:ln>
          </p:spPr>
        </p:cxnSp>
        <p:cxnSp>
          <p:nvCxnSpPr>
            <p:cNvPr id="2608" name="Google Shape;2608;p50"/>
            <p:cNvCxnSpPr/>
            <p:nvPr/>
          </p:nvCxnSpPr>
          <p:spPr>
            <a:xfrm flipH="1">
              <a:off x="5133216" y="2893047"/>
              <a:ext cx="1587" cy="106362"/>
            </a:xfrm>
            <a:prstGeom prst="straightConnector1">
              <a:avLst/>
            </a:prstGeom>
            <a:noFill/>
            <a:ln cap="flat" cmpd="sng" w="12700">
              <a:solidFill>
                <a:srgbClr val="000000"/>
              </a:solidFill>
              <a:prstDash val="solid"/>
              <a:round/>
              <a:headEnd len="sm" w="sm" type="none"/>
              <a:tailEnd len="sm" w="sm" type="none"/>
            </a:ln>
          </p:spPr>
        </p:cxnSp>
        <p:cxnSp>
          <p:nvCxnSpPr>
            <p:cNvPr id="2609" name="Google Shape;2609;p50"/>
            <p:cNvCxnSpPr/>
            <p:nvPr/>
          </p:nvCxnSpPr>
          <p:spPr>
            <a:xfrm flipH="1">
              <a:off x="5214178" y="2893047"/>
              <a:ext cx="1588" cy="106362"/>
            </a:xfrm>
            <a:prstGeom prst="straightConnector1">
              <a:avLst/>
            </a:prstGeom>
            <a:noFill/>
            <a:ln cap="flat" cmpd="sng" w="12700">
              <a:solidFill>
                <a:srgbClr val="000000"/>
              </a:solidFill>
              <a:prstDash val="solid"/>
              <a:round/>
              <a:headEnd len="sm" w="sm" type="none"/>
              <a:tailEnd len="sm" w="sm" type="none"/>
            </a:ln>
          </p:spPr>
        </p:cxnSp>
        <p:cxnSp>
          <p:nvCxnSpPr>
            <p:cNvPr id="2610" name="Google Shape;2610;p50"/>
            <p:cNvCxnSpPr/>
            <p:nvPr/>
          </p:nvCxnSpPr>
          <p:spPr>
            <a:xfrm flipH="1">
              <a:off x="5295141" y="2893047"/>
              <a:ext cx="1587" cy="106362"/>
            </a:xfrm>
            <a:prstGeom prst="straightConnector1">
              <a:avLst/>
            </a:prstGeom>
            <a:noFill/>
            <a:ln cap="flat" cmpd="sng" w="12700">
              <a:solidFill>
                <a:srgbClr val="000000"/>
              </a:solidFill>
              <a:prstDash val="solid"/>
              <a:round/>
              <a:headEnd len="sm" w="sm" type="none"/>
              <a:tailEnd len="sm" w="sm" type="none"/>
            </a:ln>
          </p:spPr>
        </p:cxnSp>
        <p:cxnSp>
          <p:nvCxnSpPr>
            <p:cNvPr id="2611" name="Google Shape;2611;p50"/>
            <p:cNvCxnSpPr/>
            <p:nvPr/>
          </p:nvCxnSpPr>
          <p:spPr>
            <a:xfrm flipH="1">
              <a:off x="5374516" y="2893047"/>
              <a:ext cx="3175" cy="106362"/>
            </a:xfrm>
            <a:prstGeom prst="straightConnector1">
              <a:avLst/>
            </a:prstGeom>
            <a:noFill/>
            <a:ln cap="flat" cmpd="sng" w="12700">
              <a:solidFill>
                <a:srgbClr val="000000"/>
              </a:solidFill>
              <a:prstDash val="solid"/>
              <a:round/>
              <a:headEnd len="sm" w="sm" type="none"/>
              <a:tailEnd len="sm" w="sm" type="none"/>
            </a:ln>
          </p:spPr>
        </p:cxnSp>
        <p:cxnSp>
          <p:nvCxnSpPr>
            <p:cNvPr id="2612" name="Google Shape;2612;p50"/>
            <p:cNvCxnSpPr/>
            <p:nvPr/>
          </p:nvCxnSpPr>
          <p:spPr>
            <a:xfrm flipH="1">
              <a:off x="5455478" y="2893047"/>
              <a:ext cx="3175" cy="106362"/>
            </a:xfrm>
            <a:prstGeom prst="straightConnector1">
              <a:avLst/>
            </a:prstGeom>
            <a:noFill/>
            <a:ln cap="flat" cmpd="sng" w="12700">
              <a:solidFill>
                <a:srgbClr val="000000"/>
              </a:solidFill>
              <a:prstDash val="solid"/>
              <a:round/>
              <a:headEnd len="sm" w="sm" type="none"/>
              <a:tailEnd len="sm" w="sm" type="none"/>
            </a:ln>
          </p:spPr>
        </p:cxnSp>
        <p:cxnSp>
          <p:nvCxnSpPr>
            <p:cNvPr id="2613" name="Google Shape;2613;p50"/>
            <p:cNvCxnSpPr/>
            <p:nvPr/>
          </p:nvCxnSpPr>
          <p:spPr>
            <a:xfrm flipH="1">
              <a:off x="5536441" y="2893047"/>
              <a:ext cx="3175" cy="106362"/>
            </a:xfrm>
            <a:prstGeom prst="straightConnector1">
              <a:avLst/>
            </a:prstGeom>
            <a:noFill/>
            <a:ln cap="flat" cmpd="sng" w="12700">
              <a:solidFill>
                <a:srgbClr val="000000"/>
              </a:solidFill>
              <a:prstDash val="solid"/>
              <a:round/>
              <a:headEnd len="sm" w="sm" type="none"/>
              <a:tailEnd len="sm" w="sm" type="none"/>
            </a:ln>
          </p:spPr>
        </p:cxnSp>
        <p:cxnSp>
          <p:nvCxnSpPr>
            <p:cNvPr id="2614" name="Google Shape;2614;p50"/>
            <p:cNvCxnSpPr/>
            <p:nvPr/>
          </p:nvCxnSpPr>
          <p:spPr>
            <a:xfrm flipH="1">
              <a:off x="5617403" y="2893047"/>
              <a:ext cx="3175" cy="106362"/>
            </a:xfrm>
            <a:prstGeom prst="straightConnector1">
              <a:avLst/>
            </a:prstGeom>
            <a:noFill/>
            <a:ln cap="flat" cmpd="sng" w="12700">
              <a:solidFill>
                <a:srgbClr val="000000"/>
              </a:solidFill>
              <a:prstDash val="solid"/>
              <a:round/>
              <a:headEnd len="sm" w="sm" type="none"/>
              <a:tailEnd len="sm" w="sm" type="none"/>
            </a:ln>
          </p:spPr>
        </p:cxnSp>
        <p:cxnSp>
          <p:nvCxnSpPr>
            <p:cNvPr id="2615" name="Google Shape;2615;p50"/>
            <p:cNvCxnSpPr/>
            <p:nvPr/>
          </p:nvCxnSpPr>
          <p:spPr>
            <a:xfrm flipH="1">
              <a:off x="5706303" y="2893047"/>
              <a:ext cx="1588" cy="106362"/>
            </a:xfrm>
            <a:prstGeom prst="straightConnector1">
              <a:avLst/>
            </a:prstGeom>
            <a:noFill/>
            <a:ln cap="flat" cmpd="sng" w="12700">
              <a:solidFill>
                <a:srgbClr val="000000"/>
              </a:solidFill>
              <a:prstDash val="solid"/>
              <a:round/>
              <a:headEnd len="sm" w="sm" type="none"/>
              <a:tailEnd len="sm" w="sm" type="none"/>
            </a:ln>
          </p:spPr>
        </p:cxnSp>
        <p:cxnSp>
          <p:nvCxnSpPr>
            <p:cNvPr id="2616" name="Google Shape;2616;p50"/>
            <p:cNvCxnSpPr/>
            <p:nvPr/>
          </p:nvCxnSpPr>
          <p:spPr>
            <a:xfrm flipH="1">
              <a:off x="5785678" y="2893047"/>
              <a:ext cx="3175" cy="106362"/>
            </a:xfrm>
            <a:prstGeom prst="straightConnector1">
              <a:avLst/>
            </a:prstGeom>
            <a:noFill/>
            <a:ln cap="flat" cmpd="sng" w="12700">
              <a:solidFill>
                <a:srgbClr val="000000"/>
              </a:solidFill>
              <a:prstDash val="solid"/>
              <a:round/>
              <a:headEnd len="sm" w="sm" type="none"/>
              <a:tailEnd len="sm" w="sm" type="none"/>
            </a:ln>
          </p:spPr>
        </p:cxnSp>
        <p:cxnSp>
          <p:nvCxnSpPr>
            <p:cNvPr id="2617" name="Google Shape;2617;p50"/>
            <p:cNvCxnSpPr/>
            <p:nvPr/>
          </p:nvCxnSpPr>
          <p:spPr>
            <a:xfrm flipH="1">
              <a:off x="5866641" y="2893047"/>
              <a:ext cx="3175" cy="106362"/>
            </a:xfrm>
            <a:prstGeom prst="straightConnector1">
              <a:avLst/>
            </a:prstGeom>
            <a:noFill/>
            <a:ln cap="flat" cmpd="sng" w="12700">
              <a:solidFill>
                <a:srgbClr val="000000"/>
              </a:solidFill>
              <a:prstDash val="solid"/>
              <a:round/>
              <a:headEnd len="sm" w="sm" type="none"/>
              <a:tailEnd len="sm" w="sm" type="none"/>
            </a:ln>
          </p:spPr>
        </p:cxnSp>
        <p:cxnSp>
          <p:nvCxnSpPr>
            <p:cNvPr id="2618" name="Google Shape;2618;p50"/>
            <p:cNvCxnSpPr/>
            <p:nvPr/>
          </p:nvCxnSpPr>
          <p:spPr>
            <a:xfrm flipH="1">
              <a:off x="5947603" y="2893047"/>
              <a:ext cx="3175" cy="106362"/>
            </a:xfrm>
            <a:prstGeom prst="straightConnector1">
              <a:avLst/>
            </a:prstGeom>
            <a:noFill/>
            <a:ln cap="flat" cmpd="sng" w="12700">
              <a:solidFill>
                <a:srgbClr val="000000"/>
              </a:solidFill>
              <a:prstDash val="solid"/>
              <a:round/>
              <a:headEnd len="sm" w="sm" type="none"/>
              <a:tailEnd len="sm" w="sm" type="none"/>
            </a:ln>
          </p:spPr>
        </p:cxnSp>
        <p:cxnSp>
          <p:nvCxnSpPr>
            <p:cNvPr id="2619" name="Google Shape;2619;p50"/>
            <p:cNvCxnSpPr/>
            <p:nvPr/>
          </p:nvCxnSpPr>
          <p:spPr>
            <a:xfrm flipH="1">
              <a:off x="6028566" y="2893047"/>
              <a:ext cx="3175" cy="106362"/>
            </a:xfrm>
            <a:prstGeom prst="straightConnector1">
              <a:avLst/>
            </a:prstGeom>
            <a:noFill/>
            <a:ln cap="flat" cmpd="sng" w="12700">
              <a:solidFill>
                <a:srgbClr val="000000"/>
              </a:solidFill>
              <a:prstDash val="solid"/>
              <a:round/>
              <a:headEnd len="sm" w="sm" type="none"/>
              <a:tailEnd len="sm" w="sm" type="none"/>
            </a:ln>
          </p:spPr>
        </p:cxnSp>
        <p:cxnSp>
          <p:nvCxnSpPr>
            <p:cNvPr id="2620" name="Google Shape;2620;p50"/>
            <p:cNvCxnSpPr/>
            <p:nvPr/>
          </p:nvCxnSpPr>
          <p:spPr>
            <a:xfrm flipH="1">
              <a:off x="6109528" y="2893047"/>
              <a:ext cx="1588" cy="106362"/>
            </a:xfrm>
            <a:prstGeom prst="straightConnector1">
              <a:avLst/>
            </a:prstGeom>
            <a:noFill/>
            <a:ln cap="flat" cmpd="sng" w="12700">
              <a:solidFill>
                <a:srgbClr val="000000"/>
              </a:solidFill>
              <a:prstDash val="solid"/>
              <a:round/>
              <a:headEnd len="sm" w="sm" type="none"/>
              <a:tailEnd len="sm" w="sm" type="none"/>
            </a:ln>
          </p:spPr>
        </p:cxnSp>
        <p:cxnSp>
          <p:nvCxnSpPr>
            <p:cNvPr id="2621" name="Google Shape;2621;p50"/>
            <p:cNvCxnSpPr/>
            <p:nvPr/>
          </p:nvCxnSpPr>
          <p:spPr>
            <a:xfrm flipH="1">
              <a:off x="6190491" y="2893047"/>
              <a:ext cx="1587" cy="106362"/>
            </a:xfrm>
            <a:prstGeom prst="straightConnector1">
              <a:avLst/>
            </a:prstGeom>
            <a:noFill/>
            <a:ln cap="flat" cmpd="sng" w="12700">
              <a:solidFill>
                <a:srgbClr val="000000"/>
              </a:solidFill>
              <a:prstDash val="solid"/>
              <a:round/>
              <a:headEnd len="sm" w="sm" type="none"/>
              <a:tailEnd len="sm" w="sm" type="none"/>
            </a:ln>
          </p:spPr>
        </p:cxnSp>
        <p:cxnSp>
          <p:nvCxnSpPr>
            <p:cNvPr id="2622" name="Google Shape;2622;p50"/>
            <p:cNvCxnSpPr/>
            <p:nvPr/>
          </p:nvCxnSpPr>
          <p:spPr>
            <a:xfrm flipH="1">
              <a:off x="6271453" y="2893047"/>
              <a:ext cx="1588" cy="106362"/>
            </a:xfrm>
            <a:prstGeom prst="straightConnector1">
              <a:avLst/>
            </a:prstGeom>
            <a:noFill/>
            <a:ln cap="flat" cmpd="sng" w="12700">
              <a:solidFill>
                <a:srgbClr val="000000"/>
              </a:solidFill>
              <a:prstDash val="solid"/>
              <a:round/>
              <a:headEnd len="sm" w="sm" type="none"/>
              <a:tailEnd len="sm" w="sm" type="none"/>
            </a:ln>
          </p:spPr>
        </p:cxnSp>
        <p:cxnSp>
          <p:nvCxnSpPr>
            <p:cNvPr id="2623" name="Google Shape;2623;p50"/>
            <p:cNvCxnSpPr/>
            <p:nvPr/>
          </p:nvCxnSpPr>
          <p:spPr>
            <a:xfrm flipH="1">
              <a:off x="6350828" y="2893047"/>
              <a:ext cx="3175" cy="106362"/>
            </a:xfrm>
            <a:prstGeom prst="straightConnector1">
              <a:avLst/>
            </a:prstGeom>
            <a:noFill/>
            <a:ln cap="flat" cmpd="sng" w="12700">
              <a:solidFill>
                <a:srgbClr val="000000"/>
              </a:solidFill>
              <a:prstDash val="solid"/>
              <a:round/>
              <a:headEnd len="sm" w="sm" type="none"/>
              <a:tailEnd len="sm" w="sm" type="none"/>
            </a:ln>
          </p:spPr>
        </p:cxnSp>
        <p:cxnSp>
          <p:nvCxnSpPr>
            <p:cNvPr id="2624" name="Google Shape;2624;p50"/>
            <p:cNvCxnSpPr/>
            <p:nvPr/>
          </p:nvCxnSpPr>
          <p:spPr>
            <a:xfrm flipH="1">
              <a:off x="6444491" y="2893047"/>
              <a:ext cx="3175" cy="106362"/>
            </a:xfrm>
            <a:prstGeom prst="straightConnector1">
              <a:avLst/>
            </a:prstGeom>
            <a:noFill/>
            <a:ln cap="flat" cmpd="sng" w="12700">
              <a:solidFill>
                <a:srgbClr val="000000"/>
              </a:solidFill>
              <a:prstDash val="solid"/>
              <a:round/>
              <a:headEnd len="sm" w="sm" type="none"/>
              <a:tailEnd len="sm" w="sm" type="none"/>
            </a:ln>
          </p:spPr>
        </p:cxnSp>
        <p:cxnSp>
          <p:nvCxnSpPr>
            <p:cNvPr id="2625" name="Google Shape;2625;p50"/>
            <p:cNvCxnSpPr/>
            <p:nvPr/>
          </p:nvCxnSpPr>
          <p:spPr>
            <a:xfrm flipH="1">
              <a:off x="6533391" y="2893047"/>
              <a:ext cx="1587" cy="106362"/>
            </a:xfrm>
            <a:prstGeom prst="straightConnector1">
              <a:avLst/>
            </a:prstGeom>
            <a:noFill/>
            <a:ln cap="flat" cmpd="sng" w="12700">
              <a:solidFill>
                <a:srgbClr val="000000"/>
              </a:solidFill>
              <a:prstDash val="solid"/>
              <a:round/>
              <a:headEnd len="sm" w="sm" type="none"/>
              <a:tailEnd len="sm" w="sm" type="none"/>
            </a:ln>
          </p:spPr>
        </p:cxnSp>
        <p:cxnSp>
          <p:nvCxnSpPr>
            <p:cNvPr id="2626" name="Google Shape;2626;p50"/>
            <p:cNvCxnSpPr/>
            <p:nvPr/>
          </p:nvCxnSpPr>
          <p:spPr>
            <a:xfrm flipH="1">
              <a:off x="6614353" y="2893047"/>
              <a:ext cx="1588" cy="106362"/>
            </a:xfrm>
            <a:prstGeom prst="straightConnector1">
              <a:avLst/>
            </a:prstGeom>
            <a:noFill/>
            <a:ln cap="flat" cmpd="sng" w="12700">
              <a:solidFill>
                <a:srgbClr val="000000"/>
              </a:solidFill>
              <a:prstDash val="solid"/>
              <a:round/>
              <a:headEnd len="sm" w="sm" type="none"/>
              <a:tailEnd len="sm" w="sm" type="none"/>
            </a:ln>
          </p:spPr>
        </p:cxnSp>
        <p:cxnSp>
          <p:nvCxnSpPr>
            <p:cNvPr id="2627" name="Google Shape;2627;p50"/>
            <p:cNvCxnSpPr/>
            <p:nvPr/>
          </p:nvCxnSpPr>
          <p:spPr>
            <a:xfrm flipH="1">
              <a:off x="6695316" y="2893047"/>
              <a:ext cx="1587" cy="106362"/>
            </a:xfrm>
            <a:prstGeom prst="straightConnector1">
              <a:avLst/>
            </a:prstGeom>
            <a:noFill/>
            <a:ln cap="flat" cmpd="sng" w="12700">
              <a:solidFill>
                <a:srgbClr val="000000"/>
              </a:solidFill>
              <a:prstDash val="solid"/>
              <a:round/>
              <a:headEnd len="sm" w="sm" type="none"/>
              <a:tailEnd len="sm" w="sm" type="none"/>
            </a:ln>
          </p:spPr>
        </p:cxnSp>
        <p:cxnSp>
          <p:nvCxnSpPr>
            <p:cNvPr id="2628" name="Google Shape;2628;p50"/>
            <p:cNvCxnSpPr/>
            <p:nvPr/>
          </p:nvCxnSpPr>
          <p:spPr>
            <a:xfrm flipH="1">
              <a:off x="6774691" y="2893047"/>
              <a:ext cx="3175" cy="106362"/>
            </a:xfrm>
            <a:prstGeom prst="straightConnector1">
              <a:avLst/>
            </a:prstGeom>
            <a:noFill/>
            <a:ln cap="flat" cmpd="sng" w="12700">
              <a:solidFill>
                <a:srgbClr val="000000"/>
              </a:solidFill>
              <a:prstDash val="solid"/>
              <a:round/>
              <a:headEnd len="sm" w="sm" type="none"/>
              <a:tailEnd len="sm" w="sm" type="none"/>
            </a:ln>
          </p:spPr>
        </p:cxnSp>
        <p:cxnSp>
          <p:nvCxnSpPr>
            <p:cNvPr id="2629" name="Google Shape;2629;p50"/>
            <p:cNvCxnSpPr/>
            <p:nvPr/>
          </p:nvCxnSpPr>
          <p:spPr>
            <a:xfrm flipH="1">
              <a:off x="6855653" y="2893047"/>
              <a:ext cx="3175" cy="106362"/>
            </a:xfrm>
            <a:prstGeom prst="straightConnector1">
              <a:avLst/>
            </a:prstGeom>
            <a:noFill/>
            <a:ln cap="flat" cmpd="sng" w="12700">
              <a:solidFill>
                <a:srgbClr val="000000"/>
              </a:solidFill>
              <a:prstDash val="solid"/>
              <a:round/>
              <a:headEnd len="sm" w="sm" type="none"/>
              <a:tailEnd len="sm" w="sm" type="none"/>
            </a:ln>
          </p:spPr>
        </p:cxnSp>
        <p:cxnSp>
          <p:nvCxnSpPr>
            <p:cNvPr id="2630" name="Google Shape;2630;p50"/>
            <p:cNvCxnSpPr/>
            <p:nvPr/>
          </p:nvCxnSpPr>
          <p:spPr>
            <a:xfrm flipH="1">
              <a:off x="6936616" y="2893047"/>
              <a:ext cx="3175" cy="106362"/>
            </a:xfrm>
            <a:prstGeom prst="straightConnector1">
              <a:avLst/>
            </a:prstGeom>
            <a:noFill/>
            <a:ln cap="flat" cmpd="sng" w="12700">
              <a:solidFill>
                <a:srgbClr val="000000"/>
              </a:solidFill>
              <a:prstDash val="solid"/>
              <a:round/>
              <a:headEnd len="sm" w="sm" type="none"/>
              <a:tailEnd len="sm" w="sm" type="none"/>
            </a:ln>
          </p:spPr>
        </p:cxnSp>
        <p:cxnSp>
          <p:nvCxnSpPr>
            <p:cNvPr id="2631" name="Google Shape;2631;p50"/>
            <p:cNvCxnSpPr/>
            <p:nvPr/>
          </p:nvCxnSpPr>
          <p:spPr>
            <a:xfrm flipH="1">
              <a:off x="7017578" y="2893047"/>
              <a:ext cx="3175" cy="106362"/>
            </a:xfrm>
            <a:prstGeom prst="straightConnector1">
              <a:avLst/>
            </a:prstGeom>
            <a:noFill/>
            <a:ln cap="flat" cmpd="sng" w="12700">
              <a:solidFill>
                <a:srgbClr val="000000"/>
              </a:solidFill>
              <a:prstDash val="solid"/>
              <a:round/>
              <a:headEnd len="sm" w="sm" type="none"/>
              <a:tailEnd len="sm" w="sm" type="none"/>
            </a:ln>
          </p:spPr>
        </p:cxnSp>
        <p:cxnSp>
          <p:nvCxnSpPr>
            <p:cNvPr id="2632" name="Google Shape;2632;p50"/>
            <p:cNvCxnSpPr/>
            <p:nvPr/>
          </p:nvCxnSpPr>
          <p:spPr>
            <a:xfrm flipH="1">
              <a:off x="7098541" y="2893047"/>
              <a:ext cx="1587" cy="106362"/>
            </a:xfrm>
            <a:prstGeom prst="straightConnector1">
              <a:avLst/>
            </a:prstGeom>
            <a:noFill/>
            <a:ln cap="flat" cmpd="sng" w="12700">
              <a:solidFill>
                <a:srgbClr val="000000"/>
              </a:solidFill>
              <a:prstDash val="solid"/>
              <a:round/>
              <a:headEnd len="sm" w="sm" type="none"/>
              <a:tailEnd len="sm" w="sm" type="none"/>
            </a:ln>
          </p:spPr>
        </p:cxnSp>
        <p:cxnSp>
          <p:nvCxnSpPr>
            <p:cNvPr id="2633" name="Google Shape;2633;p50"/>
            <p:cNvCxnSpPr/>
            <p:nvPr/>
          </p:nvCxnSpPr>
          <p:spPr>
            <a:xfrm flipH="1">
              <a:off x="7179503" y="2893047"/>
              <a:ext cx="1588" cy="106362"/>
            </a:xfrm>
            <a:prstGeom prst="straightConnector1">
              <a:avLst/>
            </a:prstGeom>
            <a:noFill/>
            <a:ln cap="flat" cmpd="sng" w="12700">
              <a:solidFill>
                <a:srgbClr val="000000"/>
              </a:solidFill>
              <a:prstDash val="solid"/>
              <a:round/>
              <a:headEnd len="sm" w="sm" type="none"/>
              <a:tailEnd len="sm" w="sm" type="none"/>
            </a:ln>
          </p:spPr>
        </p:cxnSp>
        <p:cxnSp>
          <p:nvCxnSpPr>
            <p:cNvPr id="2634" name="Google Shape;2634;p50"/>
            <p:cNvCxnSpPr/>
            <p:nvPr/>
          </p:nvCxnSpPr>
          <p:spPr>
            <a:xfrm>
              <a:off x="7274753" y="2808719"/>
              <a:ext cx="0" cy="190500"/>
            </a:xfrm>
            <a:prstGeom prst="straightConnector1">
              <a:avLst/>
            </a:prstGeom>
            <a:noFill/>
            <a:ln cap="flat" cmpd="sng" w="12700">
              <a:solidFill>
                <a:srgbClr val="000000"/>
              </a:solidFill>
              <a:prstDash val="solid"/>
              <a:round/>
              <a:headEnd len="sm" w="sm" type="none"/>
              <a:tailEnd len="sm" w="sm" type="none"/>
            </a:ln>
          </p:spPr>
        </p:cxnSp>
        <p:sp>
          <p:nvSpPr>
            <p:cNvPr id="2635" name="Google Shape;2635;p50"/>
            <p:cNvSpPr txBox="1"/>
            <p:nvPr/>
          </p:nvSpPr>
          <p:spPr>
            <a:xfrm>
              <a:off x="4765167" y="3049834"/>
              <a:ext cx="322524"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1" lang="en-US" sz="1600" u="none" cap="none" strike="noStrike">
                  <a:solidFill>
                    <a:srgbClr val="000000"/>
                  </a:solidFill>
                  <a:latin typeface="Calibri"/>
                  <a:ea typeface="Calibri"/>
                  <a:cs typeface="Calibri"/>
                  <a:sym typeface="Calibri"/>
                </a:rPr>
                <a:t>t</a:t>
              </a:r>
              <a:r>
                <a:rPr b="0" baseline="-25000" i="1" lang="en-US" sz="1600" u="none" cap="none" strike="noStrike">
                  <a:solidFill>
                    <a:srgbClr val="000000"/>
                  </a:solidFill>
                  <a:latin typeface="Calibri"/>
                  <a:ea typeface="Calibri"/>
                  <a:cs typeface="Calibri"/>
                  <a:sym typeface="Calibri"/>
                </a:rPr>
                <a:t>1</a:t>
              </a:r>
              <a:endParaRPr/>
            </a:p>
          </p:txBody>
        </p:sp>
        <p:sp>
          <p:nvSpPr>
            <p:cNvPr id="2636" name="Google Shape;2636;p50"/>
            <p:cNvSpPr txBox="1"/>
            <p:nvPr/>
          </p:nvSpPr>
          <p:spPr>
            <a:xfrm>
              <a:off x="7160369" y="3047418"/>
              <a:ext cx="322524"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1" lang="en-US" sz="1600" u="none" cap="none" strike="noStrike">
                  <a:solidFill>
                    <a:srgbClr val="000000"/>
                  </a:solidFill>
                  <a:latin typeface="Calibri"/>
                  <a:ea typeface="Calibri"/>
                  <a:cs typeface="Calibri"/>
                  <a:sym typeface="Calibri"/>
                </a:rPr>
                <a:t>t</a:t>
              </a:r>
              <a:r>
                <a:rPr b="0" baseline="-25000" i="1" lang="en-US" sz="1600" u="none" cap="none" strike="noStrike">
                  <a:solidFill>
                    <a:srgbClr val="000000"/>
                  </a:solidFill>
                  <a:latin typeface="Calibri"/>
                  <a:ea typeface="Calibri"/>
                  <a:cs typeface="Calibri"/>
                  <a:sym typeface="Calibri"/>
                </a:rPr>
                <a:t>2</a:t>
              </a:r>
              <a:endParaRPr/>
            </a:p>
          </p:txBody>
        </p:sp>
        <p:cxnSp>
          <p:nvCxnSpPr>
            <p:cNvPr id="2637" name="Google Shape;2637;p50"/>
            <p:cNvCxnSpPr/>
            <p:nvPr/>
          </p:nvCxnSpPr>
          <p:spPr>
            <a:xfrm>
              <a:off x="4877628" y="3081959"/>
              <a:ext cx="577850" cy="3175"/>
            </a:xfrm>
            <a:prstGeom prst="straightConnector1">
              <a:avLst/>
            </a:prstGeom>
            <a:noFill/>
            <a:ln cap="flat" cmpd="sng" w="9525">
              <a:solidFill>
                <a:schemeClr val="dk1"/>
              </a:solidFill>
              <a:prstDash val="solid"/>
              <a:round/>
              <a:headEnd len="med" w="med" type="triangle"/>
              <a:tailEnd len="med" w="med" type="triangle"/>
            </a:ln>
          </p:spPr>
        </p:cxnSp>
        <p:cxnSp>
          <p:nvCxnSpPr>
            <p:cNvPr id="2638" name="Google Shape;2638;p50"/>
            <p:cNvCxnSpPr/>
            <p:nvPr/>
          </p:nvCxnSpPr>
          <p:spPr>
            <a:xfrm>
              <a:off x="5445953" y="3088309"/>
              <a:ext cx="1870075" cy="1588"/>
            </a:xfrm>
            <a:prstGeom prst="straightConnector1">
              <a:avLst/>
            </a:prstGeom>
            <a:noFill/>
            <a:ln cap="flat" cmpd="sng" w="9525">
              <a:solidFill>
                <a:schemeClr val="dk1"/>
              </a:solidFill>
              <a:prstDash val="solid"/>
              <a:round/>
              <a:headEnd len="med" w="med" type="triangle"/>
              <a:tailEnd len="med" w="med" type="triangle"/>
            </a:ln>
          </p:spPr>
        </p:cxnSp>
        <p:cxnSp>
          <p:nvCxnSpPr>
            <p:cNvPr id="2639" name="Google Shape;2639;p50"/>
            <p:cNvCxnSpPr/>
            <p:nvPr/>
          </p:nvCxnSpPr>
          <p:spPr>
            <a:xfrm>
              <a:off x="5166553" y="3135934"/>
              <a:ext cx="4763" cy="512763"/>
            </a:xfrm>
            <a:prstGeom prst="straightConnector1">
              <a:avLst/>
            </a:prstGeom>
            <a:noFill/>
            <a:ln cap="flat" cmpd="sng" w="9525">
              <a:solidFill>
                <a:schemeClr val="dk1"/>
              </a:solidFill>
              <a:prstDash val="solid"/>
              <a:round/>
              <a:headEnd len="sm" w="sm" type="none"/>
              <a:tailEnd len="sm" w="sm" type="none"/>
            </a:ln>
          </p:spPr>
        </p:cxnSp>
        <p:cxnSp>
          <p:nvCxnSpPr>
            <p:cNvPr id="2640" name="Google Shape;2640;p50"/>
            <p:cNvCxnSpPr/>
            <p:nvPr/>
          </p:nvCxnSpPr>
          <p:spPr>
            <a:xfrm>
              <a:off x="6339716" y="3143872"/>
              <a:ext cx="6350" cy="514350"/>
            </a:xfrm>
            <a:prstGeom prst="straightConnector1">
              <a:avLst/>
            </a:prstGeom>
            <a:noFill/>
            <a:ln cap="flat" cmpd="sng" w="9525">
              <a:solidFill>
                <a:schemeClr val="dk1"/>
              </a:solidFill>
              <a:prstDash val="solid"/>
              <a:round/>
              <a:headEnd len="sm" w="sm" type="none"/>
              <a:tailEnd len="sm" w="sm" type="none"/>
            </a:ln>
          </p:spPr>
        </p:cxnSp>
        <p:sp>
          <p:nvSpPr>
            <p:cNvPr id="2641" name="Google Shape;2641;p50"/>
            <p:cNvSpPr txBox="1"/>
            <p:nvPr/>
          </p:nvSpPr>
          <p:spPr>
            <a:xfrm>
              <a:off x="6243039" y="3601462"/>
              <a:ext cx="289534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Calibri"/>
                <a:buNone/>
              </a:pPr>
              <a:r>
                <a:rPr b="0" i="1" lang="en-US" sz="1200" u="none" cap="none" strike="noStrike">
                  <a:solidFill>
                    <a:srgbClr val="000000"/>
                  </a:solidFill>
                  <a:latin typeface="Calibri"/>
                  <a:ea typeface="Calibri"/>
                  <a:cs typeface="Calibri"/>
                  <a:sym typeface="Calibri"/>
                </a:rPr>
                <a:t>Assigned minislots containing cable modem</a:t>
              </a:r>
              <a:endParaRPr/>
            </a:p>
            <a:p>
              <a:pPr indent="0" lvl="0" marL="0" marR="0" rtl="0" algn="l">
                <a:lnSpc>
                  <a:spcPct val="100000"/>
                </a:lnSpc>
                <a:spcBef>
                  <a:spcPts val="0"/>
                </a:spcBef>
                <a:spcAft>
                  <a:spcPts val="0"/>
                </a:spcAft>
                <a:buClr>
                  <a:srgbClr val="000000"/>
                </a:buClr>
                <a:buSzPts val="1200"/>
                <a:buFont typeface="Calibri"/>
                <a:buNone/>
              </a:pPr>
              <a:r>
                <a:rPr b="0" i="1" lang="en-US" sz="1200" u="none" cap="none" strike="noStrike">
                  <a:solidFill>
                    <a:srgbClr val="000000"/>
                  </a:solidFill>
                  <a:latin typeface="Calibri"/>
                  <a:ea typeface="Calibri"/>
                  <a:cs typeface="Calibri"/>
                  <a:sym typeface="Calibri"/>
                </a:rPr>
                <a:t>upstream data frames</a:t>
              </a:r>
              <a:endParaRPr/>
            </a:p>
          </p:txBody>
        </p:sp>
        <p:sp>
          <p:nvSpPr>
            <p:cNvPr id="2642" name="Google Shape;2642;p50"/>
            <p:cNvSpPr txBox="1"/>
            <p:nvPr/>
          </p:nvSpPr>
          <p:spPr>
            <a:xfrm>
              <a:off x="4346093" y="3599875"/>
              <a:ext cx="1710725"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Calibri"/>
                <a:buNone/>
              </a:pPr>
              <a:r>
                <a:rPr b="0" i="1" lang="en-US" sz="1200" u="none" cap="none" strike="noStrike">
                  <a:solidFill>
                    <a:srgbClr val="000000"/>
                  </a:solidFill>
                  <a:latin typeface="Calibri"/>
                  <a:ea typeface="Calibri"/>
                  <a:cs typeface="Calibri"/>
                  <a:sym typeface="Calibri"/>
                </a:rPr>
                <a:t>Minislots containing </a:t>
              </a:r>
              <a:endParaRPr/>
            </a:p>
            <a:p>
              <a:pPr indent="0" lvl="0" marL="0" marR="0" rtl="0" algn="l">
                <a:lnSpc>
                  <a:spcPct val="100000"/>
                </a:lnSpc>
                <a:spcBef>
                  <a:spcPts val="0"/>
                </a:spcBef>
                <a:spcAft>
                  <a:spcPts val="0"/>
                </a:spcAft>
                <a:buClr>
                  <a:srgbClr val="000000"/>
                </a:buClr>
                <a:buSzPts val="1200"/>
                <a:buFont typeface="Calibri"/>
                <a:buNone/>
              </a:pPr>
              <a:r>
                <a:rPr b="0" i="1" lang="en-US" sz="1200" u="none" cap="none" strike="noStrike">
                  <a:solidFill>
                    <a:srgbClr val="000000"/>
                  </a:solidFill>
                  <a:latin typeface="Calibri"/>
                  <a:ea typeface="Calibri"/>
                  <a:cs typeface="Calibri"/>
                  <a:sym typeface="Calibri"/>
                </a:rPr>
                <a:t>minislots request frames</a:t>
              </a:r>
              <a:endParaRPr/>
            </a:p>
          </p:txBody>
        </p:sp>
      </p:grpSp>
      <p:sp>
        <p:nvSpPr>
          <p:cNvPr id="2643" name="Google Shape;2643;p50"/>
          <p:cNvSpPr/>
          <p:nvPr/>
        </p:nvSpPr>
        <p:spPr>
          <a:xfrm>
            <a:off x="3197880" y="1789944"/>
            <a:ext cx="955617" cy="699947"/>
          </a:xfrm>
          <a:prstGeom prst="rect">
            <a:avLst/>
          </a:prstGeom>
          <a:noFill/>
          <a:ln cap="flat" cmpd="sng" w="9525">
            <a:solidFill>
              <a:srgbClr val="000000"/>
            </a:solidFill>
            <a:prstDash val="dashDot"/>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2644" name="Google Shape;2644;p50"/>
          <p:cNvSpPr txBox="1"/>
          <p:nvPr/>
        </p:nvSpPr>
        <p:spPr>
          <a:xfrm>
            <a:off x="2558153" y="2521231"/>
            <a:ext cx="1925520" cy="294248"/>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cable headend</a:t>
            </a:r>
            <a:endParaRPr/>
          </a:p>
        </p:txBody>
      </p:sp>
      <p:sp>
        <p:nvSpPr>
          <p:cNvPr id="2645" name="Google Shape;2645;p50"/>
          <p:cNvSpPr txBox="1"/>
          <p:nvPr/>
        </p:nvSpPr>
        <p:spPr>
          <a:xfrm>
            <a:off x="3169132" y="1758746"/>
            <a:ext cx="950912"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CMTS</a:t>
            </a:r>
            <a:endParaRPr/>
          </a:p>
        </p:txBody>
      </p:sp>
      <p:sp>
        <p:nvSpPr>
          <p:cNvPr id="2646" name="Google Shape;2646;p50"/>
          <p:cNvSpPr/>
          <p:nvPr/>
        </p:nvSpPr>
        <p:spPr>
          <a:xfrm>
            <a:off x="3102803" y="1526971"/>
            <a:ext cx="1206500" cy="261937"/>
          </a:xfrm>
          <a:prstGeom prst="triangle">
            <a:avLst>
              <a:gd fmla="val 50000" name="adj"/>
            </a:avLst>
          </a:prstGeom>
          <a:noFill/>
          <a:ln cap="flat" cmpd="sng" w="9525">
            <a:solidFill>
              <a:srgbClr val="000000"/>
            </a:solidFill>
            <a:prstDash val="dashDot"/>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pic>
        <p:nvPicPr>
          <p:cNvPr id="2647" name="Google Shape;2647;p50"/>
          <p:cNvPicPr preferRelativeResize="0"/>
          <p:nvPr/>
        </p:nvPicPr>
        <p:blipFill rotWithShape="1">
          <a:blip r:embed="rId4">
            <a:alphaModFix/>
          </a:blip>
          <a:srcRect b="0" l="0" r="0" t="0"/>
          <a:stretch/>
        </p:blipFill>
        <p:spPr>
          <a:xfrm>
            <a:off x="3739391" y="1914321"/>
            <a:ext cx="258762" cy="520700"/>
          </a:xfrm>
          <a:prstGeom prst="rect">
            <a:avLst/>
          </a:prstGeom>
          <a:noFill/>
          <a:ln>
            <a:noFill/>
          </a:ln>
        </p:spPr>
      </p:pic>
      <p:grpSp>
        <p:nvGrpSpPr>
          <p:cNvPr id="2648" name="Google Shape;2648;p50"/>
          <p:cNvGrpSpPr/>
          <p:nvPr/>
        </p:nvGrpSpPr>
        <p:grpSpPr>
          <a:xfrm flipH="1">
            <a:off x="8068939" y="1185658"/>
            <a:ext cx="1034751" cy="625796"/>
            <a:chOff x="-490" y="1664"/>
            <a:chExt cx="1429" cy="843"/>
          </a:xfrm>
        </p:grpSpPr>
        <p:sp>
          <p:nvSpPr>
            <p:cNvPr id="2649" name="Google Shape;2649;p50"/>
            <p:cNvSpPr/>
            <p:nvPr/>
          </p:nvSpPr>
          <p:spPr>
            <a:xfrm>
              <a:off x="-490" y="1664"/>
              <a:ext cx="1429" cy="295"/>
            </a:xfrm>
            <a:prstGeom prst="triangle">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grpSp>
          <p:nvGrpSpPr>
            <p:cNvPr id="2650" name="Google Shape;2650;p50"/>
            <p:cNvGrpSpPr/>
            <p:nvPr/>
          </p:nvGrpSpPr>
          <p:grpSpPr>
            <a:xfrm>
              <a:off x="-427" y="1737"/>
              <a:ext cx="1218" cy="770"/>
              <a:chOff x="-427" y="1737"/>
              <a:chExt cx="1218" cy="770"/>
            </a:xfrm>
          </p:grpSpPr>
          <p:sp>
            <p:nvSpPr>
              <p:cNvPr id="2651" name="Google Shape;2651;p50"/>
              <p:cNvSpPr/>
              <p:nvPr/>
            </p:nvSpPr>
            <p:spPr>
              <a:xfrm>
                <a:off x="-336" y="1923"/>
                <a:ext cx="1127" cy="584"/>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cxnSp>
            <p:nvCxnSpPr>
              <p:cNvPr id="2652" name="Google Shape;2652;p50"/>
              <p:cNvCxnSpPr/>
              <p:nvPr/>
            </p:nvCxnSpPr>
            <p:spPr>
              <a:xfrm flipH="1" rot="10800000">
                <a:off x="-150" y="2270"/>
                <a:ext cx="230" cy="1"/>
              </a:xfrm>
              <a:prstGeom prst="straightConnector1">
                <a:avLst/>
              </a:prstGeom>
              <a:noFill/>
              <a:ln cap="flat" cmpd="sng" w="9525">
                <a:solidFill>
                  <a:srgbClr val="000000"/>
                </a:solidFill>
                <a:prstDash val="solid"/>
                <a:round/>
                <a:headEnd len="med" w="med" type="none"/>
                <a:tailEnd len="med" w="med" type="none"/>
              </a:ln>
            </p:spPr>
          </p:cxnSp>
          <p:grpSp>
            <p:nvGrpSpPr>
              <p:cNvPr id="2653" name="Google Shape;2653;p50"/>
              <p:cNvGrpSpPr/>
              <p:nvPr/>
            </p:nvGrpSpPr>
            <p:grpSpPr>
              <a:xfrm>
                <a:off x="68" y="2192"/>
                <a:ext cx="385" cy="139"/>
                <a:chOff x="322" y="890"/>
                <a:chExt cx="868" cy="339"/>
              </a:xfrm>
            </p:grpSpPr>
            <p:sp>
              <p:nvSpPr>
                <p:cNvPr id="2654" name="Google Shape;2654;p50"/>
                <p:cNvSpPr/>
                <p:nvPr/>
              </p:nvSpPr>
              <p:spPr>
                <a:xfrm>
                  <a:off x="340" y="1000"/>
                  <a:ext cx="850" cy="229"/>
                </a:xfrm>
                <a:prstGeom prst="rect">
                  <a:avLst/>
                </a:prstGeom>
                <a:solidFill>
                  <a:srgbClr val="FFFF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2655" name="Google Shape;2655;p50"/>
                <p:cNvSpPr/>
                <p:nvPr/>
              </p:nvSpPr>
              <p:spPr>
                <a:xfrm>
                  <a:off x="409" y="1073"/>
                  <a:ext cx="40" cy="57"/>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2656" name="Google Shape;2656;p50"/>
                <p:cNvSpPr/>
                <p:nvPr/>
              </p:nvSpPr>
              <p:spPr>
                <a:xfrm>
                  <a:off x="468" y="1073"/>
                  <a:ext cx="54" cy="57"/>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2657" name="Google Shape;2657;p50"/>
                <p:cNvSpPr/>
                <p:nvPr/>
              </p:nvSpPr>
              <p:spPr>
                <a:xfrm>
                  <a:off x="537" y="1068"/>
                  <a:ext cx="59" cy="57"/>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2658" name="Google Shape;2658;p50"/>
                <p:cNvSpPr/>
                <p:nvPr/>
              </p:nvSpPr>
              <p:spPr>
                <a:xfrm>
                  <a:off x="616" y="1068"/>
                  <a:ext cx="54" cy="57"/>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2659" name="Google Shape;2659;p50"/>
                <p:cNvSpPr/>
                <p:nvPr/>
              </p:nvSpPr>
              <p:spPr>
                <a:xfrm flipH="1" rot="10800000">
                  <a:off x="322" y="890"/>
                  <a:ext cx="859" cy="110"/>
                </a:xfrm>
                <a:custGeom>
                  <a:rect b="b" l="l" r="r" t="t"/>
                  <a:pathLst>
                    <a:path extrusionOk="0" h="21600" w="21600">
                      <a:moveTo>
                        <a:pt x="0" y="0"/>
                      </a:moveTo>
                      <a:lnTo>
                        <a:pt x="5400" y="21600"/>
                      </a:lnTo>
                      <a:lnTo>
                        <a:pt x="16200" y="21600"/>
                      </a:lnTo>
                      <a:lnTo>
                        <a:pt x="21600" y="0"/>
                      </a:lnTo>
                      <a:lnTo>
                        <a:pt x="0" y="0"/>
                      </a:lnTo>
                      <a:close/>
                    </a:path>
                  </a:pathLst>
                </a:custGeom>
                <a:solidFill>
                  <a:srgbClr val="FFFF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descr="desktop_computer_stylized_small" id="2660" name="Google Shape;2660;p50"/>
              <p:cNvPicPr preferRelativeResize="0"/>
              <p:nvPr/>
            </p:nvPicPr>
            <p:blipFill rotWithShape="1">
              <a:blip r:embed="rId5">
                <a:alphaModFix/>
              </a:blip>
              <a:srcRect b="0" l="0" r="0" t="0"/>
              <a:stretch/>
            </p:blipFill>
            <p:spPr>
              <a:xfrm>
                <a:off x="-427" y="2049"/>
                <a:ext cx="447" cy="411"/>
              </a:xfrm>
              <a:prstGeom prst="rect">
                <a:avLst/>
              </a:prstGeom>
              <a:noFill/>
              <a:ln>
                <a:noFill/>
              </a:ln>
            </p:spPr>
          </p:pic>
          <p:sp>
            <p:nvSpPr>
              <p:cNvPr id="2661" name="Google Shape;2661;p50"/>
              <p:cNvSpPr/>
              <p:nvPr/>
            </p:nvSpPr>
            <p:spPr>
              <a:xfrm>
                <a:off x="530" y="2233"/>
                <a:ext cx="103" cy="90"/>
              </a:xfrm>
              <a:prstGeom prst="rect">
                <a:avLst/>
              </a:prstGeom>
              <a:solidFill>
                <a:srgbClr val="0000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2662" name="Google Shape;2662;p50"/>
              <p:cNvSpPr/>
              <p:nvPr/>
            </p:nvSpPr>
            <p:spPr>
              <a:xfrm>
                <a:off x="282" y="1951"/>
                <a:ext cx="302" cy="274"/>
              </a:xfrm>
              <a:custGeom>
                <a:rect b="b" l="l" r="r" t="t"/>
                <a:pathLst>
                  <a:path extrusionOk="0" h="274" w="381">
                    <a:moveTo>
                      <a:pt x="381" y="274"/>
                    </a:moveTo>
                    <a:lnTo>
                      <a:pt x="381" y="130"/>
                    </a:lnTo>
                    <a:lnTo>
                      <a:pt x="0" y="0"/>
                    </a:lnTo>
                  </a:path>
                </a:pathLst>
              </a:custGeom>
              <a:noFill/>
              <a:ln cap="flat" cmpd="sng" w="9525">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2663" name="Google Shape;2663;p50"/>
              <p:cNvCxnSpPr/>
              <p:nvPr/>
            </p:nvCxnSpPr>
            <p:spPr>
              <a:xfrm rot="10800000">
                <a:off x="470" y="2271"/>
                <a:ext cx="151" cy="0"/>
              </a:xfrm>
              <a:prstGeom prst="straightConnector1">
                <a:avLst/>
              </a:prstGeom>
              <a:noFill/>
              <a:ln cap="flat" cmpd="sng" w="9525">
                <a:solidFill>
                  <a:srgbClr val="000000"/>
                </a:solidFill>
                <a:prstDash val="solid"/>
                <a:round/>
                <a:headEnd len="med" w="med" type="none"/>
                <a:tailEnd len="med" w="med" type="none"/>
              </a:ln>
            </p:spPr>
          </p:cxnSp>
          <p:pic>
            <p:nvPicPr>
              <p:cNvPr descr="tv" id="2664" name="Google Shape;2664;p50"/>
              <p:cNvPicPr preferRelativeResize="0"/>
              <p:nvPr/>
            </p:nvPicPr>
            <p:blipFill rotWithShape="1">
              <a:blip r:embed="rId6">
                <a:alphaModFix/>
              </a:blip>
              <a:srcRect b="0" l="0" r="0" t="0"/>
              <a:stretch/>
            </p:blipFill>
            <p:spPr>
              <a:xfrm>
                <a:off x="2" y="1737"/>
                <a:ext cx="476" cy="425"/>
              </a:xfrm>
              <a:prstGeom prst="rect">
                <a:avLst/>
              </a:prstGeom>
              <a:noFill/>
              <a:ln>
                <a:noFill/>
              </a:ln>
            </p:spPr>
          </p:pic>
        </p:grpSp>
      </p:grpSp>
      <p:grpSp>
        <p:nvGrpSpPr>
          <p:cNvPr id="2665" name="Google Shape;2665;p50"/>
          <p:cNvGrpSpPr/>
          <p:nvPr/>
        </p:nvGrpSpPr>
        <p:grpSpPr>
          <a:xfrm flipH="1">
            <a:off x="9280288" y="1537877"/>
            <a:ext cx="1034751" cy="625796"/>
            <a:chOff x="-491" y="1664"/>
            <a:chExt cx="1429" cy="843"/>
          </a:xfrm>
        </p:grpSpPr>
        <p:sp>
          <p:nvSpPr>
            <p:cNvPr id="2666" name="Google Shape;2666;p50"/>
            <p:cNvSpPr/>
            <p:nvPr/>
          </p:nvSpPr>
          <p:spPr>
            <a:xfrm>
              <a:off x="-491" y="1664"/>
              <a:ext cx="1429" cy="295"/>
            </a:xfrm>
            <a:prstGeom prst="triangle">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grpSp>
          <p:nvGrpSpPr>
            <p:cNvPr id="2667" name="Google Shape;2667;p50"/>
            <p:cNvGrpSpPr/>
            <p:nvPr/>
          </p:nvGrpSpPr>
          <p:grpSpPr>
            <a:xfrm>
              <a:off x="-427" y="1737"/>
              <a:ext cx="1217" cy="770"/>
              <a:chOff x="-427" y="1737"/>
              <a:chExt cx="1217" cy="770"/>
            </a:xfrm>
          </p:grpSpPr>
          <p:sp>
            <p:nvSpPr>
              <p:cNvPr id="2668" name="Google Shape;2668;p50"/>
              <p:cNvSpPr/>
              <p:nvPr/>
            </p:nvSpPr>
            <p:spPr>
              <a:xfrm>
                <a:off x="-337" y="1923"/>
                <a:ext cx="1127" cy="584"/>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cxnSp>
            <p:nvCxnSpPr>
              <p:cNvPr id="2669" name="Google Shape;2669;p50"/>
              <p:cNvCxnSpPr/>
              <p:nvPr/>
            </p:nvCxnSpPr>
            <p:spPr>
              <a:xfrm flipH="1" rot="10800000">
                <a:off x="-150" y="2270"/>
                <a:ext cx="230" cy="1"/>
              </a:xfrm>
              <a:prstGeom prst="straightConnector1">
                <a:avLst/>
              </a:prstGeom>
              <a:noFill/>
              <a:ln cap="flat" cmpd="sng" w="9525">
                <a:solidFill>
                  <a:srgbClr val="000000"/>
                </a:solidFill>
                <a:prstDash val="solid"/>
                <a:round/>
                <a:headEnd len="med" w="med" type="none"/>
                <a:tailEnd len="med" w="med" type="none"/>
              </a:ln>
            </p:spPr>
          </p:cxnSp>
          <p:grpSp>
            <p:nvGrpSpPr>
              <p:cNvPr id="2670" name="Google Shape;2670;p50"/>
              <p:cNvGrpSpPr/>
              <p:nvPr/>
            </p:nvGrpSpPr>
            <p:grpSpPr>
              <a:xfrm>
                <a:off x="68" y="2192"/>
                <a:ext cx="384" cy="139"/>
                <a:chOff x="322" y="890"/>
                <a:chExt cx="865" cy="340"/>
              </a:xfrm>
            </p:grpSpPr>
            <p:sp>
              <p:nvSpPr>
                <p:cNvPr id="2671" name="Google Shape;2671;p50"/>
                <p:cNvSpPr/>
                <p:nvPr/>
              </p:nvSpPr>
              <p:spPr>
                <a:xfrm>
                  <a:off x="323" y="1001"/>
                  <a:ext cx="864" cy="229"/>
                </a:xfrm>
                <a:prstGeom prst="rect">
                  <a:avLst/>
                </a:prstGeom>
                <a:solidFill>
                  <a:srgbClr val="FFFF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2672" name="Google Shape;2672;p50"/>
                <p:cNvSpPr/>
                <p:nvPr/>
              </p:nvSpPr>
              <p:spPr>
                <a:xfrm>
                  <a:off x="392" y="1074"/>
                  <a:ext cx="54" cy="57"/>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2673" name="Google Shape;2673;p50"/>
                <p:cNvSpPr/>
                <p:nvPr/>
              </p:nvSpPr>
              <p:spPr>
                <a:xfrm>
                  <a:off x="466" y="1074"/>
                  <a:ext cx="54" cy="57"/>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2674" name="Google Shape;2674;p50"/>
                <p:cNvSpPr/>
                <p:nvPr/>
              </p:nvSpPr>
              <p:spPr>
                <a:xfrm>
                  <a:off x="535" y="1069"/>
                  <a:ext cx="59" cy="57"/>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2675" name="Google Shape;2675;p50"/>
                <p:cNvSpPr/>
                <p:nvPr/>
              </p:nvSpPr>
              <p:spPr>
                <a:xfrm>
                  <a:off x="614" y="1069"/>
                  <a:ext cx="54" cy="57"/>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2676" name="Google Shape;2676;p50"/>
                <p:cNvSpPr/>
                <p:nvPr/>
              </p:nvSpPr>
              <p:spPr>
                <a:xfrm flipH="1" rot="10800000">
                  <a:off x="322" y="890"/>
                  <a:ext cx="859" cy="110"/>
                </a:xfrm>
                <a:custGeom>
                  <a:rect b="b" l="l" r="r" t="t"/>
                  <a:pathLst>
                    <a:path extrusionOk="0" h="21600" w="21600">
                      <a:moveTo>
                        <a:pt x="0" y="0"/>
                      </a:moveTo>
                      <a:lnTo>
                        <a:pt x="5400" y="21600"/>
                      </a:lnTo>
                      <a:lnTo>
                        <a:pt x="16200" y="21600"/>
                      </a:lnTo>
                      <a:lnTo>
                        <a:pt x="21600" y="0"/>
                      </a:lnTo>
                      <a:lnTo>
                        <a:pt x="0" y="0"/>
                      </a:lnTo>
                      <a:close/>
                    </a:path>
                  </a:pathLst>
                </a:custGeom>
                <a:solidFill>
                  <a:srgbClr val="FFFF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descr="desktop_computer_stylized_small" id="2677" name="Google Shape;2677;p50"/>
              <p:cNvPicPr preferRelativeResize="0"/>
              <p:nvPr/>
            </p:nvPicPr>
            <p:blipFill rotWithShape="1">
              <a:blip r:embed="rId5">
                <a:alphaModFix/>
              </a:blip>
              <a:srcRect b="0" l="0" r="0" t="0"/>
              <a:stretch/>
            </p:blipFill>
            <p:spPr>
              <a:xfrm>
                <a:off x="-427" y="2049"/>
                <a:ext cx="447" cy="411"/>
              </a:xfrm>
              <a:prstGeom prst="rect">
                <a:avLst/>
              </a:prstGeom>
              <a:noFill/>
              <a:ln>
                <a:noFill/>
              </a:ln>
            </p:spPr>
          </p:pic>
          <p:sp>
            <p:nvSpPr>
              <p:cNvPr id="2678" name="Google Shape;2678;p50"/>
              <p:cNvSpPr/>
              <p:nvPr/>
            </p:nvSpPr>
            <p:spPr>
              <a:xfrm>
                <a:off x="529" y="2233"/>
                <a:ext cx="103" cy="90"/>
              </a:xfrm>
              <a:prstGeom prst="rect">
                <a:avLst/>
              </a:prstGeom>
              <a:solidFill>
                <a:srgbClr val="0000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2679" name="Google Shape;2679;p50"/>
              <p:cNvSpPr/>
              <p:nvPr/>
            </p:nvSpPr>
            <p:spPr>
              <a:xfrm>
                <a:off x="282" y="1951"/>
                <a:ext cx="302" cy="274"/>
              </a:xfrm>
              <a:custGeom>
                <a:rect b="b" l="l" r="r" t="t"/>
                <a:pathLst>
                  <a:path extrusionOk="0" h="274" w="381">
                    <a:moveTo>
                      <a:pt x="381" y="274"/>
                    </a:moveTo>
                    <a:lnTo>
                      <a:pt x="381" y="130"/>
                    </a:lnTo>
                    <a:lnTo>
                      <a:pt x="0" y="0"/>
                    </a:lnTo>
                  </a:path>
                </a:pathLst>
              </a:custGeom>
              <a:noFill/>
              <a:ln cap="flat" cmpd="sng" w="9525">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2680" name="Google Shape;2680;p50"/>
              <p:cNvCxnSpPr/>
              <p:nvPr/>
            </p:nvCxnSpPr>
            <p:spPr>
              <a:xfrm rot="10800000">
                <a:off x="470" y="2272"/>
                <a:ext cx="151" cy="0"/>
              </a:xfrm>
              <a:prstGeom prst="straightConnector1">
                <a:avLst/>
              </a:prstGeom>
              <a:noFill/>
              <a:ln cap="flat" cmpd="sng" w="9525">
                <a:solidFill>
                  <a:srgbClr val="000000"/>
                </a:solidFill>
                <a:prstDash val="solid"/>
                <a:round/>
                <a:headEnd len="med" w="med" type="none"/>
                <a:tailEnd len="med" w="med" type="none"/>
              </a:ln>
            </p:spPr>
          </p:cxnSp>
          <p:pic>
            <p:nvPicPr>
              <p:cNvPr descr="tv" id="2681" name="Google Shape;2681;p50"/>
              <p:cNvPicPr preferRelativeResize="0"/>
              <p:nvPr/>
            </p:nvPicPr>
            <p:blipFill rotWithShape="1">
              <a:blip r:embed="rId6">
                <a:alphaModFix/>
              </a:blip>
              <a:srcRect b="0" l="0" r="0" t="0"/>
              <a:stretch/>
            </p:blipFill>
            <p:spPr>
              <a:xfrm>
                <a:off x="2" y="1737"/>
                <a:ext cx="476" cy="425"/>
              </a:xfrm>
              <a:prstGeom prst="rect">
                <a:avLst/>
              </a:prstGeom>
              <a:noFill/>
              <a:ln>
                <a:noFill/>
              </a:ln>
            </p:spPr>
          </p:pic>
        </p:grpSp>
      </p:grpSp>
      <p:grpSp>
        <p:nvGrpSpPr>
          <p:cNvPr id="2682" name="Google Shape;2682;p50"/>
          <p:cNvGrpSpPr/>
          <p:nvPr/>
        </p:nvGrpSpPr>
        <p:grpSpPr>
          <a:xfrm flipH="1">
            <a:off x="9080400" y="2243231"/>
            <a:ext cx="1034751" cy="625054"/>
            <a:chOff x="-491" y="1664"/>
            <a:chExt cx="1429" cy="842"/>
          </a:xfrm>
        </p:grpSpPr>
        <p:sp>
          <p:nvSpPr>
            <p:cNvPr id="2683" name="Google Shape;2683;p50"/>
            <p:cNvSpPr/>
            <p:nvPr/>
          </p:nvSpPr>
          <p:spPr>
            <a:xfrm>
              <a:off x="-491" y="1664"/>
              <a:ext cx="1429" cy="295"/>
            </a:xfrm>
            <a:prstGeom prst="triangle">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grpSp>
          <p:nvGrpSpPr>
            <p:cNvPr id="2684" name="Google Shape;2684;p50"/>
            <p:cNvGrpSpPr/>
            <p:nvPr/>
          </p:nvGrpSpPr>
          <p:grpSpPr>
            <a:xfrm>
              <a:off x="-427" y="1737"/>
              <a:ext cx="1217" cy="769"/>
              <a:chOff x="-427" y="1737"/>
              <a:chExt cx="1217" cy="769"/>
            </a:xfrm>
          </p:grpSpPr>
          <p:sp>
            <p:nvSpPr>
              <p:cNvPr id="2685" name="Google Shape;2685;p50"/>
              <p:cNvSpPr/>
              <p:nvPr/>
            </p:nvSpPr>
            <p:spPr>
              <a:xfrm>
                <a:off x="-337" y="1922"/>
                <a:ext cx="1127" cy="584"/>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cxnSp>
            <p:nvCxnSpPr>
              <p:cNvPr id="2686" name="Google Shape;2686;p50"/>
              <p:cNvCxnSpPr/>
              <p:nvPr/>
            </p:nvCxnSpPr>
            <p:spPr>
              <a:xfrm flipH="1" rot="10800000">
                <a:off x="-150" y="2270"/>
                <a:ext cx="230" cy="1"/>
              </a:xfrm>
              <a:prstGeom prst="straightConnector1">
                <a:avLst/>
              </a:prstGeom>
              <a:noFill/>
              <a:ln cap="flat" cmpd="sng" w="9525">
                <a:solidFill>
                  <a:srgbClr val="000000"/>
                </a:solidFill>
                <a:prstDash val="solid"/>
                <a:round/>
                <a:headEnd len="med" w="med" type="none"/>
                <a:tailEnd len="med" w="med" type="none"/>
              </a:ln>
            </p:spPr>
          </p:cxnSp>
          <p:grpSp>
            <p:nvGrpSpPr>
              <p:cNvPr id="2687" name="Google Shape;2687;p50"/>
              <p:cNvGrpSpPr/>
              <p:nvPr/>
            </p:nvGrpSpPr>
            <p:grpSpPr>
              <a:xfrm>
                <a:off x="68" y="2192"/>
                <a:ext cx="384" cy="139"/>
                <a:chOff x="322" y="890"/>
                <a:chExt cx="865" cy="338"/>
              </a:xfrm>
            </p:grpSpPr>
            <p:sp>
              <p:nvSpPr>
                <p:cNvPr id="2688" name="Google Shape;2688;p50"/>
                <p:cNvSpPr/>
                <p:nvPr/>
              </p:nvSpPr>
              <p:spPr>
                <a:xfrm>
                  <a:off x="323" y="999"/>
                  <a:ext cx="864" cy="229"/>
                </a:xfrm>
                <a:prstGeom prst="rect">
                  <a:avLst/>
                </a:prstGeom>
                <a:solidFill>
                  <a:srgbClr val="FFFF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2689" name="Google Shape;2689;p50"/>
                <p:cNvSpPr/>
                <p:nvPr/>
              </p:nvSpPr>
              <p:spPr>
                <a:xfrm>
                  <a:off x="392" y="1072"/>
                  <a:ext cx="54" cy="57"/>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2690" name="Google Shape;2690;p50"/>
                <p:cNvSpPr/>
                <p:nvPr/>
              </p:nvSpPr>
              <p:spPr>
                <a:xfrm>
                  <a:off x="466" y="1072"/>
                  <a:ext cx="54" cy="57"/>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2691" name="Google Shape;2691;p50"/>
                <p:cNvSpPr/>
                <p:nvPr/>
              </p:nvSpPr>
              <p:spPr>
                <a:xfrm>
                  <a:off x="536" y="1067"/>
                  <a:ext cx="59" cy="57"/>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2692" name="Google Shape;2692;p50"/>
                <p:cNvSpPr/>
                <p:nvPr/>
              </p:nvSpPr>
              <p:spPr>
                <a:xfrm>
                  <a:off x="615" y="1067"/>
                  <a:ext cx="54" cy="57"/>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2693" name="Google Shape;2693;p50"/>
                <p:cNvSpPr/>
                <p:nvPr/>
              </p:nvSpPr>
              <p:spPr>
                <a:xfrm flipH="1" rot="10800000">
                  <a:off x="322" y="890"/>
                  <a:ext cx="859" cy="110"/>
                </a:xfrm>
                <a:custGeom>
                  <a:rect b="b" l="l" r="r" t="t"/>
                  <a:pathLst>
                    <a:path extrusionOk="0" h="21600" w="21600">
                      <a:moveTo>
                        <a:pt x="0" y="0"/>
                      </a:moveTo>
                      <a:lnTo>
                        <a:pt x="5400" y="21600"/>
                      </a:lnTo>
                      <a:lnTo>
                        <a:pt x="16200" y="21600"/>
                      </a:lnTo>
                      <a:lnTo>
                        <a:pt x="21600" y="0"/>
                      </a:lnTo>
                      <a:lnTo>
                        <a:pt x="0" y="0"/>
                      </a:lnTo>
                      <a:close/>
                    </a:path>
                  </a:pathLst>
                </a:custGeom>
                <a:solidFill>
                  <a:srgbClr val="FFFF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descr="desktop_computer_stylized_small" id="2694" name="Google Shape;2694;p50"/>
              <p:cNvPicPr preferRelativeResize="0"/>
              <p:nvPr/>
            </p:nvPicPr>
            <p:blipFill rotWithShape="1">
              <a:blip r:embed="rId5">
                <a:alphaModFix/>
              </a:blip>
              <a:srcRect b="0" l="0" r="0" t="0"/>
              <a:stretch/>
            </p:blipFill>
            <p:spPr>
              <a:xfrm>
                <a:off x="-427" y="2049"/>
                <a:ext cx="447" cy="411"/>
              </a:xfrm>
              <a:prstGeom prst="rect">
                <a:avLst/>
              </a:prstGeom>
              <a:noFill/>
              <a:ln>
                <a:noFill/>
              </a:ln>
            </p:spPr>
          </p:pic>
          <p:sp>
            <p:nvSpPr>
              <p:cNvPr id="2695" name="Google Shape;2695;p50"/>
              <p:cNvSpPr/>
              <p:nvPr/>
            </p:nvSpPr>
            <p:spPr>
              <a:xfrm>
                <a:off x="529" y="2232"/>
                <a:ext cx="103" cy="90"/>
              </a:xfrm>
              <a:prstGeom prst="rect">
                <a:avLst/>
              </a:prstGeom>
              <a:solidFill>
                <a:srgbClr val="0000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2696" name="Google Shape;2696;p50"/>
              <p:cNvSpPr/>
              <p:nvPr/>
            </p:nvSpPr>
            <p:spPr>
              <a:xfrm>
                <a:off x="282" y="1951"/>
                <a:ext cx="302" cy="274"/>
              </a:xfrm>
              <a:custGeom>
                <a:rect b="b" l="l" r="r" t="t"/>
                <a:pathLst>
                  <a:path extrusionOk="0" h="274" w="381">
                    <a:moveTo>
                      <a:pt x="381" y="274"/>
                    </a:moveTo>
                    <a:lnTo>
                      <a:pt x="381" y="130"/>
                    </a:lnTo>
                    <a:lnTo>
                      <a:pt x="0" y="0"/>
                    </a:lnTo>
                  </a:path>
                </a:pathLst>
              </a:custGeom>
              <a:noFill/>
              <a:ln cap="flat" cmpd="sng" w="9525">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2697" name="Google Shape;2697;p50"/>
              <p:cNvCxnSpPr/>
              <p:nvPr/>
            </p:nvCxnSpPr>
            <p:spPr>
              <a:xfrm rot="10800000">
                <a:off x="470" y="2271"/>
                <a:ext cx="151" cy="0"/>
              </a:xfrm>
              <a:prstGeom prst="straightConnector1">
                <a:avLst/>
              </a:prstGeom>
              <a:noFill/>
              <a:ln cap="flat" cmpd="sng" w="9525">
                <a:solidFill>
                  <a:srgbClr val="000000"/>
                </a:solidFill>
                <a:prstDash val="solid"/>
                <a:round/>
                <a:headEnd len="med" w="med" type="none"/>
                <a:tailEnd len="med" w="med" type="none"/>
              </a:ln>
            </p:spPr>
          </p:cxnSp>
          <p:pic>
            <p:nvPicPr>
              <p:cNvPr descr="tv" id="2698" name="Google Shape;2698;p50"/>
              <p:cNvPicPr preferRelativeResize="0"/>
              <p:nvPr/>
            </p:nvPicPr>
            <p:blipFill rotWithShape="1">
              <a:blip r:embed="rId6">
                <a:alphaModFix/>
              </a:blip>
              <a:srcRect b="0" l="0" r="0" t="0"/>
              <a:stretch/>
            </p:blipFill>
            <p:spPr>
              <a:xfrm>
                <a:off x="2" y="1737"/>
                <a:ext cx="476" cy="425"/>
              </a:xfrm>
              <a:prstGeom prst="rect">
                <a:avLst/>
              </a:prstGeom>
              <a:noFill/>
              <a:ln>
                <a:noFill/>
              </a:ln>
            </p:spPr>
          </p:pic>
        </p:grpSp>
      </p:grpSp>
      <p:grpSp>
        <p:nvGrpSpPr>
          <p:cNvPr id="2699" name="Google Shape;2699;p50"/>
          <p:cNvGrpSpPr/>
          <p:nvPr/>
        </p:nvGrpSpPr>
        <p:grpSpPr>
          <a:xfrm flipH="1">
            <a:off x="8020975" y="1925365"/>
            <a:ext cx="1034751" cy="625796"/>
            <a:chOff x="-490" y="1664"/>
            <a:chExt cx="1429" cy="843"/>
          </a:xfrm>
        </p:grpSpPr>
        <p:sp>
          <p:nvSpPr>
            <p:cNvPr id="2700" name="Google Shape;2700;p50"/>
            <p:cNvSpPr/>
            <p:nvPr/>
          </p:nvSpPr>
          <p:spPr>
            <a:xfrm>
              <a:off x="-490" y="1664"/>
              <a:ext cx="1429" cy="295"/>
            </a:xfrm>
            <a:prstGeom prst="triangle">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grpSp>
          <p:nvGrpSpPr>
            <p:cNvPr id="2701" name="Google Shape;2701;p50"/>
            <p:cNvGrpSpPr/>
            <p:nvPr/>
          </p:nvGrpSpPr>
          <p:grpSpPr>
            <a:xfrm>
              <a:off x="-427" y="1737"/>
              <a:ext cx="1217" cy="770"/>
              <a:chOff x="-427" y="1737"/>
              <a:chExt cx="1217" cy="770"/>
            </a:xfrm>
          </p:grpSpPr>
          <p:sp>
            <p:nvSpPr>
              <p:cNvPr id="2702" name="Google Shape;2702;p50"/>
              <p:cNvSpPr/>
              <p:nvPr/>
            </p:nvSpPr>
            <p:spPr>
              <a:xfrm>
                <a:off x="-337" y="1923"/>
                <a:ext cx="1127" cy="584"/>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cxnSp>
            <p:nvCxnSpPr>
              <p:cNvPr id="2703" name="Google Shape;2703;p50"/>
              <p:cNvCxnSpPr/>
              <p:nvPr/>
            </p:nvCxnSpPr>
            <p:spPr>
              <a:xfrm flipH="1" rot="10800000">
                <a:off x="-150" y="2270"/>
                <a:ext cx="230" cy="1"/>
              </a:xfrm>
              <a:prstGeom prst="straightConnector1">
                <a:avLst/>
              </a:prstGeom>
              <a:noFill/>
              <a:ln cap="flat" cmpd="sng" w="9525">
                <a:solidFill>
                  <a:srgbClr val="000000"/>
                </a:solidFill>
                <a:prstDash val="solid"/>
                <a:round/>
                <a:headEnd len="med" w="med" type="none"/>
                <a:tailEnd len="med" w="med" type="none"/>
              </a:ln>
            </p:spPr>
          </p:cxnSp>
          <p:grpSp>
            <p:nvGrpSpPr>
              <p:cNvPr id="2704" name="Google Shape;2704;p50"/>
              <p:cNvGrpSpPr/>
              <p:nvPr/>
            </p:nvGrpSpPr>
            <p:grpSpPr>
              <a:xfrm>
                <a:off x="68" y="2192"/>
                <a:ext cx="384" cy="139"/>
                <a:chOff x="322" y="890"/>
                <a:chExt cx="866" cy="339"/>
              </a:xfrm>
            </p:grpSpPr>
            <p:sp>
              <p:nvSpPr>
                <p:cNvPr id="2705" name="Google Shape;2705;p50"/>
                <p:cNvSpPr/>
                <p:nvPr/>
              </p:nvSpPr>
              <p:spPr>
                <a:xfrm>
                  <a:off x="324" y="1000"/>
                  <a:ext cx="864" cy="229"/>
                </a:xfrm>
                <a:prstGeom prst="rect">
                  <a:avLst/>
                </a:prstGeom>
                <a:solidFill>
                  <a:srgbClr val="FFFF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2706" name="Google Shape;2706;p50"/>
                <p:cNvSpPr/>
                <p:nvPr/>
              </p:nvSpPr>
              <p:spPr>
                <a:xfrm>
                  <a:off x="393" y="1073"/>
                  <a:ext cx="54" cy="57"/>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2707" name="Google Shape;2707;p50"/>
                <p:cNvSpPr/>
                <p:nvPr/>
              </p:nvSpPr>
              <p:spPr>
                <a:xfrm>
                  <a:off x="467" y="1073"/>
                  <a:ext cx="54" cy="57"/>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2708" name="Google Shape;2708;p50"/>
                <p:cNvSpPr/>
                <p:nvPr/>
              </p:nvSpPr>
              <p:spPr>
                <a:xfrm>
                  <a:off x="536" y="1068"/>
                  <a:ext cx="59" cy="57"/>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2709" name="Google Shape;2709;p50"/>
                <p:cNvSpPr/>
                <p:nvPr/>
              </p:nvSpPr>
              <p:spPr>
                <a:xfrm>
                  <a:off x="615" y="1068"/>
                  <a:ext cx="54" cy="57"/>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2710" name="Google Shape;2710;p50"/>
                <p:cNvSpPr/>
                <p:nvPr/>
              </p:nvSpPr>
              <p:spPr>
                <a:xfrm flipH="1" rot="10800000">
                  <a:off x="322" y="890"/>
                  <a:ext cx="859" cy="110"/>
                </a:xfrm>
                <a:custGeom>
                  <a:rect b="b" l="l" r="r" t="t"/>
                  <a:pathLst>
                    <a:path extrusionOk="0" h="21600" w="21600">
                      <a:moveTo>
                        <a:pt x="0" y="0"/>
                      </a:moveTo>
                      <a:lnTo>
                        <a:pt x="5400" y="21600"/>
                      </a:lnTo>
                      <a:lnTo>
                        <a:pt x="16200" y="21600"/>
                      </a:lnTo>
                      <a:lnTo>
                        <a:pt x="21600" y="0"/>
                      </a:lnTo>
                      <a:lnTo>
                        <a:pt x="0" y="0"/>
                      </a:lnTo>
                      <a:close/>
                    </a:path>
                  </a:pathLst>
                </a:custGeom>
                <a:solidFill>
                  <a:srgbClr val="FFFF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descr="desktop_computer_stylized_small" id="2711" name="Google Shape;2711;p50"/>
              <p:cNvPicPr preferRelativeResize="0"/>
              <p:nvPr/>
            </p:nvPicPr>
            <p:blipFill rotWithShape="1">
              <a:blip r:embed="rId5">
                <a:alphaModFix/>
              </a:blip>
              <a:srcRect b="0" l="0" r="0" t="0"/>
              <a:stretch/>
            </p:blipFill>
            <p:spPr>
              <a:xfrm>
                <a:off x="-427" y="2049"/>
                <a:ext cx="447" cy="411"/>
              </a:xfrm>
              <a:prstGeom prst="rect">
                <a:avLst/>
              </a:prstGeom>
              <a:noFill/>
              <a:ln>
                <a:noFill/>
              </a:ln>
            </p:spPr>
          </p:pic>
          <p:sp>
            <p:nvSpPr>
              <p:cNvPr id="2712" name="Google Shape;2712;p50"/>
              <p:cNvSpPr/>
              <p:nvPr/>
            </p:nvSpPr>
            <p:spPr>
              <a:xfrm>
                <a:off x="529" y="2233"/>
                <a:ext cx="103" cy="90"/>
              </a:xfrm>
              <a:prstGeom prst="rect">
                <a:avLst/>
              </a:prstGeom>
              <a:solidFill>
                <a:srgbClr val="0000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2713" name="Google Shape;2713;p50"/>
              <p:cNvSpPr/>
              <p:nvPr/>
            </p:nvSpPr>
            <p:spPr>
              <a:xfrm>
                <a:off x="282" y="1951"/>
                <a:ext cx="302" cy="274"/>
              </a:xfrm>
              <a:custGeom>
                <a:rect b="b" l="l" r="r" t="t"/>
                <a:pathLst>
                  <a:path extrusionOk="0" h="274" w="381">
                    <a:moveTo>
                      <a:pt x="381" y="274"/>
                    </a:moveTo>
                    <a:lnTo>
                      <a:pt x="381" y="130"/>
                    </a:lnTo>
                    <a:lnTo>
                      <a:pt x="0" y="0"/>
                    </a:lnTo>
                  </a:path>
                </a:pathLst>
              </a:custGeom>
              <a:noFill/>
              <a:ln cap="flat" cmpd="sng" w="9525">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2714" name="Google Shape;2714;p50"/>
              <p:cNvCxnSpPr/>
              <p:nvPr/>
            </p:nvCxnSpPr>
            <p:spPr>
              <a:xfrm rot="10800000">
                <a:off x="470" y="2271"/>
                <a:ext cx="151" cy="0"/>
              </a:xfrm>
              <a:prstGeom prst="straightConnector1">
                <a:avLst/>
              </a:prstGeom>
              <a:noFill/>
              <a:ln cap="flat" cmpd="sng" w="9525">
                <a:solidFill>
                  <a:srgbClr val="000000"/>
                </a:solidFill>
                <a:prstDash val="solid"/>
                <a:round/>
                <a:headEnd len="med" w="med" type="none"/>
                <a:tailEnd len="med" w="med" type="none"/>
              </a:ln>
            </p:spPr>
          </p:cxnSp>
          <p:pic>
            <p:nvPicPr>
              <p:cNvPr descr="tv" id="2715" name="Google Shape;2715;p50"/>
              <p:cNvPicPr preferRelativeResize="0"/>
              <p:nvPr/>
            </p:nvPicPr>
            <p:blipFill rotWithShape="1">
              <a:blip r:embed="rId6">
                <a:alphaModFix/>
              </a:blip>
              <a:srcRect b="0" l="0" r="0" t="0"/>
              <a:stretch/>
            </p:blipFill>
            <p:spPr>
              <a:xfrm>
                <a:off x="2" y="1737"/>
                <a:ext cx="476" cy="425"/>
              </a:xfrm>
              <a:prstGeom prst="rect">
                <a:avLst/>
              </a:prstGeom>
              <a:noFill/>
              <a:ln>
                <a:noFill/>
              </a:ln>
            </p:spPr>
          </p:pic>
        </p:grpSp>
      </p:gr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99"/>
                                        </p:tgtEl>
                                        <p:attrNameLst>
                                          <p:attrName>style.visibility</p:attrName>
                                        </p:attrNameLst>
                                      </p:cBhvr>
                                      <p:to>
                                        <p:strVal val="visible"/>
                                      </p:to>
                                    </p:set>
                                    <p:animEffect filter="fade" transition="in">
                                      <p:cBhvr>
                                        <p:cTn dur="500"/>
                                        <p:tgtEl>
                                          <p:spTgt spid="25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03"/>
                                        </p:tgtEl>
                                        <p:attrNameLst>
                                          <p:attrName>style.visibility</p:attrName>
                                        </p:attrNameLst>
                                      </p:cBhvr>
                                      <p:to>
                                        <p:strVal val="visible"/>
                                      </p:to>
                                    </p:set>
                                    <p:animEffect filter="fade" transition="in">
                                      <p:cBhvr>
                                        <p:cTn dur="500"/>
                                        <p:tgtEl>
                                          <p:spTgt spid="26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0" name="Shape 2720"/>
        <p:cNvGrpSpPr/>
        <p:nvPr/>
      </p:nvGrpSpPr>
      <p:grpSpPr>
        <a:xfrm>
          <a:off x="0" y="0"/>
          <a:ext cx="0" cy="0"/>
          <a:chOff x="0" y="0"/>
          <a:chExt cx="0" cy="0"/>
        </a:xfrm>
      </p:grpSpPr>
      <p:sp>
        <p:nvSpPr>
          <p:cNvPr id="2721" name="Google Shape;2721;p51"/>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99"/>
              </a:buClr>
              <a:buSzPts val="4400"/>
              <a:buFont typeface="Calibri"/>
              <a:buNone/>
            </a:pPr>
            <a:r>
              <a:rPr b="0" lang="en-US">
                <a:solidFill>
                  <a:srgbClr val="000099"/>
                </a:solidFill>
                <a:latin typeface="Calibri"/>
                <a:ea typeface="Calibri"/>
                <a:cs typeface="Calibri"/>
                <a:sym typeface="Calibri"/>
              </a:rPr>
              <a:t> Summary of </a:t>
            </a:r>
            <a:r>
              <a:rPr b="0" lang="en-US" sz="4000">
                <a:solidFill>
                  <a:srgbClr val="000099"/>
                </a:solidFill>
                <a:latin typeface="Calibri"/>
                <a:ea typeface="Calibri"/>
                <a:cs typeface="Calibri"/>
                <a:sym typeface="Calibri"/>
              </a:rPr>
              <a:t>MAC</a:t>
            </a:r>
            <a:r>
              <a:rPr b="0" lang="en-US">
                <a:solidFill>
                  <a:srgbClr val="000099"/>
                </a:solidFill>
                <a:latin typeface="Calibri"/>
                <a:ea typeface="Calibri"/>
                <a:cs typeface="Calibri"/>
                <a:sym typeface="Calibri"/>
              </a:rPr>
              <a:t> protocols</a:t>
            </a:r>
            <a:endParaRPr b="0" sz="4400">
              <a:latin typeface="Calibri"/>
              <a:ea typeface="Calibri"/>
              <a:cs typeface="Calibri"/>
              <a:sym typeface="Calibri"/>
            </a:endParaRPr>
          </a:p>
        </p:txBody>
      </p:sp>
      <p:sp>
        <p:nvSpPr>
          <p:cNvPr id="2722" name="Google Shape;2722;p5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Link Layer: 6-</a:t>
            </a:r>
            <a:fld id="{00000000-1234-1234-1234-123412341234}" type="slidenum">
              <a:rPr lang="en-US"/>
              <a:t>‹#›</a:t>
            </a:fld>
            <a:endParaRPr/>
          </a:p>
        </p:txBody>
      </p:sp>
      <p:sp>
        <p:nvSpPr>
          <p:cNvPr id="2723" name="Google Shape;2723;p51"/>
          <p:cNvSpPr txBox="1"/>
          <p:nvPr/>
        </p:nvSpPr>
        <p:spPr>
          <a:xfrm>
            <a:off x="1219199" y="1414670"/>
            <a:ext cx="10588487" cy="4906963"/>
          </a:xfrm>
          <a:prstGeom prst="rect">
            <a:avLst/>
          </a:prstGeom>
          <a:noFill/>
          <a:ln>
            <a:noFill/>
          </a:ln>
        </p:spPr>
        <p:txBody>
          <a:bodyPr anchorCtr="0" anchor="t" bIns="45700" lIns="91425" spcFirstLastPara="1" rIns="91425" wrap="square" tIns="45700">
            <a:normAutofit lnSpcReduction="10000"/>
          </a:bodyPr>
          <a:lstStyle/>
          <a:p>
            <a:pPr indent="-231775" lvl="0" marL="23177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C00000"/>
                </a:solidFill>
                <a:latin typeface="Calibri"/>
                <a:ea typeface="Calibri"/>
                <a:cs typeface="Calibri"/>
                <a:sym typeface="Calibri"/>
              </a:rPr>
              <a:t>channel partitioning, </a:t>
            </a:r>
            <a:r>
              <a:rPr b="0" i="0" lang="en-US" sz="2800" u="none" cap="none" strike="noStrike">
                <a:solidFill>
                  <a:schemeClr val="dk1"/>
                </a:solidFill>
                <a:latin typeface="Calibri"/>
                <a:ea typeface="Calibri"/>
                <a:cs typeface="Calibri"/>
                <a:sym typeface="Calibri"/>
              </a:rPr>
              <a:t>by time, frequency or code</a:t>
            </a:r>
            <a:endParaRPr/>
          </a:p>
          <a:p>
            <a:pPr indent="-233362" lvl="1" marL="690563" marR="0" rtl="0" algn="l">
              <a:lnSpc>
                <a:spcPct val="90000"/>
              </a:lnSpc>
              <a:spcBef>
                <a:spcPts val="500"/>
              </a:spcBef>
              <a:spcAft>
                <a:spcPts val="0"/>
              </a:spcAft>
              <a:buClr>
                <a:srgbClr val="0000A8"/>
              </a:buClr>
              <a:buSzPts val="2400"/>
              <a:buFont typeface="Arial"/>
              <a:buChar char="•"/>
            </a:pPr>
            <a:r>
              <a:rPr b="0" i="0" lang="en-US" sz="2400" u="none" cap="none" strike="noStrike">
                <a:solidFill>
                  <a:schemeClr val="dk1"/>
                </a:solidFill>
                <a:latin typeface="Calibri"/>
                <a:ea typeface="Calibri"/>
                <a:cs typeface="Calibri"/>
                <a:sym typeface="Calibri"/>
              </a:rPr>
              <a:t>Time Division, Frequency Division</a:t>
            </a:r>
            <a:endParaRPr/>
          </a:p>
          <a:p>
            <a:pPr indent="-231775" lvl="0" marL="23177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C00000"/>
                </a:solidFill>
                <a:latin typeface="Calibri"/>
                <a:ea typeface="Calibri"/>
                <a:cs typeface="Calibri"/>
                <a:sym typeface="Calibri"/>
              </a:rPr>
              <a:t>random access </a:t>
            </a:r>
            <a:r>
              <a:rPr b="0" i="0" lang="en-US" sz="2800" u="none" cap="none" strike="noStrike">
                <a:solidFill>
                  <a:schemeClr val="dk1"/>
                </a:solidFill>
                <a:latin typeface="Calibri"/>
                <a:ea typeface="Calibri"/>
                <a:cs typeface="Calibri"/>
                <a:sym typeface="Calibri"/>
              </a:rPr>
              <a:t>(dynamic), </a:t>
            </a:r>
            <a:endParaRPr/>
          </a:p>
          <a:p>
            <a:pPr indent="-233362" lvl="1" marL="690563"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ALOHA, S-ALOHA, CSMA, CSMA/CD</a:t>
            </a:r>
            <a:endParaRPr/>
          </a:p>
          <a:p>
            <a:pPr indent="-233362" lvl="1" marL="690563"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carrier sensing: easy in some technologies (wire), hard in others (wireless)</a:t>
            </a:r>
            <a:endParaRPr/>
          </a:p>
          <a:p>
            <a:pPr indent="-233362" lvl="1" marL="690563"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CSMA/CD used in Ethernet</a:t>
            </a:r>
            <a:endParaRPr/>
          </a:p>
          <a:p>
            <a:pPr indent="-233362" lvl="1" marL="690563"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CSMA/CA used in 802.11</a:t>
            </a:r>
            <a:endParaRPr/>
          </a:p>
          <a:p>
            <a:pPr indent="-231775" lvl="0" marL="23177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C00000"/>
                </a:solidFill>
                <a:latin typeface="Calibri"/>
                <a:ea typeface="Calibri"/>
                <a:cs typeface="Calibri"/>
                <a:sym typeface="Calibri"/>
              </a:rPr>
              <a:t>taking turns</a:t>
            </a:r>
            <a:endParaRPr/>
          </a:p>
          <a:p>
            <a:pPr indent="-233362" lvl="1" marL="690563"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polling from central site, token passing</a:t>
            </a:r>
            <a:endParaRPr/>
          </a:p>
          <a:p>
            <a:pPr indent="-233362" lvl="1" marL="690563"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Bluetooth, FDDI,  token ring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8" name="Shape 2728"/>
        <p:cNvGrpSpPr/>
        <p:nvPr/>
      </p:nvGrpSpPr>
      <p:grpSpPr>
        <a:xfrm>
          <a:off x="0" y="0"/>
          <a:ext cx="0" cy="0"/>
          <a:chOff x="0" y="0"/>
          <a:chExt cx="0" cy="0"/>
        </a:xfrm>
      </p:grpSpPr>
      <p:sp>
        <p:nvSpPr>
          <p:cNvPr id="2729" name="Google Shape;2729;p52"/>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Link layer, LANs: roadmap</a:t>
            </a:r>
            <a:endParaRPr sz="4400"/>
          </a:p>
        </p:txBody>
      </p:sp>
      <p:pic>
        <p:nvPicPr>
          <p:cNvPr descr="A train crossing a bridge over a body of water&#10;&#10;Description automatically generated" id="2730" name="Google Shape;2730;p52"/>
          <p:cNvPicPr preferRelativeResize="0"/>
          <p:nvPr/>
        </p:nvPicPr>
        <p:blipFill rotWithShape="1">
          <a:blip r:embed="rId3">
            <a:alphaModFix/>
          </a:blip>
          <a:srcRect b="0" l="0" r="0" t="0"/>
          <a:stretch/>
        </p:blipFill>
        <p:spPr>
          <a:xfrm>
            <a:off x="7239434" y="1891814"/>
            <a:ext cx="3102316" cy="2326737"/>
          </a:xfrm>
          <a:prstGeom prst="rect">
            <a:avLst/>
          </a:prstGeom>
          <a:noFill/>
          <a:ln>
            <a:noFill/>
          </a:ln>
          <a:effectLst>
            <a:outerShdw blurRad="50800" rotWithShape="0" algn="bl" dir="18900000" dist="38100">
              <a:srgbClr val="000000">
                <a:alpha val="40000"/>
              </a:srgbClr>
            </a:outerShdw>
          </a:effectLst>
        </p:spPr>
      </p:pic>
      <p:sp>
        <p:nvSpPr>
          <p:cNvPr id="2731" name="Google Shape;2731;p52"/>
          <p:cNvSpPr txBox="1"/>
          <p:nvPr/>
        </p:nvSpPr>
        <p:spPr>
          <a:xfrm>
            <a:off x="6553857" y="4906563"/>
            <a:ext cx="5066531" cy="981619"/>
          </a:xfrm>
          <a:prstGeom prst="rect">
            <a:avLst/>
          </a:prstGeom>
          <a:noFill/>
          <a:ln>
            <a:noFill/>
          </a:ln>
        </p:spPr>
        <p:txBody>
          <a:bodyPr anchorCtr="0" anchor="t" bIns="45700" lIns="91425" spcFirstLastPara="1" rIns="91425" wrap="square" tIns="45700">
            <a:normAutofit/>
          </a:bodyPr>
          <a:lstStyle/>
          <a:p>
            <a:pPr indent="-333375" lvl="0" marL="457200" marR="0" rtl="0" algn="l">
              <a:lnSpc>
                <a:spcPct val="90000"/>
              </a:lnSpc>
              <a:spcBef>
                <a:spcPts val="0"/>
              </a:spcBef>
              <a:spcAft>
                <a:spcPts val="0"/>
              </a:spcAft>
              <a:buClr>
                <a:srgbClr val="BFBFBF"/>
              </a:buClr>
              <a:buSzPts val="2800"/>
              <a:buFont typeface="Noto Sans Symbols"/>
              <a:buChar char="▪"/>
            </a:pPr>
            <a:r>
              <a:rPr b="0" i="0" lang="en-US" sz="2800" u="none" cap="none" strike="noStrike">
                <a:solidFill>
                  <a:srgbClr val="BFBFBF"/>
                </a:solidFill>
                <a:latin typeface="Calibri"/>
                <a:ea typeface="Calibri"/>
                <a:cs typeface="Calibri"/>
                <a:sym typeface="Calibri"/>
              </a:rPr>
              <a:t>a day in the life of a web request</a:t>
            </a:r>
            <a:endParaRPr/>
          </a:p>
          <a:p>
            <a:pPr indent="-79375" lvl="1" marL="695325" marR="0" rtl="0" algn="l">
              <a:lnSpc>
                <a:spcPct val="90000"/>
              </a:lnSpc>
              <a:spcBef>
                <a:spcPts val="500"/>
              </a:spcBef>
              <a:spcAft>
                <a:spcPts val="0"/>
              </a:spcAft>
              <a:buClr>
                <a:srgbClr val="0000A8"/>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2732" name="Google Shape;2732;p52"/>
          <p:cNvSpPr txBox="1"/>
          <p:nvPr/>
        </p:nvSpPr>
        <p:spPr>
          <a:xfrm>
            <a:off x="1006769" y="1374867"/>
            <a:ext cx="5571867" cy="5039185"/>
          </a:xfrm>
          <a:prstGeom prst="rect">
            <a:avLst/>
          </a:prstGeom>
          <a:noFill/>
          <a:ln>
            <a:noFill/>
          </a:ln>
        </p:spPr>
        <p:txBody>
          <a:bodyPr anchorCtr="0" anchor="t" bIns="45700" lIns="91425" spcFirstLastPara="1" rIns="91425" wrap="square" tIns="45700">
            <a:noAutofit/>
          </a:bodyPr>
          <a:lstStyle/>
          <a:p>
            <a:pPr indent="-274638" lvl="0" marL="285750" marR="0" rtl="0" algn="l">
              <a:lnSpc>
                <a:spcPct val="90000"/>
              </a:lnSpc>
              <a:spcBef>
                <a:spcPts val="0"/>
              </a:spcBef>
              <a:spcAft>
                <a:spcPts val="0"/>
              </a:spcAft>
              <a:buClr>
                <a:srgbClr val="BFBFBF"/>
              </a:buClr>
              <a:buSzPts val="2800"/>
              <a:buFont typeface="Noto Sans Symbols"/>
              <a:buChar char="▪"/>
            </a:pPr>
            <a:r>
              <a:rPr b="0" i="0" lang="en-US" sz="2800" u="none" cap="none" strike="noStrike">
                <a:solidFill>
                  <a:srgbClr val="BFBFBF"/>
                </a:solidFill>
                <a:latin typeface="Calibri"/>
                <a:ea typeface="Calibri"/>
                <a:cs typeface="Calibri"/>
                <a:sym typeface="Calibri"/>
              </a:rPr>
              <a:t>introduction</a:t>
            </a:r>
            <a:endParaRPr/>
          </a:p>
          <a:p>
            <a:pPr indent="-274638" lvl="0" marL="285750" marR="0" rtl="0" algn="l">
              <a:lnSpc>
                <a:spcPct val="90000"/>
              </a:lnSpc>
              <a:spcBef>
                <a:spcPts val="600"/>
              </a:spcBef>
              <a:spcAft>
                <a:spcPts val="0"/>
              </a:spcAft>
              <a:buClr>
                <a:srgbClr val="BFBFBF"/>
              </a:buClr>
              <a:buSzPts val="2800"/>
              <a:buFont typeface="Noto Sans Symbols"/>
              <a:buChar char="▪"/>
            </a:pPr>
            <a:r>
              <a:rPr b="0" i="0" lang="en-US" sz="2800" u="none" cap="none" strike="noStrike">
                <a:solidFill>
                  <a:srgbClr val="BFBFBF"/>
                </a:solidFill>
                <a:latin typeface="Calibri"/>
                <a:ea typeface="Calibri"/>
                <a:cs typeface="Calibri"/>
                <a:sym typeface="Calibri"/>
              </a:rPr>
              <a:t>error detection, correction </a:t>
            </a:r>
            <a:endParaRPr/>
          </a:p>
          <a:p>
            <a:pPr indent="-274638" lvl="0" marL="285750" marR="0" rtl="0" algn="l">
              <a:lnSpc>
                <a:spcPct val="90000"/>
              </a:lnSpc>
              <a:spcBef>
                <a:spcPts val="600"/>
              </a:spcBef>
              <a:spcAft>
                <a:spcPts val="0"/>
              </a:spcAft>
              <a:buClr>
                <a:srgbClr val="BFBFBF"/>
              </a:buClr>
              <a:buSzPts val="2800"/>
              <a:buFont typeface="Noto Sans Symbols"/>
              <a:buChar char="▪"/>
            </a:pPr>
            <a:r>
              <a:rPr b="0" i="0" lang="en-US" sz="2800" u="none" cap="none" strike="noStrike">
                <a:solidFill>
                  <a:srgbClr val="BFBFBF"/>
                </a:solidFill>
                <a:latin typeface="Calibri"/>
                <a:ea typeface="Calibri"/>
                <a:cs typeface="Calibri"/>
                <a:sym typeface="Calibri"/>
              </a:rPr>
              <a:t>multiple access protocols</a:t>
            </a:r>
            <a:endParaRPr/>
          </a:p>
          <a:p>
            <a:pPr indent="-274638" lvl="0" marL="285750" marR="0" rtl="0" algn="l">
              <a:lnSpc>
                <a:spcPct val="90000"/>
              </a:lnSpc>
              <a:spcBef>
                <a:spcPts val="600"/>
              </a:spcBef>
              <a:spcAft>
                <a:spcPts val="0"/>
              </a:spcAft>
              <a:buClr>
                <a:srgbClr val="0000A8"/>
              </a:buClr>
              <a:buSzPts val="3200"/>
              <a:buFont typeface="Noto Sans Symbols"/>
              <a:buChar char="▪"/>
            </a:pPr>
            <a:r>
              <a:rPr b="0" i="0" lang="en-US" sz="3200" u="none" cap="none" strike="noStrike">
                <a:solidFill>
                  <a:srgbClr val="C00000"/>
                </a:solidFill>
                <a:latin typeface="Calibri"/>
                <a:ea typeface="Calibri"/>
                <a:cs typeface="Calibri"/>
                <a:sym typeface="Calibri"/>
              </a:rPr>
              <a:t>LANs</a:t>
            </a:r>
            <a:endParaRPr/>
          </a:p>
          <a:p>
            <a:pPr indent="-274638" lvl="1" marL="628650" marR="0" rtl="0" algn="l">
              <a:lnSpc>
                <a:spcPct val="90000"/>
              </a:lnSpc>
              <a:spcBef>
                <a:spcPts val="600"/>
              </a:spcBef>
              <a:spcAft>
                <a:spcPts val="0"/>
              </a:spcAft>
              <a:buClr>
                <a:srgbClr val="0000A8"/>
              </a:buClr>
              <a:buSzPts val="2800"/>
              <a:buFont typeface="Arial"/>
              <a:buChar char="•"/>
            </a:pPr>
            <a:r>
              <a:rPr b="0" i="0" lang="en-US" sz="2800" u="none" cap="none" strike="noStrike">
                <a:solidFill>
                  <a:srgbClr val="C00000"/>
                </a:solidFill>
                <a:latin typeface="Calibri"/>
                <a:ea typeface="Calibri"/>
                <a:cs typeface="Calibri"/>
                <a:sym typeface="Calibri"/>
              </a:rPr>
              <a:t>addressing, ARP</a:t>
            </a:r>
            <a:endParaRPr/>
          </a:p>
          <a:p>
            <a:pPr indent="-274638" lvl="1" marL="628650" marR="0" rtl="0" algn="l">
              <a:lnSpc>
                <a:spcPct val="90000"/>
              </a:lnSpc>
              <a:spcBef>
                <a:spcPts val="6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Ethernet</a:t>
            </a:r>
            <a:endParaRPr/>
          </a:p>
          <a:p>
            <a:pPr indent="-274638" lvl="1" marL="628650" marR="0" rtl="0" algn="l">
              <a:lnSpc>
                <a:spcPct val="90000"/>
              </a:lnSpc>
              <a:spcBef>
                <a:spcPts val="6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switches</a:t>
            </a:r>
            <a:endParaRPr/>
          </a:p>
          <a:p>
            <a:pPr indent="-274638" lvl="1" marL="628650" marR="0" rtl="0" algn="l">
              <a:lnSpc>
                <a:spcPct val="90000"/>
              </a:lnSpc>
              <a:spcBef>
                <a:spcPts val="6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VLANs</a:t>
            </a:r>
            <a:endParaRPr/>
          </a:p>
          <a:p>
            <a:pPr indent="-274638" lvl="0" marL="285750" marR="0" rtl="0" algn="l">
              <a:lnSpc>
                <a:spcPct val="90000"/>
              </a:lnSpc>
              <a:spcBef>
                <a:spcPts val="600"/>
              </a:spcBef>
              <a:spcAft>
                <a:spcPts val="0"/>
              </a:spcAft>
              <a:buClr>
                <a:srgbClr val="BFBFBF"/>
              </a:buClr>
              <a:buSzPts val="2800"/>
              <a:buFont typeface="Noto Sans Symbols"/>
              <a:buChar char="▪"/>
            </a:pPr>
            <a:r>
              <a:rPr b="0" i="0" lang="en-US" sz="2800" u="none" cap="none" strike="noStrike">
                <a:solidFill>
                  <a:srgbClr val="BFBFBF"/>
                </a:solidFill>
                <a:latin typeface="Calibri"/>
                <a:ea typeface="Calibri"/>
                <a:cs typeface="Calibri"/>
                <a:sym typeface="Calibri"/>
              </a:rPr>
              <a:t>link virtualization: MPLS</a:t>
            </a:r>
            <a:endParaRPr/>
          </a:p>
          <a:p>
            <a:pPr indent="-274638" lvl="0" marL="285750" marR="0" rtl="0" algn="l">
              <a:lnSpc>
                <a:spcPct val="90000"/>
              </a:lnSpc>
              <a:spcBef>
                <a:spcPts val="600"/>
              </a:spcBef>
              <a:spcAft>
                <a:spcPts val="0"/>
              </a:spcAft>
              <a:buClr>
                <a:srgbClr val="BFBFBF"/>
              </a:buClr>
              <a:buSzPts val="2800"/>
              <a:buFont typeface="Noto Sans Symbols"/>
              <a:buChar char="▪"/>
            </a:pPr>
            <a:r>
              <a:rPr b="0" i="0" lang="en-US" sz="2800" u="none" cap="none" strike="noStrike">
                <a:solidFill>
                  <a:srgbClr val="BFBFBF"/>
                </a:solidFill>
                <a:latin typeface="Calibri"/>
                <a:ea typeface="Calibri"/>
                <a:cs typeface="Calibri"/>
                <a:sym typeface="Calibri"/>
              </a:rPr>
              <a:t>data center networking</a:t>
            </a:r>
            <a:endParaRPr/>
          </a:p>
          <a:p>
            <a:pPr indent="-71438" lvl="0" marL="285750" marR="0" rtl="0" algn="l">
              <a:lnSpc>
                <a:spcPct val="90000"/>
              </a:lnSpc>
              <a:spcBef>
                <a:spcPts val="600"/>
              </a:spcBef>
              <a:spcAft>
                <a:spcPts val="0"/>
              </a:spcAft>
              <a:buClr>
                <a:srgbClr val="0000A3"/>
              </a:buClr>
              <a:buSzPts val="3200"/>
              <a:buFont typeface="Noto Sans Symbols"/>
              <a:buNone/>
            </a:pPr>
            <a:r>
              <a:t/>
            </a:r>
            <a:endParaRPr b="0" i="0" sz="3200" u="none" cap="none" strike="noStrike">
              <a:solidFill>
                <a:schemeClr val="dk1"/>
              </a:solidFill>
              <a:latin typeface="Calibri"/>
              <a:ea typeface="Calibri"/>
              <a:cs typeface="Calibri"/>
              <a:sym typeface="Calibri"/>
            </a:endParaRPr>
          </a:p>
          <a:p>
            <a:pPr indent="-96837" lvl="1" marL="628650" marR="0" rtl="0" algn="l">
              <a:lnSpc>
                <a:spcPct val="90000"/>
              </a:lnSpc>
              <a:spcBef>
                <a:spcPts val="600"/>
              </a:spcBef>
              <a:spcAft>
                <a:spcPts val="0"/>
              </a:spcAft>
              <a:buClr>
                <a:srgbClr val="0000A8"/>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2733" name="Google Shape;2733;p5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Link Layer: 6-</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8" name="Shape 2738"/>
        <p:cNvGrpSpPr/>
        <p:nvPr/>
      </p:nvGrpSpPr>
      <p:grpSpPr>
        <a:xfrm>
          <a:off x="0" y="0"/>
          <a:ext cx="0" cy="0"/>
          <a:chOff x="0" y="0"/>
          <a:chExt cx="0" cy="0"/>
        </a:xfrm>
      </p:grpSpPr>
      <p:sp>
        <p:nvSpPr>
          <p:cNvPr id="2739" name="Google Shape;2739;p53"/>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99"/>
              </a:buClr>
              <a:buSzPts val="4400"/>
              <a:buFont typeface="Calibri"/>
              <a:buNone/>
            </a:pPr>
            <a:r>
              <a:rPr b="0" lang="en-US">
                <a:solidFill>
                  <a:srgbClr val="000099"/>
                </a:solidFill>
                <a:latin typeface="Calibri"/>
                <a:ea typeface="Calibri"/>
                <a:cs typeface="Calibri"/>
                <a:sym typeface="Calibri"/>
              </a:rPr>
              <a:t>MAC addresses</a:t>
            </a:r>
            <a:endParaRPr b="0" sz="4400">
              <a:latin typeface="Calibri"/>
              <a:ea typeface="Calibri"/>
              <a:cs typeface="Calibri"/>
              <a:sym typeface="Calibri"/>
            </a:endParaRPr>
          </a:p>
        </p:txBody>
      </p:sp>
      <p:sp>
        <p:nvSpPr>
          <p:cNvPr id="2740" name="Google Shape;2740;p5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Link Layer: 6-</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
        <p:nvSpPr>
          <p:cNvPr id="2741" name="Google Shape;2741;p53"/>
          <p:cNvSpPr txBox="1"/>
          <p:nvPr/>
        </p:nvSpPr>
        <p:spPr>
          <a:xfrm>
            <a:off x="877956" y="1480930"/>
            <a:ext cx="10903227" cy="1981798"/>
          </a:xfrm>
          <a:prstGeom prst="rect">
            <a:avLst/>
          </a:prstGeom>
          <a:noFill/>
          <a:ln>
            <a:noFill/>
          </a:ln>
        </p:spPr>
        <p:txBody>
          <a:bodyPr anchorCtr="0" anchor="t" bIns="45700" lIns="91425" spcFirstLastPara="1" rIns="91425" wrap="square" tIns="45700">
            <a:normAutofit/>
          </a:bodyPr>
          <a:lstStyle/>
          <a:p>
            <a:pPr indent="-339725" lvl="0" marL="35242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32-bit IP address: </a:t>
            </a:r>
            <a:endParaRPr/>
          </a:p>
          <a:p>
            <a:pPr indent="-231775" lvl="1" marL="695325" marR="0" rtl="0" algn="l">
              <a:lnSpc>
                <a:spcPct val="90000"/>
              </a:lnSpc>
              <a:spcBef>
                <a:spcPts val="500"/>
              </a:spcBef>
              <a:spcAft>
                <a:spcPts val="0"/>
              </a:spcAft>
              <a:buClr>
                <a:srgbClr val="0000A8"/>
              </a:buClr>
              <a:buSzPts val="2800"/>
              <a:buFont typeface="Arial"/>
              <a:buChar char="•"/>
            </a:pPr>
            <a:r>
              <a:rPr b="0" i="1" lang="en-US" sz="2800" u="none" cap="none" strike="noStrike">
                <a:solidFill>
                  <a:srgbClr val="000000"/>
                </a:solidFill>
                <a:latin typeface="Calibri"/>
                <a:ea typeface="Calibri"/>
                <a:cs typeface="Calibri"/>
                <a:sym typeface="Calibri"/>
              </a:rPr>
              <a:t>network-layer</a:t>
            </a:r>
            <a:r>
              <a:rPr b="0" i="0" lang="en-US" sz="2800" u="none" cap="none" strike="noStrike">
                <a:solidFill>
                  <a:srgbClr val="000000"/>
                </a:solidFill>
                <a:latin typeface="Calibri"/>
                <a:ea typeface="Calibri"/>
                <a:cs typeface="Calibri"/>
                <a:sym typeface="Calibri"/>
              </a:rPr>
              <a:t> address for interface</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used for layer 3 (network layer) forwarding</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e.g.: 128.119.40.136</a:t>
            </a:r>
            <a:endParaRPr/>
          </a:p>
          <a:p>
            <a:pPr indent="-79375" lvl="1" marL="695325" marR="0" rtl="0" algn="l">
              <a:lnSpc>
                <a:spcPct val="90000"/>
              </a:lnSpc>
              <a:spcBef>
                <a:spcPts val="500"/>
              </a:spcBef>
              <a:spcAft>
                <a:spcPts val="0"/>
              </a:spcAft>
              <a:buClr>
                <a:srgbClr val="0000A8"/>
              </a:buClr>
              <a:buSzPts val="2400"/>
              <a:buFont typeface="Arial"/>
              <a:buNone/>
            </a:pPr>
            <a:r>
              <a:t/>
            </a:r>
            <a:endParaRPr b="0" i="0" sz="2400" u="none" cap="none" strike="noStrike">
              <a:solidFill>
                <a:srgbClr val="000000"/>
              </a:solidFill>
              <a:latin typeface="Gill Sans"/>
              <a:ea typeface="Gill Sans"/>
              <a:cs typeface="Gill Sans"/>
              <a:sym typeface="Gill Sans"/>
            </a:endParaRPr>
          </a:p>
        </p:txBody>
      </p:sp>
      <p:sp>
        <p:nvSpPr>
          <p:cNvPr id="2742" name="Google Shape;2742;p53"/>
          <p:cNvSpPr txBox="1"/>
          <p:nvPr/>
        </p:nvSpPr>
        <p:spPr>
          <a:xfrm>
            <a:off x="925425" y="3402170"/>
            <a:ext cx="10903227" cy="2264112"/>
          </a:xfrm>
          <a:prstGeom prst="rect">
            <a:avLst/>
          </a:prstGeom>
          <a:noFill/>
          <a:ln>
            <a:noFill/>
          </a:ln>
        </p:spPr>
        <p:txBody>
          <a:bodyPr anchorCtr="0" anchor="t" bIns="45700" lIns="91425" spcFirstLastPara="1" rIns="91425" wrap="square" tIns="45700">
            <a:normAutofit/>
          </a:bodyPr>
          <a:lstStyle/>
          <a:p>
            <a:pPr indent="-339725" lvl="0" marL="35242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MAC (or LAN or physical or Ethernet) address:</a:t>
            </a:r>
            <a:r>
              <a:rPr b="0" i="0" lang="en-US" sz="3200" u="none" cap="none" strike="noStrike">
                <a:solidFill>
                  <a:srgbClr val="FF0000"/>
                </a:solidFill>
                <a:latin typeface="Calibri"/>
                <a:ea typeface="Calibri"/>
                <a:cs typeface="Calibri"/>
                <a:sym typeface="Calibri"/>
              </a:rPr>
              <a:t> </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function:</a:t>
            </a:r>
            <a:r>
              <a:rPr b="0" i="0" lang="en-US" sz="2800" u="none" cap="none" strike="noStrike">
                <a:solidFill>
                  <a:srgbClr val="ED7D31"/>
                </a:solidFill>
                <a:latin typeface="Calibri"/>
                <a:ea typeface="Calibri"/>
                <a:cs typeface="Calibri"/>
                <a:sym typeface="Calibri"/>
              </a:rPr>
              <a:t> </a:t>
            </a:r>
            <a:r>
              <a:rPr b="0" i="0" lang="en-US" sz="2800" u="none" cap="none" strike="noStrike">
                <a:solidFill>
                  <a:srgbClr val="0000A8"/>
                </a:solidFill>
                <a:latin typeface="Calibri"/>
                <a:ea typeface="Calibri"/>
                <a:cs typeface="Calibri"/>
                <a:sym typeface="Calibri"/>
              </a:rPr>
              <a:t>used “locally” to get frame from one interface to another physically-connected interface (same subnet, in IP-addressing sense)</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48-bit MAC address (for most LANs) burned in NIC ROM, also sometimes software settable</a:t>
            </a:r>
            <a:endParaRPr/>
          </a:p>
          <a:p>
            <a:pPr indent="-79375" lvl="1" marL="695325" marR="0" rtl="0" algn="l">
              <a:lnSpc>
                <a:spcPct val="90000"/>
              </a:lnSpc>
              <a:spcBef>
                <a:spcPts val="500"/>
              </a:spcBef>
              <a:spcAft>
                <a:spcPts val="0"/>
              </a:spcAft>
              <a:buClr>
                <a:srgbClr val="0000A8"/>
              </a:buClr>
              <a:buSzPts val="2400"/>
              <a:buFont typeface="Arial"/>
              <a:buNone/>
            </a:pPr>
            <a:r>
              <a:t/>
            </a:r>
            <a:endParaRPr b="0" i="0" sz="2400" u="none" cap="none" strike="noStrike">
              <a:solidFill>
                <a:srgbClr val="000000"/>
              </a:solidFill>
              <a:latin typeface="Gill Sans"/>
              <a:ea typeface="Gill Sans"/>
              <a:cs typeface="Gill Sans"/>
              <a:sym typeface="Gill Sans"/>
            </a:endParaRPr>
          </a:p>
        </p:txBody>
      </p:sp>
      <p:grpSp>
        <p:nvGrpSpPr>
          <p:cNvPr id="2743" name="Google Shape;2743;p53"/>
          <p:cNvGrpSpPr/>
          <p:nvPr/>
        </p:nvGrpSpPr>
        <p:grpSpPr>
          <a:xfrm>
            <a:off x="912934" y="5533272"/>
            <a:ext cx="10903227" cy="903016"/>
            <a:chOff x="912934" y="5533272"/>
            <a:chExt cx="10903227" cy="903016"/>
          </a:xfrm>
        </p:grpSpPr>
        <p:sp>
          <p:nvSpPr>
            <p:cNvPr id="2744" name="Google Shape;2744;p53"/>
            <p:cNvSpPr txBox="1"/>
            <p:nvPr/>
          </p:nvSpPr>
          <p:spPr>
            <a:xfrm>
              <a:off x="5649171" y="5789957"/>
              <a:ext cx="3388685"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1800"/>
                <a:buFont typeface="Calibri"/>
                <a:buNone/>
              </a:pPr>
              <a:r>
                <a:rPr b="0" i="1" lang="en-US" sz="1800" u="none" cap="none" strike="noStrike">
                  <a:solidFill>
                    <a:srgbClr val="000099"/>
                  </a:solidFill>
                  <a:latin typeface="Calibri"/>
                  <a:ea typeface="Calibri"/>
                  <a:cs typeface="Calibri"/>
                  <a:sym typeface="Calibri"/>
                </a:rPr>
                <a:t>hexadecimal (base 16) notation</a:t>
              </a:r>
              <a:endParaRPr/>
            </a:p>
            <a:p>
              <a:pPr indent="0" lvl="0" marL="0" marR="0" rtl="0" algn="l">
                <a:lnSpc>
                  <a:spcPct val="100000"/>
                </a:lnSpc>
                <a:spcBef>
                  <a:spcPts val="0"/>
                </a:spcBef>
                <a:spcAft>
                  <a:spcPts val="0"/>
                </a:spcAft>
                <a:buClr>
                  <a:srgbClr val="000099"/>
                </a:buClr>
                <a:buSzPts val="1800"/>
                <a:buFont typeface="Calibri"/>
                <a:buNone/>
              </a:pPr>
              <a:r>
                <a:rPr b="0" i="1" lang="en-US" sz="1800" u="none" cap="none" strike="noStrike">
                  <a:solidFill>
                    <a:srgbClr val="000099"/>
                  </a:solidFill>
                  <a:latin typeface="Calibri"/>
                  <a:ea typeface="Calibri"/>
                  <a:cs typeface="Calibri"/>
                  <a:sym typeface="Calibri"/>
                </a:rPr>
                <a:t>(each “numeral” represents 4 bits)</a:t>
              </a:r>
              <a:endParaRPr/>
            </a:p>
          </p:txBody>
        </p:sp>
        <p:cxnSp>
          <p:nvCxnSpPr>
            <p:cNvPr id="2745" name="Google Shape;2745;p53"/>
            <p:cNvCxnSpPr/>
            <p:nvPr/>
          </p:nvCxnSpPr>
          <p:spPr>
            <a:xfrm rot="10800000">
              <a:off x="5021744" y="5895906"/>
              <a:ext cx="623681" cy="213346"/>
            </a:xfrm>
            <a:prstGeom prst="straightConnector1">
              <a:avLst/>
            </a:prstGeom>
            <a:noFill/>
            <a:ln cap="flat" cmpd="sng" w="9525">
              <a:solidFill>
                <a:schemeClr val="dk1"/>
              </a:solidFill>
              <a:prstDash val="solid"/>
              <a:round/>
              <a:headEnd len="med" w="med" type="none"/>
              <a:tailEnd len="med" w="med" type="none"/>
            </a:ln>
          </p:spPr>
        </p:cxnSp>
        <p:sp>
          <p:nvSpPr>
            <p:cNvPr id="2746" name="Google Shape;2746;p53"/>
            <p:cNvSpPr txBox="1"/>
            <p:nvPr/>
          </p:nvSpPr>
          <p:spPr>
            <a:xfrm>
              <a:off x="912934" y="5533272"/>
              <a:ext cx="10903227" cy="582715"/>
            </a:xfrm>
            <a:prstGeom prst="rect">
              <a:avLst/>
            </a:prstGeom>
            <a:noFill/>
            <a:ln>
              <a:noFill/>
            </a:ln>
          </p:spPr>
          <p:txBody>
            <a:bodyPr anchorCtr="0" anchor="t" bIns="45700" lIns="91425" spcFirstLastPara="1" rIns="91425" wrap="square" tIns="45700">
              <a:normAutofit/>
            </a:bodyPr>
            <a:lstStyle/>
            <a:p>
              <a:pPr indent="-231775" lvl="1" marL="695325" marR="0" rtl="0" algn="l">
                <a:lnSpc>
                  <a:spcPct val="90000"/>
                </a:lnSpc>
                <a:spcBef>
                  <a:spcPts val="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e.g.: 1A-2F-BB-76-09-AD</a:t>
              </a:r>
              <a:endParaRPr/>
            </a:p>
            <a:p>
              <a:pPr indent="-79375" lvl="1" marL="695325" marR="0" rtl="0" algn="l">
                <a:lnSpc>
                  <a:spcPct val="90000"/>
                </a:lnSpc>
                <a:spcBef>
                  <a:spcPts val="500"/>
                </a:spcBef>
                <a:spcAft>
                  <a:spcPts val="0"/>
                </a:spcAft>
                <a:buClr>
                  <a:srgbClr val="0000A8"/>
                </a:buClr>
                <a:buSzPts val="2400"/>
                <a:buFont typeface="Arial"/>
                <a:buNone/>
              </a:pPr>
              <a:r>
                <a:t/>
              </a:r>
              <a:endParaRPr b="0" i="0" sz="2400" u="none" cap="none" strike="noStrike">
                <a:solidFill>
                  <a:srgbClr val="000000"/>
                </a:solidFill>
                <a:latin typeface="Gill Sans"/>
                <a:ea typeface="Gill Sans"/>
                <a:cs typeface="Gill Sans"/>
                <a:sym typeface="Gill Sans"/>
              </a:endParaRPr>
            </a:p>
          </p:txBody>
        </p:sp>
      </p:gr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42"/>
                                        </p:tgtEl>
                                        <p:attrNameLst>
                                          <p:attrName>style.visibility</p:attrName>
                                        </p:attrNameLst>
                                      </p:cBhvr>
                                      <p:to>
                                        <p:strVal val="visible"/>
                                      </p:to>
                                    </p:set>
                                    <p:animEffect filter="fade" transition="in">
                                      <p:cBhvr>
                                        <p:cTn dur="500"/>
                                        <p:tgtEl>
                                          <p:spTgt spid="27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43"/>
                                        </p:tgtEl>
                                        <p:attrNameLst>
                                          <p:attrName>style.visibility</p:attrName>
                                        </p:attrNameLst>
                                      </p:cBhvr>
                                      <p:to>
                                        <p:strVal val="visible"/>
                                      </p:to>
                                    </p:set>
                                    <p:animEffect filter="fade" transition="in">
                                      <p:cBhvr>
                                        <p:cTn dur="500"/>
                                        <p:tgtEl>
                                          <p:spTgt spid="27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1" name="Shape 2751"/>
        <p:cNvGrpSpPr/>
        <p:nvPr/>
      </p:nvGrpSpPr>
      <p:grpSpPr>
        <a:xfrm>
          <a:off x="0" y="0"/>
          <a:ext cx="0" cy="0"/>
          <a:chOff x="0" y="0"/>
          <a:chExt cx="0" cy="0"/>
        </a:xfrm>
      </p:grpSpPr>
      <p:cxnSp>
        <p:nvCxnSpPr>
          <p:cNvPr id="2752" name="Google Shape;2752;p54"/>
          <p:cNvCxnSpPr/>
          <p:nvPr/>
        </p:nvCxnSpPr>
        <p:spPr>
          <a:xfrm>
            <a:off x="4798734" y="4271477"/>
            <a:ext cx="901700" cy="0"/>
          </a:xfrm>
          <a:prstGeom prst="straightConnector1">
            <a:avLst/>
          </a:prstGeom>
          <a:noFill/>
          <a:ln cap="flat" cmpd="sng" w="9525">
            <a:solidFill>
              <a:srgbClr val="000000"/>
            </a:solidFill>
            <a:prstDash val="solid"/>
            <a:round/>
            <a:headEnd len="med" w="med" type="none"/>
            <a:tailEnd len="med" w="med" type="none"/>
          </a:ln>
        </p:spPr>
      </p:cxnSp>
      <p:cxnSp>
        <p:nvCxnSpPr>
          <p:cNvPr id="2753" name="Google Shape;2753;p54"/>
          <p:cNvCxnSpPr/>
          <p:nvPr/>
        </p:nvCxnSpPr>
        <p:spPr>
          <a:xfrm>
            <a:off x="6583225" y="3351624"/>
            <a:ext cx="0" cy="655637"/>
          </a:xfrm>
          <a:prstGeom prst="straightConnector1">
            <a:avLst/>
          </a:prstGeom>
          <a:noFill/>
          <a:ln cap="flat" cmpd="sng" w="9525">
            <a:solidFill>
              <a:srgbClr val="000000"/>
            </a:solidFill>
            <a:prstDash val="solid"/>
            <a:round/>
            <a:headEnd len="med" w="med" type="none"/>
            <a:tailEnd len="med" w="med" type="none"/>
          </a:ln>
        </p:spPr>
      </p:cxnSp>
      <p:cxnSp>
        <p:nvCxnSpPr>
          <p:cNvPr id="2754" name="Google Shape;2754;p54"/>
          <p:cNvCxnSpPr/>
          <p:nvPr/>
        </p:nvCxnSpPr>
        <p:spPr>
          <a:xfrm rot="10800000">
            <a:off x="6359594" y="5298866"/>
            <a:ext cx="0" cy="438150"/>
          </a:xfrm>
          <a:prstGeom prst="straightConnector1">
            <a:avLst/>
          </a:prstGeom>
          <a:noFill/>
          <a:ln cap="flat" cmpd="sng" w="9525">
            <a:solidFill>
              <a:srgbClr val="000000"/>
            </a:solidFill>
            <a:prstDash val="solid"/>
            <a:round/>
            <a:headEnd len="med" w="med" type="none"/>
            <a:tailEnd len="med" w="med" type="none"/>
          </a:ln>
        </p:spPr>
      </p:cxnSp>
      <p:sp>
        <p:nvSpPr>
          <p:cNvPr id="2755" name="Google Shape;2755;p54"/>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99"/>
              </a:buClr>
              <a:buSzPts val="4400"/>
              <a:buFont typeface="Calibri"/>
              <a:buNone/>
            </a:pPr>
            <a:r>
              <a:rPr b="0" lang="en-US">
                <a:solidFill>
                  <a:srgbClr val="000099"/>
                </a:solidFill>
                <a:latin typeface="Calibri"/>
                <a:ea typeface="Calibri"/>
                <a:cs typeface="Calibri"/>
                <a:sym typeface="Calibri"/>
              </a:rPr>
              <a:t>MAC addresses</a:t>
            </a:r>
            <a:endParaRPr b="0" sz="4400">
              <a:latin typeface="Calibri"/>
              <a:ea typeface="Calibri"/>
              <a:cs typeface="Calibri"/>
              <a:sym typeface="Calibri"/>
            </a:endParaRPr>
          </a:p>
        </p:txBody>
      </p:sp>
      <p:sp>
        <p:nvSpPr>
          <p:cNvPr id="2756" name="Google Shape;2756;p5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Link Layer: 6-</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
        <p:nvSpPr>
          <p:cNvPr id="2757" name="Google Shape;2757;p54"/>
          <p:cNvSpPr txBox="1"/>
          <p:nvPr/>
        </p:nvSpPr>
        <p:spPr>
          <a:xfrm>
            <a:off x="1219200" y="1216922"/>
            <a:ext cx="8331255"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each interface on LAN </a:t>
            </a:r>
            <a:endParaRPr/>
          </a:p>
          <a:p>
            <a:pPr indent="-274638" lvl="0" marL="457200" marR="0" rtl="0" algn="l">
              <a:lnSpc>
                <a:spcPct val="100000"/>
              </a:lnSpc>
              <a:spcBef>
                <a:spcPts val="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has unique 48-bit </a:t>
            </a:r>
            <a:r>
              <a:rPr b="0" i="0" lang="en-US" sz="2800" u="none" cap="none" strike="noStrike">
                <a:solidFill>
                  <a:srgbClr val="0000A8"/>
                </a:solidFill>
                <a:latin typeface="Calibri"/>
                <a:ea typeface="Calibri"/>
                <a:cs typeface="Calibri"/>
                <a:sym typeface="Calibri"/>
              </a:rPr>
              <a:t>MAC</a:t>
            </a:r>
            <a:r>
              <a:rPr b="0" i="0" lang="en-US" sz="2800" u="none" cap="none" strike="noStrike">
                <a:solidFill>
                  <a:srgbClr val="000000"/>
                </a:solidFill>
                <a:latin typeface="Calibri"/>
                <a:ea typeface="Calibri"/>
                <a:cs typeface="Calibri"/>
                <a:sym typeface="Calibri"/>
              </a:rPr>
              <a:t> address</a:t>
            </a:r>
            <a:endParaRPr/>
          </a:p>
          <a:p>
            <a:pPr indent="-274638" lvl="0" marL="457200" marR="0" rtl="0" algn="l">
              <a:lnSpc>
                <a:spcPct val="100000"/>
              </a:lnSpc>
              <a:spcBef>
                <a:spcPts val="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has a locally unique 32-bit IP address (as we’ve seen)</a:t>
            </a:r>
            <a:endParaRPr/>
          </a:p>
        </p:txBody>
      </p:sp>
      <p:sp>
        <p:nvSpPr>
          <p:cNvPr id="2758" name="Google Shape;2758;p54"/>
          <p:cNvSpPr/>
          <p:nvPr/>
        </p:nvSpPr>
        <p:spPr>
          <a:xfrm>
            <a:off x="5425937" y="3593615"/>
            <a:ext cx="2046288" cy="2049462"/>
          </a:xfrm>
          <a:custGeom>
            <a:rect b="b" l="l" r="r" t="t"/>
            <a:pathLst>
              <a:path extrusionOk="0" h="1255" w="1292">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2759" name="Google Shape;2759;p54"/>
          <p:cNvCxnSpPr/>
          <p:nvPr/>
        </p:nvCxnSpPr>
        <p:spPr>
          <a:xfrm rot="10800000">
            <a:off x="7446825" y="4320484"/>
            <a:ext cx="796925" cy="0"/>
          </a:xfrm>
          <a:prstGeom prst="straightConnector1">
            <a:avLst/>
          </a:prstGeom>
          <a:noFill/>
          <a:ln cap="flat" cmpd="sng" w="9525">
            <a:solidFill>
              <a:srgbClr val="000000"/>
            </a:solidFill>
            <a:prstDash val="solid"/>
            <a:round/>
            <a:headEnd len="med" w="med" type="none"/>
            <a:tailEnd len="med" w="med" type="none"/>
          </a:ln>
        </p:spPr>
      </p:cxnSp>
      <p:sp>
        <p:nvSpPr>
          <p:cNvPr id="2760" name="Google Shape;2760;p54"/>
          <p:cNvSpPr txBox="1"/>
          <p:nvPr/>
        </p:nvSpPr>
        <p:spPr>
          <a:xfrm>
            <a:off x="6890648" y="3308137"/>
            <a:ext cx="1781175"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1A-2F-BB-76-09-AD</a:t>
            </a:r>
            <a:endParaRPr/>
          </a:p>
        </p:txBody>
      </p:sp>
      <p:cxnSp>
        <p:nvCxnSpPr>
          <p:cNvPr id="2761" name="Google Shape;2761;p54"/>
          <p:cNvCxnSpPr/>
          <p:nvPr/>
        </p:nvCxnSpPr>
        <p:spPr>
          <a:xfrm rot="10800000">
            <a:off x="8005327" y="4436502"/>
            <a:ext cx="0" cy="373063"/>
          </a:xfrm>
          <a:prstGeom prst="straightConnector1">
            <a:avLst/>
          </a:prstGeom>
          <a:noFill/>
          <a:ln cap="flat" cmpd="sng" w="9525">
            <a:solidFill>
              <a:srgbClr val="000000"/>
            </a:solidFill>
            <a:prstDash val="solid"/>
            <a:round/>
            <a:headEnd len="med" w="med" type="none"/>
            <a:tailEnd len="med" w="med" type="triangle"/>
          </a:ln>
        </p:spPr>
      </p:cxnSp>
      <p:sp>
        <p:nvSpPr>
          <p:cNvPr id="2762" name="Google Shape;2762;p54"/>
          <p:cNvSpPr txBox="1"/>
          <p:nvPr/>
        </p:nvSpPr>
        <p:spPr>
          <a:xfrm>
            <a:off x="7909197" y="4779066"/>
            <a:ext cx="173990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58-23-D7-FA-20-B0</a:t>
            </a:r>
            <a:endParaRPr/>
          </a:p>
        </p:txBody>
      </p:sp>
      <p:cxnSp>
        <p:nvCxnSpPr>
          <p:cNvPr id="2763" name="Google Shape;2763;p54"/>
          <p:cNvCxnSpPr/>
          <p:nvPr/>
        </p:nvCxnSpPr>
        <p:spPr>
          <a:xfrm rot="10800000">
            <a:off x="6462781" y="5733635"/>
            <a:ext cx="360363" cy="0"/>
          </a:xfrm>
          <a:prstGeom prst="straightConnector1">
            <a:avLst/>
          </a:prstGeom>
          <a:noFill/>
          <a:ln cap="flat" cmpd="sng" w="9525">
            <a:solidFill>
              <a:srgbClr val="000000"/>
            </a:solidFill>
            <a:prstDash val="solid"/>
            <a:round/>
            <a:headEnd len="med" w="med" type="none"/>
            <a:tailEnd len="med" w="med" type="triangle"/>
          </a:ln>
        </p:spPr>
      </p:cxnSp>
      <p:sp>
        <p:nvSpPr>
          <p:cNvPr id="2764" name="Google Shape;2764;p54"/>
          <p:cNvSpPr txBox="1"/>
          <p:nvPr/>
        </p:nvSpPr>
        <p:spPr>
          <a:xfrm>
            <a:off x="6785122" y="5577774"/>
            <a:ext cx="1749425"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0C-C4-11-6F-E3-98</a:t>
            </a:r>
            <a:endParaRPr/>
          </a:p>
        </p:txBody>
      </p:sp>
      <p:cxnSp>
        <p:nvCxnSpPr>
          <p:cNvPr id="2765" name="Google Shape;2765;p54"/>
          <p:cNvCxnSpPr/>
          <p:nvPr/>
        </p:nvCxnSpPr>
        <p:spPr>
          <a:xfrm rot="10800000">
            <a:off x="4735234" y="4427052"/>
            <a:ext cx="0" cy="373063"/>
          </a:xfrm>
          <a:prstGeom prst="straightConnector1">
            <a:avLst/>
          </a:prstGeom>
          <a:noFill/>
          <a:ln cap="flat" cmpd="sng" w="9525">
            <a:solidFill>
              <a:srgbClr val="000000"/>
            </a:solidFill>
            <a:prstDash val="solid"/>
            <a:round/>
            <a:headEnd len="med" w="med" type="none"/>
            <a:tailEnd len="med" w="med" type="triangle"/>
          </a:ln>
        </p:spPr>
      </p:cxnSp>
      <p:sp>
        <p:nvSpPr>
          <p:cNvPr id="2766" name="Google Shape;2766;p54"/>
          <p:cNvSpPr txBox="1"/>
          <p:nvPr/>
        </p:nvSpPr>
        <p:spPr>
          <a:xfrm>
            <a:off x="3817659" y="4801702"/>
            <a:ext cx="168910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71-65-F7-2B-08-53</a:t>
            </a:r>
            <a:endParaRPr/>
          </a:p>
        </p:txBody>
      </p:sp>
      <p:sp>
        <p:nvSpPr>
          <p:cNvPr id="2767" name="Google Shape;2767;p54"/>
          <p:cNvSpPr txBox="1"/>
          <p:nvPr/>
        </p:nvSpPr>
        <p:spPr>
          <a:xfrm>
            <a:off x="5327374" y="3992146"/>
            <a:ext cx="2173357" cy="86177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   </a:t>
            </a:r>
            <a:r>
              <a:rPr b="0" i="0" lang="en-US" sz="1800" u="none" cap="none" strike="noStrike">
                <a:solidFill>
                  <a:srgbClr val="000000"/>
                </a:solidFill>
                <a:latin typeface="Calibri"/>
                <a:ea typeface="Calibri"/>
                <a:cs typeface="Calibri"/>
                <a:sym typeface="Calibri"/>
              </a:rPr>
              <a:t>LAN</a:t>
            </a:r>
            <a:endParaRPr/>
          </a:p>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(wired or wireless)</a:t>
            </a:r>
            <a:endParaRPr/>
          </a:p>
          <a:p>
            <a:pPr indent="0" lvl="0" marL="0" marR="0" rtl="0" algn="ctr">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137.196.7/24</a:t>
            </a:r>
            <a:endParaRPr b="0" i="0" sz="1800" u="none" cap="none" strike="noStrike">
              <a:solidFill>
                <a:srgbClr val="000000"/>
              </a:solidFill>
              <a:latin typeface="Calibri"/>
              <a:ea typeface="Calibri"/>
              <a:cs typeface="Calibri"/>
              <a:sym typeface="Calibri"/>
            </a:endParaRPr>
          </a:p>
        </p:txBody>
      </p:sp>
      <p:sp>
        <p:nvSpPr>
          <p:cNvPr id="2768" name="Google Shape;2768;p54"/>
          <p:cNvSpPr/>
          <p:nvPr/>
        </p:nvSpPr>
        <p:spPr>
          <a:xfrm>
            <a:off x="6488853" y="3353446"/>
            <a:ext cx="160338" cy="25558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grpSp>
        <p:nvGrpSpPr>
          <p:cNvPr id="2769" name="Google Shape;2769;p54"/>
          <p:cNvGrpSpPr/>
          <p:nvPr/>
        </p:nvGrpSpPr>
        <p:grpSpPr>
          <a:xfrm>
            <a:off x="6030223" y="2820774"/>
            <a:ext cx="812800" cy="658813"/>
            <a:chOff x="-44" y="1473"/>
            <a:chExt cx="981" cy="1105"/>
          </a:xfrm>
        </p:grpSpPr>
        <p:pic>
          <p:nvPicPr>
            <p:cNvPr descr="desktop_computer_stylized_medium" id="2770" name="Google Shape;2770;p5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771" name="Google Shape;2771;p5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2772" name="Google Shape;2772;p54"/>
          <p:cNvSpPr/>
          <p:nvPr/>
        </p:nvSpPr>
        <p:spPr>
          <a:xfrm rot="5400000">
            <a:off x="4597155" y="4139781"/>
            <a:ext cx="160338" cy="25558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sp>
        <p:nvSpPr>
          <p:cNvPr id="2773" name="Google Shape;2773;p54"/>
          <p:cNvSpPr/>
          <p:nvPr/>
        </p:nvSpPr>
        <p:spPr>
          <a:xfrm>
            <a:off x="6287678" y="5606756"/>
            <a:ext cx="160338" cy="25558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sp>
        <p:nvSpPr>
          <p:cNvPr id="2774" name="Google Shape;2774;p54"/>
          <p:cNvSpPr/>
          <p:nvPr/>
        </p:nvSpPr>
        <p:spPr>
          <a:xfrm rot="5400000">
            <a:off x="8031860" y="4201701"/>
            <a:ext cx="160338" cy="25558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grpSp>
        <p:nvGrpSpPr>
          <p:cNvPr id="2775" name="Google Shape;2775;p54"/>
          <p:cNvGrpSpPr/>
          <p:nvPr/>
        </p:nvGrpSpPr>
        <p:grpSpPr>
          <a:xfrm>
            <a:off x="3922434" y="3893652"/>
            <a:ext cx="812800" cy="658813"/>
            <a:chOff x="-44" y="1473"/>
            <a:chExt cx="981" cy="1105"/>
          </a:xfrm>
        </p:grpSpPr>
        <p:pic>
          <p:nvPicPr>
            <p:cNvPr descr="desktop_computer_stylized_medium" id="2776" name="Google Shape;2776;p5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777" name="Google Shape;2777;p5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2778" name="Google Shape;2778;p54"/>
          <p:cNvGrpSpPr/>
          <p:nvPr/>
        </p:nvGrpSpPr>
        <p:grpSpPr>
          <a:xfrm>
            <a:off x="7880069" y="4049022"/>
            <a:ext cx="812800" cy="658812"/>
            <a:chOff x="-26" y="1473"/>
            <a:chExt cx="981" cy="1105"/>
          </a:xfrm>
        </p:grpSpPr>
        <p:pic>
          <p:nvPicPr>
            <p:cNvPr descr="desktop_computer_stylized_medium" id="2779" name="Google Shape;2779;p54"/>
            <p:cNvPicPr preferRelativeResize="0"/>
            <p:nvPr/>
          </p:nvPicPr>
          <p:blipFill rotWithShape="1">
            <a:blip r:embed="rId3">
              <a:alphaModFix/>
            </a:blip>
            <a:srcRect b="0" l="0" r="0" t="0"/>
            <a:stretch/>
          </p:blipFill>
          <p:spPr>
            <a:xfrm flipH="1">
              <a:off x="-26" y="1473"/>
              <a:ext cx="981" cy="1105"/>
            </a:xfrm>
            <a:prstGeom prst="rect">
              <a:avLst/>
            </a:prstGeom>
            <a:noFill/>
            <a:ln>
              <a:noFill/>
            </a:ln>
          </p:spPr>
        </p:pic>
        <p:sp>
          <p:nvSpPr>
            <p:cNvPr id="2780" name="Google Shape;2780;p5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cxnSp>
        <p:nvCxnSpPr>
          <p:cNvPr id="2781" name="Google Shape;2781;p54"/>
          <p:cNvCxnSpPr/>
          <p:nvPr/>
        </p:nvCxnSpPr>
        <p:spPr>
          <a:xfrm rot="10800000">
            <a:off x="6719722" y="3486836"/>
            <a:ext cx="254833" cy="0"/>
          </a:xfrm>
          <a:prstGeom prst="straightConnector1">
            <a:avLst/>
          </a:prstGeom>
          <a:noFill/>
          <a:ln cap="flat" cmpd="sng" w="9525">
            <a:solidFill>
              <a:schemeClr val="dk1"/>
            </a:solidFill>
            <a:prstDash val="solid"/>
            <a:miter lim="800000"/>
            <a:headEnd len="sm" w="sm" type="none"/>
            <a:tailEnd len="med" w="med" type="triangle"/>
          </a:ln>
        </p:spPr>
      </p:cxnSp>
      <p:grpSp>
        <p:nvGrpSpPr>
          <p:cNvPr id="2782" name="Google Shape;2782;p54"/>
          <p:cNvGrpSpPr/>
          <p:nvPr/>
        </p:nvGrpSpPr>
        <p:grpSpPr>
          <a:xfrm>
            <a:off x="5832544" y="5800310"/>
            <a:ext cx="812800" cy="658813"/>
            <a:chOff x="-44" y="1473"/>
            <a:chExt cx="981" cy="1105"/>
          </a:xfrm>
        </p:grpSpPr>
        <p:pic>
          <p:nvPicPr>
            <p:cNvPr descr="desktop_computer_stylized_medium" id="2783" name="Google Shape;2783;p5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784" name="Google Shape;2784;p5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2785" name="Google Shape;2785;p54"/>
          <p:cNvSpPr txBox="1"/>
          <p:nvPr/>
        </p:nvSpPr>
        <p:spPr>
          <a:xfrm>
            <a:off x="6867458" y="3093691"/>
            <a:ext cx="1217612"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137.196.7.78</a:t>
            </a:r>
            <a:endParaRPr/>
          </a:p>
        </p:txBody>
      </p:sp>
      <p:sp>
        <p:nvSpPr>
          <p:cNvPr id="2786" name="Google Shape;2786;p54"/>
          <p:cNvSpPr txBox="1"/>
          <p:nvPr/>
        </p:nvSpPr>
        <p:spPr>
          <a:xfrm>
            <a:off x="7903609" y="4977848"/>
            <a:ext cx="1217612"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137.196.7.14</a:t>
            </a:r>
            <a:endParaRPr/>
          </a:p>
        </p:txBody>
      </p:sp>
      <p:sp>
        <p:nvSpPr>
          <p:cNvPr id="2787" name="Google Shape;2787;p54"/>
          <p:cNvSpPr txBox="1"/>
          <p:nvPr/>
        </p:nvSpPr>
        <p:spPr>
          <a:xfrm>
            <a:off x="6746875" y="5795342"/>
            <a:ext cx="1217613"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137.196.7.88</a:t>
            </a:r>
            <a:endParaRPr/>
          </a:p>
        </p:txBody>
      </p:sp>
      <p:sp>
        <p:nvSpPr>
          <p:cNvPr id="2788" name="Google Shape;2788;p54"/>
          <p:cNvSpPr txBox="1"/>
          <p:nvPr/>
        </p:nvSpPr>
        <p:spPr>
          <a:xfrm>
            <a:off x="3822352" y="5017604"/>
            <a:ext cx="1217612"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137.196.7.23</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3" name="Shape 2793"/>
        <p:cNvGrpSpPr/>
        <p:nvPr/>
      </p:nvGrpSpPr>
      <p:grpSpPr>
        <a:xfrm>
          <a:off x="0" y="0"/>
          <a:ext cx="0" cy="0"/>
          <a:chOff x="0" y="0"/>
          <a:chExt cx="0" cy="0"/>
        </a:xfrm>
      </p:grpSpPr>
      <p:sp>
        <p:nvSpPr>
          <p:cNvPr id="2794" name="Google Shape;2794;p55"/>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99"/>
              </a:buClr>
              <a:buSzPts val="4400"/>
              <a:buFont typeface="Calibri"/>
              <a:buNone/>
            </a:pPr>
            <a:r>
              <a:rPr b="0" lang="en-US">
                <a:solidFill>
                  <a:srgbClr val="000099"/>
                </a:solidFill>
                <a:latin typeface="Calibri"/>
                <a:ea typeface="Calibri"/>
                <a:cs typeface="Calibri"/>
                <a:sym typeface="Calibri"/>
              </a:rPr>
              <a:t>MAC addresses</a:t>
            </a:r>
            <a:endParaRPr b="0" sz="4400">
              <a:latin typeface="Calibri"/>
              <a:ea typeface="Calibri"/>
              <a:cs typeface="Calibri"/>
              <a:sym typeface="Calibri"/>
            </a:endParaRPr>
          </a:p>
        </p:txBody>
      </p:sp>
      <p:sp>
        <p:nvSpPr>
          <p:cNvPr id="2795" name="Google Shape;2795;p5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Link Layer: 6-</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
        <p:nvSpPr>
          <p:cNvPr id="2796" name="Google Shape;2796;p55"/>
          <p:cNvSpPr txBox="1"/>
          <p:nvPr/>
        </p:nvSpPr>
        <p:spPr>
          <a:xfrm>
            <a:off x="1010477" y="1441173"/>
            <a:ext cx="10028583" cy="5012635"/>
          </a:xfrm>
          <a:prstGeom prst="rect">
            <a:avLst/>
          </a:prstGeom>
          <a:noFill/>
          <a:ln>
            <a:noFill/>
          </a:ln>
        </p:spPr>
        <p:txBody>
          <a:bodyPr anchorCtr="0" anchor="t" bIns="45700" lIns="91425" spcFirstLastPara="1" rIns="91425" wrap="square" tIns="45700">
            <a:normAutofit/>
          </a:bodyPr>
          <a:lstStyle/>
          <a:p>
            <a:pPr indent="-274638" lvl="0" marL="404813"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MAC address allocation administered by IEEE</a:t>
            </a:r>
            <a:endParaRPr/>
          </a:p>
          <a:p>
            <a:pPr indent="-274638" lvl="0" marL="404813"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manufacturer buys portion of MAC address space (to assure uniqueness)</a:t>
            </a:r>
            <a:endParaRPr/>
          </a:p>
          <a:p>
            <a:pPr indent="-274638" lvl="0" marL="404813"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analogy:</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MAC address: like Social Security Number</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IP address: like postal address</a:t>
            </a:r>
            <a:endParaRPr/>
          </a:p>
          <a:p>
            <a:pPr indent="-222250" lvl="0" marL="352425"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 MAC flat address: portability </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can move interface from one LAN to another</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recall IP address </a:t>
            </a:r>
            <a:r>
              <a:rPr b="0" i="1" lang="en-US" sz="2800" u="none" cap="none" strike="noStrike">
                <a:solidFill>
                  <a:srgbClr val="000000"/>
                </a:solidFill>
                <a:latin typeface="Calibri"/>
                <a:ea typeface="Calibri"/>
                <a:cs typeface="Calibri"/>
                <a:sym typeface="Calibri"/>
              </a:rPr>
              <a:t>not</a:t>
            </a:r>
            <a:r>
              <a:rPr b="0" i="0" lang="en-US" sz="2800" u="none" cap="none" strike="noStrike">
                <a:solidFill>
                  <a:srgbClr val="000000"/>
                </a:solidFill>
                <a:latin typeface="Calibri"/>
                <a:ea typeface="Calibri"/>
                <a:cs typeface="Calibri"/>
                <a:sym typeface="Calibri"/>
              </a:rPr>
              <a:t> portable: depends on IP subnet to which node is attached</a:t>
            </a:r>
            <a:endParaRPr/>
          </a:p>
          <a:p>
            <a:pPr indent="-19050" lvl="0" marL="352425" marR="0" rtl="0" algn="l">
              <a:lnSpc>
                <a:spcPct val="90000"/>
              </a:lnSpc>
              <a:spcBef>
                <a:spcPts val="1000"/>
              </a:spcBef>
              <a:spcAft>
                <a:spcPts val="0"/>
              </a:spcAft>
              <a:buClr>
                <a:srgbClr val="0000A3"/>
              </a:buClr>
              <a:buSzPts val="3200"/>
              <a:buFont typeface="Noto Sans Symbols"/>
              <a:buNone/>
            </a:pPr>
            <a:r>
              <a:t/>
            </a:r>
            <a:endParaRPr b="0" i="0" sz="3200" u="none" cap="none" strike="noStrike">
              <a:solidFill>
                <a:srgbClr val="000000"/>
              </a:solidFill>
              <a:latin typeface="Gill Sans"/>
              <a:ea typeface="Gill Sans"/>
              <a:cs typeface="Gill Sans"/>
              <a:sym typeface="Gill Sans"/>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96">
                                            <p:txEl>
                                              <p:pRg end="0" st="0"/>
                                            </p:txEl>
                                          </p:spTgt>
                                        </p:tgtEl>
                                        <p:attrNameLst>
                                          <p:attrName>style.visibility</p:attrName>
                                        </p:attrNameLst>
                                      </p:cBhvr>
                                      <p:to>
                                        <p:strVal val="visible"/>
                                      </p:to>
                                    </p:set>
                                    <p:animEffect filter="fade" transition="in">
                                      <p:cBhvr>
                                        <p:cTn dur="500"/>
                                        <p:tgtEl>
                                          <p:spTgt spid="279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96">
                                            <p:txEl>
                                              <p:pRg end="1" st="1"/>
                                            </p:txEl>
                                          </p:spTgt>
                                        </p:tgtEl>
                                        <p:attrNameLst>
                                          <p:attrName>style.visibility</p:attrName>
                                        </p:attrNameLst>
                                      </p:cBhvr>
                                      <p:to>
                                        <p:strVal val="visible"/>
                                      </p:to>
                                    </p:set>
                                    <p:animEffect filter="fade" transition="in">
                                      <p:cBhvr>
                                        <p:cTn dur="500"/>
                                        <p:tgtEl>
                                          <p:spTgt spid="279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96">
                                            <p:txEl>
                                              <p:pRg end="2" st="2"/>
                                            </p:txEl>
                                          </p:spTgt>
                                        </p:tgtEl>
                                        <p:attrNameLst>
                                          <p:attrName>style.visibility</p:attrName>
                                        </p:attrNameLst>
                                      </p:cBhvr>
                                      <p:to>
                                        <p:strVal val="visible"/>
                                      </p:to>
                                    </p:set>
                                    <p:animEffect filter="fade" transition="in">
                                      <p:cBhvr>
                                        <p:cTn dur="500"/>
                                        <p:tgtEl>
                                          <p:spTgt spid="279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96">
                                            <p:txEl>
                                              <p:pRg end="3" st="3"/>
                                            </p:txEl>
                                          </p:spTgt>
                                        </p:tgtEl>
                                        <p:attrNameLst>
                                          <p:attrName>style.visibility</p:attrName>
                                        </p:attrNameLst>
                                      </p:cBhvr>
                                      <p:to>
                                        <p:strVal val="visible"/>
                                      </p:to>
                                    </p:set>
                                    <p:animEffect filter="fade" transition="in">
                                      <p:cBhvr>
                                        <p:cTn dur="500"/>
                                        <p:tgtEl>
                                          <p:spTgt spid="279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96">
                                            <p:txEl>
                                              <p:pRg end="4" st="4"/>
                                            </p:txEl>
                                          </p:spTgt>
                                        </p:tgtEl>
                                        <p:attrNameLst>
                                          <p:attrName>style.visibility</p:attrName>
                                        </p:attrNameLst>
                                      </p:cBhvr>
                                      <p:to>
                                        <p:strVal val="visible"/>
                                      </p:to>
                                    </p:set>
                                    <p:animEffect filter="fade" transition="in">
                                      <p:cBhvr>
                                        <p:cTn dur="500"/>
                                        <p:tgtEl>
                                          <p:spTgt spid="279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96">
                                            <p:txEl>
                                              <p:pRg end="5" st="5"/>
                                            </p:txEl>
                                          </p:spTgt>
                                        </p:tgtEl>
                                        <p:attrNameLst>
                                          <p:attrName>style.visibility</p:attrName>
                                        </p:attrNameLst>
                                      </p:cBhvr>
                                      <p:to>
                                        <p:strVal val="visible"/>
                                      </p:to>
                                    </p:set>
                                    <p:animEffect filter="fade" transition="in">
                                      <p:cBhvr>
                                        <p:cTn dur="500"/>
                                        <p:tgtEl>
                                          <p:spTgt spid="279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96">
                                            <p:txEl>
                                              <p:pRg end="6" st="6"/>
                                            </p:txEl>
                                          </p:spTgt>
                                        </p:tgtEl>
                                        <p:attrNameLst>
                                          <p:attrName>style.visibility</p:attrName>
                                        </p:attrNameLst>
                                      </p:cBhvr>
                                      <p:to>
                                        <p:strVal val="visible"/>
                                      </p:to>
                                    </p:set>
                                    <p:animEffect filter="fade" transition="in">
                                      <p:cBhvr>
                                        <p:cTn dur="500"/>
                                        <p:tgtEl>
                                          <p:spTgt spid="279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96">
                                            <p:txEl>
                                              <p:pRg end="7" st="7"/>
                                            </p:txEl>
                                          </p:spTgt>
                                        </p:tgtEl>
                                        <p:attrNameLst>
                                          <p:attrName>style.visibility</p:attrName>
                                        </p:attrNameLst>
                                      </p:cBhvr>
                                      <p:to>
                                        <p:strVal val="visible"/>
                                      </p:to>
                                    </p:set>
                                    <p:animEffect filter="fade" transition="in">
                                      <p:cBhvr>
                                        <p:cTn dur="500"/>
                                        <p:tgtEl>
                                          <p:spTgt spid="2796">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96">
                                            <p:txEl>
                                              <p:pRg end="8" st="8"/>
                                            </p:txEl>
                                          </p:spTgt>
                                        </p:tgtEl>
                                        <p:attrNameLst>
                                          <p:attrName>style.visibility</p:attrName>
                                        </p:attrNameLst>
                                      </p:cBhvr>
                                      <p:to>
                                        <p:strVal val="visible"/>
                                      </p:to>
                                    </p:set>
                                    <p:animEffect filter="fade" transition="in">
                                      <p:cBhvr>
                                        <p:cTn dur="500"/>
                                        <p:tgtEl>
                                          <p:spTgt spid="2796">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1" name="Shape 2801"/>
        <p:cNvGrpSpPr/>
        <p:nvPr/>
      </p:nvGrpSpPr>
      <p:grpSpPr>
        <a:xfrm>
          <a:off x="0" y="0"/>
          <a:ext cx="0" cy="0"/>
          <a:chOff x="0" y="0"/>
          <a:chExt cx="0" cy="0"/>
        </a:xfrm>
      </p:grpSpPr>
      <p:sp>
        <p:nvSpPr>
          <p:cNvPr id="2802" name="Google Shape;2802;p56"/>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99"/>
              </a:buClr>
              <a:buSzPts val="4400"/>
              <a:buFont typeface="Calibri"/>
              <a:buNone/>
            </a:pPr>
            <a:r>
              <a:rPr b="0" lang="en-US">
                <a:solidFill>
                  <a:srgbClr val="000099"/>
                </a:solidFill>
                <a:latin typeface="Calibri"/>
                <a:ea typeface="Calibri"/>
                <a:cs typeface="Calibri"/>
                <a:sym typeface="Calibri"/>
              </a:rPr>
              <a:t>ARP: address resolution protocol</a:t>
            </a:r>
            <a:endParaRPr b="0" sz="4400">
              <a:latin typeface="Calibri"/>
              <a:ea typeface="Calibri"/>
              <a:cs typeface="Calibri"/>
              <a:sym typeface="Calibri"/>
            </a:endParaRPr>
          </a:p>
        </p:txBody>
      </p:sp>
      <p:sp>
        <p:nvSpPr>
          <p:cNvPr id="2803" name="Google Shape;2803;p5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Link Layer: 6-</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
        <p:nvSpPr>
          <p:cNvPr id="2804" name="Google Shape;2804;p56"/>
          <p:cNvSpPr txBox="1"/>
          <p:nvPr/>
        </p:nvSpPr>
        <p:spPr>
          <a:xfrm>
            <a:off x="6082748" y="2344599"/>
            <a:ext cx="5193195" cy="953237"/>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0000A8"/>
                </a:solidFill>
                <a:latin typeface="Calibri"/>
                <a:ea typeface="Calibri"/>
                <a:cs typeface="Calibri"/>
                <a:sym typeface="Calibri"/>
              </a:rPr>
              <a:t>ARP table: </a:t>
            </a:r>
            <a:r>
              <a:rPr b="0" i="0" lang="en-US" sz="2800" u="none" cap="none" strike="noStrike">
                <a:solidFill>
                  <a:srgbClr val="000000"/>
                </a:solidFill>
                <a:latin typeface="Calibri"/>
                <a:ea typeface="Calibri"/>
                <a:cs typeface="Calibri"/>
                <a:sym typeface="Calibri"/>
              </a:rPr>
              <a:t>each IP node (host, router) on LAN has table</a:t>
            </a:r>
            <a:endParaRPr/>
          </a:p>
        </p:txBody>
      </p:sp>
      <p:sp>
        <p:nvSpPr>
          <p:cNvPr id="2805" name="Google Shape;2805;p56"/>
          <p:cNvSpPr txBox="1"/>
          <p:nvPr/>
        </p:nvSpPr>
        <p:spPr>
          <a:xfrm>
            <a:off x="786592" y="1314450"/>
            <a:ext cx="11034346"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2800"/>
              <a:buFont typeface="Calibri"/>
              <a:buNone/>
            </a:pPr>
            <a:r>
              <a:rPr b="0" i="1" lang="en-US" sz="2800" u="none" cap="none" strike="noStrike">
                <a:solidFill>
                  <a:srgbClr val="0000A8"/>
                </a:solidFill>
                <a:latin typeface="Calibri"/>
                <a:ea typeface="Calibri"/>
                <a:cs typeface="Calibri"/>
                <a:sym typeface="Calibri"/>
              </a:rPr>
              <a:t>Question:</a:t>
            </a:r>
            <a:r>
              <a:rPr b="0" i="0" lang="en-US" sz="2800" u="none" cap="none" strike="noStrike">
                <a:solidFill>
                  <a:srgbClr val="0000A8"/>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how to determine interface’s MAC address, knowing its IP address?</a:t>
            </a:r>
            <a:endParaRPr/>
          </a:p>
        </p:txBody>
      </p:sp>
      <p:grpSp>
        <p:nvGrpSpPr>
          <p:cNvPr id="2806" name="Google Shape;2806;p56"/>
          <p:cNvGrpSpPr/>
          <p:nvPr/>
        </p:nvGrpSpPr>
        <p:grpSpPr>
          <a:xfrm>
            <a:off x="948563" y="2990022"/>
            <a:ext cx="4847955" cy="2799867"/>
            <a:chOff x="3970059" y="2973174"/>
            <a:chExt cx="6053187" cy="3638349"/>
          </a:xfrm>
        </p:grpSpPr>
        <p:cxnSp>
          <p:nvCxnSpPr>
            <p:cNvPr id="2807" name="Google Shape;2807;p56"/>
            <p:cNvCxnSpPr/>
            <p:nvPr/>
          </p:nvCxnSpPr>
          <p:spPr>
            <a:xfrm>
              <a:off x="4951134" y="4423877"/>
              <a:ext cx="901700" cy="0"/>
            </a:xfrm>
            <a:prstGeom prst="straightConnector1">
              <a:avLst/>
            </a:prstGeom>
            <a:noFill/>
            <a:ln cap="flat" cmpd="sng" w="9525">
              <a:solidFill>
                <a:srgbClr val="000000"/>
              </a:solidFill>
              <a:prstDash val="solid"/>
              <a:round/>
              <a:headEnd len="med" w="med" type="none"/>
              <a:tailEnd len="med" w="med" type="none"/>
            </a:ln>
          </p:spPr>
        </p:cxnSp>
        <p:cxnSp>
          <p:nvCxnSpPr>
            <p:cNvPr id="2808" name="Google Shape;2808;p56"/>
            <p:cNvCxnSpPr/>
            <p:nvPr/>
          </p:nvCxnSpPr>
          <p:spPr>
            <a:xfrm>
              <a:off x="6735625" y="3504024"/>
              <a:ext cx="0" cy="655637"/>
            </a:xfrm>
            <a:prstGeom prst="straightConnector1">
              <a:avLst/>
            </a:prstGeom>
            <a:noFill/>
            <a:ln cap="flat" cmpd="sng" w="9525">
              <a:solidFill>
                <a:srgbClr val="000000"/>
              </a:solidFill>
              <a:prstDash val="solid"/>
              <a:round/>
              <a:headEnd len="med" w="med" type="none"/>
              <a:tailEnd len="med" w="med" type="none"/>
            </a:ln>
          </p:spPr>
        </p:cxnSp>
        <p:cxnSp>
          <p:nvCxnSpPr>
            <p:cNvPr id="2809" name="Google Shape;2809;p56"/>
            <p:cNvCxnSpPr/>
            <p:nvPr/>
          </p:nvCxnSpPr>
          <p:spPr>
            <a:xfrm rot="10800000">
              <a:off x="6511994" y="5451266"/>
              <a:ext cx="0" cy="438150"/>
            </a:xfrm>
            <a:prstGeom prst="straightConnector1">
              <a:avLst/>
            </a:prstGeom>
            <a:noFill/>
            <a:ln cap="flat" cmpd="sng" w="9525">
              <a:solidFill>
                <a:srgbClr val="000000"/>
              </a:solidFill>
              <a:prstDash val="solid"/>
              <a:round/>
              <a:headEnd len="med" w="med" type="none"/>
              <a:tailEnd len="med" w="med" type="none"/>
            </a:ln>
          </p:spPr>
        </p:cxnSp>
        <p:sp>
          <p:nvSpPr>
            <p:cNvPr id="2810" name="Google Shape;2810;p56"/>
            <p:cNvSpPr/>
            <p:nvPr/>
          </p:nvSpPr>
          <p:spPr>
            <a:xfrm>
              <a:off x="5578337" y="3746015"/>
              <a:ext cx="2046288" cy="2049462"/>
            </a:xfrm>
            <a:custGeom>
              <a:rect b="b" l="l" r="r" t="t"/>
              <a:pathLst>
                <a:path extrusionOk="0" h="1255" w="1292">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2811" name="Google Shape;2811;p56"/>
            <p:cNvCxnSpPr/>
            <p:nvPr/>
          </p:nvCxnSpPr>
          <p:spPr>
            <a:xfrm rot="10800000">
              <a:off x="7599225" y="4472884"/>
              <a:ext cx="796925" cy="0"/>
            </a:xfrm>
            <a:prstGeom prst="straightConnector1">
              <a:avLst/>
            </a:prstGeom>
            <a:noFill/>
            <a:ln cap="flat" cmpd="sng" w="9525">
              <a:solidFill>
                <a:srgbClr val="000000"/>
              </a:solidFill>
              <a:prstDash val="solid"/>
              <a:round/>
              <a:headEnd len="med" w="med" type="none"/>
              <a:tailEnd len="med" w="med" type="none"/>
            </a:ln>
          </p:spPr>
        </p:cxnSp>
        <p:sp>
          <p:nvSpPr>
            <p:cNvPr id="2812" name="Google Shape;2812;p56"/>
            <p:cNvSpPr txBox="1"/>
            <p:nvPr/>
          </p:nvSpPr>
          <p:spPr>
            <a:xfrm>
              <a:off x="7043047" y="3460537"/>
              <a:ext cx="1998238" cy="39994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1A-2F-BB-76-09-AD</a:t>
              </a:r>
              <a:endParaRPr/>
            </a:p>
          </p:txBody>
        </p:sp>
        <p:cxnSp>
          <p:nvCxnSpPr>
            <p:cNvPr id="2813" name="Google Shape;2813;p56"/>
            <p:cNvCxnSpPr/>
            <p:nvPr/>
          </p:nvCxnSpPr>
          <p:spPr>
            <a:xfrm rot="10800000">
              <a:off x="8157727" y="4588902"/>
              <a:ext cx="0" cy="373063"/>
            </a:xfrm>
            <a:prstGeom prst="straightConnector1">
              <a:avLst/>
            </a:prstGeom>
            <a:noFill/>
            <a:ln cap="flat" cmpd="sng" w="9525">
              <a:solidFill>
                <a:srgbClr val="000000"/>
              </a:solidFill>
              <a:prstDash val="solid"/>
              <a:round/>
              <a:headEnd len="med" w="med" type="none"/>
              <a:tailEnd len="med" w="med" type="triangle"/>
            </a:ln>
          </p:spPr>
        </p:cxnSp>
        <p:sp>
          <p:nvSpPr>
            <p:cNvPr id="2814" name="Google Shape;2814;p56"/>
            <p:cNvSpPr txBox="1"/>
            <p:nvPr/>
          </p:nvSpPr>
          <p:spPr>
            <a:xfrm>
              <a:off x="8061597" y="4931465"/>
              <a:ext cx="1961649" cy="39994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58-23-D7-FA-20-B0</a:t>
              </a:r>
              <a:endParaRPr/>
            </a:p>
          </p:txBody>
        </p:sp>
        <p:cxnSp>
          <p:nvCxnSpPr>
            <p:cNvPr id="2815" name="Google Shape;2815;p56"/>
            <p:cNvCxnSpPr/>
            <p:nvPr/>
          </p:nvCxnSpPr>
          <p:spPr>
            <a:xfrm rot="10800000">
              <a:off x="6615181" y="5886035"/>
              <a:ext cx="360363" cy="0"/>
            </a:xfrm>
            <a:prstGeom prst="straightConnector1">
              <a:avLst/>
            </a:prstGeom>
            <a:noFill/>
            <a:ln cap="flat" cmpd="sng" w="9525">
              <a:solidFill>
                <a:srgbClr val="000000"/>
              </a:solidFill>
              <a:prstDash val="solid"/>
              <a:round/>
              <a:headEnd len="med" w="med" type="none"/>
              <a:tailEnd len="med" w="med" type="triangle"/>
            </a:ln>
          </p:spPr>
        </p:cxnSp>
        <p:sp>
          <p:nvSpPr>
            <p:cNvPr id="2816" name="Google Shape;2816;p56"/>
            <p:cNvSpPr txBox="1"/>
            <p:nvPr/>
          </p:nvSpPr>
          <p:spPr>
            <a:xfrm>
              <a:off x="6937522" y="5730174"/>
              <a:ext cx="1935869" cy="39994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0C-C4-11-6F-E3-98</a:t>
              </a:r>
              <a:endParaRPr/>
            </a:p>
          </p:txBody>
        </p:sp>
        <p:cxnSp>
          <p:nvCxnSpPr>
            <p:cNvPr id="2817" name="Google Shape;2817;p56"/>
            <p:cNvCxnSpPr/>
            <p:nvPr/>
          </p:nvCxnSpPr>
          <p:spPr>
            <a:xfrm rot="10800000">
              <a:off x="4887634" y="4579452"/>
              <a:ext cx="0" cy="373063"/>
            </a:xfrm>
            <a:prstGeom prst="straightConnector1">
              <a:avLst/>
            </a:prstGeom>
            <a:noFill/>
            <a:ln cap="flat" cmpd="sng" w="9525">
              <a:solidFill>
                <a:srgbClr val="000000"/>
              </a:solidFill>
              <a:prstDash val="solid"/>
              <a:round/>
              <a:headEnd len="med" w="med" type="none"/>
              <a:tailEnd len="med" w="med" type="triangle"/>
            </a:ln>
          </p:spPr>
        </p:cxnSp>
        <p:sp>
          <p:nvSpPr>
            <p:cNvPr id="2818" name="Google Shape;2818;p56"/>
            <p:cNvSpPr txBox="1"/>
            <p:nvPr/>
          </p:nvSpPr>
          <p:spPr>
            <a:xfrm>
              <a:off x="3970059" y="4954102"/>
              <a:ext cx="1935869" cy="39994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71-65-F7-2B-08-53</a:t>
              </a:r>
              <a:endParaRPr/>
            </a:p>
          </p:txBody>
        </p:sp>
        <p:sp>
          <p:nvSpPr>
            <p:cNvPr id="2819" name="Google Shape;2819;p56"/>
            <p:cNvSpPr txBox="1"/>
            <p:nvPr/>
          </p:nvSpPr>
          <p:spPr>
            <a:xfrm>
              <a:off x="5363947" y="4420079"/>
              <a:ext cx="2173356" cy="47993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LAN</a:t>
              </a:r>
              <a:endParaRPr/>
            </a:p>
          </p:txBody>
        </p:sp>
        <p:sp>
          <p:nvSpPr>
            <p:cNvPr id="2820" name="Google Shape;2820;p56"/>
            <p:cNvSpPr/>
            <p:nvPr/>
          </p:nvSpPr>
          <p:spPr>
            <a:xfrm>
              <a:off x="6641253" y="3505846"/>
              <a:ext cx="160338" cy="25558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2821" name="Google Shape;2821;p56"/>
            <p:cNvGrpSpPr/>
            <p:nvPr/>
          </p:nvGrpSpPr>
          <p:grpSpPr>
            <a:xfrm>
              <a:off x="6182623" y="2973174"/>
              <a:ext cx="812800" cy="658813"/>
              <a:chOff x="-44" y="1473"/>
              <a:chExt cx="981" cy="1105"/>
            </a:xfrm>
          </p:grpSpPr>
          <p:pic>
            <p:nvPicPr>
              <p:cNvPr descr="desktop_computer_stylized_medium" id="2822" name="Google Shape;2822;p5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823" name="Google Shape;2823;p5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2824" name="Google Shape;2824;p56"/>
            <p:cNvSpPr/>
            <p:nvPr/>
          </p:nvSpPr>
          <p:spPr>
            <a:xfrm rot="5400000">
              <a:off x="4749555" y="4292181"/>
              <a:ext cx="160338" cy="25558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825" name="Google Shape;2825;p56"/>
            <p:cNvSpPr/>
            <p:nvPr/>
          </p:nvSpPr>
          <p:spPr>
            <a:xfrm>
              <a:off x="6440078" y="5759156"/>
              <a:ext cx="160338" cy="25558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826" name="Google Shape;2826;p56"/>
            <p:cNvSpPr/>
            <p:nvPr/>
          </p:nvSpPr>
          <p:spPr>
            <a:xfrm rot="5400000">
              <a:off x="8184260" y="4354101"/>
              <a:ext cx="160338" cy="25558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2827" name="Google Shape;2827;p56"/>
            <p:cNvGrpSpPr/>
            <p:nvPr/>
          </p:nvGrpSpPr>
          <p:grpSpPr>
            <a:xfrm>
              <a:off x="4074834" y="4046052"/>
              <a:ext cx="812800" cy="658813"/>
              <a:chOff x="-44" y="1473"/>
              <a:chExt cx="981" cy="1105"/>
            </a:xfrm>
          </p:grpSpPr>
          <p:pic>
            <p:nvPicPr>
              <p:cNvPr descr="desktop_computer_stylized_medium" id="2828" name="Google Shape;2828;p5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829" name="Google Shape;2829;p5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2830" name="Google Shape;2830;p56"/>
            <p:cNvGrpSpPr/>
            <p:nvPr/>
          </p:nvGrpSpPr>
          <p:grpSpPr>
            <a:xfrm>
              <a:off x="8032469" y="4201422"/>
              <a:ext cx="812800" cy="658812"/>
              <a:chOff x="-26" y="1473"/>
              <a:chExt cx="981" cy="1105"/>
            </a:xfrm>
          </p:grpSpPr>
          <p:pic>
            <p:nvPicPr>
              <p:cNvPr descr="desktop_computer_stylized_medium" id="2831" name="Google Shape;2831;p56"/>
              <p:cNvPicPr preferRelativeResize="0"/>
              <p:nvPr/>
            </p:nvPicPr>
            <p:blipFill rotWithShape="1">
              <a:blip r:embed="rId3">
                <a:alphaModFix/>
              </a:blip>
              <a:srcRect b="0" l="0" r="0" t="0"/>
              <a:stretch/>
            </p:blipFill>
            <p:spPr>
              <a:xfrm flipH="1">
                <a:off x="-26" y="1473"/>
                <a:ext cx="981" cy="1105"/>
              </a:xfrm>
              <a:prstGeom prst="rect">
                <a:avLst/>
              </a:prstGeom>
              <a:noFill/>
              <a:ln>
                <a:noFill/>
              </a:ln>
            </p:spPr>
          </p:pic>
          <p:sp>
            <p:nvSpPr>
              <p:cNvPr id="2832" name="Google Shape;2832;p5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cxnSp>
          <p:nvCxnSpPr>
            <p:cNvPr id="2833" name="Google Shape;2833;p56"/>
            <p:cNvCxnSpPr/>
            <p:nvPr/>
          </p:nvCxnSpPr>
          <p:spPr>
            <a:xfrm rot="10800000">
              <a:off x="6872122" y="3639236"/>
              <a:ext cx="254833" cy="0"/>
            </a:xfrm>
            <a:prstGeom prst="straightConnector1">
              <a:avLst/>
            </a:prstGeom>
            <a:noFill/>
            <a:ln cap="flat" cmpd="sng" w="9525">
              <a:solidFill>
                <a:schemeClr val="dk1"/>
              </a:solidFill>
              <a:prstDash val="solid"/>
              <a:miter lim="800000"/>
              <a:headEnd len="sm" w="sm" type="none"/>
              <a:tailEnd len="med" w="med" type="triangle"/>
            </a:ln>
          </p:spPr>
        </p:cxnSp>
        <p:grpSp>
          <p:nvGrpSpPr>
            <p:cNvPr id="2834" name="Google Shape;2834;p56"/>
            <p:cNvGrpSpPr/>
            <p:nvPr/>
          </p:nvGrpSpPr>
          <p:grpSpPr>
            <a:xfrm>
              <a:off x="5984944" y="5952710"/>
              <a:ext cx="812800" cy="658813"/>
              <a:chOff x="-44" y="1473"/>
              <a:chExt cx="981" cy="1105"/>
            </a:xfrm>
          </p:grpSpPr>
          <p:pic>
            <p:nvPicPr>
              <p:cNvPr descr="desktop_computer_stylized_medium" id="2835" name="Google Shape;2835;p5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836" name="Google Shape;2836;p5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2837" name="Google Shape;2837;p56"/>
            <p:cNvSpPr txBox="1"/>
            <p:nvPr/>
          </p:nvSpPr>
          <p:spPr>
            <a:xfrm>
              <a:off x="7019858" y="3246090"/>
              <a:ext cx="1425483" cy="39994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137.196.7.78</a:t>
              </a:r>
              <a:endParaRPr/>
            </a:p>
          </p:txBody>
        </p:sp>
        <p:sp>
          <p:nvSpPr>
            <p:cNvPr id="2838" name="Google Shape;2838;p56"/>
            <p:cNvSpPr txBox="1"/>
            <p:nvPr/>
          </p:nvSpPr>
          <p:spPr>
            <a:xfrm>
              <a:off x="8056009" y="5130248"/>
              <a:ext cx="1425483" cy="39994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137.196.7.14</a:t>
              </a:r>
              <a:endParaRPr/>
            </a:p>
          </p:txBody>
        </p:sp>
        <p:sp>
          <p:nvSpPr>
            <p:cNvPr id="2839" name="Google Shape;2839;p56"/>
            <p:cNvSpPr txBox="1"/>
            <p:nvPr/>
          </p:nvSpPr>
          <p:spPr>
            <a:xfrm>
              <a:off x="6899276" y="5947742"/>
              <a:ext cx="1425483" cy="39994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137.196.7.88</a:t>
              </a:r>
              <a:endParaRPr/>
            </a:p>
          </p:txBody>
        </p:sp>
        <p:sp>
          <p:nvSpPr>
            <p:cNvPr id="2840" name="Google Shape;2840;p56"/>
            <p:cNvSpPr txBox="1"/>
            <p:nvPr/>
          </p:nvSpPr>
          <p:spPr>
            <a:xfrm>
              <a:off x="3974753" y="5170004"/>
              <a:ext cx="1425483" cy="39994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137.196.7.23</a:t>
              </a:r>
              <a:endParaRPr/>
            </a:p>
          </p:txBody>
        </p:sp>
      </p:grpSp>
      <p:grpSp>
        <p:nvGrpSpPr>
          <p:cNvPr id="2841" name="Google Shape;2841;p56"/>
          <p:cNvGrpSpPr/>
          <p:nvPr/>
        </p:nvGrpSpPr>
        <p:grpSpPr>
          <a:xfrm>
            <a:off x="1446381" y="2663687"/>
            <a:ext cx="3653512" cy="2923999"/>
            <a:chOff x="1446381" y="2663687"/>
            <a:chExt cx="3653512" cy="2923999"/>
          </a:xfrm>
        </p:grpSpPr>
        <p:grpSp>
          <p:nvGrpSpPr>
            <p:cNvPr id="2842" name="Google Shape;2842;p56"/>
            <p:cNvGrpSpPr/>
            <p:nvPr/>
          </p:nvGrpSpPr>
          <p:grpSpPr>
            <a:xfrm>
              <a:off x="2754559" y="2663687"/>
              <a:ext cx="479618" cy="437323"/>
              <a:chOff x="2317237" y="2601212"/>
              <a:chExt cx="479618" cy="437323"/>
            </a:xfrm>
          </p:grpSpPr>
          <p:sp>
            <p:nvSpPr>
              <p:cNvPr id="2843" name="Google Shape;2843;p56"/>
              <p:cNvSpPr/>
              <p:nvPr/>
            </p:nvSpPr>
            <p:spPr>
              <a:xfrm>
                <a:off x="2381605" y="2654222"/>
                <a:ext cx="344557" cy="384313"/>
              </a:xfrm>
              <a:prstGeom prst="rect">
                <a:avLst/>
              </a:prstGeom>
              <a:solidFill>
                <a:schemeClr val="lt1"/>
              </a:solidFill>
              <a:ln cap="flat" cmpd="sng" w="12700">
                <a:solidFill>
                  <a:srgbClr val="31538F"/>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44" name="Google Shape;2844;p56"/>
              <p:cNvSpPr txBox="1"/>
              <p:nvPr/>
            </p:nvSpPr>
            <p:spPr>
              <a:xfrm>
                <a:off x="2317237" y="2601212"/>
                <a:ext cx="479618"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ARP</a:t>
                </a:r>
                <a:endParaRPr/>
              </a:p>
            </p:txBody>
          </p:sp>
        </p:grpSp>
        <p:grpSp>
          <p:nvGrpSpPr>
            <p:cNvPr id="2845" name="Google Shape;2845;p56"/>
            <p:cNvGrpSpPr/>
            <p:nvPr/>
          </p:nvGrpSpPr>
          <p:grpSpPr>
            <a:xfrm>
              <a:off x="2463958" y="5150363"/>
              <a:ext cx="479618" cy="437323"/>
              <a:chOff x="2317237" y="2601212"/>
              <a:chExt cx="479618" cy="437323"/>
            </a:xfrm>
          </p:grpSpPr>
          <p:sp>
            <p:nvSpPr>
              <p:cNvPr id="2846" name="Google Shape;2846;p56"/>
              <p:cNvSpPr/>
              <p:nvPr/>
            </p:nvSpPr>
            <p:spPr>
              <a:xfrm>
                <a:off x="2381605" y="2654222"/>
                <a:ext cx="344557" cy="384313"/>
              </a:xfrm>
              <a:prstGeom prst="rect">
                <a:avLst/>
              </a:prstGeom>
              <a:solidFill>
                <a:schemeClr val="lt1"/>
              </a:solidFill>
              <a:ln cap="flat" cmpd="sng" w="12700">
                <a:solidFill>
                  <a:srgbClr val="31538F"/>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47" name="Google Shape;2847;p56"/>
              <p:cNvSpPr txBox="1"/>
              <p:nvPr/>
            </p:nvSpPr>
            <p:spPr>
              <a:xfrm>
                <a:off x="2317237" y="2601212"/>
                <a:ext cx="479618"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ARP</a:t>
                </a:r>
                <a:endParaRPr/>
              </a:p>
            </p:txBody>
          </p:sp>
        </p:grpSp>
        <p:grpSp>
          <p:nvGrpSpPr>
            <p:cNvPr id="2848" name="Google Shape;2848;p56"/>
            <p:cNvGrpSpPr/>
            <p:nvPr/>
          </p:nvGrpSpPr>
          <p:grpSpPr>
            <a:xfrm>
              <a:off x="1446381" y="3530757"/>
              <a:ext cx="479618" cy="437323"/>
              <a:chOff x="2317237" y="2601212"/>
              <a:chExt cx="479618" cy="437323"/>
            </a:xfrm>
          </p:grpSpPr>
          <p:sp>
            <p:nvSpPr>
              <p:cNvPr id="2849" name="Google Shape;2849;p56"/>
              <p:cNvSpPr/>
              <p:nvPr/>
            </p:nvSpPr>
            <p:spPr>
              <a:xfrm>
                <a:off x="2381605" y="2654222"/>
                <a:ext cx="344557" cy="384313"/>
              </a:xfrm>
              <a:prstGeom prst="rect">
                <a:avLst/>
              </a:prstGeom>
              <a:solidFill>
                <a:schemeClr val="lt1"/>
              </a:solidFill>
              <a:ln cap="flat" cmpd="sng" w="12700">
                <a:solidFill>
                  <a:srgbClr val="31538F"/>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50" name="Google Shape;2850;p56"/>
              <p:cNvSpPr txBox="1"/>
              <p:nvPr/>
            </p:nvSpPr>
            <p:spPr>
              <a:xfrm>
                <a:off x="2317237" y="2601212"/>
                <a:ext cx="479618"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ARP</a:t>
                </a:r>
                <a:endParaRPr/>
              </a:p>
            </p:txBody>
          </p:sp>
        </p:grpSp>
        <p:grpSp>
          <p:nvGrpSpPr>
            <p:cNvPr id="2851" name="Google Shape;2851;p56"/>
            <p:cNvGrpSpPr/>
            <p:nvPr/>
          </p:nvGrpSpPr>
          <p:grpSpPr>
            <a:xfrm>
              <a:off x="4620275" y="3785389"/>
              <a:ext cx="479618" cy="437323"/>
              <a:chOff x="2317237" y="2601212"/>
              <a:chExt cx="479618" cy="437323"/>
            </a:xfrm>
          </p:grpSpPr>
          <p:sp>
            <p:nvSpPr>
              <p:cNvPr id="2852" name="Google Shape;2852;p56"/>
              <p:cNvSpPr/>
              <p:nvPr/>
            </p:nvSpPr>
            <p:spPr>
              <a:xfrm>
                <a:off x="2381605" y="2654222"/>
                <a:ext cx="344557" cy="384313"/>
              </a:xfrm>
              <a:prstGeom prst="rect">
                <a:avLst/>
              </a:prstGeom>
              <a:solidFill>
                <a:schemeClr val="lt1"/>
              </a:solidFill>
              <a:ln cap="flat" cmpd="sng" w="12700">
                <a:solidFill>
                  <a:srgbClr val="31538F"/>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53" name="Google Shape;2853;p56"/>
              <p:cNvSpPr txBox="1"/>
              <p:nvPr/>
            </p:nvSpPr>
            <p:spPr>
              <a:xfrm>
                <a:off x="2317237" y="2601212"/>
                <a:ext cx="479618"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ARP</a:t>
                </a:r>
                <a:endParaRPr/>
              </a:p>
            </p:txBody>
          </p:sp>
        </p:grpSp>
      </p:grpSp>
      <p:sp>
        <p:nvSpPr>
          <p:cNvPr id="2854" name="Google Shape;2854;p56"/>
          <p:cNvSpPr txBox="1"/>
          <p:nvPr/>
        </p:nvSpPr>
        <p:spPr>
          <a:xfrm>
            <a:off x="5785443" y="3298343"/>
            <a:ext cx="5472170" cy="2907585"/>
          </a:xfrm>
          <a:prstGeom prst="rect">
            <a:avLst/>
          </a:prstGeom>
          <a:noFill/>
          <a:ln>
            <a:noFill/>
          </a:ln>
        </p:spPr>
        <p:txBody>
          <a:bodyPr anchorCtr="0" anchor="t" bIns="45700" lIns="91425" spcFirstLastPara="1" rIns="91425" wrap="square" tIns="45700">
            <a:normAutofit/>
          </a:bodyPr>
          <a:lstStyle/>
          <a:p>
            <a:pPr indent="-231775" lvl="1" marL="695325" marR="0" rtl="0" algn="l">
              <a:lnSpc>
                <a:spcPct val="90000"/>
              </a:lnSpc>
              <a:spcBef>
                <a:spcPts val="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IP/MAC address mappings for some LAN nodes:</a:t>
            </a:r>
            <a:endParaRPr/>
          </a:p>
          <a:p>
            <a:pPr indent="-222250" lvl="0" marL="352425" marR="0" rtl="0" algn="l">
              <a:lnSpc>
                <a:spcPct val="90000"/>
              </a:lnSpc>
              <a:spcBef>
                <a:spcPts val="1000"/>
              </a:spcBef>
              <a:spcAft>
                <a:spcPts val="0"/>
              </a:spcAft>
              <a:buClr>
                <a:srgbClr val="0000A3"/>
              </a:buClr>
              <a:buSzPts val="2000"/>
              <a:buFont typeface="Noto Sans Symbols"/>
              <a:buNone/>
            </a:pPr>
            <a:r>
              <a:rPr b="0" i="0" lang="en-US" sz="2000" u="none" cap="none" strike="noStrike">
                <a:solidFill>
                  <a:srgbClr val="000000"/>
                </a:solidFill>
                <a:latin typeface="Calibri"/>
                <a:ea typeface="Calibri"/>
                <a:cs typeface="Calibri"/>
                <a:sym typeface="Calibri"/>
              </a:rPr>
              <a:t>          </a:t>
            </a:r>
            <a:r>
              <a:rPr b="0" i="0" lang="en-US" sz="2000" u="none" cap="none" strike="noStrike">
                <a:solidFill>
                  <a:srgbClr val="0000A8"/>
                </a:solidFill>
                <a:latin typeface="Calibri"/>
                <a:ea typeface="Calibri"/>
                <a:cs typeface="Calibri"/>
                <a:sym typeface="Calibri"/>
              </a:rPr>
              <a:t>&lt; IP address; MAC address; TTL&gt;</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TTL (Time To Live): time after which address mapping will be forgotten (typically 20 min)</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04"/>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2841"/>
                                        </p:tgtEl>
                                        <p:attrNameLst>
                                          <p:attrName>style.visibility</p:attrName>
                                        </p:attrNameLst>
                                      </p:cBhvr>
                                      <p:to>
                                        <p:strVal val="visible"/>
                                      </p:to>
                                    </p:set>
                                    <p:animEffect filter="fade" transition="in">
                                      <p:cBhvr>
                                        <p:cTn dur="500"/>
                                        <p:tgtEl>
                                          <p:spTgt spid="28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54">
                                            <p:txEl>
                                              <p:pRg end="0" st="0"/>
                                            </p:txEl>
                                          </p:spTgt>
                                        </p:tgtEl>
                                        <p:attrNameLst>
                                          <p:attrName>style.visibility</p:attrName>
                                        </p:attrNameLst>
                                      </p:cBhvr>
                                      <p:to>
                                        <p:strVal val="visible"/>
                                      </p:to>
                                    </p:set>
                                    <p:animEffect filter="fade" transition="in">
                                      <p:cBhvr>
                                        <p:cTn dur="500"/>
                                        <p:tgtEl>
                                          <p:spTgt spid="285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54">
                                            <p:txEl>
                                              <p:pRg end="1" st="1"/>
                                            </p:txEl>
                                          </p:spTgt>
                                        </p:tgtEl>
                                        <p:attrNameLst>
                                          <p:attrName>style.visibility</p:attrName>
                                        </p:attrNameLst>
                                      </p:cBhvr>
                                      <p:to>
                                        <p:strVal val="visible"/>
                                      </p:to>
                                    </p:set>
                                    <p:animEffect filter="fade" transition="in">
                                      <p:cBhvr>
                                        <p:cTn dur="500"/>
                                        <p:tgtEl>
                                          <p:spTgt spid="285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54">
                                            <p:txEl>
                                              <p:pRg end="2" st="2"/>
                                            </p:txEl>
                                          </p:spTgt>
                                        </p:tgtEl>
                                        <p:attrNameLst>
                                          <p:attrName>style.visibility</p:attrName>
                                        </p:attrNameLst>
                                      </p:cBhvr>
                                      <p:to>
                                        <p:strVal val="visible"/>
                                      </p:to>
                                    </p:set>
                                    <p:animEffect filter="fade" transition="in">
                                      <p:cBhvr>
                                        <p:cTn dur="500"/>
                                        <p:tgtEl>
                                          <p:spTgt spid="2854">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9" name="Shape 2859"/>
        <p:cNvGrpSpPr/>
        <p:nvPr/>
      </p:nvGrpSpPr>
      <p:grpSpPr>
        <a:xfrm>
          <a:off x="0" y="0"/>
          <a:ext cx="0" cy="0"/>
          <a:chOff x="0" y="0"/>
          <a:chExt cx="0" cy="0"/>
        </a:xfrm>
      </p:grpSpPr>
      <p:cxnSp>
        <p:nvCxnSpPr>
          <p:cNvPr id="2860" name="Google Shape;2860;p57"/>
          <p:cNvCxnSpPr/>
          <p:nvPr/>
        </p:nvCxnSpPr>
        <p:spPr>
          <a:xfrm>
            <a:off x="5103533" y="4310144"/>
            <a:ext cx="901700" cy="0"/>
          </a:xfrm>
          <a:prstGeom prst="straightConnector1">
            <a:avLst/>
          </a:prstGeom>
          <a:noFill/>
          <a:ln cap="flat" cmpd="sng" w="9525">
            <a:solidFill>
              <a:srgbClr val="000000"/>
            </a:solidFill>
            <a:prstDash val="solid"/>
            <a:round/>
            <a:headEnd len="med" w="med" type="none"/>
            <a:tailEnd len="med" w="med" type="none"/>
          </a:ln>
        </p:spPr>
      </p:cxnSp>
      <p:cxnSp>
        <p:nvCxnSpPr>
          <p:cNvPr id="2861" name="Google Shape;2861;p57"/>
          <p:cNvCxnSpPr/>
          <p:nvPr/>
        </p:nvCxnSpPr>
        <p:spPr>
          <a:xfrm>
            <a:off x="6888024" y="3390291"/>
            <a:ext cx="0" cy="655637"/>
          </a:xfrm>
          <a:prstGeom prst="straightConnector1">
            <a:avLst/>
          </a:prstGeom>
          <a:noFill/>
          <a:ln cap="flat" cmpd="sng" w="9525">
            <a:solidFill>
              <a:srgbClr val="000000"/>
            </a:solidFill>
            <a:prstDash val="solid"/>
            <a:round/>
            <a:headEnd len="med" w="med" type="none"/>
            <a:tailEnd len="med" w="med" type="none"/>
          </a:ln>
        </p:spPr>
      </p:cxnSp>
      <p:cxnSp>
        <p:nvCxnSpPr>
          <p:cNvPr id="2862" name="Google Shape;2862;p57"/>
          <p:cNvCxnSpPr/>
          <p:nvPr/>
        </p:nvCxnSpPr>
        <p:spPr>
          <a:xfrm rot="10800000">
            <a:off x="6664393" y="5337533"/>
            <a:ext cx="0" cy="438150"/>
          </a:xfrm>
          <a:prstGeom prst="straightConnector1">
            <a:avLst/>
          </a:prstGeom>
          <a:noFill/>
          <a:ln cap="flat" cmpd="sng" w="9525">
            <a:solidFill>
              <a:srgbClr val="000000"/>
            </a:solidFill>
            <a:prstDash val="solid"/>
            <a:round/>
            <a:headEnd len="med" w="med" type="none"/>
            <a:tailEnd len="med" w="med" type="none"/>
          </a:ln>
        </p:spPr>
      </p:cxnSp>
      <p:sp>
        <p:nvSpPr>
          <p:cNvPr id="2863" name="Google Shape;2863;p57"/>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99"/>
              </a:buClr>
              <a:buSzPts val="4400"/>
              <a:buFont typeface="Calibri"/>
              <a:buNone/>
            </a:pPr>
            <a:r>
              <a:rPr b="0" lang="en-US">
                <a:solidFill>
                  <a:srgbClr val="000099"/>
                </a:solidFill>
                <a:latin typeface="Calibri"/>
                <a:ea typeface="Calibri"/>
                <a:cs typeface="Calibri"/>
                <a:sym typeface="Calibri"/>
              </a:rPr>
              <a:t>ARP protocol in action</a:t>
            </a:r>
            <a:endParaRPr b="0" sz="4400">
              <a:latin typeface="Calibri"/>
              <a:ea typeface="Calibri"/>
              <a:cs typeface="Calibri"/>
              <a:sym typeface="Calibri"/>
            </a:endParaRPr>
          </a:p>
        </p:txBody>
      </p:sp>
      <p:sp>
        <p:nvSpPr>
          <p:cNvPr id="2864" name="Google Shape;2864;p5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Link Layer: 6-</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
        <p:nvSpPr>
          <p:cNvPr id="2865" name="Google Shape;2865;p57"/>
          <p:cNvSpPr/>
          <p:nvPr/>
        </p:nvSpPr>
        <p:spPr>
          <a:xfrm>
            <a:off x="5730736" y="3632282"/>
            <a:ext cx="2046288" cy="2049462"/>
          </a:xfrm>
          <a:custGeom>
            <a:rect b="b" l="l" r="r" t="t"/>
            <a:pathLst>
              <a:path extrusionOk="0" h="1255" w="1292">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2866" name="Google Shape;2866;p57"/>
          <p:cNvCxnSpPr/>
          <p:nvPr/>
        </p:nvCxnSpPr>
        <p:spPr>
          <a:xfrm rot="10800000">
            <a:off x="7751624" y="4359151"/>
            <a:ext cx="796925" cy="0"/>
          </a:xfrm>
          <a:prstGeom prst="straightConnector1">
            <a:avLst/>
          </a:prstGeom>
          <a:noFill/>
          <a:ln cap="flat" cmpd="sng" w="9525">
            <a:solidFill>
              <a:srgbClr val="000000"/>
            </a:solidFill>
            <a:prstDash val="solid"/>
            <a:round/>
            <a:headEnd len="med" w="med" type="none"/>
            <a:tailEnd len="med" w="med" type="none"/>
          </a:ln>
        </p:spPr>
      </p:cxnSp>
      <p:cxnSp>
        <p:nvCxnSpPr>
          <p:cNvPr id="2867" name="Google Shape;2867;p57"/>
          <p:cNvCxnSpPr/>
          <p:nvPr/>
        </p:nvCxnSpPr>
        <p:spPr>
          <a:xfrm rot="10800000">
            <a:off x="8310126" y="4475169"/>
            <a:ext cx="0" cy="373063"/>
          </a:xfrm>
          <a:prstGeom prst="straightConnector1">
            <a:avLst/>
          </a:prstGeom>
          <a:noFill/>
          <a:ln cap="flat" cmpd="sng" w="9525">
            <a:solidFill>
              <a:srgbClr val="000000"/>
            </a:solidFill>
            <a:prstDash val="solid"/>
            <a:round/>
            <a:headEnd len="med" w="med" type="none"/>
            <a:tailEnd len="med" w="med" type="triangle"/>
          </a:ln>
        </p:spPr>
      </p:cxnSp>
      <p:sp>
        <p:nvSpPr>
          <p:cNvPr id="2868" name="Google Shape;2868;p57"/>
          <p:cNvSpPr txBox="1"/>
          <p:nvPr/>
        </p:nvSpPr>
        <p:spPr>
          <a:xfrm>
            <a:off x="8213996" y="4817733"/>
            <a:ext cx="173990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58-23-D7-FA-20-B0</a:t>
            </a:r>
            <a:endParaRPr/>
          </a:p>
        </p:txBody>
      </p:sp>
      <p:sp>
        <p:nvSpPr>
          <p:cNvPr id="2869" name="Google Shape;2869;p57"/>
          <p:cNvSpPr/>
          <p:nvPr/>
        </p:nvSpPr>
        <p:spPr>
          <a:xfrm>
            <a:off x="6793652" y="3392113"/>
            <a:ext cx="160338" cy="25558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grpSp>
        <p:nvGrpSpPr>
          <p:cNvPr id="2870" name="Google Shape;2870;p57"/>
          <p:cNvGrpSpPr/>
          <p:nvPr/>
        </p:nvGrpSpPr>
        <p:grpSpPr>
          <a:xfrm>
            <a:off x="6335022" y="2859441"/>
            <a:ext cx="812800" cy="658813"/>
            <a:chOff x="-44" y="1473"/>
            <a:chExt cx="981" cy="1105"/>
          </a:xfrm>
        </p:grpSpPr>
        <p:pic>
          <p:nvPicPr>
            <p:cNvPr descr="desktop_computer_stylized_medium" id="2871" name="Google Shape;2871;p5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872" name="Google Shape;2872;p5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2873" name="Google Shape;2873;p57"/>
          <p:cNvSpPr/>
          <p:nvPr/>
        </p:nvSpPr>
        <p:spPr>
          <a:xfrm>
            <a:off x="6592477" y="5645423"/>
            <a:ext cx="160338" cy="25558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sp>
        <p:nvSpPr>
          <p:cNvPr id="2874" name="Google Shape;2874;p57"/>
          <p:cNvSpPr/>
          <p:nvPr/>
        </p:nvSpPr>
        <p:spPr>
          <a:xfrm rot="5400000">
            <a:off x="8336659" y="4240368"/>
            <a:ext cx="160338" cy="25558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grpSp>
        <p:nvGrpSpPr>
          <p:cNvPr id="2875" name="Google Shape;2875;p57"/>
          <p:cNvGrpSpPr/>
          <p:nvPr/>
        </p:nvGrpSpPr>
        <p:grpSpPr>
          <a:xfrm>
            <a:off x="8184868" y="4087689"/>
            <a:ext cx="812800" cy="658812"/>
            <a:chOff x="-26" y="1473"/>
            <a:chExt cx="981" cy="1105"/>
          </a:xfrm>
        </p:grpSpPr>
        <p:pic>
          <p:nvPicPr>
            <p:cNvPr descr="desktop_computer_stylized_medium" id="2876" name="Google Shape;2876;p57"/>
            <p:cNvPicPr preferRelativeResize="0"/>
            <p:nvPr/>
          </p:nvPicPr>
          <p:blipFill rotWithShape="1">
            <a:blip r:embed="rId3">
              <a:alphaModFix/>
            </a:blip>
            <a:srcRect b="0" l="0" r="0" t="0"/>
            <a:stretch/>
          </p:blipFill>
          <p:spPr>
            <a:xfrm flipH="1">
              <a:off x="-26" y="1473"/>
              <a:ext cx="981" cy="1105"/>
            </a:xfrm>
            <a:prstGeom prst="rect">
              <a:avLst/>
            </a:prstGeom>
            <a:noFill/>
            <a:ln>
              <a:noFill/>
            </a:ln>
          </p:spPr>
        </p:pic>
        <p:sp>
          <p:nvSpPr>
            <p:cNvPr id="2877" name="Google Shape;2877;p5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2878" name="Google Shape;2878;p57"/>
          <p:cNvGrpSpPr/>
          <p:nvPr/>
        </p:nvGrpSpPr>
        <p:grpSpPr>
          <a:xfrm>
            <a:off x="6137343" y="5838977"/>
            <a:ext cx="812800" cy="658813"/>
            <a:chOff x="-44" y="1473"/>
            <a:chExt cx="981" cy="1105"/>
          </a:xfrm>
        </p:grpSpPr>
        <p:pic>
          <p:nvPicPr>
            <p:cNvPr descr="desktop_computer_stylized_medium" id="2879" name="Google Shape;2879;p5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880" name="Google Shape;2880;p5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2881" name="Google Shape;2881;p57"/>
          <p:cNvSpPr txBox="1"/>
          <p:nvPr/>
        </p:nvSpPr>
        <p:spPr>
          <a:xfrm>
            <a:off x="8208408" y="5016515"/>
            <a:ext cx="1217612"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137.196.7.14</a:t>
            </a:r>
            <a:endParaRPr/>
          </a:p>
        </p:txBody>
      </p:sp>
      <p:sp>
        <p:nvSpPr>
          <p:cNvPr id="2882" name="Google Shape;2882;p57"/>
          <p:cNvSpPr txBox="1"/>
          <p:nvPr/>
        </p:nvSpPr>
        <p:spPr>
          <a:xfrm>
            <a:off x="8196469" y="3835414"/>
            <a:ext cx="35137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2400"/>
              <a:buFont typeface="Calibri"/>
              <a:buNone/>
            </a:pPr>
            <a:r>
              <a:rPr b="0" i="0" lang="en-US" sz="2400" u="none" cap="none" strike="noStrike">
                <a:solidFill>
                  <a:srgbClr val="0000A8"/>
                </a:solidFill>
                <a:latin typeface="Calibri"/>
                <a:ea typeface="Calibri"/>
                <a:cs typeface="Calibri"/>
                <a:sym typeface="Calibri"/>
              </a:rPr>
              <a:t>B</a:t>
            </a:r>
            <a:endParaRPr/>
          </a:p>
        </p:txBody>
      </p:sp>
      <p:sp>
        <p:nvSpPr>
          <p:cNvPr id="2883" name="Google Shape;2883;p57"/>
          <p:cNvSpPr txBox="1"/>
          <p:nvPr/>
        </p:nvSpPr>
        <p:spPr>
          <a:xfrm>
            <a:off x="7116417" y="2702353"/>
            <a:ext cx="35137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2400"/>
              <a:buFont typeface="Calibri"/>
              <a:buNone/>
            </a:pPr>
            <a:r>
              <a:rPr b="0" i="0" lang="en-US" sz="2400" u="none" cap="none" strike="noStrike">
                <a:solidFill>
                  <a:srgbClr val="0000A8"/>
                </a:solidFill>
                <a:latin typeface="Calibri"/>
                <a:ea typeface="Calibri"/>
                <a:cs typeface="Calibri"/>
                <a:sym typeface="Calibri"/>
              </a:rPr>
              <a:t>C</a:t>
            </a:r>
            <a:endParaRPr/>
          </a:p>
        </p:txBody>
      </p:sp>
      <p:sp>
        <p:nvSpPr>
          <p:cNvPr id="2884" name="Google Shape;2884;p57"/>
          <p:cNvSpPr txBox="1"/>
          <p:nvPr/>
        </p:nvSpPr>
        <p:spPr>
          <a:xfrm>
            <a:off x="6871252" y="6088283"/>
            <a:ext cx="37382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2400"/>
              <a:buFont typeface="Calibri"/>
              <a:buNone/>
            </a:pPr>
            <a:r>
              <a:rPr b="0" i="0" lang="en-US" sz="2400" u="none" cap="none" strike="noStrike">
                <a:solidFill>
                  <a:srgbClr val="0000A8"/>
                </a:solidFill>
                <a:latin typeface="Calibri"/>
                <a:ea typeface="Calibri"/>
                <a:cs typeface="Calibri"/>
                <a:sym typeface="Calibri"/>
              </a:rPr>
              <a:t>D</a:t>
            </a:r>
            <a:endParaRPr/>
          </a:p>
        </p:txBody>
      </p:sp>
      <p:sp>
        <p:nvSpPr>
          <p:cNvPr id="2885" name="Google Shape;2885;p57"/>
          <p:cNvSpPr txBox="1"/>
          <p:nvPr/>
        </p:nvSpPr>
        <p:spPr>
          <a:xfrm>
            <a:off x="3664223" y="3615962"/>
            <a:ext cx="1166189"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TTL</a:t>
            </a:r>
            <a:endParaRPr/>
          </a:p>
        </p:txBody>
      </p:sp>
      <p:cxnSp>
        <p:nvCxnSpPr>
          <p:cNvPr id="2886" name="Google Shape;2886;p57"/>
          <p:cNvCxnSpPr/>
          <p:nvPr/>
        </p:nvCxnSpPr>
        <p:spPr>
          <a:xfrm rot="10800000">
            <a:off x="5305073" y="4465719"/>
            <a:ext cx="0" cy="373063"/>
          </a:xfrm>
          <a:prstGeom prst="straightConnector1">
            <a:avLst/>
          </a:prstGeom>
          <a:noFill/>
          <a:ln cap="flat" cmpd="sng" w="9525">
            <a:solidFill>
              <a:srgbClr val="000000"/>
            </a:solidFill>
            <a:prstDash val="solid"/>
            <a:round/>
            <a:headEnd len="med" w="med" type="none"/>
            <a:tailEnd len="med" w="med" type="triangle"/>
          </a:ln>
        </p:spPr>
      </p:cxnSp>
      <p:sp>
        <p:nvSpPr>
          <p:cNvPr id="2887" name="Google Shape;2887;p57"/>
          <p:cNvSpPr txBox="1"/>
          <p:nvPr/>
        </p:nvSpPr>
        <p:spPr>
          <a:xfrm>
            <a:off x="4387498" y="4840369"/>
            <a:ext cx="168910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71-65-F7-2B-08-53</a:t>
            </a:r>
            <a:endParaRPr/>
          </a:p>
        </p:txBody>
      </p:sp>
      <p:sp>
        <p:nvSpPr>
          <p:cNvPr id="2888" name="Google Shape;2888;p57"/>
          <p:cNvSpPr/>
          <p:nvPr/>
        </p:nvSpPr>
        <p:spPr>
          <a:xfrm rot="5400000">
            <a:off x="5166994" y="4178448"/>
            <a:ext cx="160338" cy="25558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grpSp>
        <p:nvGrpSpPr>
          <p:cNvPr id="2889" name="Google Shape;2889;p57"/>
          <p:cNvGrpSpPr/>
          <p:nvPr/>
        </p:nvGrpSpPr>
        <p:grpSpPr>
          <a:xfrm>
            <a:off x="4479021" y="3932319"/>
            <a:ext cx="812800" cy="658813"/>
            <a:chOff x="-44" y="1473"/>
            <a:chExt cx="981" cy="1105"/>
          </a:xfrm>
        </p:grpSpPr>
        <p:pic>
          <p:nvPicPr>
            <p:cNvPr descr="desktop_computer_stylized_medium" id="2890" name="Google Shape;2890;p5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891" name="Google Shape;2891;p5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2892" name="Google Shape;2892;p57"/>
          <p:cNvSpPr txBox="1"/>
          <p:nvPr/>
        </p:nvSpPr>
        <p:spPr>
          <a:xfrm>
            <a:off x="4392191" y="5056271"/>
            <a:ext cx="1217612"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137.196.7.23</a:t>
            </a:r>
            <a:endParaRPr/>
          </a:p>
        </p:txBody>
      </p:sp>
      <p:sp>
        <p:nvSpPr>
          <p:cNvPr id="2893" name="Google Shape;2893;p57"/>
          <p:cNvSpPr txBox="1"/>
          <p:nvPr/>
        </p:nvSpPr>
        <p:spPr>
          <a:xfrm>
            <a:off x="5274361" y="3775779"/>
            <a:ext cx="3706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2400"/>
              <a:buFont typeface="Calibri"/>
              <a:buNone/>
            </a:pPr>
            <a:r>
              <a:rPr b="0" i="0" lang="en-US" sz="2400" u="none" cap="none" strike="noStrike">
                <a:solidFill>
                  <a:srgbClr val="0000A8"/>
                </a:solidFill>
                <a:latin typeface="Calibri"/>
                <a:ea typeface="Calibri"/>
                <a:cs typeface="Calibri"/>
                <a:sym typeface="Calibri"/>
              </a:rPr>
              <a:t>A</a:t>
            </a:r>
            <a:endParaRPr/>
          </a:p>
        </p:txBody>
      </p:sp>
      <p:grpSp>
        <p:nvGrpSpPr>
          <p:cNvPr id="2894" name="Google Shape;2894;p57"/>
          <p:cNvGrpSpPr/>
          <p:nvPr/>
        </p:nvGrpSpPr>
        <p:grpSpPr>
          <a:xfrm>
            <a:off x="1186072" y="3311953"/>
            <a:ext cx="3690728" cy="1373671"/>
            <a:chOff x="404194" y="2544417"/>
            <a:chExt cx="3690728" cy="1373671"/>
          </a:xfrm>
        </p:grpSpPr>
        <p:sp>
          <p:nvSpPr>
            <p:cNvPr id="2895" name="Google Shape;2895;p57"/>
            <p:cNvSpPr/>
            <p:nvPr/>
          </p:nvSpPr>
          <p:spPr>
            <a:xfrm>
              <a:off x="3617843" y="2842867"/>
              <a:ext cx="477079" cy="1075221"/>
            </a:xfrm>
            <a:custGeom>
              <a:rect b="b" l="l" r="r" t="t"/>
              <a:pathLst>
                <a:path extrusionOk="0" h="1051327" w="477079">
                  <a:moveTo>
                    <a:pt x="477079" y="357808"/>
                  </a:moveTo>
                  <a:lnTo>
                    <a:pt x="0" y="0"/>
                  </a:lnTo>
                  <a:lnTo>
                    <a:pt x="13253" y="1051327"/>
                  </a:lnTo>
                  <a:lnTo>
                    <a:pt x="384314" y="649356"/>
                  </a:lnTo>
                </a:path>
              </a:pathLst>
            </a:custGeom>
            <a:gradFill>
              <a:gsLst>
                <a:gs pos="0">
                  <a:schemeClr val="lt1"/>
                </a:gs>
                <a:gs pos="99000">
                  <a:srgbClr val="BFBFBF"/>
                </a:gs>
                <a:gs pos="100000">
                  <a:srgbClr val="BFBFBF"/>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2896" name="Google Shape;2896;p57"/>
            <p:cNvGrpSpPr/>
            <p:nvPr/>
          </p:nvGrpSpPr>
          <p:grpSpPr>
            <a:xfrm>
              <a:off x="404194" y="2544417"/>
              <a:ext cx="3379301" cy="1368152"/>
              <a:chOff x="404194" y="2544417"/>
              <a:chExt cx="3379301" cy="1368152"/>
            </a:xfrm>
          </p:grpSpPr>
          <p:sp>
            <p:nvSpPr>
              <p:cNvPr id="2897" name="Google Shape;2897;p57"/>
              <p:cNvSpPr/>
              <p:nvPr/>
            </p:nvSpPr>
            <p:spPr>
              <a:xfrm>
                <a:off x="450575" y="2849217"/>
                <a:ext cx="3180521" cy="1060174"/>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98" name="Google Shape;2898;p57"/>
              <p:cNvSpPr txBox="1"/>
              <p:nvPr/>
            </p:nvSpPr>
            <p:spPr>
              <a:xfrm>
                <a:off x="530088" y="2544417"/>
                <a:ext cx="2796208"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ARP table in </a:t>
                </a:r>
                <a:r>
                  <a:rPr b="0" i="0" lang="en-US" sz="1800" u="none" cap="none" strike="noStrike">
                    <a:solidFill>
                      <a:srgbClr val="0000A8"/>
                    </a:solidFill>
                    <a:latin typeface="Calibri"/>
                    <a:ea typeface="Calibri"/>
                    <a:cs typeface="Calibri"/>
                    <a:sym typeface="Calibri"/>
                  </a:rPr>
                  <a:t>A</a:t>
                </a:r>
                <a:endParaRPr/>
              </a:p>
            </p:txBody>
          </p:sp>
          <p:cxnSp>
            <p:nvCxnSpPr>
              <p:cNvPr id="2899" name="Google Shape;2899;p57"/>
              <p:cNvCxnSpPr/>
              <p:nvPr/>
            </p:nvCxnSpPr>
            <p:spPr>
              <a:xfrm>
                <a:off x="437324" y="3173896"/>
                <a:ext cx="3180520" cy="0"/>
              </a:xfrm>
              <a:prstGeom prst="straightConnector1">
                <a:avLst/>
              </a:prstGeom>
              <a:noFill/>
              <a:ln cap="flat" cmpd="sng" w="12700">
                <a:solidFill>
                  <a:schemeClr val="dk1"/>
                </a:solidFill>
                <a:prstDash val="solid"/>
                <a:miter lim="800000"/>
                <a:headEnd len="sm" w="sm" type="none"/>
                <a:tailEnd len="sm" w="sm" type="none"/>
              </a:ln>
            </p:spPr>
          </p:cxnSp>
          <p:sp>
            <p:nvSpPr>
              <p:cNvPr id="2900" name="Google Shape;2900;p57"/>
              <p:cNvSpPr txBox="1"/>
              <p:nvPr/>
            </p:nvSpPr>
            <p:spPr>
              <a:xfrm>
                <a:off x="404194" y="2829339"/>
                <a:ext cx="934277"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IP addr</a:t>
                </a:r>
                <a:endParaRPr/>
              </a:p>
            </p:txBody>
          </p:sp>
          <p:sp>
            <p:nvSpPr>
              <p:cNvPr id="2901" name="Google Shape;2901;p57"/>
              <p:cNvSpPr txBox="1"/>
              <p:nvPr/>
            </p:nvSpPr>
            <p:spPr>
              <a:xfrm>
                <a:off x="1616766" y="2849217"/>
                <a:ext cx="1166189"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MAC addr</a:t>
                </a:r>
                <a:endParaRPr/>
              </a:p>
            </p:txBody>
          </p:sp>
          <p:cxnSp>
            <p:nvCxnSpPr>
              <p:cNvPr id="2902" name="Google Shape;2902;p57"/>
              <p:cNvCxnSpPr/>
              <p:nvPr/>
            </p:nvCxnSpPr>
            <p:spPr>
              <a:xfrm>
                <a:off x="1325218" y="2849218"/>
                <a:ext cx="0" cy="1063351"/>
              </a:xfrm>
              <a:prstGeom prst="straightConnector1">
                <a:avLst/>
              </a:prstGeom>
              <a:noFill/>
              <a:ln cap="flat" cmpd="sng" w="9525">
                <a:solidFill>
                  <a:schemeClr val="dk1"/>
                </a:solidFill>
                <a:prstDash val="solid"/>
                <a:miter lim="800000"/>
                <a:headEnd len="sm" w="sm" type="none"/>
                <a:tailEnd len="sm" w="sm" type="none"/>
              </a:ln>
            </p:spPr>
          </p:cxnSp>
          <p:cxnSp>
            <p:nvCxnSpPr>
              <p:cNvPr id="2903" name="Google Shape;2903;p57"/>
              <p:cNvCxnSpPr/>
              <p:nvPr/>
            </p:nvCxnSpPr>
            <p:spPr>
              <a:xfrm>
                <a:off x="3240152" y="2848944"/>
                <a:ext cx="0" cy="1060450"/>
              </a:xfrm>
              <a:prstGeom prst="straightConnector1">
                <a:avLst/>
              </a:prstGeom>
              <a:noFill/>
              <a:ln cap="flat" cmpd="sng" w="9525">
                <a:solidFill>
                  <a:schemeClr val="dk1"/>
                </a:solidFill>
                <a:prstDash val="solid"/>
                <a:miter lim="800000"/>
                <a:headEnd len="sm" w="sm" type="none"/>
                <a:tailEnd len="sm" w="sm" type="none"/>
              </a:ln>
            </p:spPr>
          </p:cxnSp>
          <p:sp>
            <p:nvSpPr>
              <p:cNvPr id="2904" name="Google Shape;2904;p57"/>
              <p:cNvSpPr txBox="1"/>
              <p:nvPr/>
            </p:nvSpPr>
            <p:spPr>
              <a:xfrm>
                <a:off x="3074505" y="2855842"/>
                <a:ext cx="708990"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TTL</a:t>
                </a:r>
                <a:endParaRPr/>
              </a:p>
            </p:txBody>
          </p:sp>
        </p:grpSp>
      </p:grpSp>
      <p:sp>
        <p:nvSpPr>
          <p:cNvPr id="2905" name="Google Shape;2905;p57"/>
          <p:cNvSpPr txBox="1"/>
          <p:nvPr/>
        </p:nvSpPr>
        <p:spPr>
          <a:xfrm>
            <a:off x="1049752" y="1211677"/>
            <a:ext cx="10068822" cy="886946"/>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example: A wants to send datagram to B</a:t>
            </a:r>
            <a:endParaRPr/>
          </a:p>
          <a:p>
            <a:pPr indent="-234950" lvl="1" marL="352425" marR="0" rtl="0" algn="l">
              <a:lnSpc>
                <a:spcPct val="90000"/>
              </a:lnSpc>
              <a:spcBef>
                <a:spcPts val="500"/>
              </a:spcBef>
              <a:spcAft>
                <a:spcPts val="0"/>
              </a:spcAft>
              <a:buClr>
                <a:srgbClr val="0000A8"/>
              </a:buClr>
              <a:buSzPts val="2000"/>
              <a:buFont typeface="Arial"/>
              <a:buChar char="•"/>
            </a:pPr>
            <a:r>
              <a:rPr b="0" i="0" lang="en-US" sz="2000" u="none" cap="none" strike="noStrike">
                <a:solidFill>
                  <a:srgbClr val="000000"/>
                </a:solidFill>
                <a:latin typeface="Calibri"/>
                <a:ea typeface="Calibri"/>
                <a:cs typeface="Calibri"/>
                <a:sym typeface="Calibri"/>
              </a:rPr>
              <a:t>B’s MAC address not in A’s ARP table, so A uses ARP to find B’s MAC address</a:t>
            </a:r>
            <a:endParaRPr b="0" i="0" sz="2400" u="none" cap="none" strike="noStrike">
              <a:solidFill>
                <a:srgbClr val="000000"/>
              </a:solidFill>
              <a:latin typeface="Calibri"/>
              <a:ea typeface="Calibri"/>
              <a:cs typeface="Calibri"/>
              <a:sym typeface="Calibri"/>
            </a:endParaRPr>
          </a:p>
        </p:txBody>
      </p:sp>
      <p:grpSp>
        <p:nvGrpSpPr>
          <p:cNvPr id="2906" name="Google Shape;2906;p57"/>
          <p:cNvGrpSpPr/>
          <p:nvPr/>
        </p:nvGrpSpPr>
        <p:grpSpPr>
          <a:xfrm>
            <a:off x="689113" y="2175367"/>
            <a:ext cx="5579166" cy="1015663"/>
            <a:chOff x="689113" y="2070437"/>
            <a:chExt cx="5579166" cy="1015663"/>
          </a:xfrm>
        </p:grpSpPr>
        <p:sp>
          <p:nvSpPr>
            <p:cNvPr id="2907" name="Google Shape;2907;p57"/>
            <p:cNvSpPr txBox="1"/>
            <p:nvPr/>
          </p:nvSpPr>
          <p:spPr>
            <a:xfrm>
              <a:off x="993914" y="2070437"/>
              <a:ext cx="5274365" cy="1015663"/>
            </a:xfrm>
            <a:prstGeom prst="rect">
              <a:avLst/>
            </a:prstGeom>
            <a:noFill/>
            <a:ln>
              <a:noFill/>
            </a:ln>
          </p:spPr>
          <p:txBody>
            <a:bodyPr anchorCtr="0" anchor="t" bIns="45700" lIns="91425" spcFirstLastPara="1" rIns="91425" wrap="square" tIns="45700">
              <a:spAutoFit/>
            </a:bodyPr>
            <a:lstStyle/>
            <a:p>
              <a:pPr indent="-231775" lvl="0" marL="231775" marR="0" rtl="0" algn="l">
                <a:lnSpc>
                  <a:spcPct val="100000"/>
                </a:lnSpc>
                <a:spcBef>
                  <a:spcPts val="0"/>
                </a:spcBef>
                <a:spcAft>
                  <a:spcPts val="0"/>
                </a:spcAft>
                <a:buClr>
                  <a:srgbClr val="0000A8"/>
                </a:buClr>
                <a:buSzPts val="2400"/>
                <a:buFont typeface="Calibri"/>
                <a:buNone/>
              </a:pPr>
              <a:r>
                <a:rPr b="0" i="0" lang="en-US" sz="2400" u="none" cap="none" strike="noStrike">
                  <a:solidFill>
                    <a:srgbClr val="0000A8"/>
                  </a:solidFill>
                  <a:latin typeface="Calibri"/>
                  <a:ea typeface="Calibri"/>
                  <a:cs typeface="Calibri"/>
                  <a:sym typeface="Calibri"/>
                </a:rPr>
                <a:t>A</a:t>
              </a:r>
              <a:r>
                <a:rPr b="0" i="0" lang="en-US" sz="2000" u="none" cap="none" strike="noStrike">
                  <a:solidFill>
                    <a:srgbClr val="000000"/>
                  </a:solidFill>
                  <a:latin typeface="Calibri"/>
                  <a:ea typeface="Calibri"/>
                  <a:cs typeface="Calibri"/>
                  <a:sym typeface="Calibri"/>
                </a:rPr>
                <a:t> broadcasts ARP query, containing B's IP addr</a:t>
              </a:r>
              <a:endParaRPr/>
            </a:p>
            <a:p>
              <a:pPr indent="-234950" lvl="1" marL="404813" marR="0" rtl="0" algn="l">
                <a:lnSpc>
                  <a:spcPct val="90000"/>
                </a:lnSpc>
                <a:spcBef>
                  <a:spcPts val="0"/>
                </a:spcBef>
                <a:spcAft>
                  <a:spcPts val="0"/>
                </a:spcAft>
                <a:buClr>
                  <a:srgbClr val="000000"/>
                </a:buClr>
                <a:buSzPts val="2000"/>
                <a:buFont typeface="Arial"/>
                <a:buChar char="•"/>
              </a:pPr>
              <a:r>
                <a:rPr b="0" i="0" lang="en-US" sz="2000" u="none" cap="none" strike="noStrike">
                  <a:solidFill>
                    <a:srgbClr val="000000"/>
                  </a:solidFill>
                  <a:latin typeface="Calibri"/>
                  <a:ea typeface="Calibri"/>
                  <a:cs typeface="Calibri"/>
                  <a:sym typeface="Calibri"/>
                </a:rPr>
                <a:t>destination MAC address = FF-FF-FF-FF-FF-FF</a:t>
              </a:r>
              <a:endParaRPr/>
            </a:p>
            <a:p>
              <a:pPr indent="-234950" lvl="1" marL="404813" marR="0" rtl="0" algn="l">
                <a:lnSpc>
                  <a:spcPct val="90000"/>
                </a:lnSpc>
                <a:spcBef>
                  <a:spcPts val="0"/>
                </a:spcBef>
                <a:spcAft>
                  <a:spcPts val="0"/>
                </a:spcAft>
                <a:buClr>
                  <a:srgbClr val="000000"/>
                </a:buClr>
                <a:buSzPts val="2000"/>
                <a:buFont typeface="Arial"/>
                <a:buChar char="•"/>
              </a:pPr>
              <a:r>
                <a:rPr b="0" i="0" lang="en-US" sz="2000" u="none" cap="none" strike="noStrike">
                  <a:solidFill>
                    <a:srgbClr val="000000"/>
                  </a:solidFill>
                  <a:latin typeface="Calibri"/>
                  <a:ea typeface="Calibri"/>
                  <a:cs typeface="Calibri"/>
                  <a:sym typeface="Calibri"/>
                </a:rPr>
                <a:t>all nodes on LAN receive ARP query </a:t>
              </a:r>
              <a:endParaRPr/>
            </a:p>
          </p:txBody>
        </p:sp>
        <p:grpSp>
          <p:nvGrpSpPr>
            <p:cNvPr id="2908" name="Google Shape;2908;p57"/>
            <p:cNvGrpSpPr/>
            <p:nvPr/>
          </p:nvGrpSpPr>
          <p:grpSpPr>
            <a:xfrm>
              <a:off x="689113" y="2438399"/>
              <a:ext cx="410817" cy="461665"/>
              <a:chOff x="2292626" y="5618921"/>
              <a:chExt cx="410817" cy="461665"/>
            </a:xfrm>
          </p:grpSpPr>
          <p:sp>
            <p:nvSpPr>
              <p:cNvPr id="2909" name="Google Shape;2909;p57"/>
              <p:cNvSpPr/>
              <p:nvPr/>
            </p:nvSpPr>
            <p:spPr>
              <a:xfrm>
                <a:off x="2292626" y="5645426"/>
                <a:ext cx="410817" cy="410817"/>
              </a:xfrm>
              <a:prstGeom prst="ellipse">
                <a:avLst/>
              </a:prstGeom>
              <a:solidFill>
                <a:schemeClr val="lt1"/>
              </a:solidFill>
              <a:ln cap="flat" cmpd="sng" w="254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10" name="Google Shape;2910;p57"/>
              <p:cNvSpPr txBox="1"/>
              <p:nvPr/>
            </p:nvSpPr>
            <p:spPr>
              <a:xfrm>
                <a:off x="2319130" y="5618921"/>
                <a:ext cx="3401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1</a:t>
                </a:r>
                <a:endParaRPr/>
              </a:p>
            </p:txBody>
          </p:sp>
        </p:grpSp>
      </p:grpSp>
      <p:grpSp>
        <p:nvGrpSpPr>
          <p:cNvPr id="2911" name="Google Shape;2911;p57"/>
          <p:cNvGrpSpPr/>
          <p:nvPr/>
        </p:nvGrpSpPr>
        <p:grpSpPr>
          <a:xfrm>
            <a:off x="6633558" y="2781868"/>
            <a:ext cx="4272980" cy="1554072"/>
            <a:chOff x="7269663" y="106017"/>
            <a:chExt cx="4272980" cy="1554072"/>
          </a:xfrm>
        </p:grpSpPr>
        <p:sp>
          <p:nvSpPr>
            <p:cNvPr id="2912" name="Google Shape;2912;p57"/>
            <p:cNvSpPr/>
            <p:nvPr/>
          </p:nvSpPr>
          <p:spPr>
            <a:xfrm>
              <a:off x="7269663" y="168712"/>
              <a:ext cx="3357443" cy="1491377"/>
            </a:xfrm>
            <a:custGeom>
              <a:rect b="b" l="l" r="r" t="t"/>
              <a:pathLst>
                <a:path extrusionOk="0" h="1491377" w="3070984">
                  <a:moveTo>
                    <a:pt x="3" y="1165451"/>
                  </a:moveTo>
                  <a:cubicBezTo>
                    <a:pt x="145598" y="1121700"/>
                    <a:pt x="1219590" y="114212"/>
                    <a:pt x="1279362" y="0"/>
                  </a:cubicBezTo>
                  <a:cubicBezTo>
                    <a:pt x="1163476" y="1035639"/>
                    <a:pt x="985249" y="923350"/>
                    <a:pt x="3070984" y="923279"/>
                  </a:cubicBezTo>
                  <a:cubicBezTo>
                    <a:pt x="2279368" y="1124493"/>
                    <a:pt x="913470" y="1245953"/>
                    <a:pt x="311787" y="1491377"/>
                  </a:cubicBezTo>
                  <a:cubicBezTo>
                    <a:pt x="312912" y="1365065"/>
                    <a:pt x="-1122" y="1291763"/>
                    <a:pt x="3" y="1165451"/>
                  </a:cubicBezTo>
                  <a:close/>
                </a:path>
              </a:pathLst>
            </a:custGeom>
            <a:gradFill>
              <a:gsLst>
                <a:gs pos="0">
                  <a:srgbClr val="FFFFFF">
                    <a:alpha val="67843"/>
                  </a:srgbClr>
                </a:gs>
                <a:gs pos="99000">
                  <a:srgbClr val="BFBFBF"/>
                </a:gs>
                <a:gs pos="100000">
                  <a:srgbClr val="BFBFB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13" name="Google Shape;2913;p57"/>
            <p:cNvSpPr/>
            <p:nvPr/>
          </p:nvSpPr>
          <p:spPr>
            <a:xfrm>
              <a:off x="8613913" y="106017"/>
              <a:ext cx="2743200" cy="1020417"/>
            </a:xfrm>
            <a:prstGeom prst="rect">
              <a:avLst/>
            </a:prstGeom>
            <a:solidFill>
              <a:srgbClr val="F2F2F2"/>
            </a:solidFill>
            <a:ln cap="flat" cmpd="sng" w="12700">
              <a:solidFill>
                <a:srgbClr val="A5A5A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14" name="Google Shape;2914;p57"/>
            <p:cNvSpPr txBox="1"/>
            <p:nvPr/>
          </p:nvSpPr>
          <p:spPr>
            <a:xfrm>
              <a:off x="8610903" y="117460"/>
              <a:ext cx="2931740" cy="10464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Source MAC:  71-65-F7-2B-08-53</a:t>
              </a:r>
              <a:endParaRPr/>
            </a:p>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Source IP: 137.196.7.23 </a:t>
              </a:r>
              <a:endParaRPr/>
            </a:p>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Target IP address: </a:t>
              </a:r>
              <a:r>
                <a:rPr b="0" i="0" lang="en-US" sz="1400" u="none" cap="none" strike="noStrike">
                  <a:solidFill>
                    <a:srgbClr val="000000"/>
                  </a:solidFill>
                  <a:latin typeface="Calibri"/>
                  <a:ea typeface="Calibri"/>
                  <a:cs typeface="Calibri"/>
                  <a:sym typeface="Calibri"/>
                </a:rPr>
                <a:t>137.196.7.14</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t>
              </a:r>
              <a:endParaRPr/>
            </a:p>
          </p:txBody>
        </p:sp>
      </p:grpSp>
      <p:grpSp>
        <p:nvGrpSpPr>
          <p:cNvPr id="2915" name="Google Shape;2915;p57"/>
          <p:cNvGrpSpPr/>
          <p:nvPr/>
        </p:nvGrpSpPr>
        <p:grpSpPr>
          <a:xfrm>
            <a:off x="5367131" y="3596877"/>
            <a:ext cx="2849218" cy="2007708"/>
            <a:chOff x="437322" y="4803913"/>
            <a:chExt cx="2849218" cy="2007708"/>
          </a:xfrm>
        </p:grpSpPr>
        <p:sp>
          <p:nvSpPr>
            <p:cNvPr id="2916" name="Google Shape;2916;p57"/>
            <p:cNvSpPr/>
            <p:nvPr/>
          </p:nvSpPr>
          <p:spPr>
            <a:xfrm rot="5400000">
              <a:off x="1335154" y="6172202"/>
              <a:ext cx="1073429" cy="205408"/>
            </a:xfrm>
            <a:prstGeom prst="rightArrow">
              <a:avLst>
                <a:gd fmla="val 50000" name="adj1"/>
                <a:gd fmla="val 50000" name="adj2"/>
              </a:avLst>
            </a:prstGeom>
            <a:gradFill>
              <a:gsLst>
                <a:gs pos="0">
                  <a:srgbClr val="FFFFFF">
                    <a:alpha val="67843"/>
                  </a:srgbClr>
                </a:gs>
                <a:gs pos="49500">
                  <a:srgbClr val="B3C6E7"/>
                </a:gs>
                <a:gs pos="98000">
                  <a:srgbClr val="0000A8"/>
                </a:gs>
                <a:gs pos="100000">
                  <a:srgbClr val="0000A8"/>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17" name="Google Shape;2917;p57"/>
            <p:cNvSpPr/>
            <p:nvPr/>
          </p:nvSpPr>
          <p:spPr>
            <a:xfrm rot="-5400000">
              <a:off x="1408044" y="5105399"/>
              <a:ext cx="775252" cy="172279"/>
            </a:xfrm>
            <a:prstGeom prst="rightArrow">
              <a:avLst>
                <a:gd fmla="val 50000" name="adj1"/>
                <a:gd fmla="val 50000" name="adj2"/>
              </a:avLst>
            </a:prstGeom>
            <a:gradFill>
              <a:gsLst>
                <a:gs pos="0">
                  <a:srgbClr val="FFFFFF">
                    <a:alpha val="67843"/>
                  </a:srgbClr>
                </a:gs>
                <a:gs pos="49500">
                  <a:srgbClr val="B3C6E7"/>
                </a:gs>
                <a:gs pos="98000">
                  <a:srgbClr val="0000A8"/>
                </a:gs>
                <a:gs pos="100000">
                  <a:srgbClr val="0000A8"/>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18" name="Google Shape;2918;p57"/>
            <p:cNvSpPr/>
            <p:nvPr/>
          </p:nvSpPr>
          <p:spPr>
            <a:xfrm>
              <a:off x="437322" y="5499652"/>
              <a:ext cx="2849218" cy="159027"/>
            </a:xfrm>
            <a:prstGeom prst="rightArrow">
              <a:avLst>
                <a:gd fmla="val 50000" name="adj1"/>
                <a:gd fmla="val 50000" name="adj2"/>
              </a:avLst>
            </a:prstGeom>
            <a:gradFill>
              <a:gsLst>
                <a:gs pos="0">
                  <a:srgbClr val="FFFFFF">
                    <a:alpha val="67843"/>
                  </a:srgbClr>
                </a:gs>
                <a:gs pos="49500">
                  <a:srgbClr val="B3C6E7"/>
                </a:gs>
                <a:gs pos="98000">
                  <a:srgbClr val="0000A8"/>
                </a:gs>
                <a:gs pos="100000">
                  <a:srgbClr val="0000A8"/>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2919" name="Google Shape;2919;p57"/>
            <p:cNvGrpSpPr/>
            <p:nvPr/>
          </p:nvGrpSpPr>
          <p:grpSpPr>
            <a:xfrm>
              <a:off x="1487255" y="5177985"/>
              <a:ext cx="587606" cy="741718"/>
              <a:chOff x="375561" y="297711"/>
              <a:chExt cx="1252683" cy="2138362"/>
            </a:xfrm>
          </p:grpSpPr>
          <p:sp>
            <p:nvSpPr>
              <p:cNvPr id="2920" name="Google Shape;2920;p57"/>
              <p:cNvSpPr/>
              <p:nvPr/>
            </p:nvSpPr>
            <p:spPr>
              <a:xfrm>
                <a:off x="375561" y="297711"/>
                <a:ext cx="971072" cy="2138362"/>
              </a:xfrm>
              <a:custGeom>
                <a:rect b="b" l="l" r="r" t="t"/>
                <a:pathLst>
                  <a:path extrusionOk="0" h="2138362" w="966787">
                    <a:moveTo>
                      <a:pt x="0" y="0"/>
                    </a:moveTo>
                    <a:lnTo>
                      <a:pt x="0" y="1190625"/>
                    </a:lnTo>
                    <a:lnTo>
                      <a:pt x="966787" y="2138362"/>
                    </a:lnTo>
                    <a:cubicBezTo>
                      <a:pt x="965200" y="1673225"/>
                      <a:pt x="963612" y="1208087"/>
                      <a:pt x="962025" y="742950"/>
                    </a:cubicBezTo>
                    <a:lnTo>
                      <a:pt x="0" y="0"/>
                    </a:lnTo>
                    <a:close/>
                  </a:path>
                </a:pathLst>
              </a:cu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21" name="Google Shape;2921;p57"/>
              <p:cNvSpPr/>
              <p:nvPr/>
            </p:nvSpPr>
            <p:spPr>
              <a:xfrm>
                <a:off x="375561" y="309724"/>
                <a:ext cx="1247826" cy="768849"/>
              </a:xfrm>
              <a:custGeom>
                <a:rect b="b" l="l" r="r" t="t"/>
                <a:pathLst>
                  <a:path extrusionOk="0" h="758069" w="1248448">
                    <a:moveTo>
                      <a:pt x="243561" y="573"/>
                    </a:moveTo>
                    <a:cubicBezTo>
                      <a:pt x="162374" y="382"/>
                      <a:pt x="235530" y="6639"/>
                      <a:pt x="0" y="0"/>
                    </a:cubicBezTo>
                    <a:lnTo>
                      <a:pt x="962698" y="753308"/>
                    </a:lnTo>
                    <a:cubicBezTo>
                      <a:pt x="1114838" y="758721"/>
                      <a:pt x="1045247" y="751718"/>
                      <a:pt x="1248448" y="758069"/>
                    </a:cubicBezTo>
                    <a:lnTo>
                      <a:pt x="243561" y="573"/>
                    </a:lnTo>
                    <a:close/>
                  </a:path>
                </a:pathLst>
              </a:custGeom>
              <a:solidFill>
                <a:srgbClr val="0099C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22" name="Google Shape;2922;p57"/>
              <p:cNvSpPr/>
              <p:nvPr/>
            </p:nvSpPr>
            <p:spPr>
              <a:xfrm>
                <a:off x="1332065" y="1066560"/>
                <a:ext cx="296179" cy="1363508"/>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923" name="Google Shape;2923;p57"/>
          <p:cNvGrpSpPr/>
          <p:nvPr/>
        </p:nvGrpSpPr>
        <p:grpSpPr>
          <a:xfrm>
            <a:off x="5817705" y="4121995"/>
            <a:ext cx="410817" cy="461665"/>
            <a:chOff x="2292626" y="5618921"/>
            <a:chExt cx="410817" cy="461665"/>
          </a:xfrm>
        </p:grpSpPr>
        <p:sp>
          <p:nvSpPr>
            <p:cNvPr id="2924" name="Google Shape;2924;p57"/>
            <p:cNvSpPr/>
            <p:nvPr/>
          </p:nvSpPr>
          <p:spPr>
            <a:xfrm>
              <a:off x="2292626" y="5645426"/>
              <a:ext cx="410817" cy="410817"/>
            </a:xfrm>
            <a:prstGeom prst="ellipse">
              <a:avLst/>
            </a:prstGeom>
            <a:solidFill>
              <a:schemeClr val="lt1"/>
            </a:solidFill>
            <a:ln cap="flat" cmpd="sng" w="254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25" name="Google Shape;2925;p57"/>
            <p:cNvSpPr txBox="1"/>
            <p:nvPr/>
          </p:nvSpPr>
          <p:spPr>
            <a:xfrm>
              <a:off x="2319130" y="5618921"/>
              <a:ext cx="3401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1</a:t>
              </a:r>
              <a:endParaRPr/>
            </a:p>
          </p:txBody>
        </p:sp>
      </p:grpSp>
      <p:sp>
        <p:nvSpPr>
          <p:cNvPr id="2926" name="Google Shape;2926;p57"/>
          <p:cNvSpPr txBox="1"/>
          <p:nvPr/>
        </p:nvSpPr>
        <p:spPr>
          <a:xfrm>
            <a:off x="7623617" y="2453566"/>
            <a:ext cx="3985288"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Ethernet frame (sent to FF-FF-FF-FF-FF-FF)</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5"/>
                                        </p:tgtEl>
                                        <p:attrNameLst>
                                          <p:attrName>style.visibility</p:attrName>
                                        </p:attrNameLst>
                                      </p:cBhvr>
                                      <p:to>
                                        <p:strVal val="visible"/>
                                      </p:to>
                                    </p:set>
                                    <p:animEffect filter="fade" transition="in">
                                      <p:cBhvr>
                                        <p:cTn dur="500"/>
                                        <p:tgtEl>
                                          <p:spTgt spid="2885"/>
                                        </p:tgtEl>
                                      </p:cBhvr>
                                    </p:animEffect>
                                  </p:childTnLst>
                                </p:cTn>
                              </p:par>
                              <p:par>
                                <p:cTn fill="hold" nodeType="withEffect" presetClass="entr" presetID="10" presetSubtype="0">
                                  <p:stCondLst>
                                    <p:cond delay="0"/>
                                  </p:stCondLst>
                                  <p:childTnLst>
                                    <p:set>
                                      <p:cBhvr>
                                        <p:cTn dur="1" fill="hold">
                                          <p:stCondLst>
                                            <p:cond delay="0"/>
                                          </p:stCondLst>
                                        </p:cTn>
                                        <p:tgtEl>
                                          <p:spTgt spid="2894"/>
                                        </p:tgtEl>
                                        <p:attrNameLst>
                                          <p:attrName>style.visibility</p:attrName>
                                        </p:attrNameLst>
                                      </p:cBhvr>
                                      <p:to>
                                        <p:strVal val="visible"/>
                                      </p:to>
                                    </p:set>
                                    <p:animEffect filter="fade" transition="in">
                                      <p:cBhvr>
                                        <p:cTn dur="500"/>
                                        <p:tgtEl>
                                          <p:spTgt spid="28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06"/>
                                        </p:tgtEl>
                                        <p:attrNameLst>
                                          <p:attrName>style.visibility</p:attrName>
                                        </p:attrNameLst>
                                      </p:cBhvr>
                                      <p:to>
                                        <p:strVal val="visible"/>
                                      </p:to>
                                    </p:set>
                                    <p:animEffect filter="fade" transition="in">
                                      <p:cBhvr>
                                        <p:cTn dur="500"/>
                                        <p:tgtEl>
                                          <p:spTgt spid="2906"/>
                                        </p:tgtEl>
                                      </p:cBhvr>
                                    </p:animEffect>
                                  </p:childTnLst>
                                </p:cTn>
                              </p:par>
                              <p:par>
                                <p:cTn fill="hold" nodeType="withEffect" presetClass="entr" presetID="10" presetSubtype="0">
                                  <p:stCondLst>
                                    <p:cond delay="0"/>
                                  </p:stCondLst>
                                  <p:childTnLst>
                                    <p:set>
                                      <p:cBhvr>
                                        <p:cTn dur="1" fill="hold">
                                          <p:stCondLst>
                                            <p:cond delay="0"/>
                                          </p:stCondLst>
                                        </p:cTn>
                                        <p:tgtEl>
                                          <p:spTgt spid="2915"/>
                                        </p:tgtEl>
                                        <p:attrNameLst>
                                          <p:attrName>style.visibility</p:attrName>
                                        </p:attrNameLst>
                                      </p:cBhvr>
                                      <p:to>
                                        <p:strVal val="visible"/>
                                      </p:to>
                                    </p:set>
                                    <p:animEffect filter="fade" transition="in">
                                      <p:cBhvr>
                                        <p:cTn dur="500"/>
                                        <p:tgtEl>
                                          <p:spTgt spid="2915"/>
                                        </p:tgtEl>
                                      </p:cBhvr>
                                    </p:animEffect>
                                  </p:childTnLst>
                                </p:cTn>
                              </p:par>
                              <p:par>
                                <p:cTn fill="hold" nodeType="withEffect" presetClass="entr" presetID="10" presetSubtype="0">
                                  <p:stCondLst>
                                    <p:cond delay="0"/>
                                  </p:stCondLst>
                                  <p:childTnLst>
                                    <p:set>
                                      <p:cBhvr>
                                        <p:cTn dur="1" fill="hold">
                                          <p:stCondLst>
                                            <p:cond delay="0"/>
                                          </p:stCondLst>
                                        </p:cTn>
                                        <p:tgtEl>
                                          <p:spTgt spid="2923"/>
                                        </p:tgtEl>
                                        <p:attrNameLst>
                                          <p:attrName>style.visibility</p:attrName>
                                        </p:attrNameLst>
                                      </p:cBhvr>
                                      <p:to>
                                        <p:strVal val="visible"/>
                                      </p:to>
                                    </p:set>
                                    <p:animEffect filter="fade" transition="in">
                                      <p:cBhvr>
                                        <p:cTn dur="500"/>
                                        <p:tgtEl>
                                          <p:spTgt spid="29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11"/>
                                        </p:tgtEl>
                                        <p:attrNameLst>
                                          <p:attrName>style.visibility</p:attrName>
                                        </p:attrNameLst>
                                      </p:cBhvr>
                                      <p:to>
                                        <p:strVal val="visible"/>
                                      </p:to>
                                    </p:set>
                                    <p:animEffect filter="fade" transition="in">
                                      <p:cBhvr>
                                        <p:cTn dur="500"/>
                                        <p:tgtEl>
                                          <p:spTgt spid="2911"/>
                                        </p:tgtEl>
                                      </p:cBhvr>
                                    </p:animEffect>
                                  </p:childTnLst>
                                </p:cTn>
                              </p:par>
                              <p:par>
                                <p:cTn fill="hold" nodeType="withEffect" presetClass="entr" presetID="10" presetSubtype="0">
                                  <p:stCondLst>
                                    <p:cond delay="0"/>
                                  </p:stCondLst>
                                  <p:childTnLst>
                                    <p:set>
                                      <p:cBhvr>
                                        <p:cTn dur="1" fill="hold">
                                          <p:stCondLst>
                                            <p:cond delay="0"/>
                                          </p:stCondLst>
                                        </p:cTn>
                                        <p:tgtEl>
                                          <p:spTgt spid="2926"/>
                                        </p:tgtEl>
                                        <p:attrNameLst>
                                          <p:attrName>style.visibility</p:attrName>
                                        </p:attrNameLst>
                                      </p:cBhvr>
                                      <p:to>
                                        <p:strVal val="visible"/>
                                      </p:to>
                                    </p:set>
                                    <p:animEffect filter="fade" transition="in">
                                      <p:cBhvr>
                                        <p:cTn dur="500"/>
                                        <p:tgtEl>
                                          <p:spTgt spid="29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1" name="Shape 2931"/>
        <p:cNvGrpSpPr/>
        <p:nvPr/>
      </p:nvGrpSpPr>
      <p:grpSpPr>
        <a:xfrm>
          <a:off x="0" y="0"/>
          <a:ext cx="0" cy="0"/>
          <a:chOff x="0" y="0"/>
          <a:chExt cx="0" cy="0"/>
        </a:xfrm>
      </p:grpSpPr>
      <p:cxnSp>
        <p:nvCxnSpPr>
          <p:cNvPr id="2932" name="Google Shape;2932;p58"/>
          <p:cNvCxnSpPr/>
          <p:nvPr/>
        </p:nvCxnSpPr>
        <p:spPr>
          <a:xfrm>
            <a:off x="5103533" y="4310144"/>
            <a:ext cx="901700" cy="0"/>
          </a:xfrm>
          <a:prstGeom prst="straightConnector1">
            <a:avLst/>
          </a:prstGeom>
          <a:noFill/>
          <a:ln cap="flat" cmpd="sng" w="9525">
            <a:solidFill>
              <a:srgbClr val="000000"/>
            </a:solidFill>
            <a:prstDash val="solid"/>
            <a:round/>
            <a:headEnd len="med" w="med" type="none"/>
            <a:tailEnd len="med" w="med" type="none"/>
          </a:ln>
        </p:spPr>
      </p:cxnSp>
      <p:cxnSp>
        <p:nvCxnSpPr>
          <p:cNvPr id="2933" name="Google Shape;2933;p58"/>
          <p:cNvCxnSpPr/>
          <p:nvPr/>
        </p:nvCxnSpPr>
        <p:spPr>
          <a:xfrm>
            <a:off x="6888024" y="3390291"/>
            <a:ext cx="0" cy="655637"/>
          </a:xfrm>
          <a:prstGeom prst="straightConnector1">
            <a:avLst/>
          </a:prstGeom>
          <a:noFill/>
          <a:ln cap="flat" cmpd="sng" w="9525">
            <a:solidFill>
              <a:srgbClr val="000000"/>
            </a:solidFill>
            <a:prstDash val="solid"/>
            <a:round/>
            <a:headEnd len="med" w="med" type="none"/>
            <a:tailEnd len="med" w="med" type="none"/>
          </a:ln>
        </p:spPr>
      </p:cxnSp>
      <p:cxnSp>
        <p:nvCxnSpPr>
          <p:cNvPr id="2934" name="Google Shape;2934;p58"/>
          <p:cNvCxnSpPr/>
          <p:nvPr/>
        </p:nvCxnSpPr>
        <p:spPr>
          <a:xfrm rot="10800000">
            <a:off x="6664393" y="5337533"/>
            <a:ext cx="0" cy="438150"/>
          </a:xfrm>
          <a:prstGeom prst="straightConnector1">
            <a:avLst/>
          </a:prstGeom>
          <a:noFill/>
          <a:ln cap="flat" cmpd="sng" w="9525">
            <a:solidFill>
              <a:srgbClr val="000000"/>
            </a:solidFill>
            <a:prstDash val="solid"/>
            <a:round/>
            <a:headEnd len="med" w="med" type="none"/>
            <a:tailEnd len="med" w="med" type="none"/>
          </a:ln>
        </p:spPr>
      </p:cxnSp>
      <p:sp>
        <p:nvSpPr>
          <p:cNvPr id="2935" name="Google Shape;2935;p58"/>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99"/>
              </a:buClr>
              <a:buSzPts val="4400"/>
              <a:buFont typeface="Calibri"/>
              <a:buNone/>
            </a:pPr>
            <a:r>
              <a:rPr b="0" lang="en-US">
                <a:solidFill>
                  <a:srgbClr val="000099"/>
                </a:solidFill>
                <a:latin typeface="Calibri"/>
                <a:ea typeface="Calibri"/>
                <a:cs typeface="Calibri"/>
                <a:sym typeface="Calibri"/>
              </a:rPr>
              <a:t>ARP protocol in action</a:t>
            </a:r>
            <a:endParaRPr b="0" sz="4400">
              <a:latin typeface="Calibri"/>
              <a:ea typeface="Calibri"/>
              <a:cs typeface="Calibri"/>
              <a:sym typeface="Calibri"/>
            </a:endParaRPr>
          </a:p>
        </p:txBody>
      </p:sp>
      <p:sp>
        <p:nvSpPr>
          <p:cNvPr id="2936" name="Google Shape;2936;p5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Link Layer: 6-</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
        <p:nvSpPr>
          <p:cNvPr id="2937" name="Google Shape;2937;p58"/>
          <p:cNvSpPr/>
          <p:nvPr/>
        </p:nvSpPr>
        <p:spPr>
          <a:xfrm>
            <a:off x="5730736" y="3632282"/>
            <a:ext cx="2046288" cy="2049462"/>
          </a:xfrm>
          <a:custGeom>
            <a:rect b="b" l="l" r="r" t="t"/>
            <a:pathLst>
              <a:path extrusionOk="0" h="1255" w="1292">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2938" name="Google Shape;2938;p58"/>
          <p:cNvCxnSpPr/>
          <p:nvPr/>
        </p:nvCxnSpPr>
        <p:spPr>
          <a:xfrm rot="10800000">
            <a:off x="7751624" y="4359151"/>
            <a:ext cx="796925" cy="0"/>
          </a:xfrm>
          <a:prstGeom prst="straightConnector1">
            <a:avLst/>
          </a:prstGeom>
          <a:noFill/>
          <a:ln cap="flat" cmpd="sng" w="9525">
            <a:solidFill>
              <a:srgbClr val="000000"/>
            </a:solidFill>
            <a:prstDash val="solid"/>
            <a:round/>
            <a:headEnd len="med" w="med" type="none"/>
            <a:tailEnd len="med" w="med" type="none"/>
          </a:ln>
        </p:spPr>
      </p:cxnSp>
      <p:cxnSp>
        <p:nvCxnSpPr>
          <p:cNvPr id="2939" name="Google Shape;2939;p58"/>
          <p:cNvCxnSpPr/>
          <p:nvPr/>
        </p:nvCxnSpPr>
        <p:spPr>
          <a:xfrm rot="10800000">
            <a:off x="8310126" y="4475169"/>
            <a:ext cx="0" cy="373063"/>
          </a:xfrm>
          <a:prstGeom prst="straightConnector1">
            <a:avLst/>
          </a:prstGeom>
          <a:noFill/>
          <a:ln cap="flat" cmpd="sng" w="9525">
            <a:solidFill>
              <a:srgbClr val="000000"/>
            </a:solidFill>
            <a:prstDash val="solid"/>
            <a:round/>
            <a:headEnd len="med" w="med" type="none"/>
            <a:tailEnd len="med" w="med" type="triangle"/>
          </a:ln>
        </p:spPr>
      </p:cxnSp>
      <p:sp>
        <p:nvSpPr>
          <p:cNvPr id="2940" name="Google Shape;2940;p58"/>
          <p:cNvSpPr txBox="1"/>
          <p:nvPr/>
        </p:nvSpPr>
        <p:spPr>
          <a:xfrm>
            <a:off x="8213996" y="4817733"/>
            <a:ext cx="173990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58-23-D7-FA-20-B0</a:t>
            </a:r>
            <a:endParaRPr/>
          </a:p>
        </p:txBody>
      </p:sp>
      <p:sp>
        <p:nvSpPr>
          <p:cNvPr id="2941" name="Google Shape;2941;p58"/>
          <p:cNvSpPr/>
          <p:nvPr/>
        </p:nvSpPr>
        <p:spPr>
          <a:xfrm>
            <a:off x="6793652" y="3392113"/>
            <a:ext cx="160338" cy="25558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grpSp>
        <p:nvGrpSpPr>
          <p:cNvPr id="2942" name="Google Shape;2942;p58"/>
          <p:cNvGrpSpPr/>
          <p:nvPr/>
        </p:nvGrpSpPr>
        <p:grpSpPr>
          <a:xfrm>
            <a:off x="6335022" y="2859441"/>
            <a:ext cx="812800" cy="658813"/>
            <a:chOff x="-44" y="1473"/>
            <a:chExt cx="981" cy="1105"/>
          </a:xfrm>
        </p:grpSpPr>
        <p:pic>
          <p:nvPicPr>
            <p:cNvPr descr="desktop_computer_stylized_medium" id="2943" name="Google Shape;2943;p5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944" name="Google Shape;2944;p5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2945" name="Google Shape;2945;p58"/>
          <p:cNvSpPr/>
          <p:nvPr/>
        </p:nvSpPr>
        <p:spPr>
          <a:xfrm>
            <a:off x="6592477" y="5645423"/>
            <a:ext cx="160338" cy="25558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sp>
        <p:nvSpPr>
          <p:cNvPr id="2946" name="Google Shape;2946;p58"/>
          <p:cNvSpPr/>
          <p:nvPr/>
        </p:nvSpPr>
        <p:spPr>
          <a:xfrm rot="5400000">
            <a:off x="8336659" y="4240368"/>
            <a:ext cx="160338" cy="25558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grpSp>
        <p:nvGrpSpPr>
          <p:cNvPr id="2947" name="Google Shape;2947;p58"/>
          <p:cNvGrpSpPr/>
          <p:nvPr/>
        </p:nvGrpSpPr>
        <p:grpSpPr>
          <a:xfrm>
            <a:off x="8184868" y="4087689"/>
            <a:ext cx="812800" cy="658812"/>
            <a:chOff x="-26" y="1473"/>
            <a:chExt cx="981" cy="1105"/>
          </a:xfrm>
        </p:grpSpPr>
        <p:pic>
          <p:nvPicPr>
            <p:cNvPr descr="desktop_computer_stylized_medium" id="2948" name="Google Shape;2948;p58"/>
            <p:cNvPicPr preferRelativeResize="0"/>
            <p:nvPr/>
          </p:nvPicPr>
          <p:blipFill rotWithShape="1">
            <a:blip r:embed="rId3">
              <a:alphaModFix/>
            </a:blip>
            <a:srcRect b="0" l="0" r="0" t="0"/>
            <a:stretch/>
          </p:blipFill>
          <p:spPr>
            <a:xfrm flipH="1">
              <a:off x="-26" y="1473"/>
              <a:ext cx="981" cy="1105"/>
            </a:xfrm>
            <a:prstGeom prst="rect">
              <a:avLst/>
            </a:prstGeom>
            <a:noFill/>
            <a:ln>
              <a:noFill/>
            </a:ln>
          </p:spPr>
        </p:pic>
        <p:sp>
          <p:nvSpPr>
            <p:cNvPr id="2949" name="Google Shape;2949;p5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2950" name="Google Shape;2950;p58"/>
          <p:cNvGrpSpPr/>
          <p:nvPr/>
        </p:nvGrpSpPr>
        <p:grpSpPr>
          <a:xfrm>
            <a:off x="6137343" y="5838977"/>
            <a:ext cx="812800" cy="658813"/>
            <a:chOff x="-44" y="1473"/>
            <a:chExt cx="981" cy="1105"/>
          </a:xfrm>
        </p:grpSpPr>
        <p:pic>
          <p:nvPicPr>
            <p:cNvPr descr="desktop_computer_stylized_medium" id="2951" name="Google Shape;2951;p5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952" name="Google Shape;2952;p5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2953" name="Google Shape;2953;p58"/>
          <p:cNvSpPr txBox="1"/>
          <p:nvPr/>
        </p:nvSpPr>
        <p:spPr>
          <a:xfrm>
            <a:off x="8208408" y="5016515"/>
            <a:ext cx="1217612"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137.196.7.14</a:t>
            </a:r>
            <a:endParaRPr/>
          </a:p>
        </p:txBody>
      </p:sp>
      <p:sp>
        <p:nvSpPr>
          <p:cNvPr id="2954" name="Google Shape;2954;p58"/>
          <p:cNvSpPr txBox="1"/>
          <p:nvPr/>
        </p:nvSpPr>
        <p:spPr>
          <a:xfrm>
            <a:off x="8196469" y="3835414"/>
            <a:ext cx="35137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2400"/>
              <a:buFont typeface="Calibri"/>
              <a:buNone/>
            </a:pPr>
            <a:r>
              <a:rPr b="0" i="0" lang="en-US" sz="2400" u="none" cap="none" strike="noStrike">
                <a:solidFill>
                  <a:srgbClr val="0000A8"/>
                </a:solidFill>
                <a:latin typeface="Calibri"/>
                <a:ea typeface="Calibri"/>
                <a:cs typeface="Calibri"/>
                <a:sym typeface="Calibri"/>
              </a:rPr>
              <a:t>B</a:t>
            </a:r>
            <a:endParaRPr/>
          </a:p>
        </p:txBody>
      </p:sp>
      <p:sp>
        <p:nvSpPr>
          <p:cNvPr id="2955" name="Google Shape;2955;p58"/>
          <p:cNvSpPr txBox="1"/>
          <p:nvPr/>
        </p:nvSpPr>
        <p:spPr>
          <a:xfrm>
            <a:off x="7116417" y="2702353"/>
            <a:ext cx="35137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2400"/>
              <a:buFont typeface="Calibri"/>
              <a:buNone/>
            </a:pPr>
            <a:r>
              <a:rPr b="0" i="0" lang="en-US" sz="2400" u="none" cap="none" strike="noStrike">
                <a:solidFill>
                  <a:srgbClr val="0000A8"/>
                </a:solidFill>
                <a:latin typeface="Calibri"/>
                <a:ea typeface="Calibri"/>
                <a:cs typeface="Calibri"/>
                <a:sym typeface="Calibri"/>
              </a:rPr>
              <a:t>C</a:t>
            </a:r>
            <a:endParaRPr/>
          </a:p>
        </p:txBody>
      </p:sp>
      <p:sp>
        <p:nvSpPr>
          <p:cNvPr id="2956" name="Google Shape;2956;p58"/>
          <p:cNvSpPr txBox="1"/>
          <p:nvPr/>
        </p:nvSpPr>
        <p:spPr>
          <a:xfrm>
            <a:off x="6871252" y="6088283"/>
            <a:ext cx="37382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2400"/>
              <a:buFont typeface="Calibri"/>
              <a:buNone/>
            </a:pPr>
            <a:r>
              <a:rPr b="0" i="0" lang="en-US" sz="2400" u="none" cap="none" strike="noStrike">
                <a:solidFill>
                  <a:srgbClr val="0000A8"/>
                </a:solidFill>
                <a:latin typeface="Calibri"/>
                <a:ea typeface="Calibri"/>
                <a:cs typeface="Calibri"/>
                <a:sym typeface="Calibri"/>
              </a:rPr>
              <a:t>D</a:t>
            </a:r>
            <a:endParaRPr/>
          </a:p>
        </p:txBody>
      </p:sp>
      <p:sp>
        <p:nvSpPr>
          <p:cNvPr id="2957" name="Google Shape;2957;p58"/>
          <p:cNvSpPr txBox="1"/>
          <p:nvPr/>
        </p:nvSpPr>
        <p:spPr>
          <a:xfrm>
            <a:off x="3664223" y="3615962"/>
            <a:ext cx="1166189"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TTL</a:t>
            </a:r>
            <a:endParaRPr/>
          </a:p>
        </p:txBody>
      </p:sp>
      <p:cxnSp>
        <p:nvCxnSpPr>
          <p:cNvPr id="2958" name="Google Shape;2958;p58"/>
          <p:cNvCxnSpPr/>
          <p:nvPr/>
        </p:nvCxnSpPr>
        <p:spPr>
          <a:xfrm rot="10800000">
            <a:off x="5305073" y="4465719"/>
            <a:ext cx="0" cy="373063"/>
          </a:xfrm>
          <a:prstGeom prst="straightConnector1">
            <a:avLst/>
          </a:prstGeom>
          <a:noFill/>
          <a:ln cap="flat" cmpd="sng" w="9525">
            <a:solidFill>
              <a:srgbClr val="000000"/>
            </a:solidFill>
            <a:prstDash val="solid"/>
            <a:round/>
            <a:headEnd len="med" w="med" type="none"/>
            <a:tailEnd len="med" w="med" type="triangle"/>
          </a:ln>
        </p:spPr>
      </p:cxnSp>
      <p:sp>
        <p:nvSpPr>
          <p:cNvPr id="2959" name="Google Shape;2959;p58"/>
          <p:cNvSpPr txBox="1"/>
          <p:nvPr/>
        </p:nvSpPr>
        <p:spPr>
          <a:xfrm>
            <a:off x="4387498" y="4840369"/>
            <a:ext cx="168910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71-65-F7-2B-08-53</a:t>
            </a:r>
            <a:endParaRPr/>
          </a:p>
        </p:txBody>
      </p:sp>
      <p:sp>
        <p:nvSpPr>
          <p:cNvPr id="2960" name="Google Shape;2960;p58"/>
          <p:cNvSpPr/>
          <p:nvPr/>
        </p:nvSpPr>
        <p:spPr>
          <a:xfrm rot="5400000">
            <a:off x="5166994" y="4178448"/>
            <a:ext cx="160338" cy="25558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grpSp>
        <p:nvGrpSpPr>
          <p:cNvPr id="2961" name="Google Shape;2961;p58"/>
          <p:cNvGrpSpPr/>
          <p:nvPr/>
        </p:nvGrpSpPr>
        <p:grpSpPr>
          <a:xfrm>
            <a:off x="4479021" y="3932319"/>
            <a:ext cx="812800" cy="658813"/>
            <a:chOff x="-44" y="1473"/>
            <a:chExt cx="981" cy="1105"/>
          </a:xfrm>
        </p:grpSpPr>
        <p:pic>
          <p:nvPicPr>
            <p:cNvPr descr="desktop_computer_stylized_medium" id="2962" name="Google Shape;2962;p5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963" name="Google Shape;2963;p5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2964" name="Google Shape;2964;p58"/>
          <p:cNvSpPr txBox="1"/>
          <p:nvPr/>
        </p:nvSpPr>
        <p:spPr>
          <a:xfrm>
            <a:off x="4392191" y="5056271"/>
            <a:ext cx="1217612"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137.196.7.23</a:t>
            </a:r>
            <a:endParaRPr/>
          </a:p>
        </p:txBody>
      </p:sp>
      <p:sp>
        <p:nvSpPr>
          <p:cNvPr id="2965" name="Google Shape;2965;p58"/>
          <p:cNvSpPr txBox="1"/>
          <p:nvPr/>
        </p:nvSpPr>
        <p:spPr>
          <a:xfrm>
            <a:off x="5274361" y="3775779"/>
            <a:ext cx="3706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2400"/>
              <a:buFont typeface="Calibri"/>
              <a:buNone/>
            </a:pPr>
            <a:r>
              <a:rPr b="0" i="0" lang="en-US" sz="2400" u="none" cap="none" strike="noStrike">
                <a:solidFill>
                  <a:srgbClr val="0000A8"/>
                </a:solidFill>
                <a:latin typeface="Calibri"/>
                <a:ea typeface="Calibri"/>
                <a:cs typeface="Calibri"/>
                <a:sym typeface="Calibri"/>
              </a:rPr>
              <a:t>A</a:t>
            </a:r>
            <a:endParaRPr/>
          </a:p>
        </p:txBody>
      </p:sp>
      <p:grpSp>
        <p:nvGrpSpPr>
          <p:cNvPr id="2966" name="Google Shape;2966;p58"/>
          <p:cNvGrpSpPr/>
          <p:nvPr/>
        </p:nvGrpSpPr>
        <p:grpSpPr>
          <a:xfrm>
            <a:off x="1186072" y="3311953"/>
            <a:ext cx="3690728" cy="1373671"/>
            <a:chOff x="404194" y="2544417"/>
            <a:chExt cx="3690728" cy="1373671"/>
          </a:xfrm>
        </p:grpSpPr>
        <p:sp>
          <p:nvSpPr>
            <p:cNvPr id="2967" name="Google Shape;2967;p58"/>
            <p:cNvSpPr/>
            <p:nvPr/>
          </p:nvSpPr>
          <p:spPr>
            <a:xfrm>
              <a:off x="3617843" y="2842867"/>
              <a:ext cx="477079" cy="1075221"/>
            </a:xfrm>
            <a:custGeom>
              <a:rect b="b" l="l" r="r" t="t"/>
              <a:pathLst>
                <a:path extrusionOk="0" h="1051327" w="477079">
                  <a:moveTo>
                    <a:pt x="477079" y="357808"/>
                  </a:moveTo>
                  <a:lnTo>
                    <a:pt x="0" y="0"/>
                  </a:lnTo>
                  <a:lnTo>
                    <a:pt x="13253" y="1051327"/>
                  </a:lnTo>
                  <a:lnTo>
                    <a:pt x="384314" y="649356"/>
                  </a:lnTo>
                </a:path>
              </a:pathLst>
            </a:custGeom>
            <a:gradFill>
              <a:gsLst>
                <a:gs pos="0">
                  <a:schemeClr val="lt1"/>
                </a:gs>
                <a:gs pos="99000">
                  <a:srgbClr val="BFBFBF"/>
                </a:gs>
                <a:gs pos="100000">
                  <a:srgbClr val="BFBFBF"/>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2968" name="Google Shape;2968;p58"/>
            <p:cNvGrpSpPr/>
            <p:nvPr/>
          </p:nvGrpSpPr>
          <p:grpSpPr>
            <a:xfrm>
              <a:off x="404194" y="2544417"/>
              <a:ext cx="3379301" cy="1368152"/>
              <a:chOff x="404194" y="2544417"/>
              <a:chExt cx="3379301" cy="1368152"/>
            </a:xfrm>
          </p:grpSpPr>
          <p:sp>
            <p:nvSpPr>
              <p:cNvPr id="2969" name="Google Shape;2969;p58"/>
              <p:cNvSpPr/>
              <p:nvPr/>
            </p:nvSpPr>
            <p:spPr>
              <a:xfrm>
                <a:off x="450575" y="2849217"/>
                <a:ext cx="3180521" cy="1060174"/>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70" name="Google Shape;2970;p58"/>
              <p:cNvSpPr txBox="1"/>
              <p:nvPr/>
            </p:nvSpPr>
            <p:spPr>
              <a:xfrm>
                <a:off x="530088" y="2544417"/>
                <a:ext cx="2796208"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ARP table in </a:t>
                </a:r>
                <a:r>
                  <a:rPr b="0" i="0" lang="en-US" sz="1800" u="none" cap="none" strike="noStrike">
                    <a:solidFill>
                      <a:srgbClr val="0000A8"/>
                    </a:solidFill>
                    <a:latin typeface="Calibri"/>
                    <a:ea typeface="Calibri"/>
                    <a:cs typeface="Calibri"/>
                    <a:sym typeface="Calibri"/>
                  </a:rPr>
                  <a:t>A</a:t>
                </a:r>
                <a:endParaRPr/>
              </a:p>
            </p:txBody>
          </p:sp>
          <p:cxnSp>
            <p:nvCxnSpPr>
              <p:cNvPr id="2971" name="Google Shape;2971;p58"/>
              <p:cNvCxnSpPr/>
              <p:nvPr/>
            </p:nvCxnSpPr>
            <p:spPr>
              <a:xfrm>
                <a:off x="437324" y="3173896"/>
                <a:ext cx="3180520" cy="0"/>
              </a:xfrm>
              <a:prstGeom prst="straightConnector1">
                <a:avLst/>
              </a:prstGeom>
              <a:noFill/>
              <a:ln cap="flat" cmpd="sng" w="12700">
                <a:solidFill>
                  <a:schemeClr val="dk1"/>
                </a:solidFill>
                <a:prstDash val="solid"/>
                <a:miter lim="800000"/>
                <a:headEnd len="sm" w="sm" type="none"/>
                <a:tailEnd len="sm" w="sm" type="none"/>
              </a:ln>
            </p:spPr>
          </p:cxnSp>
          <p:sp>
            <p:nvSpPr>
              <p:cNvPr id="2972" name="Google Shape;2972;p58"/>
              <p:cNvSpPr txBox="1"/>
              <p:nvPr/>
            </p:nvSpPr>
            <p:spPr>
              <a:xfrm>
                <a:off x="404194" y="2829339"/>
                <a:ext cx="934277"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IP addr</a:t>
                </a:r>
                <a:endParaRPr/>
              </a:p>
            </p:txBody>
          </p:sp>
          <p:sp>
            <p:nvSpPr>
              <p:cNvPr id="2973" name="Google Shape;2973;p58"/>
              <p:cNvSpPr txBox="1"/>
              <p:nvPr/>
            </p:nvSpPr>
            <p:spPr>
              <a:xfrm>
                <a:off x="1616766" y="2849217"/>
                <a:ext cx="1166189"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MAC addr</a:t>
                </a:r>
                <a:endParaRPr/>
              </a:p>
            </p:txBody>
          </p:sp>
          <p:cxnSp>
            <p:nvCxnSpPr>
              <p:cNvPr id="2974" name="Google Shape;2974;p58"/>
              <p:cNvCxnSpPr/>
              <p:nvPr/>
            </p:nvCxnSpPr>
            <p:spPr>
              <a:xfrm>
                <a:off x="1325218" y="2849218"/>
                <a:ext cx="0" cy="1063351"/>
              </a:xfrm>
              <a:prstGeom prst="straightConnector1">
                <a:avLst/>
              </a:prstGeom>
              <a:noFill/>
              <a:ln cap="flat" cmpd="sng" w="9525">
                <a:solidFill>
                  <a:schemeClr val="dk1"/>
                </a:solidFill>
                <a:prstDash val="solid"/>
                <a:miter lim="800000"/>
                <a:headEnd len="sm" w="sm" type="none"/>
                <a:tailEnd len="sm" w="sm" type="none"/>
              </a:ln>
            </p:spPr>
          </p:cxnSp>
          <p:cxnSp>
            <p:nvCxnSpPr>
              <p:cNvPr id="2975" name="Google Shape;2975;p58"/>
              <p:cNvCxnSpPr/>
              <p:nvPr/>
            </p:nvCxnSpPr>
            <p:spPr>
              <a:xfrm>
                <a:off x="3240152" y="2848944"/>
                <a:ext cx="0" cy="1060450"/>
              </a:xfrm>
              <a:prstGeom prst="straightConnector1">
                <a:avLst/>
              </a:prstGeom>
              <a:noFill/>
              <a:ln cap="flat" cmpd="sng" w="9525">
                <a:solidFill>
                  <a:schemeClr val="dk1"/>
                </a:solidFill>
                <a:prstDash val="solid"/>
                <a:miter lim="800000"/>
                <a:headEnd len="sm" w="sm" type="none"/>
                <a:tailEnd len="sm" w="sm" type="none"/>
              </a:ln>
            </p:spPr>
          </p:cxnSp>
          <p:sp>
            <p:nvSpPr>
              <p:cNvPr id="2976" name="Google Shape;2976;p58"/>
              <p:cNvSpPr txBox="1"/>
              <p:nvPr/>
            </p:nvSpPr>
            <p:spPr>
              <a:xfrm>
                <a:off x="3074505" y="2855842"/>
                <a:ext cx="708990"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TTL</a:t>
                </a:r>
                <a:endParaRPr/>
              </a:p>
            </p:txBody>
          </p:sp>
        </p:grpSp>
      </p:grpSp>
      <p:sp>
        <p:nvSpPr>
          <p:cNvPr id="2977" name="Google Shape;2977;p58"/>
          <p:cNvSpPr txBox="1"/>
          <p:nvPr/>
        </p:nvSpPr>
        <p:spPr>
          <a:xfrm>
            <a:off x="1049752" y="1211677"/>
            <a:ext cx="10068822" cy="961897"/>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example: A wants to send datagram to B</a:t>
            </a:r>
            <a:endParaRPr/>
          </a:p>
          <a:p>
            <a:pPr indent="-234950" lvl="1" marL="352425" marR="0" rtl="0" algn="l">
              <a:lnSpc>
                <a:spcPct val="90000"/>
              </a:lnSpc>
              <a:spcBef>
                <a:spcPts val="500"/>
              </a:spcBef>
              <a:spcAft>
                <a:spcPts val="0"/>
              </a:spcAft>
              <a:buClr>
                <a:srgbClr val="0000A8"/>
              </a:buClr>
              <a:buSzPts val="2000"/>
              <a:buFont typeface="Arial"/>
              <a:buChar char="•"/>
            </a:pPr>
            <a:r>
              <a:rPr b="0" i="0" lang="en-US" sz="2000" u="none" cap="none" strike="noStrike">
                <a:solidFill>
                  <a:srgbClr val="000000"/>
                </a:solidFill>
                <a:latin typeface="Calibri"/>
                <a:ea typeface="Calibri"/>
                <a:cs typeface="Calibri"/>
                <a:sym typeface="Calibri"/>
              </a:rPr>
              <a:t>B’s MAC address not in A’s ARP table, so A uses ARP to find B’s MAC address</a:t>
            </a:r>
            <a:endParaRPr b="0" i="0" sz="2400" u="none" cap="none" strike="noStrike">
              <a:solidFill>
                <a:srgbClr val="000000"/>
              </a:solidFill>
              <a:latin typeface="Calibri"/>
              <a:ea typeface="Calibri"/>
              <a:cs typeface="Calibri"/>
              <a:sym typeface="Calibri"/>
            </a:endParaRPr>
          </a:p>
        </p:txBody>
      </p:sp>
      <p:grpSp>
        <p:nvGrpSpPr>
          <p:cNvPr id="2978" name="Google Shape;2978;p58"/>
          <p:cNvGrpSpPr/>
          <p:nvPr/>
        </p:nvGrpSpPr>
        <p:grpSpPr>
          <a:xfrm>
            <a:off x="7730987" y="5422150"/>
            <a:ext cx="4222474" cy="769441"/>
            <a:chOff x="689113" y="2308977"/>
            <a:chExt cx="4222474" cy="769441"/>
          </a:xfrm>
        </p:grpSpPr>
        <p:sp>
          <p:nvSpPr>
            <p:cNvPr id="2979" name="Google Shape;2979;p58"/>
            <p:cNvSpPr txBox="1"/>
            <p:nvPr/>
          </p:nvSpPr>
          <p:spPr>
            <a:xfrm>
              <a:off x="1007166" y="2308977"/>
              <a:ext cx="3904421" cy="769441"/>
            </a:xfrm>
            <a:prstGeom prst="rect">
              <a:avLst/>
            </a:prstGeom>
            <a:noFill/>
            <a:ln>
              <a:noFill/>
            </a:ln>
          </p:spPr>
          <p:txBody>
            <a:bodyPr anchorCtr="0" anchor="t" bIns="45700" lIns="91425" spcFirstLastPara="1" rIns="91425" wrap="square" tIns="45700">
              <a:spAutoFit/>
            </a:bodyPr>
            <a:lstStyle/>
            <a:p>
              <a:pPr indent="0" lvl="0" marL="234950" marR="0" rtl="0" algn="l">
                <a:lnSpc>
                  <a:spcPct val="100000"/>
                </a:lnSpc>
                <a:spcBef>
                  <a:spcPts val="0"/>
                </a:spcBef>
                <a:spcAft>
                  <a:spcPts val="0"/>
                </a:spcAft>
                <a:buClr>
                  <a:srgbClr val="0000A8"/>
                </a:buClr>
                <a:buSzPts val="2400"/>
                <a:buFont typeface="Calibri"/>
                <a:buNone/>
              </a:pPr>
              <a:r>
                <a:rPr b="0" i="0" lang="en-US" sz="2400" u="none" cap="none" strike="noStrike">
                  <a:solidFill>
                    <a:srgbClr val="0000A8"/>
                  </a:solidFill>
                  <a:latin typeface="Calibri"/>
                  <a:ea typeface="Calibri"/>
                  <a:cs typeface="Calibri"/>
                  <a:sym typeface="Calibri"/>
                </a:rPr>
                <a:t>B</a:t>
              </a:r>
              <a:r>
                <a:rPr b="0" i="0" lang="en-US" sz="2000" u="none" cap="none" strike="noStrike">
                  <a:solidFill>
                    <a:srgbClr val="000000"/>
                  </a:solidFill>
                  <a:latin typeface="Calibri"/>
                  <a:ea typeface="Calibri"/>
                  <a:cs typeface="Calibri"/>
                  <a:sym typeface="Calibri"/>
                </a:rPr>
                <a:t> replies to A with ARP response, giving its MAC address</a:t>
              </a:r>
              <a:endParaRPr/>
            </a:p>
          </p:txBody>
        </p:sp>
        <p:grpSp>
          <p:nvGrpSpPr>
            <p:cNvPr id="2980" name="Google Shape;2980;p58"/>
            <p:cNvGrpSpPr/>
            <p:nvPr/>
          </p:nvGrpSpPr>
          <p:grpSpPr>
            <a:xfrm>
              <a:off x="689113" y="2438399"/>
              <a:ext cx="410817" cy="461665"/>
              <a:chOff x="2292626" y="5618921"/>
              <a:chExt cx="410817" cy="461665"/>
            </a:xfrm>
          </p:grpSpPr>
          <p:sp>
            <p:nvSpPr>
              <p:cNvPr id="2981" name="Google Shape;2981;p58"/>
              <p:cNvSpPr/>
              <p:nvPr/>
            </p:nvSpPr>
            <p:spPr>
              <a:xfrm>
                <a:off x="2292626" y="5645426"/>
                <a:ext cx="410817" cy="410817"/>
              </a:xfrm>
              <a:prstGeom prst="ellipse">
                <a:avLst/>
              </a:prstGeom>
              <a:solidFill>
                <a:schemeClr val="lt1"/>
              </a:solidFill>
              <a:ln cap="flat" cmpd="sng" w="254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82" name="Google Shape;2982;p58"/>
              <p:cNvSpPr txBox="1"/>
              <p:nvPr/>
            </p:nvSpPr>
            <p:spPr>
              <a:xfrm>
                <a:off x="2319130" y="5618921"/>
                <a:ext cx="3401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2</a:t>
                </a:r>
                <a:endParaRPr/>
              </a:p>
            </p:txBody>
          </p:sp>
        </p:grpSp>
      </p:grpSp>
      <p:grpSp>
        <p:nvGrpSpPr>
          <p:cNvPr id="2983" name="Google Shape;2983;p58"/>
          <p:cNvGrpSpPr/>
          <p:nvPr/>
        </p:nvGrpSpPr>
        <p:grpSpPr>
          <a:xfrm>
            <a:off x="6633558" y="2781868"/>
            <a:ext cx="4272980" cy="1554072"/>
            <a:chOff x="7269663" y="106017"/>
            <a:chExt cx="4272980" cy="1554072"/>
          </a:xfrm>
        </p:grpSpPr>
        <p:sp>
          <p:nvSpPr>
            <p:cNvPr id="2984" name="Google Shape;2984;p58"/>
            <p:cNvSpPr/>
            <p:nvPr/>
          </p:nvSpPr>
          <p:spPr>
            <a:xfrm>
              <a:off x="7269663" y="168712"/>
              <a:ext cx="3357443" cy="1491377"/>
            </a:xfrm>
            <a:custGeom>
              <a:rect b="b" l="l" r="r" t="t"/>
              <a:pathLst>
                <a:path extrusionOk="0" h="1491377" w="3070984">
                  <a:moveTo>
                    <a:pt x="3" y="1165451"/>
                  </a:moveTo>
                  <a:cubicBezTo>
                    <a:pt x="145598" y="1121700"/>
                    <a:pt x="1219590" y="114212"/>
                    <a:pt x="1279362" y="0"/>
                  </a:cubicBezTo>
                  <a:cubicBezTo>
                    <a:pt x="1163476" y="1035639"/>
                    <a:pt x="985249" y="923350"/>
                    <a:pt x="3070984" y="923279"/>
                  </a:cubicBezTo>
                  <a:cubicBezTo>
                    <a:pt x="2279368" y="1124493"/>
                    <a:pt x="913470" y="1245953"/>
                    <a:pt x="311787" y="1491377"/>
                  </a:cubicBezTo>
                  <a:cubicBezTo>
                    <a:pt x="312912" y="1365065"/>
                    <a:pt x="-1122" y="1291763"/>
                    <a:pt x="3" y="1165451"/>
                  </a:cubicBezTo>
                  <a:close/>
                </a:path>
              </a:pathLst>
            </a:custGeom>
            <a:gradFill>
              <a:gsLst>
                <a:gs pos="0">
                  <a:srgbClr val="FFFFFF">
                    <a:alpha val="67843"/>
                  </a:srgbClr>
                </a:gs>
                <a:gs pos="99000">
                  <a:srgbClr val="BFBFBF"/>
                </a:gs>
                <a:gs pos="100000">
                  <a:srgbClr val="BFBFB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85" name="Google Shape;2985;p58"/>
            <p:cNvSpPr/>
            <p:nvPr/>
          </p:nvSpPr>
          <p:spPr>
            <a:xfrm>
              <a:off x="8613913" y="106017"/>
              <a:ext cx="2743200" cy="1020417"/>
            </a:xfrm>
            <a:prstGeom prst="rect">
              <a:avLst/>
            </a:prstGeom>
            <a:solidFill>
              <a:srgbClr val="F2F2F2"/>
            </a:solidFill>
            <a:ln cap="flat" cmpd="sng" w="12700">
              <a:solidFill>
                <a:srgbClr val="A5A5A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86" name="Google Shape;2986;p58"/>
            <p:cNvSpPr txBox="1"/>
            <p:nvPr/>
          </p:nvSpPr>
          <p:spPr>
            <a:xfrm>
              <a:off x="8610903" y="117460"/>
              <a:ext cx="2931740" cy="10464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Target IP address: </a:t>
              </a:r>
              <a:r>
                <a:rPr b="0" i="0" lang="en-US" sz="1400" u="none" cap="none" strike="noStrike">
                  <a:solidFill>
                    <a:srgbClr val="000000"/>
                  </a:solidFill>
                  <a:latin typeface="Calibri"/>
                  <a:ea typeface="Calibri"/>
                  <a:cs typeface="Calibri"/>
                  <a:sym typeface="Calibri"/>
                </a:rPr>
                <a:t>137.196.7.14</a:t>
              </a:r>
              <a:endParaRPr/>
            </a:p>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Target MAC address: </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                    58-23-D7-FA-20-B0</a:t>
              </a:r>
              <a:endParaRPr b="0" i="0" sz="16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t>
              </a:r>
              <a:endParaRPr/>
            </a:p>
          </p:txBody>
        </p:sp>
      </p:grpSp>
      <p:grpSp>
        <p:nvGrpSpPr>
          <p:cNvPr id="2987" name="Google Shape;2987;p58"/>
          <p:cNvGrpSpPr/>
          <p:nvPr/>
        </p:nvGrpSpPr>
        <p:grpSpPr>
          <a:xfrm>
            <a:off x="5367131" y="3970949"/>
            <a:ext cx="2849218" cy="741718"/>
            <a:chOff x="5367131" y="3866019"/>
            <a:chExt cx="2849218" cy="741718"/>
          </a:xfrm>
        </p:grpSpPr>
        <p:sp>
          <p:nvSpPr>
            <p:cNvPr id="2988" name="Google Shape;2988;p58"/>
            <p:cNvSpPr/>
            <p:nvPr/>
          </p:nvSpPr>
          <p:spPr>
            <a:xfrm rot="10800000">
              <a:off x="5367131" y="4187686"/>
              <a:ext cx="2849218" cy="159027"/>
            </a:xfrm>
            <a:prstGeom prst="rightArrow">
              <a:avLst>
                <a:gd fmla="val 50000" name="adj1"/>
                <a:gd fmla="val 50000" name="adj2"/>
              </a:avLst>
            </a:prstGeom>
            <a:gradFill>
              <a:gsLst>
                <a:gs pos="0">
                  <a:srgbClr val="FFFFFF">
                    <a:alpha val="67843"/>
                  </a:srgbClr>
                </a:gs>
                <a:gs pos="49500">
                  <a:srgbClr val="B3C6E7"/>
                </a:gs>
                <a:gs pos="98000">
                  <a:srgbClr val="0000A8"/>
                </a:gs>
                <a:gs pos="100000">
                  <a:srgbClr val="0000A8"/>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2989" name="Google Shape;2989;p58"/>
            <p:cNvGrpSpPr/>
            <p:nvPr/>
          </p:nvGrpSpPr>
          <p:grpSpPr>
            <a:xfrm>
              <a:off x="6417064" y="3866019"/>
              <a:ext cx="587606" cy="741718"/>
              <a:chOff x="375561" y="297711"/>
              <a:chExt cx="1252683" cy="2138362"/>
            </a:xfrm>
          </p:grpSpPr>
          <p:sp>
            <p:nvSpPr>
              <p:cNvPr id="2990" name="Google Shape;2990;p58"/>
              <p:cNvSpPr/>
              <p:nvPr/>
            </p:nvSpPr>
            <p:spPr>
              <a:xfrm>
                <a:off x="375561" y="297711"/>
                <a:ext cx="971072" cy="2138362"/>
              </a:xfrm>
              <a:custGeom>
                <a:rect b="b" l="l" r="r" t="t"/>
                <a:pathLst>
                  <a:path extrusionOk="0" h="2138362" w="966787">
                    <a:moveTo>
                      <a:pt x="0" y="0"/>
                    </a:moveTo>
                    <a:lnTo>
                      <a:pt x="0" y="1190625"/>
                    </a:lnTo>
                    <a:lnTo>
                      <a:pt x="966787" y="2138362"/>
                    </a:lnTo>
                    <a:cubicBezTo>
                      <a:pt x="965200" y="1673225"/>
                      <a:pt x="963612" y="1208087"/>
                      <a:pt x="962025" y="742950"/>
                    </a:cubicBezTo>
                    <a:lnTo>
                      <a:pt x="0" y="0"/>
                    </a:lnTo>
                    <a:close/>
                  </a:path>
                </a:pathLst>
              </a:cu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91" name="Google Shape;2991;p58"/>
              <p:cNvSpPr/>
              <p:nvPr/>
            </p:nvSpPr>
            <p:spPr>
              <a:xfrm>
                <a:off x="375561" y="309724"/>
                <a:ext cx="1247826" cy="768849"/>
              </a:xfrm>
              <a:custGeom>
                <a:rect b="b" l="l" r="r" t="t"/>
                <a:pathLst>
                  <a:path extrusionOk="0" h="758069" w="1248448">
                    <a:moveTo>
                      <a:pt x="243561" y="573"/>
                    </a:moveTo>
                    <a:cubicBezTo>
                      <a:pt x="162374" y="382"/>
                      <a:pt x="235530" y="6639"/>
                      <a:pt x="0" y="0"/>
                    </a:cubicBezTo>
                    <a:lnTo>
                      <a:pt x="962698" y="753308"/>
                    </a:lnTo>
                    <a:cubicBezTo>
                      <a:pt x="1114838" y="758721"/>
                      <a:pt x="1045247" y="751718"/>
                      <a:pt x="1248448" y="758069"/>
                    </a:cubicBezTo>
                    <a:lnTo>
                      <a:pt x="243561" y="573"/>
                    </a:lnTo>
                    <a:close/>
                  </a:path>
                </a:pathLst>
              </a:custGeom>
              <a:solidFill>
                <a:srgbClr val="0099C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92" name="Google Shape;2992;p58"/>
              <p:cNvSpPr/>
              <p:nvPr/>
            </p:nvSpPr>
            <p:spPr>
              <a:xfrm>
                <a:off x="1332065" y="1066560"/>
                <a:ext cx="296179" cy="1363508"/>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2993" name="Google Shape;2993;p58"/>
            <p:cNvGrpSpPr/>
            <p:nvPr/>
          </p:nvGrpSpPr>
          <p:grpSpPr>
            <a:xfrm>
              <a:off x="7434470" y="4043570"/>
              <a:ext cx="410817" cy="461665"/>
              <a:chOff x="2292626" y="5618921"/>
              <a:chExt cx="410817" cy="461665"/>
            </a:xfrm>
          </p:grpSpPr>
          <p:sp>
            <p:nvSpPr>
              <p:cNvPr id="2994" name="Google Shape;2994;p58"/>
              <p:cNvSpPr/>
              <p:nvPr/>
            </p:nvSpPr>
            <p:spPr>
              <a:xfrm>
                <a:off x="2292626" y="5645426"/>
                <a:ext cx="410817" cy="410817"/>
              </a:xfrm>
              <a:prstGeom prst="ellipse">
                <a:avLst/>
              </a:prstGeom>
              <a:solidFill>
                <a:schemeClr val="lt1"/>
              </a:solidFill>
              <a:ln cap="flat" cmpd="sng" w="254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95" name="Google Shape;2995;p58"/>
              <p:cNvSpPr txBox="1"/>
              <p:nvPr/>
            </p:nvSpPr>
            <p:spPr>
              <a:xfrm>
                <a:off x="2319130" y="5618921"/>
                <a:ext cx="3401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2</a:t>
                </a:r>
                <a:endParaRPr/>
              </a:p>
            </p:txBody>
          </p:sp>
        </p:grpSp>
      </p:grpSp>
      <p:sp>
        <p:nvSpPr>
          <p:cNvPr id="2996" name="Google Shape;2996;p58"/>
          <p:cNvSpPr txBox="1"/>
          <p:nvPr/>
        </p:nvSpPr>
        <p:spPr>
          <a:xfrm>
            <a:off x="7901911" y="2228279"/>
            <a:ext cx="2951619"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ARP message into Ethernet frame (sent to 71-65-F7-2B-08-53)</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978"/>
                                        </p:tgtEl>
                                        <p:attrNameLst>
                                          <p:attrName>style.visibility</p:attrName>
                                        </p:attrNameLst>
                                      </p:cBhvr>
                                      <p:to>
                                        <p:strVal val="visible"/>
                                      </p:to>
                                    </p:set>
                                    <p:animEffect filter="fade" transition="in">
                                      <p:cBhvr>
                                        <p:cTn dur="500"/>
                                        <p:tgtEl>
                                          <p:spTgt spid="2978"/>
                                        </p:tgtEl>
                                      </p:cBhvr>
                                    </p:animEffect>
                                  </p:childTnLst>
                                </p:cTn>
                              </p:par>
                              <p:par>
                                <p:cTn fill="hold" nodeType="withEffect" presetClass="entr" presetID="10" presetSubtype="0">
                                  <p:stCondLst>
                                    <p:cond delay="0"/>
                                  </p:stCondLst>
                                  <p:childTnLst>
                                    <p:set>
                                      <p:cBhvr>
                                        <p:cTn dur="1" fill="hold">
                                          <p:stCondLst>
                                            <p:cond delay="0"/>
                                          </p:stCondLst>
                                        </p:cTn>
                                        <p:tgtEl>
                                          <p:spTgt spid="2987"/>
                                        </p:tgtEl>
                                        <p:attrNameLst>
                                          <p:attrName>style.visibility</p:attrName>
                                        </p:attrNameLst>
                                      </p:cBhvr>
                                      <p:to>
                                        <p:strVal val="visible"/>
                                      </p:to>
                                    </p:set>
                                    <p:animEffect filter="fade" transition="in">
                                      <p:cBhvr>
                                        <p:cTn dur="500"/>
                                        <p:tgtEl>
                                          <p:spTgt spid="29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83"/>
                                        </p:tgtEl>
                                        <p:attrNameLst>
                                          <p:attrName>style.visibility</p:attrName>
                                        </p:attrNameLst>
                                      </p:cBhvr>
                                      <p:to>
                                        <p:strVal val="visible"/>
                                      </p:to>
                                    </p:set>
                                    <p:animEffect filter="fade" transition="in">
                                      <p:cBhvr>
                                        <p:cTn dur="500"/>
                                        <p:tgtEl>
                                          <p:spTgt spid="2983"/>
                                        </p:tgtEl>
                                      </p:cBhvr>
                                    </p:animEffect>
                                  </p:childTnLst>
                                </p:cTn>
                              </p:par>
                              <p:par>
                                <p:cTn fill="hold" nodeType="withEffect" presetClass="entr" presetID="10" presetSubtype="0">
                                  <p:stCondLst>
                                    <p:cond delay="0"/>
                                  </p:stCondLst>
                                  <p:childTnLst>
                                    <p:set>
                                      <p:cBhvr>
                                        <p:cTn dur="1" fill="hold">
                                          <p:stCondLst>
                                            <p:cond delay="0"/>
                                          </p:stCondLst>
                                        </p:cTn>
                                        <p:tgtEl>
                                          <p:spTgt spid="2996"/>
                                        </p:tgtEl>
                                        <p:attrNameLst>
                                          <p:attrName>style.visibility</p:attrName>
                                        </p:attrNameLst>
                                      </p:cBhvr>
                                      <p:to>
                                        <p:strVal val="visible"/>
                                      </p:to>
                                    </p:set>
                                    <p:animEffect filter="fade" transition="in">
                                      <p:cBhvr>
                                        <p:cTn dur="500"/>
                                        <p:tgtEl>
                                          <p:spTgt spid="29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1" name="Shape 3001"/>
        <p:cNvGrpSpPr/>
        <p:nvPr/>
      </p:nvGrpSpPr>
      <p:grpSpPr>
        <a:xfrm>
          <a:off x="0" y="0"/>
          <a:ext cx="0" cy="0"/>
          <a:chOff x="0" y="0"/>
          <a:chExt cx="0" cy="0"/>
        </a:xfrm>
      </p:grpSpPr>
      <p:cxnSp>
        <p:nvCxnSpPr>
          <p:cNvPr id="3002" name="Google Shape;3002;p59"/>
          <p:cNvCxnSpPr/>
          <p:nvPr/>
        </p:nvCxnSpPr>
        <p:spPr>
          <a:xfrm>
            <a:off x="5103533" y="4310144"/>
            <a:ext cx="901700" cy="0"/>
          </a:xfrm>
          <a:prstGeom prst="straightConnector1">
            <a:avLst/>
          </a:prstGeom>
          <a:noFill/>
          <a:ln cap="flat" cmpd="sng" w="9525">
            <a:solidFill>
              <a:srgbClr val="000000"/>
            </a:solidFill>
            <a:prstDash val="solid"/>
            <a:round/>
            <a:headEnd len="med" w="med" type="none"/>
            <a:tailEnd len="med" w="med" type="none"/>
          </a:ln>
        </p:spPr>
      </p:cxnSp>
      <p:cxnSp>
        <p:nvCxnSpPr>
          <p:cNvPr id="3003" name="Google Shape;3003;p59"/>
          <p:cNvCxnSpPr/>
          <p:nvPr/>
        </p:nvCxnSpPr>
        <p:spPr>
          <a:xfrm>
            <a:off x="6888024" y="3390291"/>
            <a:ext cx="0" cy="655637"/>
          </a:xfrm>
          <a:prstGeom prst="straightConnector1">
            <a:avLst/>
          </a:prstGeom>
          <a:noFill/>
          <a:ln cap="flat" cmpd="sng" w="9525">
            <a:solidFill>
              <a:srgbClr val="000000"/>
            </a:solidFill>
            <a:prstDash val="solid"/>
            <a:round/>
            <a:headEnd len="med" w="med" type="none"/>
            <a:tailEnd len="med" w="med" type="none"/>
          </a:ln>
        </p:spPr>
      </p:cxnSp>
      <p:cxnSp>
        <p:nvCxnSpPr>
          <p:cNvPr id="3004" name="Google Shape;3004;p59"/>
          <p:cNvCxnSpPr/>
          <p:nvPr/>
        </p:nvCxnSpPr>
        <p:spPr>
          <a:xfrm rot="10800000">
            <a:off x="6664393" y="5337533"/>
            <a:ext cx="0" cy="438150"/>
          </a:xfrm>
          <a:prstGeom prst="straightConnector1">
            <a:avLst/>
          </a:prstGeom>
          <a:noFill/>
          <a:ln cap="flat" cmpd="sng" w="9525">
            <a:solidFill>
              <a:srgbClr val="000000"/>
            </a:solidFill>
            <a:prstDash val="solid"/>
            <a:round/>
            <a:headEnd len="med" w="med" type="none"/>
            <a:tailEnd len="med" w="med" type="none"/>
          </a:ln>
        </p:spPr>
      </p:cxnSp>
      <p:sp>
        <p:nvSpPr>
          <p:cNvPr id="3005" name="Google Shape;3005;p59"/>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99"/>
              </a:buClr>
              <a:buSzPts val="4400"/>
              <a:buFont typeface="Calibri"/>
              <a:buNone/>
            </a:pPr>
            <a:r>
              <a:rPr b="0" lang="en-US">
                <a:solidFill>
                  <a:srgbClr val="000099"/>
                </a:solidFill>
                <a:latin typeface="Calibri"/>
                <a:ea typeface="Calibri"/>
                <a:cs typeface="Calibri"/>
                <a:sym typeface="Calibri"/>
              </a:rPr>
              <a:t>ARP protocol in action</a:t>
            </a:r>
            <a:endParaRPr b="0" sz="4400">
              <a:latin typeface="Calibri"/>
              <a:ea typeface="Calibri"/>
              <a:cs typeface="Calibri"/>
              <a:sym typeface="Calibri"/>
            </a:endParaRPr>
          </a:p>
        </p:txBody>
      </p:sp>
      <p:sp>
        <p:nvSpPr>
          <p:cNvPr id="3006" name="Google Shape;3006;p5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Link Layer: 6-</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
        <p:nvSpPr>
          <p:cNvPr id="3007" name="Google Shape;3007;p59"/>
          <p:cNvSpPr/>
          <p:nvPr/>
        </p:nvSpPr>
        <p:spPr>
          <a:xfrm>
            <a:off x="5730736" y="3632282"/>
            <a:ext cx="2046288" cy="2049462"/>
          </a:xfrm>
          <a:custGeom>
            <a:rect b="b" l="l" r="r" t="t"/>
            <a:pathLst>
              <a:path extrusionOk="0" h="1255" w="1292">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3008" name="Google Shape;3008;p59"/>
          <p:cNvCxnSpPr/>
          <p:nvPr/>
        </p:nvCxnSpPr>
        <p:spPr>
          <a:xfrm rot="10800000">
            <a:off x="7751624" y="4359151"/>
            <a:ext cx="796925" cy="0"/>
          </a:xfrm>
          <a:prstGeom prst="straightConnector1">
            <a:avLst/>
          </a:prstGeom>
          <a:noFill/>
          <a:ln cap="flat" cmpd="sng" w="9525">
            <a:solidFill>
              <a:srgbClr val="000000"/>
            </a:solidFill>
            <a:prstDash val="solid"/>
            <a:round/>
            <a:headEnd len="med" w="med" type="none"/>
            <a:tailEnd len="med" w="med" type="none"/>
          </a:ln>
        </p:spPr>
      </p:cxnSp>
      <p:cxnSp>
        <p:nvCxnSpPr>
          <p:cNvPr id="3009" name="Google Shape;3009;p59"/>
          <p:cNvCxnSpPr/>
          <p:nvPr/>
        </p:nvCxnSpPr>
        <p:spPr>
          <a:xfrm rot="10800000">
            <a:off x="8310126" y="4475169"/>
            <a:ext cx="0" cy="373063"/>
          </a:xfrm>
          <a:prstGeom prst="straightConnector1">
            <a:avLst/>
          </a:prstGeom>
          <a:noFill/>
          <a:ln cap="flat" cmpd="sng" w="9525">
            <a:solidFill>
              <a:srgbClr val="000000"/>
            </a:solidFill>
            <a:prstDash val="solid"/>
            <a:round/>
            <a:headEnd len="med" w="med" type="none"/>
            <a:tailEnd len="med" w="med" type="triangle"/>
          </a:ln>
        </p:spPr>
      </p:cxnSp>
      <p:sp>
        <p:nvSpPr>
          <p:cNvPr id="3010" name="Google Shape;3010;p59"/>
          <p:cNvSpPr txBox="1"/>
          <p:nvPr/>
        </p:nvSpPr>
        <p:spPr>
          <a:xfrm>
            <a:off x="8213996" y="4817733"/>
            <a:ext cx="173990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58-23-D7-FA-20-B0</a:t>
            </a:r>
            <a:endParaRPr/>
          </a:p>
        </p:txBody>
      </p:sp>
      <p:sp>
        <p:nvSpPr>
          <p:cNvPr id="3011" name="Google Shape;3011;p59"/>
          <p:cNvSpPr/>
          <p:nvPr/>
        </p:nvSpPr>
        <p:spPr>
          <a:xfrm>
            <a:off x="6793652" y="3392113"/>
            <a:ext cx="160338" cy="25558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grpSp>
        <p:nvGrpSpPr>
          <p:cNvPr id="3012" name="Google Shape;3012;p59"/>
          <p:cNvGrpSpPr/>
          <p:nvPr/>
        </p:nvGrpSpPr>
        <p:grpSpPr>
          <a:xfrm>
            <a:off x="6335022" y="2859441"/>
            <a:ext cx="812800" cy="658813"/>
            <a:chOff x="-44" y="1473"/>
            <a:chExt cx="981" cy="1105"/>
          </a:xfrm>
        </p:grpSpPr>
        <p:pic>
          <p:nvPicPr>
            <p:cNvPr descr="desktop_computer_stylized_medium" id="3013" name="Google Shape;3013;p5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014" name="Google Shape;3014;p5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3015" name="Google Shape;3015;p59"/>
          <p:cNvSpPr/>
          <p:nvPr/>
        </p:nvSpPr>
        <p:spPr>
          <a:xfrm>
            <a:off x="6592477" y="5645423"/>
            <a:ext cx="160338" cy="25558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sp>
        <p:nvSpPr>
          <p:cNvPr id="3016" name="Google Shape;3016;p59"/>
          <p:cNvSpPr/>
          <p:nvPr/>
        </p:nvSpPr>
        <p:spPr>
          <a:xfrm rot="5400000">
            <a:off x="8336659" y="4240368"/>
            <a:ext cx="160338" cy="25558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grpSp>
        <p:nvGrpSpPr>
          <p:cNvPr id="3017" name="Google Shape;3017;p59"/>
          <p:cNvGrpSpPr/>
          <p:nvPr/>
        </p:nvGrpSpPr>
        <p:grpSpPr>
          <a:xfrm>
            <a:off x="8184868" y="4087689"/>
            <a:ext cx="812800" cy="658812"/>
            <a:chOff x="-26" y="1473"/>
            <a:chExt cx="981" cy="1105"/>
          </a:xfrm>
        </p:grpSpPr>
        <p:pic>
          <p:nvPicPr>
            <p:cNvPr descr="desktop_computer_stylized_medium" id="3018" name="Google Shape;3018;p59"/>
            <p:cNvPicPr preferRelativeResize="0"/>
            <p:nvPr/>
          </p:nvPicPr>
          <p:blipFill rotWithShape="1">
            <a:blip r:embed="rId3">
              <a:alphaModFix/>
            </a:blip>
            <a:srcRect b="0" l="0" r="0" t="0"/>
            <a:stretch/>
          </p:blipFill>
          <p:spPr>
            <a:xfrm flipH="1">
              <a:off x="-26" y="1473"/>
              <a:ext cx="981" cy="1105"/>
            </a:xfrm>
            <a:prstGeom prst="rect">
              <a:avLst/>
            </a:prstGeom>
            <a:noFill/>
            <a:ln>
              <a:noFill/>
            </a:ln>
          </p:spPr>
        </p:pic>
        <p:sp>
          <p:nvSpPr>
            <p:cNvPr id="3019" name="Google Shape;3019;p5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020" name="Google Shape;3020;p59"/>
          <p:cNvGrpSpPr/>
          <p:nvPr/>
        </p:nvGrpSpPr>
        <p:grpSpPr>
          <a:xfrm>
            <a:off x="6137343" y="5838977"/>
            <a:ext cx="812800" cy="658813"/>
            <a:chOff x="-44" y="1473"/>
            <a:chExt cx="981" cy="1105"/>
          </a:xfrm>
        </p:grpSpPr>
        <p:pic>
          <p:nvPicPr>
            <p:cNvPr descr="desktop_computer_stylized_medium" id="3021" name="Google Shape;3021;p5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022" name="Google Shape;3022;p5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3023" name="Google Shape;3023;p59"/>
          <p:cNvSpPr txBox="1"/>
          <p:nvPr/>
        </p:nvSpPr>
        <p:spPr>
          <a:xfrm>
            <a:off x="8208408" y="5016515"/>
            <a:ext cx="1217612"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137.196.7.14</a:t>
            </a:r>
            <a:endParaRPr/>
          </a:p>
        </p:txBody>
      </p:sp>
      <p:sp>
        <p:nvSpPr>
          <p:cNvPr id="3024" name="Google Shape;3024;p59"/>
          <p:cNvSpPr txBox="1"/>
          <p:nvPr/>
        </p:nvSpPr>
        <p:spPr>
          <a:xfrm>
            <a:off x="8196469" y="3835414"/>
            <a:ext cx="35137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2400"/>
              <a:buFont typeface="Calibri"/>
              <a:buNone/>
            </a:pPr>
            <a:r>
              <a:rPr b="0" i="0" lang="en-US" sz="2400" u="none" cap="none" strike="noStrike">
                <a:solidFill>
                  <a:srgbClr val="0000A8"/>
                </a:solidFill>
                <a:latin typeface="Calibri"/>
                <a:ea typeface="Calibri"/>
                <a:cs typeface="Calibri"/>
                <a:sym typeface="Calibri"/>
              </a:rPr>
              <a:t>B</a:t>
            </a:r>
            <a:endParaRPr/>
          </a:p>
        </p:txBody>
      </p:sp>
      <p:sp>
        <p:nvSpPr>
          <p:cNvPr id="3025" name="Google Shape;3025;p59"/>
          <p:cNvSpPr txBox="1"/>
          <p:nvPr/>
        </p:nvSpPr>
        <p:spPr>
          <a:xfrm>
            <a:off x="7116417" y="2702353"/>
            <a:ext cx="35137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2400"/>
              <a:buFont typeface="Calibri"/>
              <a:buNone/>
            </a:pPr>
            <a:r>
              <a:rPr b="0" i="0" lang="en-US" sz="2400" u="none" cap="none" strike="noStrike">
                <a:solidFill>
                  <a:srgbClr val="0000A8"/>
                </a:solidFill>
                <a:latin typeface="Calibri"/>
                <a:ea typeface="Calibri"/>
                <a:cs typeface="Calibri"/>
                <a:sym typeface="Calibri"/>
              </a:rPr>
              <a:t>C</a:t>
            </a:r>
            <a:endParaRPr/>
          </a:p>
        </p:txBody>
      </p:sp>
      <p:sp>
        <p:nvSpPr>
          <p:cNvPr id="3026" name="Google Shape;3026;p59"/>
          <p:cNvSpPr txBox="1"/>
          <p:nvPr/>
        </p:nvSpPr>
        <p:spPr>
          <a:xfrm>
            <a:off x="6871252" y="6088283"/>
            <a:ext cx="37382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2400"/>
              <a:buFont typeface="Calibri"/>
              <a:buNone/>
            </a:pPr>
            <a:r>
              <a:rPr b="0" i="0" lang="en-US" sz="2400" u="none" cap="none" strike="noStrike">
                <a:solidFill>
                  <a:srgbClr val="0000A8"/>
                </a:solidFill>
                <a:latin typeface="Calibri"/>
                <a:ea typeface="Calibri"/>
                <a:cs typeface="Calibri"/>
                <a:sym typeface="Calibri"/>
              </a:rPr>
              <a:t>D</a:t>
            </a:r>
            <a:endParaRPr/>
          </a:p>
        </p:txBody>
      </p:sp>
      <p:sp>
        <p:nvSpPr>
          <p:cNvPr id="3027" name="Google Shape;3027;p59"/>
          <p:cNvSpPr txBox="1"/>
          <p:nvPr/>
        </p:nvSpPr>
        <p:spPr>
          <a:xfrm>
            <a:off x="3664223" y="3615962"/>
            <a:ext cx="1166189"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TTL</a:t>
            </a:r>
            <a:endParaRPr/>
          </a:p>
        </p:txBody>
      </p:sp>
      <p:cxnSp>
        <p:nvCxnSpPr>
          <p:cNvPr id="3028" name="Google Shape;3028;p59"/>
          <p:cNvCxnSpPr/>
          <p:nvPr/>
        </p:nvCxnSpPr>
        <p:spPr>
          <a:xfrm rot="10800000">
            <a:off x="5305073" y="4465719"/>
            <a:ext cx="0" cy="373063"/>
          </a:xfrm>
          <a:prstGeom prst="straightConnector1">
            <a:avLst/>
          </a:prstGeom>
          <a:noFill/>
          <a:ln cap="flat" cmpd="sng" w="9525">
            <a:solidFill>
              <a:srgbClr val="000000"/>
            </a:solidFill>
            <a:prstDash val="solid"/>
            <a:round/>
            <a:headEnd len="med" w="med" type="none"/>
            <a:tailEnd len="med" w="med" type="triangle"/>
          </a:ln>
        </p:spPr>
      </p:cxnSp>
      <p:sp>
        <p:nvSpPr>
          <p:cNvPr id="3029" name="Google Shape;3029;p59"/>
          <p:cNvSpPr txBox="1"/>
          <p:nvPr/>
        </p:nvSpPr>
        <p:spPr>
          <a:xfrm>
            <a:off x="4387498" y="4840369"/>
            <a:ext cx="168910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71-65-F7-2B-08-53</a:t>
            </a:r>
            <a:endParaRPr/>
          </a:p>
        </p:txBody>
      </p:sp>
      <p:sp>
        <p:nvSpPr>
          <p:cNvPr id="3030" name="Google Shape;3030;p59"/>
          <p:cNvSpPr/>
          <p:nvPr/>
        </p:nvSpPr>
        <p:spPr>
          <a:xfrm rot="5400000">
            <a:off x="5166994" y="4178448"/>
            <a:ext cx="160338" cy="25558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grpSp>
        <p:nvGrpSpPr>
          <p:cNvPr id="3031" name="Google Shape;3031;p59"/>
          <p:cNvGrpSpPr/>
          <p:nvPr/>
        </p:nvGrpSpPr>
        <p:grpSpPr>
          <a:xfrm>
            <a:off x="4479021" y="3932319"/>
            <a:ext cx="812800" cy="658813"/>
            <a:chOff x="-44" y="1473"/>
            <a:chExt cx="981" cy="1105"/>
          </a:xfrm>
        </p:grpSpPr>
        <p:pic>
          <p:nvPicPr>
            <p:cNvPr descr="desktop_computer_stylized_medium" id="3032" name="Google Shape;3032;p5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033" name="Google Shape;3033;p5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3034" name="Google Shape;3034;p59"/>
          <p:cNvSpPr txBox="1"/>
          <p:nvPr/>
        </p:nvSpPr>
        <p:spPr>
          <a:xfrm>
            <a:off x="4392191" y="5056271"/>
            <a:ext cx="1217612"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137.196.7.23</a:t>
            </a:r>
            <a:endParaRPr/>
          </a:p>
        </p:txBody>
      </p:sp>
      <p:sp>
        <p:nvSpPr>
          <p:cNvPr id="3035" name="Google Shape;3035;p59"/>
          <p:cNvSpPr txBox="1"/>
          <p:nvPr/>
        </p:nvSpPr>
        <p:spPr>
          <a:xfrm>
            <a:off x="5274361" y="3775779"/>
            <a:ext cx="3706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2400"/>
              <a:buFont typeface="Calibri"/>
              <a:buNone/>
            </a:pPr>
            <a:r>
              <a:rPr b="0" i="0" lang="en-US" sz="2400" u="none" cap="none" strike="noStrike">
                <a:solidFill>
                  <a:srgbClr val="0000A8"/>
                </a:solidFill>
                <a:latin typeface="Calibri"/>
                <a:ea typeface="Calibri"/>
                <a:cs typeface="Calibri"/>
                <a:sym typeface="Calibri"/>
              </a:rPr>
              <a:t>A</a:t>
            </a:r>
            <a:endParaRPr/>
          </a:p>
        </p:txBody>
      </p:sp>
      <p:grpSp>
        <p:nvGrpSpPr>
          <p:cNvPr id="3036" name="Google Shape;3036;p59"/>
          <p:cNvGrpSpPr/>
          <p:nvPr/>
        </p:nvGrpSpPr>
        <p:grpSpPr>
          <a:xfrm>
            <a:off x="1186072" y="3311953"/>
            <a:ext cx="3690728" cy="1373671"/>
            <a:chOff x="404194" y="2544417"/>
            <a:chExt cx="3690728" cy="1373671"/>
          </a:xfrm>
        </p:grpSpPr>
        <p:sp>
          <p:nvSpPr>
            <p:cNvPr id="3037" name="Google Shape;3037;p59"/>
            <p:cNvSpPr/>
            <p:nvPr/>
          </p:nvSpPr>
          <p:spPr>
            <a:xfrm>
              <a:off x="3617843" y="2842867"/>
              <a:ext cx="477079" cy="1075221"/>
            </a:xfrm>
            <a:custGeom>
              <a:rect b="b" l="l" r="r" t="t"/>
              <a:pathLst>
                <a:path extrusionOk="0" h="1051327" w="477079">
                  <a:moveTo>
                    <a:pt x="477079" y="357808"/>
                  </a:moveTo>
                  <a:lnTo>
                    <a:pt x="0" y="0"/>
                  </a:lnTo>
                  <a:lnTo>
                    <a:pt x="13253" y="1051327"/>
                  </a:lnTo>
                  <a:lnTo>
                    <a:pt x="384314" y="649356"/>
                  </a:lnTo>
                </a:path>
              </a:pathLst>
            </a:custGeom>
            <a:gradFill>
              <a:gsLst>
                <a:gs pos="0">
                  <a:schemeClr val="lt1"/>
                </a:gs>
                <a:gs pos="99000">
                  <a:srgbClr val="BFBFBF"/>
                </a:gs>
                <a:gs pos="100000">
                  <a:srgbClr val="BFBFBF"/>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3038" name="Google Shape;3038;p59"/>
            <p:cNvGrpSpPr/>
            <p:nvPr/>
          </p:nvGrpSpPr>
          <p:grpSpPr>
            <a:xfrm>
              <a:off x="404194" y="2544417"/>
              <a:ext cx="3379301" cy="1368152"/>
              <a:chOff x="404194" y="2544417"/>
              <a:chExt cx="3379301" cy="1368152"/>
            </a:xfrm>
          </p:grpSpPr>
          <p:sp>
            <p:nvSpPr>
              <p:cNvPr id="3039" name="Google Shape;3039;p59"/>
              <p:cNvSpPr/>
              <p:nvPr/>
            </p:nvSpPr>
            <p:spPr>
              <a:xfrm>
                <a:off x="450575" y="2849217"/>
                <a:ext cx="3180521" cy="1060174"/>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40" name="Google Shape;3040;p59"/>
              <p:cNvSpPr txBox="1"/>
              <p:nvPr/>
            </p:nvSpPr>
            <p:spPr>
              <a:xfrm>
                <a:off x="530088" y="2544417"/>
                <a:ext cx="2796208"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ARP table in </a:t>
                </a:r>
                <a:r>
                  <a:rPr b="0" i="0" lang="en-US" sz="1800" u="none" cap="none" strike="noStrike">
                    <a:solidFill>
                      <a:srgbClr val="0000A8"/>
                    </a:solidFill>
                    <a:latin typeface="Calibri"/>
                    <a:ea typeface="Calibri"/>
                    <a:cs typeface="Calibri"/>
                    <a:sym typeface="Calibri"/>
                  </a:rPr>
                  <a:t>A</a:t>
                </a:r>
                <a:endParaRPr/>
              </a:p>
            </p:txBody>
          </p:sp>
          <p:cxnSp>
            <p:nvCxnSpPr>
              <p:cNvPr id="3041" name="Google Shape;3041;p59"/>
              <p:cNvCxnSpPr/>
              <p:nvPr/>
            </p:nvCxnSpPr>
            <p:spPr>
              <a:xfrm>
                <a:off x="437324" y="3173896"/>
                <a:ext cx="3180520" cy="0"/>
              </a:xfrm>
              <a:prstGeom prst="straightConnector1">
                <a:avLst/>
              </a:prstGeom>
              <a:noFill/>
              <a:ln cap="flat" cmpd="sng" w="12700">
                <a:solidFill>
                  <a:schemeClr val="dk1"/>
                </a:solidFill>
                <a:prstDash val="solid"/>
                <a:miter lim="800000"/>
                <a:headEnd len="sm" w="sm" type="none"/>
                <a:tailEnd len="sm" w="sm" type="none"/>
              </a:ln>
            </p:spPr>
          </p:cxnSp>
          <p:sp>
            <p:nvSpPr>
              <p:cNvPr id="3042" name="Google Shape;3042;p59"/>
              <p:cNvSpPr txBox="1"/>
              <p:nvPr/>
            </p:nvSpPr>
            <p:spPr>
              <a:xfrm>
                <a:off x="404194" y="2829339"/>
                <a:ext cx="934277"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IP addr</a:t>
                </a:r>
                <a:endParaRPr/>
              </a:p>
            </p:txBody>
          </p:sp>
          <p:sp>
            <p:nvSpPr>
              <p:cNvPr id="3043" name="Google Shape;3043;p59"/>
              <p:cNvSpPr txBox="1"/>
              <p:nvPr/>
            </p:nvSpPr>
            <p:spPr>
              <a:xfrm>
                <a:off x="1616766" y="2849217"/>
                <a:ext cx="1166189"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MAC addr</a:t>
                </a:r>
                <a:endParaRPr/>
              </a:p>
            </p:txBody>
          </p:sp>
          <p:cxnSp>
            <p:nvCxnSpPr>
              <p:cNvPr id="3044" name="Google Shape;3044;p59"/>
              <p:cNvCxnSpPr/>
              <p:nvPr/>
            </p:nvCxnSpPr>
            <p:spPr>
              <a:xfrm>
                <a:off x="1325218" y="2849218"/>
                <a:ext cx="0" cy="1063351"/>
              </a:xfrm>
              <a:prstGeom prst="straightConnector1">
                <a:avLst/>
              </a:prstGeom>
              <a:noFill/>
              <a:ln cap="flat" cmpd="sng" w="9525">
                <a:solidFill>
                  <a:schemeClr val="dk1"/>
                </a:solidFill>
                <a:prstDash val="solid"/>
                <a:miter lim="800000"/>
                <a:headEnd len="sm" w="sm" type="none"/>
                <a:tailEnd len="sm" w="sm" type="none"/>
              </a:ln>
            </p:spPr>
          </p:cxnSp>
          <p:cxnSp>
            <p:nvCxnSpPr>
              <p:cNvPr id="3045" name="Google Shape;3045;p59"/>
              <p:cNvCxnSpPr/>
              <p:nvPr/>
            </p:nvCxnSpPr>
            <p:spPr>
              <a:xfrm>
                <a:off x="3240152" y="2848944"/>
                <a:ext cx="0" cy="1060450"/>
              </a:xfrm>
              <a:prstGeom prst="straightConnector1">
                <a:avLst/>
              </a:prstGeom>
              <a:noFill/>
              <a:ln cap="flat" cmpd="sng" w="9525">
                <a:solidFill>
                  <a:schemeClr val="dk1"/>
                </a:solidFill>
                <a:prstDash val="solid"/>
                <a:miter lim="800000"/>
                <a:headEnd len="sm" w="sm" type="none"/>
                <a:tailEnd len="sm" w="sm" type="none"/>
              </a:ln>
            </p:spPr>
          </p:cxnSp>
          <p:sp>
            <p:nvSpPr>
              <p:cNvPr id="3046" name="Google Shape;3046;p59"/>
              <p:cNvSpPr txBox="1"/>
              <p:nvPr/>
            </p:nvSpPr>
            <p:spPr>
              <a:xfrm>
                <a:off x="3074505" y="2855842"/>
                <a:ext cx="708990"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TTL</a:t>
                </a:r>
                <a:endParaRPr/>
              </a:p>
            </p:txBody>
          </p:sp>
        </p:grpSp>
      </p:grpSp>
      <p:sp>
        <p:nvSpPr>
          <p:cNvPr id="3047" name="Google Shape;3047;p59"/>
          <p:cNvSpPr txBox="1"/>
          <p:nvPr/>
        </p:nvSpPr>
        <p:spPr>
          <a:xfrm>
            <a:off x="1049752" y="1211677"/>
            <a:ext cx="10068822" cy="946907"/>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example: A wants to send datagram to B</a:t>
            </a:r>
            <a:endParaRPr/>
          </a:p>
          <a:p>
            <a:pPr indent="-234950" lvl="1" marL="352425" marR="0" rtl="0" algn="l">
              <a:lnSpc>
                <a:spcPct val="90000"/>
              </a:lnSpc>
              <a:spcBef>
                <a:spcPts val="500"/>
              </a:spcBef>
              <a:spcAft>
                <a:spcPts val="0"/>
              </a:spcAft>
              <a:buClr>
                <a:srgbClr val="0000A8"/>
              </a:buClr>
              <a:buSzPts val="2000"/>
              <a:buFont typeface="Arial"/>
              <a:buChar char="•"/>
            </a:pPr>
            <a:r>
              <a:rPr b="0" i="0" lang="en-US" sz="2000" u="none" cap="none" strike="noStrike">
                <a:solidFill>
                  <a:srgbClr val="000000"/>
                </a:solidFill>
                <a:latin typeface="Calibri"/>
                <a:ea typeface="Calibri"/>
                <a:cs typeface="Calibri"/>
                <a:sym typeface="Calibri"/>
              </a:rPr>
              <a:t>B’s MAC address not in A’s ARP table, so A uses ARP to find B’s MAC address</a:t>
            </a:r>
            <a:endParaRPr b="0" i="0" sz="2400" u="none" cap="none" strike="noStrike">
              <a:solidFill>
                <a:srgbClr val="000000"/>
              </a:solidFill>
              <a:latin typeface="Calibri"/>
              <a:ea typeface="Calibri"/>
              <a:cs typeface="Calibri"/>
              <a:sym typeface="Calibri"/>
            </a:endParaRPr>
          </a:p>
        </p:txBody>
      </p:sp>
      <p:grpSp>
        <p:nvGrpSpPr>
          <p:cNvPr id="3048" name="Google Shape;3048;p59"/>
          <p:cNvGrpSpPr/>
          <p:nvPr/>
        </p:nvGrpSpPr>
        <p:grpSpPr>
          <a:xfrm>
            <a:off x="1144656" y="5342636"/>
            <a:ext cx="4222474" cy="769441"/>
            <a:chOff x="689113" y="2308977"/>
            <a:chExt cx="4222474" cy="769441"/>
          </a:xfrm>
        </p:grpSpPr>
        <p:sp>
          <p:nvSpPr>
            <p:cNvPr id="3049" name="Google Shape;3049;p59"/>
            <p:cNvSpPr txBox="1"/>
            <p:nvPr/>
          </p:nvSpPr>
          <p:spPr>
            <a:xfrm>
              <a:off x="1007166" y="2308977"/>
              <a:ext cx="3904421" cy="769441"/>
            </a:xfrm>
            <a:prstGeom prst="rect">
              <a:avLst/>
            </a:prstGeom>
            <a:noFill/>
            <a:ln>
              <a:noFill/>
            </a:ln>
          </p:spPr>
          <p:txBody>
            <a:bodyPr anchorCtr="0" anchor="t" bIns="45700" lIns="91425" spcFirstLastPara="1" rIns="91425" wrap="square" tIns="45700">
              <a:spAutoFit/>
            </a:bodyPr>
            <a:lstStyle/>
            <a:p>
              <a:pPr indent="0" lvl="0" marL="234950" marR="0" rtl="0" algn="l">
                <a:lnSpc>
                  <a:spcPct val="100000"/>
                </a:lnSpc>
                <a:spcBef>
                  <a:spcPts val="0"/>
                </a:spcBef>
                <a:spcAft>
                  <a:spcPts val="0"/>
                </a:spcAft>
                <a:buClr>
                  <a:srgbClr val="0000A8"/>
                </a:buClr>
                <a:buSzPts val="2400"/>
                <a:buFont typeface="Calibri"/>
                <a:buNone/>
              </a:pPr>
              <a:r>
                <a:rPr b="0" i="0" lang="en-US" sz="2400" u="none" cap="none" strike="noStrike">
                  <a:solidFill>
                    <a:srgbClr val="0000A8"/>
                  </a:solidFill>
                  <a:latin typeface="Calibri"/>
                  <a:ea typeface="Calibri"/>
                  <a:cs typeface="Calibri"/>
                  <a:sym typeface="Calibri"/>
                </a:rPr>
                <a:t>A</a:t>
              </a:r>
              <a:r>
                <a:rPr b="0" i="0" lang="en-US" sz="2000" u="none" cap="none" strike="noStrike">
                  <a:solidFill>
                    <a:srgbClr val="000000"/>
                  </a:solidFill>
                  <a:latin typeface="Calibri"/>
                  <a:ea typeface="Calibri"/>
                  <a:cs typeface="Calibri"/>
                  <a:sym typeface="Calibri"/>
                </a:rPr>
                <a:t> receives B’s reply, adds B entry into its local ARP table</a:t>
              </a:r>
              <a:endParaRPr/>
            </a:p>
          </p:txBody>
        </p:sp>
        <p:grpSp>
          <p:nvGrpSpPr>
            <p:cNvPr id="3050" name="Google Shape;3050;p59"/>
            <p:cNvGrpSpPr/>
            <p:nvPr/>
          </p:nvGrpSpPr>
          <p:grpSpPr>
            <a:xfrm>
              <a:off x="689113" y="2438399"/>
              <a:ext cx="410817" cy="461665"/>
              <a:chOff x="2292626" y="5618921"/>
              <a:chExt cx="410817" cy="461665"/>
            </a:xfrm>
          </p:grpSpPr>
          <p:sp>
            <p:nvSpPr>
              <p:cNvPr id="3051" name="Google Shape;3051;p59"/>
              <p:cNvSpPr/>
              <p:nvPr/>
            </p:nvSpPr>
            <p:spPr>
              <a:xfrm>
                <a:off x="2292626" y="5645426"/>
                <a:ext cx="410817" cy="410817"/>
              </a:xfrm>
              <a:prstGeom prst="ellipse">
                <a:avLst/>
              </a:prstGeom>
              <a:solidFill>
                <a:schemeClr val="lt1"/>
              </a:solidFill>
              <a:ln cap="flat" cmpd="sng" w="254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52" name="Google Shape;3052;p59"/>
              <p:cNvSpPr txBox="1"/>
              <p:nvPr/>
            </p:nvSpPr>
            <p:spPr>
              <a:xfrm>
                <a:off x="2319130" y="5618921"/>
                <a:ext cx="3401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3</a:t>
                </a:r>
                <a:endParaRPr/>
              </a:p>
            </p:txBody>
          </p:sp>
        </p:grpSp>
      </p:grpSp>
      <p:grpSp>
        <p:nvGrpSpPr>
          <p:cNvPr id="3053" name="Google Shape;3053;p59"/>
          <p:cNvGrpSpPr/>
          <p:nvPr/>
        </p:nvGrpSpPr>
        <p:grpSpPr>
          <a:xfrm>
            <a:off x="5367131" y="3970949"/>
            <a:ext cx="1637539" cy="741718"/>
            <a:chOff x="5367131" y="3866019"/>
            <a:chExt cx="1637539" cy="741718"/>
          </a:xfrm>
        </p:grpSpPr>
        <p:sp>
          <p:nvSpPr>
            <p:cNvPr id="3054" name="Google Shape;3054;p59"/>
            <p:cNvSpPr/>
            <p:nvPr/>
          </p:nvSpPr>
          <p:spPr>
            <a:xfrm rot="10800000">
              <a:off x="5367131" y="4187685"/>
              <a:ext cx="1060173" cy="172279"/>
            </a:xfrm>
            <a:prstGeom prst="rightArrow">
              <a:avLst>
                <a:gd fmla="val 50000" name="adj1"/>
                <a:gd fmla="val 50000" name="adj2"/>
              </a:avLst>
            </a:prstGeom>
            <a:gradFill>
              <a:gsLst>
                <a:gs pos="0">
                  <a:srgbClr val="FFFFFF">
                    <a:alpha val="67843"/>
                  </a:srgbClr>
                </a:gs>
                <a:gs pos="49500">
                  <a:srgbClr val="B3C6E7"/>
                </a:gs>
                <a:gs pos="98000">
                  <a:srgbClr val="0000A8"/>
                </a:gs>
                <a:gs pos="100000">
                  <a:srgbClr val="0000A8"/>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3055" name="Google Shape;3055;p59"/>
            <p:cNvGrpSpPr/>
            <p:nvPr/>
          </p:nvGrpSpPr>
          <p:grpSpPr>
            <a:xfrm>
              <a:off x="6417064" y="3866019"/>
              <a:ext cx="587606" cy="741718"/>
              <a:chOff x="375561" y="297711"/>
              <a:chExt cx="1252683" cy="2138362"/>
            </a:xfrm>
          </p:grpSpPr>
          <p:sp>
            <p:nvSpPr>
              <p:cNvPr id="3056" name="Google Shape;3056;p59"/>
              <p:cNvSpPr/>
              <p:nvPr/>
            </p:nvSpPr>
            <p:spPr>
              <a:xfrm>
                <a:off x="375561" y="297711"/>
                <a:ext cx="971072" cy="2138362"/>
              </a:xfrm>
              <a:custGeom>
                <a:rect b="b" l="l" r="r" t="t"/>
                <a:pathLst>
                  <a:path extrusionOk="0" h="2138362" w="966787">
                    <a:moveTo>
                      <a:pt x="0" y="0"/>
                    </a:moveTo>
                    <a:lnTo>
                      <a:pt x="0" y="1190625"/>
                    </a:lnTo>
                    <a:lnTo>
                      <a:pt x="966787" y="2138362"/>
                    </a:lnTo>
                    <a:cubicBezTo>
                      <a:pt x="965200" y="1673225"/>
                      <a:pt x="963612" y="1208087"/>
                      <a:pt x="962025" y="742950"/>
                    </a:cubicBezTo>
                    <a:lnTo>
                      <a:pt x="0" y="0"/>
                    </a:lnTo>
                    <a:close/>
                  </a:path>
                </a:pathLst>
              </a:custGeom>
              <a:solidFill>
                <a:srgbClr val="0070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57" name="Google Shape;3057;p59"/>
              <p:cNvSpPr/>
              <p:nvPr/>
            </p:nvSpPr>
            <p:spPr>
              <a:xfrm>
                <a:off x="375561" y="309724"/>
                <a:ext cx="1247826" cy="768849"/>
              </a:xfrm>
              <a:custGeom>
                <a:rect b="b" l="l" r="r" t="t"/>
                <a:pathLst>
                  <a:path extrusionOk="0" h="758069" w="1248448">
                    <a:moveTo>
                      <a:pt x="243561" y="573"/>
                    </a:moveTo>
                    <a:cubicBezTo>
                      <a:pt x="162374" y="382"/>
                      <a:pt x="235530" y="6639"/>
                      <a:pt x="0" y="0"/>
                    </a:cubicBezTo>
                    <a:lnTo>
                      <a:pt x="962698" y="753308"/>
                    </a:lnTo>
                    <a:cubicBezTo>
                      <a:pt x="1114838" y="758721"/>
                      <a:pt x="1045247" y="751718"/>
                      <a:pt x="1248448" y="758069"/>
                    </a:cubicBezTo>
                    <a:lnTo>
                      <a:pt x="243561" y="573"/>
                    </a:lnTo>
                    <a:close/>
                  </a:path>
                </a:pathLst>
              </a:custGeom>
              <a:solidFill>
                <a:srgbClr val="0099C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58" name="Google Shape;3058;p59"/>
              <p:cNvSpPr/>
              <p:nvPr/>
            </p:nvSpPr>
            <p:spPr>
              <a:xfrm>
                <a:off x="1332065" y="1066560"/>
                <a:ext cx="296179" cy="1363508"/>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059" name="Google Shape;3059;p59"/>
          <p:cNvGrpSpPr/>
          <p:nvPr/>
        </p:nvGrpSpPr>
        <p:grpSpPr>
          <a:xfrm>
            <a:off x="1217886" y="3923211"/>
            <a:ext cx="3224987" cy="523220"/>
            <a:chOff x="1217886" y="3818281"/>
            <a:chExt cx="3224987" cy="523220"/>
          </a:xfrm>
        </p:grpSpPr>
        <p:sp>
          <p:nvSpPr>
            <p:cNvPr id="3060" name="Google Shape;3060;p59"/>
            <p:cNvSpPr txBox="1"/>
            <p:nvPr/>
          </p:nvSpPr>
          <p:spPr>
            <a:xfrm>
              <a:off x="1217886" y="3818281"/>
              <a:ext cx="880369"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137.196.</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7.14</a:t>
              </a:r>
              <a:endParaRPr/>
            </a:p>
          </p:txBody>
        </p:sp>
        <p:sp>
          <p:nvSpPr>
            <p:cNvPr id="3061" name="Google Shape;3061;p59"/>
            <p:cNvSpPr txBox="1"/>
            <p:nvPr/>
          </p:nvSpPr>
          <p:spPr>
            <a:xfrm>
              <a:off x="2217388" y="3897795"/>
              <a:ext cx="173990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58-23-D7-FA-20-B0</a:t>
              </a:r>
              <a:endParaRPr/>
            </a:p>
          </p:txBody>
        </p:sp>
        <p:sp>
          <p:nvSpPr>
            <p:cNvPr id="3062" name="Google Shape;3062;p59"/>
            <p:cNvSpPr txBox="1"/>
            <p:nvPr/>
          </p:nvSpPr>
          <p:spPr>
            <a:xfrm>
              <a:off x="3960049" y="3891169"/>
              <a:ext cx="482824"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500</a:t>
              </a:r>
              <a:endParaRPr/>
            </a:p>
          </p:txBody>
        </p:sp>
      </p:gr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3"/>
                                        </p:tgtEl>
                                        <p:attrNameLst>
                                          <p:attrName>style.visibility</p:attrName>
                                        </p:attrNameLst>
                                      </p:cBhvr>
                                      <p:to>
                                        <p:strVal val="visible"/>
                                      </p:to>
                                    </p:set>
                                    <p:animEffect filter="fade" transition="in">
                                      <p:cBhvr>
                                        <p:cTn dur="500"/>
                                        <p:tgtEl>
                                          <p:spTgt spid="305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048"/>
                                        </p:tgtEl>
                                        <p:attrNameLst>
                                          <p:attrName>style.visibility</p:attrName>
                                        </p:attrNameLst>
                                      </p:cBhvr>
                                      <p:to>
                                        <p:strVal val="visible"/>
                                      </p:to>
                                    </p:set>
                                    <p:animEffect filter="fade" transition="in">
                                      <p:cBhvr>
                                        <p:cTn dur="500"/>
                                        <p:tgtEl>
                                          <p:spTgt spid="30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9"/>
                                        </p:tgtEl>
                                        <p:attrNameLst>
                                          <p:attrName>style.visibility</p:attrName>
                                        </p:attrNameLst>
                                      </p:cBhvr>
                                      <p:to>
                                        <p:strVal val="visible"/>
                                      </p:to>
                                    </p:set>
                                    <p:animEffect filter="fade" transition="in">
                                      <p:cBhvr>
                                        <p:cTn dur="500"/>
                                        <p:tgtEl>
                                          <p:spTgt spid="3059"/>
                                        </p:tgtEl>
                                      </p:cBhvr>
                                    </p:animEffect>
                                  </p:childTnLst>
                                </p:cTn>
                              </p:par>
                              <p:par>
                                <p:cTn fill="hold" nodeType="withEffect" presetClass="exit" presetID="10" presetSubtype="0">
                                  <p:stCondLst>
                                    <p:cond delay="0"/>
                                  </p:stCondLst>
                                  <p:childTnLst>
                                    <p:animEffect filter="fade" transition="out">
                                      <p:cBhvr>
                                        <p:cTn dur="500"/>
                                        <p:tgtEl>
                                          <p:spTgt spid="3053"/>
                                        </p:tgtEl>
                                      </p:cBhvr>
                                    </p:animEffect>
                                    <p:set>
                                      <p:cBhvr>
                                        <p:cTn dur="1" fill="hold">
                                          <p:stCondLst>
                                            <p:cond delay="500"/>
                                          </p:stCondLst>
                                        </p:cTn>
                                        <p:tgtEl>
                                          <p:spTgt spid="305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7" name="Shape 3067"/>
        <p:cNvGrpSpPr/>
        <p:nvPr/>
      </p:nvGrpSpPr>
      <p:grpSpPr>
        <a:xfrm>
          <a:off x="0" y="0"/>
          <a:ext cx="0" cy="0"/>
          <a:chOff x="0" y="0"/>
          <a:chExt cx="0" cy="0"/>
        </a:xfrm>
      </p:grpSpPr>
      <p:sp>
        <p:nvSpPr>
          <p:cNvPr id="3068" name="Google Shape;3068;p60"/>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99"/>
              </a:buClr>
              <a:buSzPts val="4400"/>
              <a:buFont typeface="Calibri"/>
              <a:buNone/>
            </a:pPr>
            <a:r>
              <a:rPr b="0" lang="en-US">
                <a:solidFill>
                  <a:srgbClr val="000099"/>
                </a:solidFill>
                <a:latin typeface="Calibri"/>
                <a:ea typeface="Calibri"/>
                <a:cs typeface="Calibri"/>
                <a:sym typeface="Calibri"/>
              </a:rPr>
              <a:t>Routing to another subnet: addressing</a:t>
            </a:r>
            <a:endParaRPr b="0" sz="4400">
              <a:latin typeface="Calibri"/>
              <a:ea typeface="Calibri"/>
              <a:cs typeface="Calibri"/>
              <a:sym typeface="Calibri"/>
            </a:endParaRPr>
          </a:p>
        </p:txBody>
      </p:sp>
      <p:sp>
        <p:nvSpPr>
          <p:cNvPr id="3069" name="Google Shape;3069;p6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Link Layer: 6-</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
        <p:nvSpPr>
          <p:cNvPr id="3070" name="Google Shape;3070;p60"/>
          <p:cNvSpPr txBox="1"/>
          <p:nvPr/>
        </p:nvSpPr>
        <p:spPr>
          <a:xfrm>
            <a:off x="935519" y="1322317"/>
            <a:ext cx="10831760" cy="1196031"/>
          </a:xfrm>
          <a:prstGeom prst="rect">
            <a:avLst/>
          </a:prstGeom>
          <a:noFill/>
          <a:ln>
            <a:noFill/>
          </a:ln>
        </p:spPr>
        <p:txBody>
          <a:bodyPr anchorCtr="0" anchor="t" bIns="45700" lIns="91425" spcFirstLastPara="1" rIns="91425" wrap="square" tIns="45700">
            <a:normAutofit/>
          </a:bodyPr>
          <a:lstStyle/>
          <a:p>
            <a:pPr indent="-111125" lvl="0" marL="111125"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walkthrough</a:t>
            </a:r>
            <a:r>
              <a:rPr b="0" i="0" lang="en-US" sz="2800" u="none" cap="none" strike="noStrike">
                <a:solidFill>
                  <a:srgbClr val="CC0000"/>
                </a:solidFill>
                <a:latin typeface="Calibri"/>
                <a:ea typeface="Calibri"/>
                <a:cs typeface="Calibri"/>
                <a:sym typeface="Calibri"/>
              </a:rPr>
              <a:t>: sending a  datagram from </a:t>
            </a:r>
            <a:r>
              <a:rPr b="0" i="1" lang="en-US" sz="2800" u="none" cap="none" strike="noStrike">
                <a:solidFill>
                  <a:srgbClr val="CC0000"/>
                </a:solidFill>
                <a:latin typeface="Calibri"/>
                <a:ea typeface="Calibri"/>
                <a:cs typeface="Calibri"/>
                <a:sym typeface="Calibri"/>
              </a:rPr>
              <a:t>A</a:t>
            </a:r>
            <a:r>
              <a:rPr b="0" i="0" lang="en-US" sz="2800" u="none" cap="none" strike="noStrike">
                <a:solidFill>
                  <a:srgbClr val="CC0000"/>
                </a:solidFill>
                <a:latin typeface="Calibri"/>
                <a:ea typeface="Calibri"/>
                <a:cs typeface="Calibri"/>
                <a:sym typeface="Calibri"/>
              </a:rPr>
              <a:t> to </a:t>
            </a:r>
            <a:r>
              <a:rPr b="0" i="1" lang="en-US" sz="2800" u="none" cap="none" strike="noStrike">
                <a:solidFill>
                  <a:srgbClr val="CC0000"/>
                </a:solidFill>
                <a:latin typeface="Calibri"/>
                <a:ea typeface="Calibri"/>
                <a:cs typeface="Calibri"/>
                <a:sym typeface="Calibri"/>
              </a:rPr>
              <a:t>B</a:t>
            </a:r>
            <a:r>
              <a:rPr b="0" i="0" lang="en-US" sz="2800" u="none" cap="none" strike="noStrike">
                <a:solidFill>
                  <a:srgbClr val="CC0000"/>
                </a:solidFill>
                <a:latin typeface="Calibri"/>
                <a:ea typeface="Calibri"/>
                <a:cs typeface="Calibri"/>
                <a:sym typeface="Calibri"/>
              </a:rPr>
              <a:t> via </a:t>
            </a:r>
            <a:r>
              <a:rPr b="0" i="1" lang="en-US" sz="2800" u="none" cap="none" strike="noStrike">
                <a:solidFill>
                  <a:srgbClr val="CC0000"/>
                </a:solidFill>
                <a:latin typeface="Calibri"/>
                <a:ea typeface="Calibri"/>
                <a:cs typeface="Calibri"/>
                <a:sym typeface="Calibri"/>
              </a:rPr>
              <a:t>R</a:t>
            </a:r>
            <a:endParaRPr/>
          </a:p>
          <a:p>
            <a:pPr indent="-225425" lvl="1" marL="457200"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focus on addressing – at IP (datagram) and MAC layer (frame) levels</a:t>
            </a:r>
            <a:endParaRPr/>
          </a:p>
        </p:txBody>
      </p:sp>
      <p:cxnSp>
        <p:nvCxnSpPr>
          <p:cNvPr id="3071" name="Google Shape;3071;p60"/>
          <p:cNvCxnSpPr/>
          <p:nvPr/>
        </p:nvCxnSpPr>
        <p:spPr>
          <a:xfrm>
            <a:off x="4293702" y="5340624"/>
            <a:ext cx="3233531" cy="0"/>
          </a:xfrm>
          <a:prstGeom prst="straightConnector1">
            <a:avLst/>
          </a:prstGeom>
          <a:noFill/>
          <a:ln cap="flat" cmpd="sng" w="15875">
            <a:solidFill>
              <a:schemeClr val="dk1"/>
            </a:solidFill>
            <a:prstDash val="solid"/>
            <a:miter lim="800000"/>
            <a:headEnd len="sm" w="sm" type="none"/>
            <a:tailEnd len="sm" w="sm" type="none"/>
          </a:ln>
        </p:spPr>
      </p:cxnSp>
      <p:sp>
        <p:nvSpPr>
          <p:cNvPr id="3072" name="Google Shape;3072;p60"/>
          <p:cNvSpPr txBox="1"/>
          <p:nvPr/>
        </p:nvSpPr>
        <p:spPr>
          <a:xfrm>
            <a:off x="5496545" y="4606786"/>
            <a:ext cx="38023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2800"/>
              <a:buFont typeface="Calibri"/>
              <a:buNone/>
            </a:pPr>
            <a:r>
              <a:rPr b="0" i="0" lang="en-US" sz="2800" u="none" cap="none" strike="noStrike">
                <a:solidFill>
                  <a:srgbClr val="0000A8"/>
                </a:solidFill>
                <a:latin typeface="Calibri"/>
                <a:ea typeface="Calibri"/>
                <a:cs typeface="Calibri"/>
                <a:sym typeface="Calibri"/>
              </a:rPr>
              <a:t>R</a:t>
            </a:r>
            <a:endParaRPr b="0" i="0" sz="2000" u="none" cap="none" strike="noStrike">
              <a:solidFill>
                <a:srgbClr val="0000A8"/>
              </a:solidFill>
              <a:latin typeface="Calibri"/>
              <a:ea typeface="Calibri"/>
              <a:cs typeface="Calibri"/>
              <a:sym typeface="Calibri"/>
            </a:endParaRPr>
          </a:p>
        </p:txBody>
      </p:sp>
      <p:sp>
        <p:nvSpPr>
          <p:cNvPr id="3073" name="Google Shape;3073;p60"/>
          <p:cNvSpPr/>
          <p:nvPr/>
        </p:nvSpPr>
        <p:spPr>
          <a:xfrm>
            <a:off x="3637582" y="4808121"/>
            <a:ext cx="839788" cy="1069975"/>
          </a:xfrm>
          <a:custGeom>
            <a:rect b="b" l="l" r="r" t="t"/>
            <a:pathLst>
              <a:path extrusionOk="0" h="996" w="1005">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rgbClr val="9CE0F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3074" name="Google Shape;3074;p60"/>
          <p:cNvCxnSpPr/>
          <p:nvPr/>
        </p:nvCxnSpPr>
        <p:spPr>
          <a:xfrm>
            <a:off x="3334370" y="4787483"/>
            <a:ext cx="438150" cy="230188"/>
          </a:xfrm>
          <a:prstGeom prst="straightConnector1">
            <a:avLst/>
          </a:prstGeom>
          <a:noFill/>
          <a:ln cap="flat" cmpd="sng" w="9525">
            <a:solidFill>
              <a:schemeClr val="dk1"/>
            </a:solidFill>
            <a:prstDash val="solid"/>
            <a:round/>
            <a:headEnd len="med" w="med" type="none"/>
            <a:tailEnd len="med" w="med" type="none"/>
          </a:ln>
        </p:spPr>
      </p:cxnSp>
      <p:cxnSp>
        <p:nvCxnSpPr>
          <p:cNvPr id="3075" name="Google Shape;3075;p60"/>
          <p:cNvCxnSpPr/>
          <p:nvPr/>
        </p:nvCxnSpPr>
        <p:spPr>
          <a:xfrm flipH="1" rot="10800000">
            <a:off x="3406935" y="5732045"/>
            <a:ext cx="283036" cy="54447"/>
          </a:xfrm>
          <a:prstGeom prst="straightConnector1">
            <a:avLst/>
          </a:prstGeom>
          <a:noFill/>
          <a:ln cap="flat" cmpd="sng" w="9525">
            <a:solidFill>
              <a:schemeClr val="dk1"/>
            </a:solidFill>
            <a:prstDash val="solid"/>
            <a:round/>
            <a:headEnd len="med" w="med" type="none"/>
            <a:tailEnd len="med" w="med" type="none"/>
          </a:ln>
        </p:spPr>
      </p:cxnSp>
      <p:sp>
        <p:nvSpPr>
          <p:cNvPr id="3076" name="Google Shape;3076;p60"/>
          <p:cNvSpPr txBox="1"/>
          <p:nvPr/>
        </p:nvSpPr>
        <p:spPr>
          <a:xfrm>
            <a:off x="2243136" y="4315099"/>
            <a:ext cx="393056"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2800"/>
              <a:buFont typeface="Calibri"/>
              <a:buNone/>
            </a:pPr>
            <a:r>
              <a:rPr b="0" i="0" lang="en-US" sz="2800" u="none" cap="none" strike="noStrike">
                <a:solidFill>
                  <a:srgbClr val="0000A8"/>
                </a:solidFill>
                <a:latin typeface="Calibri"/>
                <a:ea typeface="Calibri"/>
                <a:cs typeface="Calibri"/>
                <a:sym typeface="Calibri"/>
              </a:rPr>
              <a:t>A</a:t>
            </a:r>
            <a:endParaRPr/>
          </a:p>
        </p:txBody>
      </p:sp>
      <p:cxnSp>
        <p:nvCxnSpPr>
          <p:cNvPr id="3077" name="Google Shape;3077;p60"/>
          <p:cNvCxnSpPr/>
          <p:nvPr/>
        </p:nvCxnSpPr>
        <p:spPr>
          <a:xfrm flipH="1" rot="10800000">
            <a:off x="8215932" y="4787483"/>
            <a:ext cx="450850" cy="317500"/>
          </a:xfrm>
          <a:prstGeom prst="straightConnector1">
            <a:avLst/>
          </a:prstGeom>
          <a:noFill/>
          <a:ln cap="flat" cmpd="sng" w="9525">
            <a:solidFill>
              <a:schemeClr val="dk1"/>
            </a:solidFill>
            <a:prstDash val="solid"/>
            <a:round/>
            <a:headEnd len="med" w="med" type="none"/>
            <a:tailEnd len="med" w="med" type="none"/>
          </a:ln>
        </p:spPr>
      </p:cxnSp>
      <p:cxnSp>
        <p:nvCxnSpPr>
          <p:cNvPr id="3078" name="Google Shape;3078;p60"/>
          <p:cNvCxnSpPr/>
          <p:nvPr/>
        </p:nvCxnSpPr>
        <p:spPr>
          <a:xfrm rot="10800000">
            <a:off x="8156672" y="5684421"/>
            <a:ext cx="267105" cy="200926"/>
          </a:xfrm>
          <a:prstGeom prst="straightConnector1">
            <a:avLst/>
          </a:prstGeom>
          <a:noFill/>
          <a:ln cap="flat" cmpd="sng" w="9525">
            <a:solidFill>
              <a:schemeClr val="dk1"/>
            </a:solidFill>
            <a:prstDash val="solid"/>
            <a:round/>
            <a:headEnd len="med" w="med" type="none"/>
            <a:tailEnd len="med" w="med" type="none"/>
          </a:ln>
        </p:spPr>
      </p:cxnSp>
      <p:sp>
        <p:nvSpPr>
          <p:cNvPr id="3079" name="Google Shape;3079;p60"/>
          <p:cNvSpPr/>
          <p:nvPr/>
        </p:nvSpPr>
        <p:spPr>
          <a:xfrm>
            <a:off x="7476157" y="4811296"/>
            <a:ext cx="765175" cy="1081088"/>
          </a:xfrm>
          <a:custGeom>
            <a:rect b="b" l="l" r="r" t="t"/>
            <a:pathLst>
              <a:path extrusionOk="0" h="996" w="1005">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rgbClr val="9CE0F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080" name="Google Shape;3080;p60"/>
          <p:cNvSpPr txBox="1"/>
          <p:nvPr/>
        </p:nvSpPr>
        <p:spPr>
          <a:xfrm>
            <a:off x="9407316" y="4484341"/>
            <a:ext cx="38023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2800"/>
              <a:buFont typeface="Calibri"/>
              <a:buNone/>
            </a:pPr>
            <a:r>
              <a:rPr b="0" i="0" lang="en-US" sz="2800" u="none" cap="none" strike="noStrike">
                <a:solidFill>
                  <a:srgbClr val="0000A8"/>
                </a:solidFill>
                <a:latin typeface="Calibri"/>
                <a:ea typeface="Calibri"/>
                <a:cs typeface="Calibri"/>
                <a:sym typeface="Calibri"/>
              </a:rPr>
              <a:t>B</a:t>
            </a:r>
            <a:endParaRPr/>
          </a:p>
        </p:txBody>
      </p:sp>
      <p:grpSp>
        <p:nvGrpSpPr>
          <p:cNvPr id="3081" name="Google Shape;3081;p60"/>
          <p:cNvGrpSpPr/>
          <p:nvPr/>
        </p:nvGrpSpPr>
        <p:grpSpPr>
          <a:xfrm>
            <a:off x="5001868" y="5038254"/>
            <a:ext cx="1310632" cy="501151"/>
            <a:chOff x="4909105" y="5767126"/>
            <a:chExt cx="1310632" cy="501151"/>
          </a:xfrm>
        </p:grpSpPr>
        <p:sp>
          <p:nvSpPr>
            <p:cNvPr id="3082" name="Google Shape;3082;p60"/>
            <p:cNvSpPr/>
            <p:nvPr/>
          </p:nvSpPr>
          <p:spPr>
            <a:xfrm rot="5400000">
              <a:off x="6024859" y="5937451"/>
              <a:ext cx="134168" cy="25558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sp>
          <p:nvSpPr>
            <p:cNvPr id="3083" name="Google Shape;3083;p60"/>
            <p:cNvSpPr/>
            <p:nvPr/>
          </p:nvSpPr>
          <p:spPr>
            <a:xfrm rot="5400000">
              <a:off x="4966501" y="5940764"/>
              <a:ext cx="140795" cy="25558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grpSp>
          <p:nvGrpSpPr>
            <p:cNvPr id="3084" name="Google Shape;3084;p60"/>
            <p:cNvGrpSpPr/>
            <p:nvPr/>
          </p:nvGrpSpPr>
          <p:grpSpPr>
            <a:xfrm>
              <a:off x="5115340" y="5767126"/>
              <a:ext cx="901147" cy="501151"/>
              <a:chOff x="7493876" y="2774731"/>
              <a:chExt cx="1481958" cy="894622"/>
            </a:xfrm>
          </p:grpSpPr>
          <p:sp>
            <p:nvSpPr>
              <p:cNvPr id="3085" name="Google Shape;3085;p6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086" name="Google Shape;3086;p6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087" name="Google Shape;3087;p60"/>
              <p:cNvGrpSpPr/>
              <p:nvPr/>
            </p:nvGrpSpPr>
            <p:grpSpPr>
              <a:xfrm>
                <a:off x="7713663" y="2848339"/>
                <a:ext cx="1042107" cy="425543"/>
                <a:chOff x="7786941" y="2884917"/>
                <a:chExt cx="897649" cy="353919"/>
              </a:xfrm>
            </p:grpSpPr>
            <p:sp>
              <p:nvSpPr>
                <p:cNvPr id="3088" name="Google Shape;3088;p6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89" name="Google Shape;3089;p6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90" name="Google Shape;3090;p6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91" name="Google Shape;3091;p6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sp>
        <p:nvSpPr>
          <p:cNvPr id="3092" name="Google Shape;3092;p60"/>
          <p:cNvSpPr/>
          <p:nvPr/>
        </p:nvSpPr>
        <p:spPr>
          <a:xfrm rot="5400000">
            <a:off x="3161022" y="4666815"/>
            <a:ext cx="119903" cy="25558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grpSp>
        <p:nvGrpSpPr>
          <p:cNvPr id="3093" name="Google Shape;3093;p60"/>
          <p:cNvGrpSpPr/>
          <p:nvPr/>
        </p:nvGrpSpPr>
        <p:grpSpPr>
          <a:xfrm>
            <a:off x="2318687" y="4333458"/>
            <a:ext cx="936071" cy="761428"/>
            <a:chOff x="-44" y="1473"/>
            <a:chExt cx="981" cy="1105"/>
          </a:xfrm>
        </p:grpSpPr>
        <p:pic>
          <p:nvPicPr>
            <p:cNvPr descr="desktop_computer_stylized_medium" id="3094" name="Google Shape;3094;p6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095" name="Google Shape;3095;p6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096" name="Google Shape;3096;p60"/>
          <p:cNvSpPr/>
          <p:nvPr/>
        </p:nvSpPr>
        <p:spPr>
          <a:xfrm rot="5400000">
            <a:off x="3271833" y="5687855"/>
            <a:ext cx="84261" cy="194751"/>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grpSp>
        <p:nvGrpSpPr>
          <p:cNvPr id="3097" name="Google Shape;3097;p60"/>
          <p:cNvGrpSpPr/>
          <p:nvPr/>
        </p:nvGrpSpPr>
        <p:grpSpPr>
          <a:xfrm>
            <a:off x="2681426" y="5490561"/>
            <a:ext cx="639495" cy="517588"/>
            <a:chOff x="-44" y="1473"/>
            <a:chExt cx="981" cy="1105"/>
          </a:xfrm>
        </p:grpSpPr>
        <p:pic>
          <p:nvPicPr>
            <p:cNvPr descr="desktop_computer_stylized_medium" id="3098" name="Google Shape;3098;p6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099" name="Google Shape;3099;p6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sp>
        <p:nvSpPr>
          <p:cNvPr id="3100" name="Google Shape;3100;p60"/>
          <p:cNvSpPr/>
          <p:nvPr/>
        </p:nvSpPr>
        <p:spPr>
          <a:xfrm rot="5400000">
            <a:off x="8726575" y="4653061"/>
            <a:ext cx="119903" cy="25558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sp>
        <p:nvSpPr>
          <p:cNvPr id="3101" name="Google Shape;3101;p60"/>
          <p:cNvSpPr/>
          <p:nvPr/>
        </p:nvSpPr>
        <p:spPr>
          <a:xfrm rot="5400000">
            <a:off x="8496816" y="5784803"/>
            <a:ext cx="84261" cy="194751"/>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grpSp>
        <p:nvGrpSpPr>
          <p:cNvPr id="3102" name="Google Shape;3102;p60"/>
          <p:cNvGrpSpPr/>
          <p:nvPr/>
        </p:nvGrpSpPr>
        <p:grpSpPr>
          <a:xfrm>
            <a:off x="8491273" y="4391325"/>
            <a:ext cx="1009650" cy="855028"/>
            <a:chOff x="-44" y="1473"/>
            <a:chExt cx="981" cy="1105"/>
          </a:xfrm>
        </p:grpSpPr>
        <p:pic>
          <p:nvPicPr>
            <p:cNvPr descr="desktop_computer_stylized_medium" id="3103" name="Google Shape;3103;p60"/>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3104" name="Google Shape;3104;p6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105" name="Google Shape;3105;p60"/>
          <p:cNvGrpSpPr/>
          <p:nvPr/>
        </p:nvGrpSpPr>
        <p:grpSpPr>
          <a:xfrm>
            <a:off x="8343615" y="5618570"/>
            <a:ext cx="711200" cy="601028"/>
            <a:chOff x="-44" y="1473"/>
            <a:chExt cx="981" cy="1105"/>
          </a:xfrm>
        </p:grpSpPr>
        <p:pic>
          <p:nvPicPr>
            <p:cNvPr descr="desktop_computer_stylized_medium" id="3106" name="Google Shape;3106;p60"/>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3107" name="Google Shape;3107;p6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grpSp>
        <p:nvGrpSpPr>
          <p:cNvPr id="3108" name="Google Shape;3108;p60"/>
          <p:cNvGrpSpPr/>
          <p:nvPr/>
        </p:nvGrpSpPr>
        <p:grpSpPr>
          <a:xfrm>
            <a:off x="1799535" y="4860508"/>
            <a:ext cx="8432226" cy="1763135"/>
            <a:chOff x="1799535" y="4860508"/>
            <a:chExt cx="8432226" cy="1763135"/>
          </a:xfrm>
        </p:grpSpPr>
        <p:sp>
          <p:nvSpPr>
            <p:cNvPr id="3109" name="Google Shape;3109;p60"/>
            <p:cNvSpPr txBox="1"/>
            <p:nvPr/>
          </p:nvSpPr>
          <p:spPr>
            <a:xfrm>
              <a:off x="5140945" y="5749508"/>
              <a:ext cx="158594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1A-23-F9-CD-06-9B</a:t>
              </a:r>
              <a:endParaRPr/>
            </a:p>
          </p:txBody>
        </p:sp>
        <p:sp>
          <p:nvSpPr>
            <p:cNvPr id="3110" name="Google Shape;3110;p60"/>
            <p:cNvSpPr txBox="1"/>
            <p:nvPr/>
          </p:nvSpPr>
          <p:spPr>
            <a:xfrm>
              <a:off x="5288582" y="5576471"/>
              <a:ext cx="141577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222.222.222.220</a:t>
              </a:r>
              <a:endParaRPr/>
            </a:p>
          </p:txBody>
        </p:sp>
        <p:grpSp>
          <p:nvGrpSpPr>
            <p:cNvPr id="3111" name="Google Shape;3111;p60"/>
            <p:cNvGrpSpPr/>
            <p:nvPr/>
          </p:nvGrpSpPr>
          <p:grpSpPr>
            <a:xfrm>
              <a:off x="3992226" y="6027746"/>
              <a:ext cx="1573213" cy="482601"/>
              <a:chOff x="1934" y="2405"/>
              <a:chExt cx="991" cy="304"/>
            </a:xfrm>
          </p:grpSpPr>
          <p:sp>
            <p:nvSpPr>
              <p:cNvPr id="3112" name="Google Shape;3112;p60"/>
              <p:cNvSpPr txBox="1"/>
              <p:nvPr/>
            </p:nvSpPr>
            <p:spPr>
              <a:xfrm>
                <a:off x="1934" y="2405"/>
                <a:ext cx="892" cy="1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111.111.111.110</a:t>
                </a:r>
                <a:endParaRPr/>
              </a:p>
            </p:txBody>
          </p:sp>
          <p:sp>
            <p:nvSpPr>
              <p:cNvPr id="3113" name="Google Shape;3113;p60"/>
              <p:cNvSpPr txBox="1"/>
              <p:nvPr/>
            </p:nvSpPr>
            <p:spPr>
              <a:xfrm>
                <a:off x="1938" y="2515"/>
                <a:ext cx="987" cy="1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E6-E9-00-17-BB-4B</a:t>
                </a:r>
                <a:endParaRPr/>
              </a:p>
            </p:txBody>
          </p:sp>
        </p:grpSp>
        <p:sp>
          <p:nvSpPr>
            <p:cNvPr id="3114" name="Google Shape;3114;p60"/>
            <p:cNvSpPr txBox="1"/>
            <p:nvPr/>
          </p:nvSpPr>
          <p:spPr>
            <a:xfrm>
              <a:off x="1983382" y="6174597"/>
              <a:ext cx="163461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CC-49-DE-D0-AB-7D</a:t>
              </a:r>
              <a:endParaRPr/>
            </a:p>
          </p:txBody>
        </p:sp>
        <p:sp>
          <p:nvSpPr>
            <p:cNvPr id="3115" name="Google Shape;3115;p60"/>
            <p:cNvSpPr txBox="1"/>
            <p:nvPr/>
          </p:nvSpPr>
          <p:spPr>
            <a:xfrm>
              <a:off x="2183407" y="5985684"/>
              <a:ext cx="141577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111.111.111.112</a:t>
              </a:r>
              <a:endParaRPr/>
            </a:p>
          </p:txBody>
        </p:sp>
        <p:sp>
          <p:nvSpPr>
            <p:cNvPr id="3116" name="Google Shape;3116;p60"/>
            <p:cNvSpPr txBox="1"/>
            <p:nvPr/>
          </p:nvSpPr>
          <p:spPr>
            <a:xfrm>
              <a:off x="1901438" y="5007006"/>
              <a:ext cx="141577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111.111.111.111</a:t>
              </a:r>
              <a:endParaRPr/>
            </a:p>
          </p:txBody>
        </p:sp>
        <p:sp>
          <p:nvSpPr>
            <p:cNvPr id="3117" name="Google Shape;3117;p60"/>
            <p:cNvSpPr txBox="1"/>
            <p:nvPr/>
          </p:nvSpPr>
          <p:spPr>
            <a:xfrm>
              <a:off x="1799535" y="5196273"/>
              <a:ext cx="1535998"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74-29-9C-E8-FF-55</a:t>
              </a:r>
              <a:endParaRPr/>
            </a:p>
          </p:txBody>
        </p:sp>
        <p:cxnSp>
          <p:nvCxnSpPr>
            <p:cNvPr id="3118" name="Google Shape;3118;p60"/>
            <p:cNvCxnSpPr/>
            <p:nvPr/>
          </p:nvCxnSpPr>
          <p:spPr>
            <a:xfrm rot="10800000">
              <a:off x="3342282" y="5842809"/>
              <a:ext cx="0" cy="163513"/>
            </a:xfrm>
            <a:prstGeom prst="straightConnector1">
              <a:avLst/>
            </a:prstGeom>
            <a:noFill/>
            <a:ln cap="flat" cmpd="sng" w="9525">
              <a:solidFill>
                <a:schemeClr val="dk1"/>
              </a:solidFill>
              <a:prstDash val="solid"/>
              <a:round/>
              <a:headEnd len="med" w="med" type="none"/>
              <a:tailEnd len="med" w="med" type="triangle"/>
            </a:ln>
          </p:spPr>
        </p:cxnSp>
        <p:cxnSp>
          <p:nvCxnSpPr>
            <p:cNvPr id="3119" name="Google Shape;3119;p60"/>
            <p:cNvCxnSpPr/>
            <p:nvPr/>
          </p:nvCxnSpPr>
          <p:spPr>
            <a:xfrm rot="10800000">
              <a:off x="3248645" y="4860508"/>
              <a:ext cx="0" cy="248128"/>
            </a:xfrm>
            <a:prstGeom prst="straightConnector1">
              <a:avLst/>
            </a:prstGeom>
            <a:noFill/>
            <a:ln cap="flat" cmpd="sng" w="9525">
              <a:solidFill>
                <a:schemeClr val="dk1"/>
              </a:solidFill>
              <a:prstDash val="solid"/>
              <a:round/>
              <a:headEnd len="med" w="med" type="none"/>
              <a:tailEnd len="med" w="med" type="triangle"/>
            </a:ln>
          </p:spPr>
        </p:cxnSp>
        <p:cxnSp>
          <p:nvCxnSpPr>
            <p:cNvPr id="3120" name="Google Shape;3120;p60"/>
            <p:cNvCxnSpPr/>
            <p:nvPr/>
          </p:nvCxnSpPr>
          <p:spPr>
            <a:xfrm>
              <a:off x="5018707" y="5427247"/>
              <a:ext cx="0" cy="620504"/>
            </a:xfrm>
            <a:prstGeom prst="straightConnector1">
              <a:avLst/>
            </a:prstGeom>
            <a:noFill/>
            <a:ln cap="flat" cmpd="sng" w="9525">
              <a:solidFill>
                <a:schemeClr val="dk1"/>
              </a:solidFill>
              <a:prstDash val="solid"/>
              <a:round/>
              <a:headEnd len="med" w="med" type="triangle"/>
              <a:tailEnd len="med" w="med" type="none"/>
            </a:ln>
          </p:spPr>
        </p:cxnSp>
        <p:cxnSp>
          <p:nvCxnSpPr>
            <p:cNvPr id="3121" name="Google Shape;3121;p60"/>
            <p:cNvCxnSpPr/>
            <p:nvPr/>
          </p:nvCxnSpPr>
          <p:spPr>
            <a:xfrm rot="10800000">
              <a:off x="6207745" y="5417721"/>
              <a:ext cx="4762" cy="220662"/>
            </a:xfrm>
            <a:prstGeom prst="straightConnector1">
              <a:avLst/>
            </a:prstGeom>
            <a:noFill/>
            <a:ln cap="flat" cmpd="sng" w="9525">
              <a:solidFill>
                <a:schemeClr val="dk1"/>
              </a:solidFill>
              <a:prstDash val="solid"/>
              <a:round/>
              <a:headEnd len="med" w="med" type="none"/>
              <a:tailEnd len="med" w="med" type="triangle"/>
            </a:ln>
          </p:spPr>
        </p:cxnSp>
        <p:grpSp>
          <p:nvGrpSpPr>
            <p:cNvPr id="3122" name="Google Shape;3122;p60"/>
            <p:cNvGrpSpPr/>
            <p:nvPr/>
          </p:nvGrpSpPr>
          <p:grpSpPr>
            <a:xfrm>
              <a:off x="8615685" y="5148731"/>
              <a:ext cx="1616076" cy="495300"/>
              <a:chOff x="4351" y="2786"/>
              <a:chExt cx="1018" cy="312"/>
            </a:xfrm>
          </p:grpSpPr>
          <p:sp>
            <p:nvSpPr>
              <p:cNvPr id="3123" name="Google Shape;3123;p60"/>
              <p:cNvSpPr txBox="1"/>
              <p:nvPr/>
            </p:nvSpPr>
            <p:spPr>
              <a:xfrm>
                <a:off x="4352" y="2786"/>
                <a:ext cx="892" cy="1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222.222.222.222</a:t>
                </a:r>
                <a:endParaRPr/>
              </a:p>
            </p:txBody>
          </p:sp>
          <p:sp>
            <p:nvSpPr>
              <p:cNvPr id="3124" name="Google Shape;3124;p60"/>
              <p:cNvSpPr txBox="1"/>
              <p:nvPr/>
            </p:nvSpPr>
            <p:spPr>
              <a:xfrm>
                <a:off x="4351" y="2904"/>
                <a:ext cx="1018" cy="1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49-BD-D2-C7-56-2A</a:t>
                </a:r>
                <a:endParaRPr/>
              </a:p>
            </p:txBody>
          </p:sp>
        </p:grpSp>
        <p:sp>
          <p:nvSpPr>
            <p:cNvPr id="3125" name="Google Shape;3125;p60"/>
            <p:cNvSpPr txBox="1"/>
            <p:nvPr/>
          </p:nvSpPr>
          <p:spPr>
            <a:xfrm>
              <a:off x="8307272" y="6136999"/>
              <a:ext cx="141577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222.222.222.221</a:t>
              </a:r>
              <a:endParaRPr/>
            </a:p>
          </p:txBody>
        </p:sp>
        <p:sp>
          <p:nvSpPr>
            <p:cNvPr id="3126" name="Google Shape;3126;p60"/>
            <p:cNvSpPr txBox="1"/>
            <p:nvPr/>
          </p:nvSpPr>
          <p:spPr>
            <a:xfrm>
              <a:off x="8297391" y="6315866"/>
              <a:ext cx="1552284"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88-B2-2F-54-1A-0F</a:t>
              </a:r>
              <a:endParaRPr/>
            </a:p>
          </p:txBody>
        </p:sp>
        <p:cxnSp>
          <p:nvCxnSpPr>
            <p:cNvPr id="3127" name="Google Shape;3127;p60"/>
            <p:cNvCxnSpPr/>
            <p:nvPr/>
          </p:nvCxnSpPr>
          <p:spPr>
            <a:xfrm rot="10800000">
              <a:off x="8669292" y="4874844"/>
              <a:ext cx="0" cy="445971"/>
            </a:xfrm>
            <a:prstGeom prst="straightConnector1">
              <a:avLst/>
            </a:prstGeom>
            <a:noFill/>
            <a:ln cap="flat" cmpd="sng" w="12700">
              <a:solidFill>
                <a:schemeClr val="dk1"/>
              </a:solidFill>
              <a:prstDash val="solid"/>
              <a:miter lim="800000"/>
              <a:headEnd len="sm" w="sm" type="none"/>
              <a:tailEnd len="med" w="med" type="triangle"/>
            </a:ln>
          </p:spPr>
        </p:cxnSp>
        <p:cxnSp>
          <p:nvCxnSpPr>
            <p:cNvPr id="3128" name="Google Shape;3128;p60"/>
            <p:cNvCxnSpPr/>
            <p:nvPr/>
          </p:nvCxnSpPr>
          <p:spPr>
            <a:xfrm rot="10800000">
              <a:off x="8447023" y="5943807"/>
              <a:ext cx="0" cy="241632"/>
            </a:xfrm>
            <a:prstGeom prst="straightConnector1">
              <a:avLst/>
            </a:prstGeom>
            <a:noFill/>
            <a:ln cap="flat" cmpd="sng" w="12700">
              <a:solidFill>
                <a:schemeClr val="dk1"/>
              </a:solidFill>
              <a:prstDash val="solid"/>
              <a:miter lim="800000"/>
              <a:headEnd len="sm" w="sm" type="none"/>
              <a:tailEnd len="med" w="med" type="triangle"/>
            </a:ln>
          </p:spPr>
        </p:cxnSp>
      </p:grpSp>
      <p:sp>
        <p:nvSpPr>
          <p:cNvPr id="3129" name="Google Shape;3129;p60"/>
          <p:cNvSpPr txBox="1"/>
          <p:nvPr/>
        </p:nvSpPr>
        <p:spPr>
          <a:xfrm>
            <a:off x="923027" y="2179255"/>
            <a:ext cx="10196305" cy="1583277"/>
          </a:xfrm>
          <a:prstGeom prst="rect">
            <a:avLst/>
          </a:prstGeom>
          <a:noFill/>
          <a:ln>
            <a:noFill/>
          </a:ln>
        </p:spPr>
        <p:txBody>
          <a:bodyPr anchorCtr="0" anchor="t" bIns="45700" lIns="91425" spcFirstLastPara="1" rIns="91425" wrap="square" tIns="45700">
            <a:normAutofit/>
          </a:bodyPr>
          <a:lstStyle/>
          <a:p>
            <a:pPr indent="-225425" lvl="1" marL="457200" marR="0" rtl="0" algn="l">
              <a:lnSpc>
                <a:spcPct val="90000"/>
              </a:lnSpc>
              <a:spcBef>
                <a:spcPts val="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assume that:</a:t>
            </a:r>
            <a:endParaRPr/>
          </a:p>
          <a:p>
            <a:pPr indent="-342900" lvl="2" marL="1022350" marR="0" rtl="0" algn="l">
              <a:lnSpc>
                <a:spcPct val="90000"/>
              </a:lnSpc>
              <a:spcBef>
                <a:spcPts val="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A knows B’s IP address</a:t>
            </a:r>
            <a:endParaRPr/>
          </a:p>
          <a:p>
            <a:pPr indent="-342900" lvl="2" marL="1022350" marR="0" rtl="0" algn="l">
              <a:lnSpc>
                <a:spcPct val="90000"/>
              </a:lnSpc>
              <a:spcBef>
                <a:spcPts val="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A knows IP address of first hop router, R </a:t>
            </a:r>
            <a:r>
              <a:rPr b="0" i="0" lang="en-US" sz="2400" u="none" cap="none" strike="noStrike">
                <a:solidFill>
                  <a:srgbClr val="0000A8"/>
                </a:solidFill>
                <a:latin typeface="Calibri"/>
                <a:ea typeface="Calibri"/>
                <a:cs typeface="Calibri"/>
                <a:sym typeface="Calibri"/>
              </a:rPr>
              <a:t>(how?)</a:t>
            </a:r>
            <a:endParaRPr/>
          </a:p>
          <a:p>
            <a:pPr indent="-342900" lvl="2" marL="1022350" marR="0" rtl="0" algn="l">
              <a:lnSpc>
                <a:spcPct val="90000"/>
              </a:lnSpc>
              <a:spcBef>
                <a:spcPts val="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A knows R’s MAC address </a:t>
            </a:r>
            <a:r>
              <a:rPr b="0" i="0" lang="en-US" sz="2400" u="none" cap="none" strike="noStrike">
                <a:solidFill>
                  <a:srgbClr val="0000A8"/>
                </a:solidFill>
                <a:latin typeface="Calibri"/>
                <a:ea typeface="Calibri"/>
                <a:cs typeface="Calibri"/>
                <a:sym typeface="Calibri"/>
              </a:rPr>
              <a:t>(how?)</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08"/>
                                        </p:tgtEl>
                                        <p:attrNameLst>
                                          <p:attrName>style.visibility</p:attrName>
                                        </p:attrNameLst>
                                      </p:cBhvr>
                                      <p:to>
                                        <p:strVal val="visible"/>
                                      </p:to>
                                    </p:set>
                                    <p:animEffect filter="fade" transition="in">
                                      <p:cBhvr>
                                        <p:cTn dur="500"/>
                                        <p:tgtEl>
                                          <p:spTgt spid="31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29"/>
                                        </p:tgtEl>
                                        <p:attrNameLst>
                                          <p:attrName>style.visibility</p:attrName>
                                        </p:attrNameLst>
                                      </p:cBhvr>
                                      <p:to>
                                        <p:strVal val="visible"/>
                                      </p:to>
                                    </p:set>
                                    <p:animEffect filter="fade" transition="in">
                                      <p:cBhvr>
                                        <p:cTn dur="500"/>
                                        <p:tgtEl>
                                          <p:spTgt spid="31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4" name="Shape 3134"/>
        <p:cNvGrpSpPr/>
        <p:nvPr/>
      </p:nvGrpSpPr>
      <p:grpSpPr>
        <a:xfrm>
          <a:off x="0" y="0"/>
          <a:ext cx="0" cy="0"/>
          <a:chOff x="0" y="0"/>
          <a:chExt cx="0" cy="0"/>
        </a:xfrm>
      </p:grpSpPr>
      <p:sp>
        <p:nvSpPr>
          <p:cNvPr id="3135" name="Google Shape;3135;p61"/>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99"/>
              </a:buClr>
              <a:buSzPts val="4400"/>
              <a:buFont typeface="Calibri"/>
              <a:buNone/>
            </a:pPr>
            <a:r>
              <a:rPr b="0" lang="en-US">
                <a:solidFill>
                  <a:srgbClr val="000099"/>
                </a:solidFill>
                <a:latin typeface="Calibri"/>
                <a:ea typeface="Calibri"/>
                <a:cs typeface="Calibri"/>
                <a:sym typeface="Calibri"/>
              </a:rPr>
              <a:t>Routing to another subnet: addressing</a:t>
            </a:r>
            <a:endParaRPr b="0" sz="4400">
              <a:latin typeface="Calibri"/>
              <a:ea typeface="Calibri"/>
              <a:cs typeface="Calibri"/>
              <a:sym typeface="Calibri"/>
            </a:endParaRPr>
          </a:p>
        </p:txBody>
      </p:sp>
      <p:sp>
        <p:nvSpPr>
          <p:cNvPr id="3136" name="Google Shape;3136;p6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Link Layer: 6-</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grpSp>
        <p:nvGrpSpPr>
          <p:cNvPr id="3137" name="Google Shape;3137;p61"/>
          <p:cNvGrpSpPr/>
          <p:nvPr/>
        </p:nvGrpSpPr>
        <p:grpSpPr>
          <a:xfrm>
            <a:off x="1799535" y="4315099"/>
            <a:ext cx="8432226" cy="2308544"/>
            <a:chOff x="1799535" y="4315099"/>
            <a:chExt cx="8432226" cy="2308544"/>
          </a:xfrm>
        </p:grpSpPr>
        <p:cxnSp>
          <p:nvCxnSpPr>
            <p:cNvPr id="3138" name="Google Shape;3138;p61"/>
            <p:cNvCxnSpPr/>
            <p:nvPr/>
          </p:nvCxnSpPr>
          <p:spPr>
            <a:xfrm>
              <a:off x="4293702" y="5340624"/>
              <a:ext cx="3233531" cy="0"/>
            </a:xfrm>
            <a:prstGeom prst="straightConnector1">
              <a:avLst/>
            </a:prstGeom>
            <a:noFill/>
            <a:ln cap="flat" cmpd="sng" w="15875">
              <a:solidFill>
                <a:schemeClr val="dk1"/>
              </a:solidFill>
              <a:prstDash val="solid"/>
              <a:miter lim="800000"/>
              <a:headEnd len="sm" w="sm" type="none"/>
              <a:tailEnd len="sm" w="sm" type="none"/>
            </a:ln>
          </p:spPr>
        </p:cxnSp>
        <p:sp>
          <p:nvSpPr>
            <p:cNvPr id="3139" name="Google Shape;3139;p61"/>
            <p:cNvSpPr txBox="1"/>
            <p:nvPr/>
          </p:nvSpPr>
          <p:spPr>
            <a:xfrm>
              <a:off x="5496545" y="4606786"/>
              <a:ext cx="38023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2800"/>
                <a:buFont typeface="Calibri"/>
                <a:buNone/>
              </a:pPr>
              <a:r>
                <a:rPr b="0" i="0" lang="en-US" sz="2800" u="none" cap="none" strike="noStrike">
                  <a:solidFill>
                    <a:srgbClr val="0000A8"/>
                  </a:solidFill>
                  <a:latin typeface="Calibri"/>
                  <a:ea typeface="Calibri"/>
                  <a:cs typeface="Calibri"/>
                  <a:sym typeface="Calibri"/>
                </a:rPr>
                <a:t>R</a:t>
              </a:r>
              <a:endParaRPr b="0" i="0" sz="2000" u="none" cap="none" strike="noStrike">
                <a:solidFill>
                  <a:srgbClr val="0000A8"/>
                </a:solidFill>
                <a:latin typeface="Calibri"/>
                <a:ea typeface="Calibri"/>
                <a:cs typeface="Calibri"/>
                <a:sym typeface="Calibri"/>
              </a:endParaRPr>
            </a:p>
          </p:txBody>
        </p:sp>
        <p:sp>
          <p:nvSpPr>
            <p:cNvPr id="3140" name="Google Shape;3140;p61"/>
            <p:cNvSpPr txBox="1"/>
            <p:nvPr/>
          </p:nvSpPr>
          <p:spPr>
            <a:xfrm>
              <a:off x="5140945" y="5749508"/>
              <a:ext cx="158594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1A-23-F9-CD-06-9B</a:t>
              </a:r>
              <a:endParaRPr/>
            </a:p>
          </p:txBody>
        </p:sp>
        <p:sp>
          <p:nvSpPr>
            <p:cNvPr id="3141" name="Google Shape;3141;p61"/>
            <p:cNvSpPr txBox="1"/>
            <p:nvPr/>
          </p:nvSpPr>
          <p:spPr>
            <a:xfrm>
              <a:off x="5288582" y="5576471"/>
              <a:ext cx="141577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222.222.222.220</a:t>
              </a:r>
              <a:endParaRPr/>
            </a:p>
          </p:txBody>
        </p:sp>
        <p:grpSp>
          <p:nvGrpSpPr>
            <p:cNvPr id="3142" name="Google Shape;3142;p61"/>
            <p:cNvGrpSpPr/>
            <p:nvPr/>
          </p:nvGrpSpPr>
          <p:grpSpPr>
            <a:xfrm>
              <a:off x="3992226" y="6027746"/>
              <a:ext cx="1573213" cy="482601"/>
              <a:chOff x="1934" y="2405"/>
              <a:chExt cx="991" cy="304"/>
            </a:xfrm>
          </p:grpSpPr>
          <p:sp>
            <p:nvSpPr>
              <p:cNvPr id="3143" name="Google Shape;3143;p61"/>
              <p:cNvSpPr txBox="1"/>
              <p:nvPr/>
            </p:nvSpPr>
            <p:spPr>
              <a:xfrm>
                <a:off x="1934" y="2405"/>
                <a:ext cx="892" cy="1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111.111.111.110</a:t>
                </a:r>
                <a:endParaRPr/>
              </a:p>
            </p:txBody>
          </p:sp>
          <p:sp>
            <p:nvSpPr>
              <p:cNvPr id="3144" name="Google Shape;3144;p61"/>
              <p:cNvSpPr txBox="1"/>
              <p:nvPr/>
            </p:nvSpPr>
            <p:spPr>
              <a:xfrm>
                <a:off x="1938" y="2515"/>
                <a:ext cx="987" cy="1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E6-E9-00-17-BB-4B</a:t>
                </a:r>
                <a:endParaRPr/>
              </a:p>
            </p:txBody>
          </p:sp>
        </p:grpSp>
        <p:sp>
          <p:nvSpPr>
            <p:cNvPr id="3145" name="Google Shape;3145;p61"/>
            <p:cNvSpPr txBox="1"/>
            <p:nvPr/>
          </p:nvSpPr>
          <p:spPr>
            <a:xfrm>
              <a:off x="1983382" y="6174597"/>
              <a:ext cx="163461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CC-49-DE-D0-AB-7D</a:t>
              </a:r>
              <a:endParaRPr/>
            </a:p>
          </p:txBody>
        </p:sp>
        <p:sp>
          <p:nvSpPr>
            <p:cNvPr id="3146" name="Google Shape;3146;p61"/>
            <p:cNvSpPr txBox="1"/>
            <p:nvPr/>
          </p:nvSpPr>
          <p:spPr>
            <a:xfrm>
              <a:off x="2183407" y="5985684"/>
              <a:ext cx="141577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111.111.111.112</a:t>
              </a:r>
              <a:endParaRPr/>
            </a:p>
          </p:txBody>
        </p:sp>
        <p:sp>
          <p:nvSpPr>
            <p:cNvPr id="3147" name="Google Shape;3147;p61"/>
            <p:cNvSpPr txBox="1"/>
            <p:nvPr/>
          </p:nvSpPr>
          <p:spPr>
            <a:xfrm>
              <a:off x="1901438" y="5007006"/>
              <a:ext cx="141577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111.111.111.111</a:t>
              </a:r>
              <a:endParaRPr/>
            </a:p>
          </p:txBody>
        </p:sp>
        <p:sp>
          <p:nvSpPr>
            <p:cNvPr id="3148" name="Google Shape;3148;p61"/>
            <p:cNvSpPr txBox="1"/>
            <p:nvPr/>
          </p:nvSpPr>
          <p:spPr>
            <a:xfrm>
              <a:off x="1799535" y="5196273"/>
              <a:ext cx="1535998"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74-29-9C-E8-FF-55</a:t>
              </a:r>
              <a:endParaRPr/>
            </a:p>
          </p:txBody>
        </p:sp>
        <p:sp>
          <p:nvSpPr>
            <p:cNvPr id="3149" name="Google Shape;3149;p61"/>
            <p:cNvSpPr/>
            <p:nvPr/>
          </p:nvSpPr>
          <p:spPr>
            <a:xfrm>
              <a:off x="3637582" y="4808121"/>
              <a:ext cx="839788" cy="1069975"/>
            </a:xfrm>
            <a:custGeom>
              <a:rect b="b" l="l" r="r" t="t"/>
              <a:pathLst>
                <a:path extrusionOk="0" h="996" w="1005">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rgbClr val="9CE0F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3150" name="Google Shape;3150;p61"/>
            <p:cNvCxnSpPr/>
            <p:nvPr/>
          </p:nvCxnSpPr>
          <p:spPr>
            <a:xfrm>
              <a:off x="3334370" y="4787483"/>
              <a:ext cx="438150" cy="230188"/>
            </a:xfrm>
            <a:prstGeom prst="straightConnector1">
              <a:avLst/>
            </a:prstGeom>
            <a:noFill/>
            <a:ln cap="flat" cmpd="sng" w="9525">
              <a:solidFill>
                <a:schemeClr val="dk1"/>
              </a:solidFill>
              <a:prstDash val="solid"/>
              <a:round/>
              <a:headEnd len="med" w="med" type="none"/>
              <a:tailEnd len="med" w="med" type="none"/>
            </a:ln>
          </p:spPr>
        </p:cxnSp>
        <p:cxnSp>
          <p:nvCxnSpPr>
            <p:cNvPr id="3151" name="Google Shape;3151;p61"/>
            <p:cNvCxnSpPr/>
            <p:nvPr/>
          </p:nvCxnSpPr>
          <p:spPr>
            <a:xfrm flipH="1" rot="10800000">
              <a:off x="3406935" y="5732045"/>
              <a:ext cx="283036" cy="54447"/>
            </a:xfrm>
            <a:prstGeom prst="straightConnector1">
              <a:avLst/>
            </a:prstGeom>
            <a:noFill/>
            <a:ln cap="flat" cmpd="sng" w="9525">
              <a:solidFill>
                <a:schemeClr val="dk1"/>
              </a:solidFill>
              <a:prstDash val="solid"/>
              <a:round/>
              <a:headEnd len="med" w="med" type="none"/>
              <a:tailEnd len="med" w="med" type="none"/>
            </a:ln>
          </p:spPr>
        </p:cxnSp>
        <p:cxnSp>
          <p:nvCxnSpPr>
            <p:cNvPr id="3152" name="Google Shape;3152;p61"/>
            <p:cNvCxnSpPr/>
            <p:nvPr/>
          </p:nvCxnSpPr>
          <p:spPr>
            <a:xfrm rot="10800000">
              <a:off x="3342282" y="5842809"/>
              <a:ext cx="0" cy="163513"/>
            </a:xfrm>
            <a:prstGeom prst="straightConnector1">
              <a:avLst/>
            </a:prstGeom>
            <a:noFill/>
            <a:ln cap="flat" cmpd="sng" w="9525">
              <a:solidFill>
                <a:schemeClr val="dk1"/>
              </a:solidFill>
              <a:prstDash val="solid"/>
              <a:round/>
              <a:headEnd len="med" w="med" type="none"/>
              <a:tailEnd len="med" w="med" type="triangle"/>
            </a:ln>
          </p:spPr>
        </p:cxnSp>
        <p:cxnSp>
          <p:nvCxnSpPr>
            <p:cNvPr id="3153" name="Google Shape;3153;p61"/>
            <p:cNvCxnSpPr/>
            <p:nvPr/>
          </p:nvCxnSpPr>
          <p:spPr>
            <a:xfrm rot="10800000">
              <a:off x="3248645" y="4860508"/>
              <a:ext cx="0" cy="248128"/>
            </a:xfrm>
            <a:prstGeom prst="straightConnector1">
              <a:avLst/>
            </a:prstGeom>
            <a:noFill/>
            <a:ln cap="flat" cmpd="sng" w="9525">
              <a:solidFill>
                <a:schemeClr val="dk1"/>
              </a:solidFill>
              <a:prstDash val="solid"/>
              <a:round/>
              <a:headEnd len="med" w="med" type="none"/>
              <a:tailEnd len="med" w="med" type="triangle"/>
            </a:ln>
          </p:spPr>
        </p:cxnSp>
        <p:cxnSp>
          <p:nvCxnSpPr>
            <p:cNvPr id="3154" name="Google Shape;3154;p61"/>
            <p:cNvCxnSpPr/>
            <p:nvPr/>
          </p:nvCxnSpPr>
          <p:spPr>
            <a:xfrm>
              <a:off x="5018707" y="5427247"/>
              <a:ext cx="0" cy="620504"/>
            </a:xfrm>
            <a:prstGeom prst="straightConnector1">
              <a:avLst/>
            </a:prstGeom>
            <a:noFill/>
            <a:ln cap="flat" cmpd="sng" w="9525">
              <a:solidFill>
                <a:schemeClr val="dk1"/>
              </a:solidFill>
              <a:prstDash val="solid"/>
              <a:round/>
              <a:headEnd len="med" w="med" type="triangle"/>
              <a:tailEnd len="med" w="med" type="none"/>
            </a:ln>
          </p:spPr>
        </p:cxnSp>
        <p:cxnSp>
          <p:nvCxnSpPr>
            <p:cNvPr id="3155" name="Google Shape;3155;p61"/>
            <p:cNvCxnSpPr/>
            <p:nvPr/>
          </p:nvCxnSpPr>
          <p:spPr>
            <a:xfrm rot="10800000">
              <a:off x="6207745" y="5417721"/>
              <a:ext cx="4762" cy="220662"/>
            </a:xfrm>
            <a:prstGeom prst="straightConnector1">
              <a:avLst/>
            </a:prstGeom>
            <a:noFill/>
            <a:ln cap="flat" cmpd="sng" w="9525">
              <a:solidFill>
                <a:schemeClr val="dk1"/>
              </a:solidFill>
              <a:prstDash val="solid"/>
              <a:round/>
              <a:headEnd len="med" w="med" type="none"/>
              <a:tailEnd len="med" w="med" type="triangle"/>
            </a:ln>
          </p:spPr>
        </p:cxnSp>
        <p:sp>
          <p:nvSpPr>
            <p:cNvPr id="3156" name="Google Shape;3156;p61"/>
            <p:cNvSpPr txBox="1"/>
            <p:nvPr/>
          </p:nvSpPr>
          <p:spPr>
            <a:xfrm>
              <a:off x="2243136" y="4315099"/>
              <a:ext cx="393056"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2800"/>
                <a:buFont typeface="Calibri"/>
                <a:buNone/>
              </a:pPr>
              <a:r>
                <a:rPr b="0" i="0" lang="en-US" sz="2800" u="none" cap="none" strike="noStrike">
                  <a:solidFill>
                    <a:srgbClr val="0000A8"/>
                  </a:solidFill>
                  <a:latin typeface="Calibri"/>
                  <a:ea typeface="Calibri"/>
                  <a:cs typeface="Calibri"/>
                  <a:sym typeface="Calibri"/>
                </a:rPr>
                <a:t>A</a:t>
              </a:r>
              <a:endParaRPr/>
            </a:p>
          </p:txBody>
        </p:sp>
        <p:grpSp>
          <p:nvGrpSpPr>
            <p:cNvPr id="3157" name="Google Shape;3157;p61"/>
            <p:cNvGrpSpPr/>
            <p:nvPr/>
          </p:nvGrpSpPr>
          <p:grpSpPr>
            <a:xfrm>
              <a:off x="8615685" y="5148731"/>
              <a:ext cx="1616076" cy="495300"/>
              <a:chOff x="4351" y="2786"/>
              <a:chExt cx="1018" cy="312"/>
            </a:xfrm>
          </p:grpSpPr>
          <p:sp>
            <p:nvSpPr>
              <p:cNvPr id="3158" name="Google Shape;3158;p61"/>
              <p:cNvSpPr txBox="1"/>
              <p:nvPr/>
            </p:nvSpPr>
            <p:spPr>
              <a:xfrm>
                <a:off x="4352" y="2786"/>
                <a:ext cx="892" cy="1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222.222.222.222</a:t>
                </a:r>
                <a:endParaRPr/>
              </a:p>
            </p:txBody>
          </p:sp>
          <p:sp>
            <p:nvSpPr>
              <p:cNvPr id="3159" name="Google Shape;3159;p61"/>
              <p:cNvSpPr txBox="1"/>
              <p:nvPr/>
            </p:nvSpPr>
            <p:spPr>
              <a:xfrm>
                <a:off x="4351" y="2904"/>
                <a:ext cx="1018" cy="1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49-BD-D2-C7-56-2A</a:t>
                </a:r>
                <a:endParaRPr/>
              </a:p>
            </p:txBody>
          </p:sp>
        </p:grpSp>
        <p:cxnSp>
          <p:nvCxnSpPr>
            <p:cNvPr id="3160" name="Google Shape;3160;p61"/>
            <p:cNvCxnSpPr/>
            <p:nvPr/>
          </p:nvCxnSpPr>
          <p:spPr>
            <a:xfrm flipH="1" rot="10800000">
              <a:off x="8215932" y="4787483"/>
              <a:ext cx="450850" cy="317500"/>
            </a:xfrm>
            <a:prstGeom prst="straightConnector1">
              <a:avLst/>
            </a:prstGeom>
            <a:noFill/>
            <a:ln cap="flat" cmpd="sng" w="9525">
              <a:solidFill>
                <a:schemeClr val="dk1"/>
              </a:solidFill>
              <a:prstDash val="solid"/>
              <a:round/>
              <a:headEnd len="med" w="med" type="none"/>
              <a:tailEnd len="med" w="med" type="none"/>
            </a:ln>
          </p:spPr>
        </p:cxnSp>
        <p:sp>
          <p:nvSpPr>
            <p:cNvPr id="3161" name="Google Shape;3161;p61"/>
            <p:cNvSpPr txBox="1"/>
            <p:nvPr/>
          </p:nvSpPr>
          <p:spPr>
            <a:xfrm>
              <a:off x="8307272" y="6136999"/>
              <a:ext cx="141577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222.222.222.221</a:t>
              </a:r>
              <a:endParaRPr/>
            </a:p>
          </p:txBody>
        </p:sp>
        <p:sp>
          <p:nvSpPr>
            <p:cNvPr id="3162" name="Google Shape;3162;p61"/>
            <p:cNvSpPr txBox="1"/>
            <p:nvPr/>
          </p:nvSpPr>
          <p:spPr>
            <a:xfrm>
              <a:off x="8297391" y="6315866"/>
              <a:ext cx="1552284"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88-B2-2F-54-1A-0F</a:t>
              </a:r>
              <a:endParaRPr/>
            </a:p>
          </p:txBody>
        </p:sp>
        <p:cxnSp>
          <p:nvCxnSpPr>
            <p:cNvPr id="3163" name="Google Shape;3163;p61"/>
            <p:cNvCxnSpPr/>
            <p:nvPr/>
          </p:nvCxnSpPr>
          <p:spPr>
            <a:xfrm rot="10800000">
              <a:off x="8156672" y="5684421"/>
              <a:ext cx="267105" cy="200926"/>
            </a:xfrm>
            <a:prstGeom prst="straightConnector1">
              <a:avLst/>
            </a:prstGeom>
            <a:noFill/>
            <a:ln cap="flat" cmpd="sng" w="9525">
              <a:solidFill>
                <a:schemeClr val="dk1"/>
              </a:solidFill>
              <a:prstDash val="solid"/>
              <a:round/>
              <a:headEnd len="med" w="med" type="none"/>
              <a:tailEnd len="med" w="med" type="none"/>
            </a:ln>
          </p:spPr>
        </p:cxnSp>
        <p:sp>
          <p:nvSpPr>
            <p:cNvPr id="3164" name="Google Shape;3164;p61"/>
            <p:cNvSpPr/>
            <p:nvPr/>
          </p:nvSpPr>
          <p:spPr>
            <a:xfrm>
              <a:off x="7476157" y="4811296"/>
              <a:ext cx="765175" cy="1081088"/>
            </a:xfrm>
            <a:custGeom>
              <a:rect b="b" l="l" r="r" t="t"/>
              <a:pathLst>
                <a:path extrusionOk="0" h="996" w="1005">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rgbClr val="9CE0F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65" name="Google Shape;3165;p61"/>
            <p:cNvSpPr txBox="1"/>
            <p:nvPr/>
          </p:nvSpPr>
          <p:spPr>
            <a:xfrm>
              <a:off x="9407316" y="4484341"/>
              <a:ext cx="38023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2800"/>
                <a:buFont typeface="Calibri"/>
                <a:buNone/>
              </a:pPr>
              <a:r>
                <a:rPr b="0" i="0" lang="en-US" sz="2800" u="none" cap="none" strike="noStrike">
                  <a:solidFill>
                    <a:srgbClr val="0000A8"/>
                  </a:solidFill>
                  <a:latin typeface="Calibri"/>
                  <a:ea typeface="Calibri"/>
                  <a:cs typeface="Calibri"/>
                  <a:sym typeface="Calibri"/>
                </a:rPr>
                <a:t>B</a:t>
              </a:r>
              <a:endParaRPr/>
            </a:p>
          </p:txBody>
        </p:sp>
        <p:grpSp>
          <p:nvGrpSpPr>
            <p:cNvPr id="3166" name="Google Shape;3166;p61"/>
            <p:cNvGrpSpPr/>
            <p:nvPr/>
          </p:nvGrpSpPr>
          <p:grpSpPr>
            <a:xfrm>
              <a:off x="5001868" y="5038254"/>
              <a:ext cx="1310632" cy="501151"/>
              <a:chOff x="4909105" y="5767126"/>
              <a:chExt cx="1310632" cy="501151"/>
            </a:xfrm>
          </p:grpSpPr>
          <p:sp>
            <p:nvSpPr>
              <p:cNvPr id="3167" name="Google Shape;3167;p61"/>
              <p:cNvSpPr/>
              <p:nvPr/>
            </p:nvSpPr>
            <p:spPr>
              <a:xfrm rot="5400000">
                <a:off x="6024859" y="5937451"/>
                <a:ext cx="134168" cy="25558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sp>
            <p:nvSpPr>
              <p:cNvPr id="3168" name="Google Shape;3168;p61"/>
              <p:cNvSpPr/>
              <p:nvPr/>
            </p:nvSpPr>
            <p:spPr>
              <a:xfrm rot="5400000">
                <a:off x="4966501" y="5940764"/>
                <a:ext cx="140795" cy="25558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grpSp>
            <p:nvGrpSpPr>
              <p:cNvPr id="3169" name="Google Shape;3169;p61"/>
              <p:cNvGrpSpPr/>
              <p:nvPr/>
            </p:nvGrpSpPr>
            <p:grpSpPr>
              <a:xfrm>
                <a:off x="5115340" y="5767126"/>
                <a:ext cx="901147" cy="501151"/>
                <a:chOff x="7493876" y="2774731"/>
                <a:chExt cx="1481958" cy="894622"/>
              </a:xfrm>
            </p:grpSpPr>
            <p:sp>
              <p:nvSpPr>
                <p:cNvPr id="3170" name="Google Shape;3170;p6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171" name="Google Shape;3171;p6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172" name="Google Shape;3172;p61"/>
                <p:cNvGrpSpPr/>
                <p:nvPr/>
              </p:nvGrpSpPr>
              <p:grpSpPr>
                <a:xfrm>
                  <a:off x="7713663" y="2848339"/>
                  <a:ext cx="1042107" cy="425543"/>
                  <a:chOff x="7786941" y="2884917"/>
                  <a:chExt cx="897649" cy="353919"/>
                </a:xfrm>
              </p:grpSpPr>
              <p:sp>
                <p:nvSpPr>
                  <p:cNvPr id="3173" name="Google Shape;3173;p6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74" name="Google Shape;3174;p6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75" name="Google Shape;3175;p6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76" name="Google Shape;3176;p6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sp>
          <p:nvSpPr>
            <p:cNvPr id="3177" name="Google Shape;3177;p61"/>
            <p:cNvSpPr/>
            <p:nvPr/>
          </p:nvSpPr>
          <p:spPr>
            <a:xfrm rot="5400000">
              <a:off x="3161022" y="4666815"/>
              <a:ext cx="119903" cy="25558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grpSp>
          <p:nvGrpSpPr>
            <p:cNvPr id="3178" name="Google Shape;3178;p61"/>
            <p:cNvGrpSpPr/>
            <p:nvPr/>
          </p:nvGrpSpPr>
          <p:grpSpPr>
            <a:xfrm>
              <a:off x="2318687" y="4333458"/>
              <a:ext cx="936071" cy="761428"/>
              <a:chOff x="-44" y="1473"/>
              <a:chExt cx="981" cy="1105"/>
            </a:xfrm>
          </p:grpSpPr>
          <p:pic>
            <p:nvPicPr>
              <p:cNvPr descr="desktop_computer_stylized_medium" id="3179" name="Google Shape;3179;p6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180" name="Google Shape;3180;p6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181" name="Google Shape;3181;p61"/>
            <p:cNvSpPr/>
            <p:nvPr/>
          </p:nvSpPr>
          <p:spPr>
            <a:xfrm rot="5400000">
              <a:off x="3271833" y="5687855"/>
              <a:ext cx="84261" cy="194751"/>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grpSp>
          <p:nvGrpSpPr>
            <p:cNvPr id="3182" name="Google Shape;3182;p61"/>
            <p:cNvGrpSpPr/>
            <p:nvPr/>
          </p:nvGrpSpPr>
          <p:grpSpPr>
            <a:xfrm>
              <a:off x="2681426" y="5490561"/>
              <a:ext cx="639495" cy="517588"/>
              <a:chOff x="-44" y="1473"/>
              <a:chExt cx="981" cy="1105"/>
            </a:xfrm>
          </p:grpSpPr>
          <p:pic>
            <p:nvPicPr>
              <p:cNvPr descr="desktop_computer_stylized_medium" id="3183" name="Google Shape;3183;p6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184" name="Google Shape;3184;p6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sp>
          <p:nvSpPr>
            <p:cNvPr id="3185" name="Google Shape;3185;p61"/>
            <p:cNvSpPr/>
            <p:nvPr/>
          </p:nvSpPr>
          <p:spPr>
            <a:xfrm rot="5400000">
              <a:off x="8726575" y="4653061"/>
              <a:ext cx="119903" cy="25558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sp>
          <p:nvSpPr>
            <p:cNvPr id="3186" name="Google Shape;3186;p61"/>
            <p:cNvSpPr/>
            <p:nvPr/>
          </p:nvSpPr>
          <p:spPr>
            <a:xfrm rot="5400000">
              <a:off x="8496816" y="5784803"/>
              <a:ext cx="84261" cy="194751"/>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grpSp>
          <p:nvGrpSpPr>
            <p:cNvPr id="3187" name="Google Shape;3187;p61"/>
            <p:cNvGrpSpPr/>
            <p:nvPr/>
          </p:nvGrpSpPr>
          <p:grpSpPr>
            <a:xfrm>
              <a:off x="8491273" y="4391325"/>
              <a:ext cx="1009650" cy="855028"/>
              <a:chOff x="-44" y="1473"/>
              <a:chExt cx="981" cy="1105"/>
            </a:xfrm>
          </p:grpSpPr>
          <p:pic>
            <p:nvPicPr>
              <p:cNvPr descr="desktop_computer_stylized_medium" id="3188" name="Google Shape;3188;p61"/>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3189" name="Google Shape;3189;p6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190" name="Google Shape;3190;p61"/>
            <p:cNvGrpSpPr/>
            <p:nvPr/>
          </p:nvGrpSpPr>
          <p:grpSpPr>
            <a:xfrm>
              <a:off x="8343615" y="5618570"/>
              <a:ext cx="711200" cy="601028"/>
              <a:chOff x="-44" y="1473"/>
              <a:chExt cx="981" cy="1105"/>
            </a:xfrm>
          </p:grpSpPr>
          <p:pic>
            <p:nvPicPr>
              <p:cNvPr descr="desktop_computer_stylized_medium" id="3191" name="Google Shape;3191;p61"/>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3192" name="Google Shape;3192;p6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cxnSp>
          <p:nvCxnSpPr>
            <p:cNvPr id="3193" name="Google Shape;3193;p61"/>
            <p:cNvCxnSpPr/>
            <p:nvPr/>
          </p:nvCxnSpPr>
          <p:spPr>
            <a:xfrm rot="10800000">
              <a:off x="8669292" y="4874844"/>
              <a:ext cx="0" cy="445971"/>
            </a:xfrm>
            <a:prstGeom prst="straightConnector1">
              <a:avLst/>
            </a:prstGeom>
            <a:noFill/>
            <a:ln cap="flat" cmpd="sng" w="12700">
              <a:solidFill>
                <a:schemeClr val="dk1"/>
              </a:solidFill>
              <a:prstDash val="solid"/>
              <a:miter lim="800000"/>
              <a:headEnd len="sm" w="sm" type="none"/>
              <a:tailEnd len="med" w="med" type="triangle"/>
            </a:ln>
          </p:spPr>
        </p:cxnSp>
        <p:cxnSp>
          <p:nvCxnSpPr>
            <p:cNvPr id="3194" name="Google Shape;3194;p61"/>
            <p:cNvCxnSpPr/>
            <p:nvPr/>
          </p:nvCxnSpPr>
          <p:spPr>
            <a:xfrm rot="10800000">
              <a:off x="8447023" y="5943807"/>
              <a:ext cx="0" cy="241632"/>
            </a:xfrm>
            <a:prstGeom prst="straightConnector1">
              <a:avLst/>
            </a:prstGeom>
            <a:noFill/>
            <a:ln cap="flat" cmpd="sng" w="12700">
              <a:solidFill>
                <a:schemeClr val="dk1"/>
              </a:solidFill>
              <a:prstDash val="solid"/>
              <a:miter lim="800000"/>
              <a:headEnd len="sm" w="sm" type="none"/>
              <a:tailEnd len="med" w="med" type="triangle"/>
            </a:ln>
          </p:spPr>
        </p:cxnSp>
      </p:grpSp>
      <p:sp>
        <p:nvSpPr>
          <p:cNvPr id="3195" name="Google Shape;3195;p61"/>
          <p:cNvSpPr/>
          <p:nvPr/>
        </p:nvSpPr>
        <p:spPr>
          <a:xfrm>
            <a:off x="3527282" y="3404150"/>
            <a:ext cx="314325" cy="792163"/>
          </a:xfrm>
          <a:prstGeom prst="downArrow">
            <a:avLst>
              <a:gd fmla="val 50000" name="adj1"/>
              <a:gd fmla="val 63005" name="adj2"/>
            </a:avLst>
          </a:prstGeom>
          <a:gradFill>
            <a:gsLst>
              <a:gs pos="0">
                <a:srgbClr val="FFFFFF"/>
              </a:gs>
              <a:gs pos="100000">
                <a:srgbClr val="FF0000"/>
              </a:gs>
            </a:gsLst>
            <a:lin ang="5400000" scaled="0"/>
          </a:gra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3196" name="Google Shape;3196;p61"/>
          <p:cNvGrpSpPr/>
          <p:nvPr/>
        </p:nvGrpSpPr>
        <p:grpSpPr>
          <a:xfrm>
            <a:off x="1793938" y="3017352"/>
            <a:ext cx="976312" cy="1460500"/>
            <a:chOff x="337" y="1692"/>
            <a:chExt cx="615" cy="920"/>
          </a:xfrm>
        </p:grpSpPr>
        <p:sp>
          <p:nvSpPr>
            <p:cNvPr id="3197" name="Google Shape;3197;p61"/>
            <p:cNvSpPr/>
            <p:nvPr/>
          </p:nvSpPr>
          <p:spPr>
            <a:xfrm>
              <a:off x="348" y="1709"/>
              <a:ext cx="604" cy="903"/>
            </a:xfrm>
            <a:custGeom>
              <a:rect b="b" l="l" r="r" t="t"/>
              <a:pathLst>
                <a:path extrusionOk="0" h="10000" w="10000">
                  <a:moveTo>
                    <a:pt x="8212" y="0"/>
                  </a:moveTo>
                  <a:lnTo>
                    <a:pt x="10000" y="10000"/>
                  </a:lnTo>
                  <a:lnTo>
                    <a:pt x="0" y="8726"/>
                  </a:lnTo>
                  <a:lnTo>
                    <a:pt x="8195" y="8786"/>
                  </a:lnTo>
                  <a:cubicBezTo>
                    <a:pt x="8201" y="5857"/>
                    <a:pt x="8206" y="2929"/>
                    <a:pt x="8212" y="0"/>
                  </a:cubicBezTo>
                  <a:close/>
                </a:path>
              </a:pathLst>
            </a:custGeom>
            <a:gradFill>
              <a:gsLst>
                <a:gs pos="0">
                  <a:srgbClr val="7F7F7F"/>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198" name="Google Shape;3198;p61"/>
            <p:cNvSpPr/>
            <p:nvPr/>
          </p:nvSpPr>
          <p:spPr>
            <a:xfrm>
              <a:off x="344" y="1711"/>
              <a:ext cx="493" cy="790"/>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199" name="Google Shape;3199;p61"/>
            <p:cNvSpPr txBox="1"/>
            <p:nvPr/>
          </p:nvSpPr>
          <p:spPr>
            <a:xfrm>
              <a:off x="426" y="1692"/>
              <a:ext cx="309" cy="83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Comic Sans MS"/>
                <a:buNone/>
              </a:pPr>
              <a:r>
                <a:t/>
              </a:r>
              <a:endParaRPr b="0"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Comic Sans MS"/>
                <a:buNone/>
              </a:pPr>
              <a:r>
                <a:t/>
              </a:r>
              <a:endParaRPr b="0"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IP</a:t>
              </a:r>
              <a:endParaRPr/>
            </a:p>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Eth</a:t>
              </a:r>
              <a:endParaRPr/>
            </a:p>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Phy</a:t>
              </a:r>
              <a:endParaRPr/>
            </a:p>
          </p:txBody>
        </p:sp>
        <p:cxnSp>
          <p:nvCxnSpPr>
            <p:cNvPr id="3200" name="Google Shape;3200;p61"/>
            <p:cNvCxnSpPr/>
            <p:nvPr/>
          </p:nvCxnSpPr>
          <p:spPr>
            <a:xfrm>
              <a:off x="346" y="1868"/>
              <a:ext cx="489" cy="0"/>
            </a:xfrm>
            <a:prstGeom prst="straightConnector1">
              <a:avLst/>
            </a:prstGeom>
            <a:noFill/>
            <a:ln cap="flat" cmpd="sng" w="9525">
              <a:solidFill>
                <a:srgbClr val="000000"/>
              </a:solidFill>
              <a:prstDash val="solid"/>
              <a:round/>
              <a:headEnd len="med" w="med" type="none"/>
              <a:tailEnd len="med" w="med" type="none"/>
            </a:ln>
          </p:spPr>
        </p:cxnSp>
        <p:cxnSp>
          <p:nvCxnSpPr>
            <p:cNvPr id="3201" name="Google Shape;3201;p61"/>
            <p:cNvCxnSpPr/>
            <p:nvPr/>
          </p:nvCxnSpPr>
          <p:spPr>
            <a:xfrm>
              <a:off x="343" y="2027"/>
              <a:ext cx="489" cy="0"/>
            </a:xfrm>
            <a:prstGeom prst="straightConnector1">
              <a:avLst/>
            </a:prstGeom>
            <a:noFill/>
            <a:ln cap="flat" cmpd="sng" w="9525">
              <a:solidFill>
                <a:srgbClr val="000000"/>
              </a:solidFill>
              <a:prstDash val="solid"/>
              <a:round/>
              <a:headEnd len="med" w="med" type="none"/>
              <a:tailEnd len="med" w="med" type="none"/>
            </a:ln>
          </p:spPr>
        </p:cxnSp>
        <p:cxnSp>
          <p:nvCxnSpPr>
            <p:cNvPr id="3202" name="Google Shape;3202;p61"/>
            <p:cNvCxnSpPr/>
            <p:nvPr/>
          </p:nvCxnSpPr>
          <p:spPr>
            <a:xfrm>
              <a:off x="340" y="2186"/>
              <a:ext cx="489" cy="0"/>
            </a:xfrm>
            <a:prstGeom prst="straightConnector1">
              <a:avLst/>
            </a:prstGeom>
            <a:noFill/>
            <a:ln cap="flat" cmpd="sng" w="9525">
              <a:solidFill>
                <a:srgbClr val="000000"/>
              </a:solidFill>
              <a:prstDash val="solid"/>
              <a:round/>
              <a:headEnd len="med" w="med" type="none"/>
              <a:tailEnd len="med" w="med" type="none"/>
            </a:ln>
          </p:spPr>
        </p:cxnSp>
        <p:cxnSp>
          <p:nvCxnSpPr>
            <p:cNvPr id="3203" name="Google Shape;3203;p61"/>
            <p:cNvCxnSpPr/>
            <p:nvPr/>
          </p:nvCxnSpPr>
          <p:spPr>
            <a:xfrm>
              <a:off x="337" y="2345"/>
              <a:ext cx="489" cy="0"/>
            </a:xfrm>
            <a:prstGeom prst="straightConnector1">
              <a:avLst/>
            </a:prstGeom>
            <a:noFill/>
            <a:ln cap="flat" cmpd="sng" w="9525">
              <a:solidFill>
                <a:srgbClr val="000000"/>
              </a:solidFill>
              <a:prstDash val="solid"/>
              <a:round/>
              <a:headEnd len="med" w="med" type="none"/>
              <a:tailEnd len="med" w="med" type="none"/>
            </a:ln>
          </p:spPr>
        </p:cxnSp>
      </p:grpSp>
      <p:grpSp>
        <p:nvGrpSpPr>
          <p:cNvPr id="3204" name="Google Shape;3204;p61"/>
          <p:cNvGrpSpPr/>
          <p:nvPr/>
        </p:nvGrpSpPr>
        <p:grpSpPr>
          <a:xfrm>
            <a:off x="3033570" y="2961238"/>
            <a:ext cx="2011362" cy="760412"/>
            <a:chOff x="1197" y="1665"/>
            <a:chExt cx="1267" cy="479"/>
          </a:xfrm>
        </p:grpSpPr>
        <p:grpSp>
          <p:nvGrpSpPr>
            <p:cNvPr id="3205" name="Google Shape;3205;p61"/>
            <p:cNvGrpSpPr/>
            <p:nvPr/>
          </p:nvGrpSpPr>
          <p:grpSpPr>
            <a:xfrm>
              <a:off x="1231" y="1990"/>
              <a:ext cx="691" cy="154"/>
              <a:chOff x="1231" y="1990"/>
              <a:chExt cx="691" cy="154"/>
            </a:xfrm>
          </p:grpSpPr>
          <p:sp>
            <p:nvSpPr>
              <p:cNvPr id="3206" name="Google Shape;3206;p61"/>
              <p:cNvSpPr/>
              <p:nvPr/>
            </p:nvSpPr>
            <p:spPr>
              <a:xfrm>
                <a:off x="1231" y="1991"/>
                <a:ext cx="691" cy="153"/>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3207" name="Google Shape;3207;p61"/>
              <p:cNvCxnSpPr/>
              <p:nvPr/>
            </p:nvCxnSpPr>
            <p:spPr>
              <a:xfrm>
                <a:off x="1337" y="1990"/>
                <a:ext cx="0" cy="152"/>
              </a:xfrm>
              <a:prstGeom prst="straightConnector1">
                <a:avLst/>
              </a:prstGeom>
              <a:noFill/>
              <a:ln cap="flat" cmpd="sng" w="19050">
                <a:solidFill>
                  <a:srgbClr val="FFFFFF"/>
                </a:solidFill>
                <a:prstDash val="solid"/>
                <a:round/>
                <a:headEnd len="med" w="med" type="none"/>
                <a:tailEnd len="med" w="med" type="none"/>
              </a:ln>
            </p:spPr>
          </p:cxnSp>
          <p:cxnSp>
            <p:nvCxnSpPr>
              <p:cNvPr id="3208" name="Google Shape;3208;p61"/>
              <p:cNvCxnSpPr/>
              <p:nvPr/>
            </p:nvCxnSpPr>
            <p:spPr>
              <a:xfrm>
                <a:off x="1427" y="1992"/>
                <a:ext cx="0" cy="152"/>
              </a:xfrm>
              <a:prstGeom prst="straightConnector1">
                <a:avLst/>
              </a:prstGeom>
              <a:noFill/>
              <a:ln cap="flat" cmpd="sng" w="19050">
                <a:solidFill>
                  <a:srgbClr val="FFFFFF"/>
                </a:solidFill>
                <a:prstDash val="solid"/>
                <a:round/>
                <a:headEnd len="med" w="med" type="none"/>
                <a:tailEnd len="med" w="med" type="none"/>
              </a:ln>
            </p:spPr>
          </p:cxnSp>
        </p:grpSp>
        <p:sp>
          <p:nvSpPr>
            <p:cNvPr id="3209" name="Google Shape;3209;p61"/>
            <p:cNvSpPr txBox="1"/>
            <p:nvPr/>
          </p:nvSpPr>
          <p:spPr>
            <a:xfrm>
              <a:off x="1197" y="1665"/>
              <a:ext cx="1267"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IP src: 111.111.111.111</a:t>
              </a:r>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   IP dest: 222.222.222.222</a:t>
              </a:r>
              <a:endParaRPr/>
            </a:p>
          </p:txBody>
        </p:sp>
      </p:grpSp>
      <p:grpSp>
        <p:nvGrpSpPr>
          <p:cNvPr id="3210" name="Google Shape;3210;p61"/>
          <p:cNvGrpSpPr/>
          <p:nvPr/>
        </p:nvGrpSpPr>
        <p:grpSpPr>
          <a:xfrm>
            <a:off x="3166920" y="3221588"/>
            <a:ext cx="146050" cy="385762"/>
            <a:chOff x="1272" y="1762"/>
            <a:chExt cx="92" cy="243"/>
          </a:xfrm>
        </p:grpSpPr>
        <p:cxnSp>
          <p:nvCxnSpPr>
            <p:cNvPr id="3211" name="Google Shape;3211;p61"/>
            <p:cNvCxnSpPr/>
            <p:nvPr/>
          </p:nvCxnSpPr>
          <p:spPr>
            <a:xfrm>
              <a:off x="1272" y="1762"/>
              <a:ext cx="0" cy="243"/>
            </a:xfrm>
            <a:prstGeom prst="straightConnector1">
              <a:avLst/>
            </a:prstGeom>
            <a:noFill/>
            <a:ln cap="flat" cmpd="sng" w="9525">
              <a:solidFill>
                <a:srgbClr val="000000"/>
              </a:solidFill>
              <a:prstDash val="solid"/>
              <a:round/>
              <a:headEnd len="med" w="med" type="none"/>
              <a:tailEnd len="med" w="med" type="triangle"/>
            </a:ln>
          </p:spPr>
        </p:cxnSp>
        <p:cxnSp>
          <p:nvCxnSpPr>
            <p:cNvPr id="3212" name="Google Shape;3212;p61"/>
            <p:cNvCxnSpPr/>
            <p:nvPr/>
          </p:nvCxnSpPr>
          <p:spPr>
            <a:xfrm>
              <a:off x="1364" y="1878"/>
              <a:ext cx="0" cy="126"/>
            </a:xfrm>
            <a:prstGeom prst="straightConnector1">
              <a:avLst/>
            </a:prstGeom>
            <a:noFill/>
            <a:ln cap="flat" cmpd="sng" w="9525">
              <a:solidFill>
                <a:srgbClr val="000000"/>
              </a:solidFill>
              <a:prstDash val="solid"/>
              <a:round/>
              <a:headEnd len="med" w="med" type="none"/>
              <a:tailEnd len="med" w="med" type="triangle"/>
            </a:ln>
          </p:spPr>
        </p:cxnSp>
      </p:grpSp>
      <p:sp>
        <p:nvSpPr>
          <p:cNvPr id="3213" name="Google Shape;3213;p61"/>
          <p:cNvSpPr/>
          <p:nvPr/>
        </p:nvSpPr>
        <p:spPr>
          <a:xfrm>
            <a:off x="1249776" y="1283045"/>
            <a:ext cx="10769945" cy="550862"/>
          </a:xfrm>
          <a:prstGeom prst="rect">
            <a:avLst/>
          </a:prstGeom>
          <a:noFill/>
          <a:ln>
            <a:noFill/>
          </a:ln>
        </p:spPr>
        <p:txBody>
          <a:bodyPr anchorCtr="0" anchor="t" bIns="45700" lIns="91425" spcFirstLastPara="1" rIns="91425" wrap="square" tIns="45700">
            <a:noAutofit/>
          </a:bodyPr>
          <a:lstStyle/>
          <a:p>
            <a:pPr indent="-231775" lvl="0" marL="231775" marR="0" rtl="0" algn="l">
              <a:lnSpc>
                <a:spcPct val="85000"/>
              </a:lnSpc>
              <a:spcBef>
                <a:spcPts val="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A creates IP datagram with IP source A, destination B </a:t>
            </a:r>
            <a:endParaRPr/>
          </a:p>
        </p:txBody>
      </p:sp>
      <p:sp>
        <p:nvSpPr>
          <p:cNvPr id="3214" name="Google Shape;3214;p61"/>
          <p:cNvSpPr/>
          <p:nvPr/>
        </p:nvSpPr>
        <p:spPr>
          <a:xfrm>
            <a:off x="1262476" y="1672614"/>
            <a:ext cx="10200653" cy="722313"/>
          </a:xfrm>
          <a:prstGeom prst="rect">
            <a:avLst/>
          </a:prstGeom>
          <a:noFill/>
          <a:ln>
            <a:noFill/>
          </a:ln>
        </p:spPr>
        <p:txBody>
          <a:bodyPr anchorCtr="0" anchor="t" bIns="45700" lIns="91425" spcFirstLastPara="1" rIns="91425" wrap="square" tIns="45700">
            <a:noAutofit/>
          </a:bodyPr>
          <a:lstStyle/>
          <a:p>
            <a:pPr indent="-231775" lvl="0" marL="231775" marR="0" rtl="0" algn="l">
              <a:lnSpc>
                <a:spcPct val="85000"/>
              </a:lnSpc>
              <a:spcBef>
                <a:spcPts val="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A creates link-layer frame containing A-to-B IP datagram</a:t>
            </a:r>
            <a:endParaRPr/>
          </a:p>
          <a:p>
            <a:pPr indent="-231775" lvl="1" marL="574675" marR="0" rtl="0" algn="l">
              <a:lnSpc>
                <a:spcPct val="85000"/>
              </a:lnSpc>
              <a:spcBef>
                <a:spcPts val="400"/>
              </a:spcBef>
              <a:spcAft>
                <a:spcPts val="0"/>
              </a:spcAft>
              <a:buClr>
                <a:srgbClr val="000099"/>
              </a:buClr>
              <a:buSzPts val="2400"/>
              <a:buFont typeface="Arial"/>
              <a:buChar char="•"/>
            </a:pPr>
            <a:r>
              <a:rPr b="0" i="0" lang="en-US" sz="2400" u="none" cap="none" strike="noStrike">
                <a:solidFill>
                  <a:srgbClr val="C00000"/>
                </a:solidFill>
                <a:latin typeface="Calibri"/>
                <a:ea typeface="Calibri"/>
                <a:cs typeface="Calibri"/>
                <a:sym typeface="Calibri"/>
              </a:rPr>
              <a:t> R's </a:t>
            </a:r>
            <a:r>
              <a:rPr b="0" i="0" lang="en-US" sz="2400" u="none" cap="none" strike="noStrike">
                <a:solidFill>
                  <a:srgbClr val="000000"/>
                </a:solidFill>
                <a:latin typeface="Calibri"/>
                <a:ea typeface="Calibri"/>
                <a:cs typeface="Calibri"/>
                <a:sym typeface="Calibri"/>
              </a:rPr>
              <a:t>MAC address is frame’s destination</a:t>
            </a:r>
            <a:endParaRPr b="0" i="0" sz="3200" u="none" cap="none" strike="noStrike">
              <a:solidFill>
                <a:srgbClr val="000000"/>
              </a:solidFill>
              <a:latin typeface="Calibri"/>
              <a:ea typeface="Calibri"/>
              <a:cs typeface="Calibri"/>
              <a:sym typeface="Calibri"/>
            </a:endParaRPr>
          </a:p>
        </p:txBody>
      </p:sp>
      <p:grpSp>
        <p:nvGrpSpPr>
          <p:cNvPr id="3215" name="Google Shape;3215;p61"/>
          <p:cNvGrpSpPr/>
          <p:nvPr/>
        </p:nvGrpSpPr>
        <p:grpSpPr>
          <a:xfrm>
            <a:off x="2617645" y="2562775"/>
            <a:ext cx="2443162" cy="1519238"/>
            <a:chOff x="931" y="1414"/>
            <a:chExt cx="1539" cy="957"/>
          </a:xfrm>
        </p:grpSpPr>
        <p:sp>
          <p:nvSpPr>
            <p:cNvPr id="3216" name="Google Shape;3216;p61"/>
            <p:cNvSpPr txBox="1"/>
            <p:nvPr/>
          </p:nvSpPr>
          <p:spPr>
            <a:xfrm>
              <a:off x="931" y="1414"/>
              <a:ext cx="1539"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MAC src: 74-29-9C-E8-FF-55</a:t>
              </a:r>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   MAC dest: </a:t>
              </a:r>
              <a:r>
                <a:rPr b="0" i="0" lang="en-US" sz="1200" u="none" cap="none" strike="noStrike">
                  <a:solidFill>
                    <a:srgbClr val="FF0000"/>
                  </a:solidFill>
                  <a:latin typeface="Arial"/>
                  <a:ea typeface="Arial"/>
                  <a:cs typeface="Arial"/>
                  <a:sym typeface="Arial"/>
                </a:rPr>
                <a:t>E6-E9-00-17-BB-4B</a:t>
              </a:r>
              <a:endParaRPr/>
            </a:p>
          </p:txBody>
        </p:sp>
        <p:grpSp>
          <p:nvGrpSpPr>
            <p:cNvPr id="3217" name="Google Shape;3217;p61"/>
            <p:cNvGrpSpPr/>
            <p:nvPr/>
          </p:nvGrpSpPr>
          <p:grpSpPr>
            <a:xfrm>
              <a:off x="981" y="2182"/>
              <a:ext cx="1049" cy="189"/>
              <a:chOff x="2829" y="2040"/>
              <a:chExt cx="1049" cy="189"/>
            </a:xfrm>
          </p:grpSpPr>
          <p:sp>
            <p:nvSpPr>
              <p:cNvPr id="3218" name="Google Shape;3218;p61"/>
              <p:cNvSpPr/>
              <p:nvPr/>
            </p:nvSpPr>
            <p:spPr>
              <a:xfrm>
                <a:off x="2829" y="2042"/>
                <a:ext cx="1049" cy="185"/>
              </a:xfrm>
              <a:prstGeom prst="rect">
                <a:avLst/>
              </a:prstGeom>
              <a:solidFill>
                <a:srgbClr val="0000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219" name="Google Shape;3219;p61"/>
              <p:cNvSpPr/>
              <p:nvPr/>
            </p:nvSpPr>
            <p:spPr>
              <a:xfrm>
                <a:off x="3078" y="2060"/>
                <a:ext cx="691" cy="153"/>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3220" name="Google Shape;3220;p61"/>
              <p:cNvCxnSpPr/>
              <p:nvPr/>
            </p:nvCxnSpPr>
            <p:spPr>
              <a:xfrm>
                <a:off x="3180" y="2063"/>
                <a:ext cx="0" cy="152"/>
              </a:xfrm>
              <a:prstGeom prst="straightConnector1">
                <a:avLst/>
              </a:prstGeom>
              <a:noFill/>
              <a:ln cap="flat" cmpd="sng" w="19050">
                <a:solidFill>
                  <a:srgbClr val="FFFFFF"/>
                </a:solidFill>
                <a:prstDash val="solid"/>
                <a:round/>
                <a:headEnd len="med" w="med" type="none"/>
                <a:tailEnd len="med" w="med" type="none"/>
              </a:ln>
            </p:spPr>
          </p:cxnSp>
          <p:cxnSp>
            <p:nvCxnSpPr>
              <p:cNvPr id="3221" name="Google Shape;3221;p61"/>
              <p:cNvCxnSpPr/>
              <p:nvPr/>
            </p:nvCxnSpPr>
            <p:spPr>
              <a:xfrm>
                <a:off x="3276" y="2063"/>
                <a:ext cx="0" cy="152"/>
              </a:xfrm>
              <a:prstGeom prst="straightConnector1">
                <a:avLst/>
              </a:prstGeom>
              <a:noFill/>
              <a:ln cap="flat" cmpd="sng" w="19050">
                <a:solidFill>
                  <a:srgbClr val="FFFFFF"/>
                </a:solidFill>
                <a:prstDash val="solid"/>
                <a:round/>
                <a:headEnd len="med" w="med" type="none"/>
                <a:tailEnd len="med" w="med" type="none"/>
              </a:ln>
            </p:spPr>
          </p:cxnSp>
          <p:cxnSp>
            <p:nvCxnSpPr>
              <p:cNvPr id="3222" name="Google Shape;3222;p61"/>
              <p:cNvCxnSpPr/>
              <p:nvPr/>
            </p:nvCxnSpPr>
            <p:spPr>
              <a:xfrm>
                <a:off x="2910" y="2040"/>
                <a:ext cx="0" cy="189"/>
              </a:xfrm>
              <a:prstGeom prst="straightConnector1">
                <a:avLst/>
              </a:prstGeom>
              <a:noFill/>
              <a:ln cap="flat" cmpd="sng" w="19050">
                <a:solidFill>
                  <a:srgbClr val="FFFFFF"/>
                </a:solidFill>
                <a:prstDash val="solid"/>
                <a:round/>
                <a:headEnd len="med" w="med" type="none"/>
                <a:tailEnd len="med" w="med" type="none"/>
              </a:ln>
            </p:spPr>
          </p:cxnSp>
          <p:cxnSp>
            <p:nvCxnSpPr>
              <p:cNvPr id="3223" name="Google Shape;3223;p61"/>
              <p:cNvCxnSpPr/>
              <p:nvPr/>
            </p:nvCxnSpPr>
            <p:spPr>
              <a:xfrm>
                <a:off x="3006" y="2040"/>
                <a:ext cx="0" cy="189"/>
              </a:xfrm>
              <a:prstGeom prst="straightConnector1">
                <a:avLst/>
              </a:prstGeom>
              <a:noFill/>
              <a:ln cap="flat" cmpd="sng" w="19050">
                <a:solidFill>
                  <a:srgbClr val="FFFFFF"/>
                </a:solidFill>
                <a:prstDash val="solid"/>
                <a:round/>
                <a:headEnd len="med" w="med" type="none"/>
                <a:tailEnd len="med" w="med" type="none"/>
              </a:ln>
            </p:spPr>
          </p:cxnSp>
        </p:grpSp>
        <p:cxnSp>
          <p:nvCxnSpPr>
            <p:cNvPr id="3224" name="Google Shape;3224;p61"/>
            <p:cNvCxnSpPr/>
            <p:nvPr/>
          </p:nvCxnSpPr>
          <p:spPr>
            <a:xfrm flipH="1" rot="10800000">
              <a:off x="1018" y="1576"/>
              <a:ext cx="2" cy="702"/>
            </a:xfrm>
            <a:prstGeom prst="straightConnector1">
              <a:avLst/>
            </a:prstGeom>
            <a:noFill/>
            <a:ln cap="flat" cmpd="sng" w="9525">
              <a:solidFill>
                <a:srgbClr val="000000"/>
              </a:solidFill>
              <a:prstDash val="solid"/>
              <a:round/>
              <a:headEnd len="med" w="med" type="triangle"/>
              <a:tailEnd len="med" w="med" type="none"/>
            </a:ln>
          </p:spPr>
        </p:cxnSp>
        <p:cxnSp>
          <p:nvCxnSpPr>
            <p:cNvPr id="3225" name="Google Shape;3225;p61"/>
            <p:cNvCxnSpPr/>
            <p:nvPr/>
          </p:nvCxnSpPr>
          <p:spPr>
            <a:xfrm rot="10800000">
              <a:off x="1106" y="1680"/>
              <a:ext cx="0" cy="598"/>
            </a:xfrm>
            <a:prstGeom prst="straightConnector1">
              <a:avLst/>
            </a:prstGeom>
            <a:noFill/>
            <a:ln cap="flat" cmpd="sng" w="9525">
              <a:solidFill>
                <a:srgbClr val="000000"/>
              </a:solidFill>
              <a:prstDash val="solid"/>
              <a:round/>
              <a:headEnd len="med" w="med" type="triangle"/>
              <a:tailEnd len="med" w="med" type="none"/>
            </a:ln>
          </p:spPr>
        </p:cxnSp>
        <p:cxnSp>
          <p:nvCxnSpPr>
            <p:cNvPr id="3226" name="Google Shape;3226;p61"/>
            <p:cNvCxnSpPr/>
            <p:nvPr/>
          </p:nvCxnSpPr>
          <p:spPr>
            <a:xfrm rot="10800000">
              <a:off x="1276" y="1812"/>
              <a:ext cx="2" cy="470"/>
            </a:xfrm>
            <a:prstGeom prst="straightConnector1">
              <a:avLst/>
            </a:prstGeom>
            <a:noFill/>
            <a:ln cap="flat" cmpd="sng" w="9525">
              <a:solidFill>
                <a:srgbClr val="000000"/>
              </a:solidFill>
              <a:prstDash val="solid"/>
              <a:round/>
              <a:headEnd len="med" w="med" type="triangle"/>
              <a:tailEnd len="med" w="med" type="none"/>
            </a:ln>
          </p:spPr>
        </p:cxnSp>
        <p:cxnSp>
          <p:nvCxnSpPr>
            <p:cNvPr id="3227" name="Google Shape;3227;p61"/>
            <p:cNvCxnSpPr/>
            <p:nvPr/>
          </p:nvCxnSpPr>
          <p:spPr>
            <a:xfrm>
              <a:off x="1368" y="1924"/>
              <a:ext cx="2" cy="358"/>
            </a:xfrm>
            <a:prstGeom prst="straightConnector1">
              <a:avLst/>
            </a:prstGeom>
            <a:noFill/>
            <a:ln cap="flat" cmpd="sng" w="9525">
              <a:solidFill>
                <a:srgbClr val="000000"/>
              </a:solidFill>
              <a:prstDash val="solid"/>
              <a:round/>
              <a:headEnd len="med" w="med" type="none"/>
              <a:tailEnd len="med" w="med" type="triangle"/>
            </a:ln>
          </p:spPr>
        </p:cxnSp>
      </p:gr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96"/>
                                        </p:tgtEl>
                                        <p:attrNameLst>
                                          <p:attrName>style.visibility</p:attrName>
                                        </p:attrNameLst>
                                      </p:cBhvr>
                                      <p:to>
                                        <p:strVal val="visible"/>
                                      </p:to>
                                    </p:set>
                                    <p:animEffect filter="fade" transition="in">
                                      <p:cBhvr>
                                        <p:cTn dur="500"/>
                                        <p:tgtEl>
                                          <p:spTgt spid="319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210"/>
                                        </p:tgtEl>
                                        <p:attrNameLst>
                                          <p:attrName>style.visibility</p:attrName>
                                        </p:attrNameLst>
                                      </p:cBhvr>
                                      <p:to>
                                        <p:strVal val="visible"/>
                                      </p:to>
                                    </p:set>
                                    <p:animEffect filter="fade" transition="in">
                                      <p:cBhvr>
                                        <p:cTn dur="500"/>
                                        <p:tgtEl>
                                          <p:spTgt spid="3210"/>
                                        </p:tgtEl>
                                      </p:cBhvr>
                                    </p:animEffect>
                                  </p:childTnLst>
                                </p:cTn>
                              </p:par>
                              <p:par>
                                <p:cTn fill="hold" nodeType="withEffect" presetClass="entr" presetID="1" presetSubtype="0">
                                  <p:stCondLst>
                                    <p:cond delay="0"/>
                                  </p:stCondLst>
                                  <p:childTnLst>
                                    <p:set>
                                      <p:cBhvr>
                                        <p:cTn dur="1" fill="hold">
                                          <p:stCondLst>
                                            <p:cond delay="0"/>
                                          </p:stCondLst>
                                        </p:cTn>
                                        <p:tgtEl>
                                          <p:spTgt spid="3213"/>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3204"/>
                                        </p:tgtEl>
                                        <p:attrNameLst>
                                          <p:attrName>style.visibility</p:attrName>
                                        </p:attrNameLst>
                                      </p:cBhvr>
                                      <p:to>
                                        <p:strVal val="visible"/>
                                      </p:to>
                                    </p:set>
                                    <p:animEffect filter="fade" transition="in">
                                      <p:cBhvr>
                                        <p:cTn dur="500"/>
                                        <p:tgtEl>
                                          <p:spTgt spid="32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95"/>
                                        </p:tgtEl>
                                        <p:attrNameLst>
                                          <p:attrName>style.visibility</p:attrName>
                                        </p:attrNameLst>
                                      </p:cBhvr>
                                      <p:to>
                                        <p:strVal val="visible"/>
                                      </p:to>
                                    </p:set>
                                    <p:animEffect filter="fade" transition="in">
                                      <p:cBhvr>
                                        <p:cTn dur="1000"/>
                                        <p:tgtEl>
                                          <p:spTgt spid="3195"/>
                                        </p:tgtEl>
                                      </p:cBhvr>
                                    </p:animEffect>
                                  </p:childTnLst>
                                </p:cTn>
                              </p:par>
                            </p:childTnLst>
                          </p:cTn>
                        </p:par>
                        <p:par>
                          <p:cTn fill="hold">
                            <p:stCondLst>
                              <p:cond delay="1000"/>
                            </p:stCondLst>
                            <p:childTnLst>
                              <p:par>
                                <p:cTn fill="hold" nodeType="afterEffect" presetClass="entr" presetID="1" presetSubtype="0">
                                  <p:stCondLst>
                                    <p:cond delay="0"/>
                                  </p:stCondLst>
                                  <p:childTnLst>
                                    <p:set>
                                      <p:cBhvr>
                                        <p:cTn dur="1" fill="hold">
                                          <p:stCondLst>
                                            <p:cond delay="0"/>
                                          </p:stCondLst>
                                        </p:cTn>
                                        <p:tgtEl>
                                          <p:spTgt spid="3214"/>
                                        </p:tgtEl>
                                        <p:attrNameLst>
                                          <p:attrName>style.visibility</p:attrName>
                                        </p:attrNameLst>
                                      </p:cBhvr>
                                      <p:to>
                                        <p:strVal val="visible"/>
                                      </p:to>
                                    </p:set>
                                  </p:childTnLst>
                                </p:cTn>
                              </p:par>
                              <p:par>
                                <p:cTn fill="hold" nodeType="withEffect" presetClass="exit" presetID="10" presetSubtype="0">
                                  <p:stCondLst>
                                    <p:cond delay="0"/>
                                  </p:stCondLst>
                                  <p:childTnLst>
                                    <p:animEffect filter="fade" transition="out">
                                      <p:cBhvr>
                                        <p:cTn dur="500"/>
                                        <p:tgtEl>
                                          <p:spTgt spid="3210"/>
                                        </p:tgtEl>
                                      </p:cBhvr>
                                    </p:animEffect>
                                    <p:set>
                                      <p:cBhvr>
                                        <p:cTn dur="1" fill="hold">
                                          <p:stCondLst>
                                            <p:cond delay="500"/>
                                          </p:stCondLst>
                                        </p:cTn>
                                        <p:tgtEl>
                                          <p:spTgt spid="3210"/>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3215"/>
                                        </p:tgtEl>
                                        <p:attrNameLst>
                                          <p:attrName>style.visibility</p:attrName>
                                        </p:attrNameLst>
                                      </p:cBhvr>
                                      <p:to>
                                        <p:strVal val="visible"/>
                                      </p:to>
                                    </p:set>
                                    <p:animEffect filter="fade" transition="in">
                                      <p:cBhvr>
                                        <p:cTn dur="500"/>
                                        <p:tgtEl>
                                          <p:spTgt spid="32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2" name="Shape 3232"/>
        <p:cNvGrpSpPr/>
        <p:nvPr/>
      </p:nvGrpSpPr>
      <p:grpSpPr>
        <a:xfrm>
          <a:off x="0" y="0"/>
          <a:ext cx="0" cy="0"/>
          <a:chOff x="0" y="0"/>
          <a:chExt cx="0" cy="0"/>
        </a:xfrm>
      </p:grpSpPr>
      <p:sp>
        <p:nvSpPr>
          <p:cNvPr id="3233" name="Google Shape;3233;p62"/>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99"/>
              </a:buClr>
              <a:buSzPts val="4400"/>
              <a:buFont typeface="Calibri"/>
              <a:buNone/>
            </a:pPr>
            <a:r>
              <a:rPr b="0" lang="en-US">
                <a:solidFill>
                  <a:srgbClr val="000099"/>
                </a:solidFill>
                <a:latin typeface="Calibri"/>
                <a:ea typeface="Calibri"/>
                <a:cs typeface="Calibri"/>
                <a:sym typeface="Calibri"/>
              </a:rPr>
              <a:t>Routing to another subnet: addressing</a:t>
            </a:r>
            <a:endParaRPr b="0" sz="4400">
              <a:latin typeface="Calibri"/>
              <a:ea typeface="Calibri"/>
              <a:cs typeface="Calibri"/>
              <a:sym typeface="Calibri"/>
            </a:endParaRPr>
          </a:p>
        </p:txBody>
      </p:sp>
      <p:sp>
        <p:nvSpPr>
          <p:cNvPr id="3234" name="Google Shape;3234;p6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Link Layer: 6-</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grpSp>
        <p:nvGrpSpPr>
          <p:cNvPr id="3235" name="Google Shape;3235;p62"/>
          <p:cNvGrpSpPr/>
          <p:nvPr/>
        </p:nvGrpSpPr>
        <p:grpSpPr>
          <a:xfrm>
            <a:off x="1799535" y="4315099"/>
            <a:ext cx="8432226" cy="2308544"/>
            <a:chOff x="1799535" y="4315099"/>
            <a:chExt cx="8432226" cy="2308544"/>
          </a:xfrm>
        </p:grpSpPr>
        <p:cxnSp>
          <p:nvCxnSpPr>
            <p:cNvPr id="3236" name="Google Shape;3236;p62"/>
            <p:cNvCxnSpPr/>
            <p:nvPr/>
          </p:nvCxnSpPr>
          <p:spPr>
            <a:xfrm>
              <a:off x="4293702" y="5340624"/>
              <a:ext cx="3233531" cy="0"/>
            </a:xfrm>
            <a:prstGeom prst="straightConnector1">
              <a:avLst/>
            </a:prstGeom>
            <a:noFill/>
            <a:ln cap="flat" cmpd="sng" w="15875">
              <a:solidFill>
                <a:schemeClr val="dk1"/>
              </a:solidFill>
              <a:prstDash val="solid"/>
              <a:miter lim="800000"/>
              <a:headEnd len="sm" w="sm" type="none"/>
              <a:tailEnd len="sm" w="sm" type="none"/>
            </a:ln>
          </p:spPr>
        </p:cxnSp>
        <p:sp>
          <p:nvSpPr>
            <p:cNvPr id="3237" name="Google Shape;3237;p62"/>
            <p:cNvSpPr txBox="1"/>
            <p:nvPr/>
          </p:nvSpPr>
          <p:spPr>
            <a:xfrm>
              <a:off x="5496545" y="4606786"/>
              <a:ext cx="38023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2800"/>
                <a:buFont typeface="Calibri"/>
                <a:buNone/>
              </a:pPr>
              <a:r>
                <a:rPr b="0" i="0" lang="en-US" sz="2800" u="none" cap="none" strike="noStrike">
                  <a:solidFill>
                    <a:srgbClr val="0000A8"/>
                  </a:solidFill>
                  <a:latin typeface="Calibri"/>
                  <a:ea typeface="Calibri"/>
                  <a:cs typeface="Calibri"/>
                  <a:sym typeface="Calibri"/>
                </a:rPr>
                <a:t>R</a:t>
              </a:r>
              <a:endParaRPr b="0" i="0" sz="2000" u="none" cap="none" strike="noStrike">
                <a:solidFill>
                  <a:srgbClr val="0000A8"/>
                </a:solidFill>
                <a:latin typeface="Calibri"/>
                <a:ea typeface="Calibri"/>
                <a:cs typeface="Calibri"/>
                <a:sym typeface="Calibri"/>
              </a:endParaRPr>
            </a:p>
          </p:txBody>
        </p:sp>
        <p:sp>
          <p:nvSpPr>
            <p:cNvPr id="3238" name="Google Shape;3238;p62"/>
            <p:cNvSpPr txBox="1"/>
            <p:nvPr/>
          </p:nvSpPr>
          <p:spPr>
            <a:xfrm>
              <a:off x="5140945" y="5749508"/>
              <a:ext cx="158594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1A-23-F9-CD-06-9B</a:t>
              </a:r>
              <a:endParaRPr/>
            </a:p>
          </p:txBody>
        </p:sp>
        <p:sp>
          <p:nvSpPr>
            <p:cNvPr id="3239" name="Google Shape;3239;p62"/>
            <p:cNvSpPr txBox="1"/>
            <p:nvPr/>
          </p:nvSpPr>
          <p:spPr>
            <a:xfrm>
              <a:off x="5288582" y="5576471"/>
              <a:ext cx="141577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222.222.222.220</a:t>
              </a:r>
              <a:endParaRPr/>
            </a:p>
          </p:txBody>
        </p:sp>
        <p:grpSp>
          <p:nvGrpSpPr>
            <p:cNvPr id="3240" name="Google Shape;3240;p62"/>
            <p:cNvGrpSpPr/>
            <p:nvPr/>
          </p:nvGrpSpPr>
          <p:grpSpPr>
            <a:xfrm>
              <a:off x="3992226" y="6027746"/>
              <a:ext cx="1573213" cy="482601"/>
              <a:chOff x="1934" y="2405"/>
              <a:chExt cx="991" cy="304"/>
            </a:xfrm>
          </p:grpSpPr>
          <p:sp>
            <p:nvSpPr>
              <p:cNvPr id="3241" name="Google Shape;3241;p62"/>
              <p:cNvSpPr txBox="1"/>
              <p:nvPr/>
            </p:nvSpPr>
            <p:spPr>
              <a:xfrm>
                <a:off x="1934" y="2405"/>
                <a:ext cx="892" cy="1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111.111.111.110</a:t>
                </a:r>
                <a:endParaRPr/>
              </a:p>
            </p:txBody>
          </p:sp>
          <p:sp>
            <p:nvSpPr>
              <p:cNvPr id="3242" name="Google Shape;3242;p62"/>
              <p:cNvSpPr txBox="1"/>
              <p:nvPr/>
            </p:nvSpPr>
            <p:spPr>
              <a:xfrm>
                <a:off x="1938" y="2515"/>
                <a:ext cx="987" cy="1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E6-E9-00-17-BB-4B</a:t>
                </a:r>
                <a:endParaRPr/>
              </a:p>
            </p:txBody>
          </p:sp>
        </p:grpSp>
        <p:sp>
          <p:nvSpPr>
            <p:cNvPr id="3243" name="Google Shape;3243;p62"/>
            <p:cNvSpPr txBox="1"/>
            <p:nvPr/>
          </p:nvSpPr>
          <p:spPr>
            <a:xfrm>
              <a:off x="1983382" y="6174597"/>
              <a:ext cx="163461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CC-49-DE-D0-AB-7D</a:t>
              </a:r>
              <a:endParaRPr/>
            </a:p>
          </p:txBody>
        </p:sp>
        <p:sp>
          <p:nvSpPr>
            <p:cNvPr id="3244" name="Google Shape;3244;p62"/>
            <p:cNvSpPr txBox="1"/>
            <p:nvPr/>
          </p:nvSpPr>
          <p:spPr>
            <a:xfrm>
              <a:off x="2183407" y="5985684"/>
              <a:ext cx="141577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111.111.111.112</a:t>
              </a:r>
              <a:endParaRPr/>
            </a:p>
          </p:txBody>
        </p:sp>
        <p:sp>
          <p:nvSpPr>
            <p:cNvPr id="3245" name="Google Shape;3245;p62"/>
            <p:cNvSpPr txBox="1"/>
            <p:nvPr/>
          </p:nvSpPr>
          <p:spPr>
            <a:xfrm>
              <a:off x="1901438" y="5007006"/>
              <a:ext cx="141577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111.111.111.111</a:t>
              </a:r>
              <a:endParaRPr/>
            </a:p>
          </p:txBody>
        </p:sp>
        <p:sp>
          <p:nvSpPr>
            <p:cNvPr id="3246" name="Google Shape;3246;p62"/>
            <p:cNvSpPr txBox="1"/>
            <p:nvPr/>
          </p:nvSpPr>
          <p:spPr>
            <a:xfrm>
              <a:off x="1799535" y="5196273"/>
              <a:ext cx="1535998"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74-29-9C-E8-FF-55</a:t>
              </a:r>
              <a:endParaRPr/>
            </a:p>
          </p:txBody>
        </p:sp>
        <p:sp>
          <p:nvSpPr>
            <p:cNvPr id="3247" name="Google Shape;3247;p62"/>
            <p:cNvSpPr/>
            <p:nvPr/>
          </p:nvSpPr>
          <p:spPr>
            <a:xfrm>
              <a:off x="3637582" y="4808121"/>
              <a:ext cx="839788" cy="1069975"/>
            </a:xfrm>
            <a:custGeom>
              <a:rect b="b" l="l" r="r" t="t"/>
              <a:pathLst>
                <a:path extrusionOk="0" h="996" w="1005">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rgbClr val="9CE0F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3248" name="Google Shape;3248;p62"/>
            <p:cNvCxnSpPr/>
            <p:nvPr/>
          </p:nvCxnSpPr>
          <p:spPr>
            <a:xfrm>
              <a:off x="3334370" y="4787483"/>
              <a:ext cx="438150" cy="230188"/>
            </a:xfrm>
            <a:prstGeom prst="straightConnector1">
              <a:avLst/>
            </a:prstGeom>
            <a:noFill/>
            <a:ln cap="flat" cmpd="sng" w="9525">
              <a:solidFill>
                <a:schemeClr val="dk1"/>
              </a:solidFill>
              <a:prstDash val="solid"/>
              <a:round/>
              <a:headEnd len="med" w="med" type="none"/>
              <a:tailEnd len="med" w="med" type="none"/>
            </a:ln>
          </p:spPr>
        </p:cxnSp>
        <p:cxnSp>
          <p:nvCxnSpPr>
            <p:cNvPr id="3249" name="Google Shape;3249;p62"/>
            <p:cNvCxnSpPr/>
            <p:nvPr/>
          </p:nvCxnSpPr>
          <p:spPr>
            <a:xfrm flipH="1" rot="10800000">
              <a:off x="3406935" y="5732045"/>
              <a:ext cx="283036" cy="54447"/>
            </a:xfrm>
            <a:prstGeom prst="straightConnector1">
              <a:avLst/>
            </a:prstGeom>
            <a:noFill/>
            <a:ln cap="flat" cmpd="sng" w="9525">
              <a:solidFill>
                <a:schemeClr val="dk1"/>
              </a:solidFill>
              <a:prstDash val="solid"/>
              <a:round/>
              <a:headEnd len="med" w="med" type="none"/>
              <a:tailEnd len="med" w="med" type="none"/>
            </a:ln>
          </p:spPr>
        </p:cxnSp>
        <p:cxnSp>
          <p:nvCxnSpPr>
            <p:cNvPr id="3250" name="Google Shape;3250;p62"/>
            <p:cNvCxnSpPr/>
            <p:nvPr/>
          </p:nvCxnSpPr>
          <p:spPr>
            <a:xfrm rot="10800000">
              <a:off x="3342282" y="5842809"/>
              <a:ext cx="0" cy="163513"/>
            </a:xfrm>
            <a:prstGeom prst="straightConnector1">
              <a:avLst/>
            </a:prstGeom>
            <a:noFill/>
            <a:ln cap="flat" cmpd="sng" w="9525">
              <a:solidFill>
                <a:schemeClr val="dk1"/>
              </a:solidFill>
              <a:prstDash val="solid"/>
              <a:round/>
              <a:headEnd len="med" w="med" type="none"/>
              <a:tailEnd len="med" w="med" type="triangle"/>
            </a:ln>
          </p:spPr>
        </p:cxnSp>
        <p:cxnSp>
          <p:nvCxnSpPr>
            <p:cNvPr id="3251" name="Google Shape;3251;p62"/>
            <p:cNvCxnSpPr/>
            <p:nvPr/>
          </p:nvCxnSpPr>
          <p:spPr>
            <a:xfrm rot="10800000">
              <a:off x="3248645" y="4860508"/>
              <a:ext cx="0" cy="248128"/>
            </a:xfrm>
            <a:prstGeom prst="straightConnector1">
              <a:avLst/>
            </a:prstGeom>
            <a:noFill/>
            <a:ln cap="flat" cmpd="sng" w="9525">
              <a:solidFill>
                <a:schemeClr val="dk1"/>
              </a:solidFill>
              <a:prstDash val="solid"/>
              <a:round/>
              <a:headEnd len="med" w="med" type="none"/>
              <a:tailEnd len="med" w="med" type="triangle"/>
            </a:ln>
          </p:spPr>
        </p:cxnSp>
        <p:cxnSp>
          <p:nvCxnSpPr>
            <p:cNvPr id="3252" name="Google Shape;3252;p62"/>
            <p:cNvCxnSpPr/>
            <p:nvPr/>
          </p:nvCxnSpPr>
          <p:spPr>
            <a:xfrm>
              <a:off x="5018707" y="5427247"/>
              <a:ext cx="0" cy="620504"/>
            </a:xfrm>
            <a:prstGeom prst="straightConnector1">
              <a:avLst/>
            </a:prstGeom>
            <a:noFill/>
            <a:ln cap="flat" cmpd="sng" w="9525">
              <a:solidFill>
                <a:schemeClr val="dk1"/>
              </a:solidFill>
              <a:prstDash val="solid"/>
              <a:round/>
              <a:headEnd len="med" w="med" type="triangle"/>
              <a:tailEnd len="med" w="med" type="none"/>
            </a:ln>
          </p:spPr>
        </p:cxnSp>
        <p:cxnSp>
          <p:nvCxnSpPr>
            <p:cNvPr id="3253" name="Google Shape;3253;p62"/>
            <p:cNvCxnSpPr/>
            <p:nvPr/>
          </p:nvCxnSpPr>
          <p:spPr>
            <a:xfrm rot="10800000">
              <a:off x="6207745" y="5417721"/>
              <a:ext cx="4762" cy="220662"/>
            </a:xfrm>
            <a:prstGeom prst="straightConnector1">
              <a:avLst/>
            </a:prstGeom>
            <a:noFill/>
            <a:ln cap="flat" cmpd="sng" w="9525">
              <a:solidFill>
                <a:schemeClr val="dk1"/>
              </a:solidFill>
              <a:prstDash val="solid"/>
              <a:round/>
              <a:headEnd len="med" w="med" type="none"/>
              <a:tailEnd len="med" w="med" type="triangle"/>
            </a:ln>
          </p:spPr>
        </p:cxnSp>
        <p:sp>
          <p:nvSpPr>
            <p:cNvPr id="3254" name="Google Shape;3254;p62"/>
            <p:cNvSpPr txBox="1"/>
            <p:nvPr/>
          </p:nvSpPr>
          <p:spPr>
            <a:xfrm>
              <a:off x="2243136" y="4315099"/>
              <a:ext cx="393056"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2800"/>
                <a:buFont typeface="Calibri"/>
                <a:buNone/>
              </a:pPr>
              <a:r>
                <a:rPr b="0" i="0" lang="en-US" sz="2800" u="none" cap="none" strike="noStrike">
                  <a:solidFill>
                    <a:srgbClr val="0000A8"/>
                  </a:solidFill>
                  <a:latin typeface="Calibri"/>
                  <a:ea typeface="Calibri"/>
                  <a:cs typeface="Calibri"/>
                  <a:sym typeface="Calibri"/>
                </a:rPr>
                <a:t>A</a:t>
              </a:r>
              <a:endParaRPr/>
            </a:p>
          </p:txBody>
        </p:sp>
        <p:grpSp>
          <p:nvGrpSpPr>
            <p:cNvPr id="3255" name="Google Shape;3255;p62"/>
            <p:cNvGrpSpPr/>
            <p:nvPr/>
          </p:nvGrpSpPr>
          <p:grpSpPr>
            <a:xfrm>
              <a:off x="8615685" y="5148731"/>
              <a:ext cx="1616076" cy="495300"/>
              <a:chOff x="4351" y="2786"/>
              <a:chExt cx="1018" cy="312"/>
            </a:xfrm>
          </p:grpSpPr>
          <p:sp>
            <p:nvSpPr>
              <p:cNvPr id="3256" name="Google Shape;3256;p62"/>
              <p:cNvSpPr txBox="1"/>
              <p:nvPr/>
            </p:nvSpPr>
            <p:spPr>
              <a:xfrm>
                <a:off x="4352" y="2786"/>
                <a:ext cx="892" cy="1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222.222.222.222</a:t>
                </a:r>
                <a:endParaRPr/>
              </a:p>
            </p:txBody>
          </p:sp>
          <p:sp>
            <p:nvSpPr>
              <p:cNvPr id="3257" name="Google Shape;3257;p62"/>
              <p:cNvSpPr txBox="1"/>
              <p:nvPr/>
            </p:nvSpPr>
            <p:spPr>
              <a:xfrm>
                <a:off x="4351" y="2904"/>
                <a:ext cx="1018" cy="1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49-BD-D2-C7-56-2A</a:t>
                </a:r>
                <a:endParaRPr/>
              </a:p>
            </p:txBody>
          </p:sp>
        </p:grpSp>
        <p:cxnSp>
          <p:nvCxnSpPr>
            <p:cNvPr id="3258" name="Google Shape;3258;p62"/>
            <p:cNvCxnSpPr/>
            <p:nvPr/>
          </p:nvCxnSpPr>
          <p:spPr>
            <a:xfrm flipH="1" rot="10800000">
              <a:off x="8215932" y="4787483"/>
              <a:ext cx="450850" cy="317500"/>
            </a:xfrm>
            <a:prstGeom prst="straightConnector1">
              <a:avLst/>
            </a:prstGeom>
            <a:noFill/>
            <a:ln cap="flat" cmpd="sng" w="9525">
              <a:solidFill>
                <a:schemeClr val="dk1"/>
              </a:solidFill>
              <a:prstDash val="solid"/>
              <a:round/>
              <a:headEnd len="med" w="med" type="none"/>
              <a:tailEnd len="med" w="med" type="none"/>
            </a:ln>
          </p:spPr>
        </p:cxnSp>
        <p:sp>
          <p:nvSpPr>
            <p:cNvPr id="3259" name="Google Shape;3259;p62"/>
            <p:cNvSpPr txBox="1"/>
            <p:nvPr/>
          </p:nvSpPr>
          <p:spPr>
            <a:xfrm>
              <a:off x="8307272" y="6136999"/>
              <a:ext cx="141577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222.222.222.221</a:t>
              </a:r>
              <a:endParaRPr/>
            </a:p>
          </p:txBody>
        </p:sp>
        <p:sp>
          <p:nvSpPr>
            <p:cNvPr id="3260" name="Google Shape;3260;p62"/>
            <p:cNvSpPr txBox="1"/>
            <p:nvPr/>
          </p:nvSpPr>
          <p:spPr>
            <a:xfrm>
              <a:off x="8297391" y="6315866"/>
              <a:ext cx="1552284"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88-B2-2F-54-1A-0F</a:t>
              </a:r>
              <a:endParaRPr/>
            </a:p>
          </p:txBody>
        </p:sp>
        <p:cxnSp>
          <p:nvCxnSpPr>
            <p:cNvPr id="3261" name="Google Shape;3261;p62"/>
            <p:cNvCxnSpPr/>
            <p:nvPr/>
          </p:nvCxnSpPr>
          <p:spPr>
            <a:xfrm rot="10800000">
              <a:off x="8156672" y="5684421"/>
              <a:ext cx="267105" cy="200926"/>
            </a:xfrm>
            <a:prstGeom prst="straightConnector1">
              <a:avLst/>
            </a:prstGeom>
            <a:noFill/>
            <a:ln cap="flat" cmpd="sng" w="9525">
              <a:solidFill>
                <a:schemeClr val="dk1"/>
              </a:solidFill>
              <a:prstDash val="solid"/>
              <a:round/>
              <a:headEnd len="med" w="med" type="none"/>
              <a:tailEnd len="med" w="med" type="none"/>
            </a:ln>
          </p:spPr>
        </p:cxnSp>
        <p:sp>
          <p:nvSpPr>
            <p:cNvPr id="3262" name="Google Shape;3262;p62"/>
            <p:cNvSpPr/>
            <p:nvPr/>
          </p:nvSpPr>
          <p:spPr>
            <a:xfrm>
              <a:off x="7476157" y="4811296"/>
              <a:ext cx="765175" cy="1081088"/>
            </a:xfrm>
            <a:custGeom>
              <a:rect b="b" l="l" r="r" t="t"/>
              <a:pathLst>
                <a:path extrusionOk="0" h="996" w="1005">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rgbClr val="9CE0F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63" name="Google Shape;3263;p62"/>
            <p:cNvSpPr txBox="1"/>
            <p:nvPr/>
          </p:nvSpPr>
          <p:spPr>
            <a:xfrm>
              <a:off x="9407316" y="4484341"/>
              <a:ext cx="38023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2800"/>
                <a:buFont typeface="Calibri"/>
                <a:buNone/>
              </a:pPr>
              <a:r>
                <a:rPr b="0" i="0" lang="en-US" sz="2800" u="none" cap="none" strike="noStrike">
                  <a:solidFill>
                    <a:srgbClr val="0000A8"/>
                  </a:solidFill>
                  <a:latin typeface="Calibri"/>
                  <a:ea typeface="Calibri"/>
                  <a:cs typeface="Calibri"/>
                  <a:sym typeface="Calibri"/>
                </a:rPr>
                <a:t>B</a:t>
              </a:r>
              <a:endParaRPr/>
            </a:p>
          </p:txBody>
        </p:sp>
        <p:grpSp>
          <p:nvGrpSpPr>
            <p:cNvPr id="3264" name="Google Shape;3264;p62"/>
            <p:cNvGrpSpPr/>
            <p:nvPr/>
          </p:nvGrpSpPr>
          <p:grpSpPr>
            <a:xfrm>
              <a:off x="5001868" y="5038254"/>
              <a:ext cx="1310632" cy="501151"/>
              <a:chOff x="4909105" y="5767126"/>
              <a:chExt cx="1310632" cy="501151"/>
            </a:xfrm>
          </p:grpSpPr>
          <p:sp>
            <p:nvSpPr>
              <p:cNvPr id="3265" name="Google Shape;3265;p62"/>
              <p:cNvSpPr/>
              <p:nvPr/>
            </p:nvSpPr>
            <p:spPr>
              <a:xfrm rot="5400000">
                <a:off x="6024859" y="5937451"/>
                <a:ext cx="134168" cy="25558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sp>
            <p:nvSpPr>
              <p:cNvPr id="3266" name="Google Shape;3266;p62"/>
              <p:cNvSpPr/>
              <p:nvPr/>
            </p:nvSpPr>
            <p:spPr>
              <a:xfrm rot="5400000">
                <a:off x="4966501" y="5940764"/>
                <a:ext cx="140795" cy="25558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grpSp>
            <p:nvGrpSpPr>
              <p:cNvPr id="3267" name="Google Shape;3267;p62"/>
              <p:cNvGrpSpPr/>
              <p:nvPr/>
            </p:nvGrpSpPr>
            <p:grpSpPr>
              <a:xfrm>
                <a:off x="5115340" y="5767126"/>
                <a:ext cx="901147" cy="501151"/>
                <a:chOff x="7493876" y="2774731"/>
                <a:chExt cx="1481958" cy="894622"/>
              </a:xfrm>
            </p:grpSpPr>
            <p:sp>
              <p:nvSpPr>
                <p:cNvPr id="3268" name="Google Shape;3268;p6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269" name="Google Shape;3269;p6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270" name="Google Shape;3270;p62"/>
                <p:cNvGrpSpPr/>
                <p:nvPr/>
              </p:nvGrpSpPr>
              <p:grpSpPr>
                <a:xfrm>
                  <a:off x="7713663" y="2848339"/>
                  <a:ext cx="1042107" cy="425543"/>
                  <a:chOff x="7786941" y="2884917"/>
                  <a:chExt cx="897649" cy="353919"/>
                </a:xfrm>
              </p:grpSpPr>
              <p:sp>
                <p:nvSpPr>
                  <p:cNvPr id="3271" name="Google Shape;3271;p6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72" name="Google Shape;3272;p6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73" name="Google Shape;3273;p6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74" name="Google Shape;3274;p6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sp>
          <p:nvSpPr>
            <p:cNvPr id="3275" name="Google Shape;3275;p62"/>
            <p:cNvSpPr/>
            <p:nvPr/>
          </p:nvSpPr>
          <p:spPr>
            <a:xfrm rot="5400000">
              <a:off x="3161022" y="4666815"/>
              <a:ext cx="119903" cy="25558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grpSp>
          <p:nvGrpSpPr>
            <p:cNvPr id="3276" name="Google Shape;3276;p62"/>
            <p:cNvGrpSpPr/>
            <p:nvPr/>
          </p:nvGrpSpPr>
          <p:grpSpPr>
            <a:xfrm>
              <a:off x="2318687" y="4333458"/>
              <a:ext cx="936071" cy="761428"/>
              <a:chOff x="-44" y="1473"/>
              <a:chExt cx="981" cy="1105"/>
            </a:xfrm>
          </p:grpSpPr>
          <p:pic>
            <p:nvPicPr>
              <p:cNvPr descr="desktop_computer_stylized_medium" id="3277" name="Google Shape;3277;p6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278" name="Google Shape;3278;p6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279" name="Google Shape;3279;p62"/>
            <p:cNvSpPr/>
            <p:nvPr/>
          </p:nvSpPr>
          <p:spPr>
            <a:xfrm rot="5400000">
              <a:off x="3271833" y="5687855"/>
              <a:ext cx="84261" cy="194751"/>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grpSp>
          <p:nvGrpSpPr>
            <p:cNvPr id="3280" name="Google Shape;3280;p62"/>
            <p:cNvGrpSpPr/>
            <p:nvPr/>
          </p:nvGrpSpPr>
          <p:grpSpPr>
            <a:xfrm>
              <a:off x="2681426" y="5490561"/>
              <a:ext cx="639495" cy="517588"/>
              <a:chOff x="-44" y="1473"/>
              <a:chExt cx="981" cy="1105"/>
            </a:xfrm>
          </p:grpSpPr>
          <p:pic>
            <p:nvPicPr>
              <p:cNvPr descr="desktop_computer_stylized_medium" id="3281" name="Google Shape;3281;p6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282" name="Google Shape;3282;p6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sp>
          <p:nvSpPr>
            <p:cNvPr id="3283" name="Google Shape;3283;p62"/>
            <p:cNvSpPr/>
            <p:nvPr/>
          </p:nvSpPr>
          <p:spPr>
            <a:xfrm rot="5400000">
              <a:off x="8726575" y="4653061"/>
              <a:ext cx="119903" cy="25558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sp>
          <p:nvSpPr>
            <p:cNvPr id="3284" name="Google Shape;3284;p62"/>
            <p:cNvSpPr/>
            <p:nvPr/>
          </p:nvSpPr>
          <p:spPr>
            <a:xfrm rot="5400000">
              <a:off x="8496816" y="5784803"/>
              <a:ext cx="84261" cy="194751"/>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grpSp>
          <p:nvGrpSpPr>
            <p:cNvPr id="3285" name="Google Shape;3285;p62"/>
            <p:cNvGrpSpPr/>
            <p:nvPr/>
          </p:nvGrpSpPr>
          <p:grpSpPr>
            <a:xfrm>
              <a:off x="8491273" y="4391325"/>
              <a:ext cx="1009650" cy="855028"/>
              <a:chOff x="-44" y="1473"/>
              <a:chExt cx="981" cy="1105"/>
            </a:xfrm>
          </p:grpSpPr>
          <p:pic>
            <p:nvPicPr>
              <p:cNvPr descr="desktop_computer_stylized_medium" id="3286" name="Google Shape;3286;p62"/>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3287" name="Google Shape;3287;p6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288" name="Google Shape;3288;p62"/>
            <p:cNvGrpSpPr/>
            <p:nvPr/>
          </p:nvGrpSpPr>
          <p:grpSpPr>
            <a:xfrm>
              <a:off x="8343615" y="5618570"/>
              <a:ext cx="711200" cy="601028"/>
              <a:chOff x="-44" y="1473"/>
              <a:chExt cx="981" cy="1105"/>
            </a:xfrm>
          </p:grpSpPr>
          <p:pic>
            <p:nvPicPr>
              <p:cNvPr descr="desktop_computer_stylized_medium" id="3289" name="Google Shape;3289;p62"/>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3290" name="Google Shape;3290;p6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cxnSp>
          <p:nvCxnSpPr>
            <p:cNvPr id="3291" name="Google Shape;3291;p62"/>
            <p:cNvCxnSpPr/>
            <p:nvPr/>
          </p:nvCxnSpPr>
          <p:spPr>
            <a:xfrm rot="10800000">
              <a:off x="8669292" y="4874844"/>
              <a:ext cx="0" cy="445971"/>
            </a:xfrm>
            <a:prstGeom prst="straightConnector1">
              <a:avLst/>
            </a:prstGeom>
            <a:noFill/>
            <a:ln cap="flat" cmpd="sng" w="12700">
              <a:solidFill>
                <a:schemeClr val="dk1"/>
              </a:solidFill>
              <a:prstDash val="solid"/>
              <a:miter lim="800000"/>
              <a:headEnd len="sm" w="sm" type="none"/>
              <a:tailEnd len="med" w="med" type="triangle"/>
            </a:ln>
          </p:spPr>
        </p:cxnSp>
        <p:cxnSp>
          <p:nvCxnSpPr>
            <p:cNvPr id="3292" name="Google Shape;3292;p62"/>
            <p:cNvCxnSpPr/>
            <p:nvPr/>
          </p:nvCxnSpPr>
          <p:spPr>
            <a:xfrm rot="10800000">
              <a:off x="8447023" y="5943807"/>
              <a:ext cx="0" cy="241632"/>
            </a:xfrm>
            <a:prstGeom prst="straightConnector1">
              <a:avLst/>
            </a:prstGeom>
            <a:noFill/>
            <a:ln cap="flat" cmpd="sng" w="12700">
              <a:solidFill>
                <a:schemeClr val="dk1"/>
              </a:solidFill>
              <a:prstDash val="solid"/>
              <a:miter lim="800000"/>
              <a:headEnd len="sm" w="sm" type="none"/>
              <a:tailEnd len="med" w="med" type="triangle"/>
            </a:ln>
          </p:spPr>
        </p:cxnSp>
      </p:grpSp>
      <p:grpSp>
        <p:nvGrpSpPr>
          <p:cNvPr id="3293" name="Google Shape;3293;p62"/>
          <p:cNvGrpSpPr/>
          <p:nvPr/>
        </p:nvGrpSpPr>
        <p:grpSpPr>
          <a:xfrm>
            <a:off x="1793938" y="3017352"/>
            <a:ext cx="976312" cy="1460500"/>
            <a:chOff x="337" y="1692"/>
            <a:chExt cx="615" cy="920"/>
          </a:xfrm>
        </p:grpSpPr>
        <p:sp>
          <p:nvSpPr>
            <p:cNvPr id="3294" name="Google Shape;3294;p62"/>
            <p:cNvSpPr/>
            <p:nvPr/>
          </p:nvSpPr>
          <p:spPr>
            <a:xfrm>
              <a:off x="348" y="1709"/>
              <a:ext cx="604" cy="903"/>
            </a:xfrm>
            <a:custGeom>
              <a:rect b="b" l="l" r="r" t="t"/>
              <a:pathLst>
                <a:path extrusionOk="0" h="10000" w="10000">
                  <a:moveTo>
                    <a:pt x="8212" y="0"/>
                  </a:moveTo>
                  <a:lnTo>
                    <a:pt x="10000" y="10000"/>
                  </a:lnTo>
                  <a:lnTo>
                    <a:pt x="0" y="8726"/>
                  </a:lnTo>
                  <a:lnTo>
                    <a:pt x="8195" y="8786"/>
                  </a:lnTo>
                  <a:cubicBezTo>
                    <a:pt x="8201" y="5857"/>
                    <a:pt x="8206" y="2929"/>
                    <a:pt x="8212" y="0"/>
                  </a:cubicBezTo>
                  <a:close/>
                </a:path>
              </a:pathLst>
            </a:custGeom>
            <a:gradFill>
              <a:gsLst>
                <a:gs pos="0">
                  <a:srgbClr val="7F7F7F"/>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295" name="Google Shape;3295;p62"/>
            <p:cNvSpPr/>
            <p:nvPr/>
          </p:nvSpPr>
          <p:spPr>
            <a:xfrm>
              <a:off x="344" y="1711"/>
              <a:ext cx="493" cy="790"/>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296" name="Google Shape;3296;p62"/>
            <p:cNvSpPr txBox="1"/>
            <p:nvPr/>
          </p:nvSpPr>
          <p:spPr>
            <a:xfrm>
              <a:off x="426" y="1692"/>
              <a:ext cx="309" cy="83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Comic Sans MS"/>
                <a:buNone/>
              </a:pPr>
              <a:r>
                <a:t/>
              </a:r>
              <a:endParaRPr b="0"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Comic Sans MS"/>
                <a:buNone/>
              </a:pPr>
              <a:r>
                <a:t/>
              </a:r>
              <a:endParaRPr b="0"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IP</a:t>
              </a:r>
              <a:endParaRPr/>
            </a:p>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Eth</a:t>
              </a:r>
              <a:endParaRPr/>
            </a:p>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Phy</a:t>
              </a:r>
              <a:endParaRPr/>
            </a:p>
          </p:txBody>
        </p:sp>
        <p:cxnSp>
          <p:nvCxnSpPr>
            <p:cNvPr id="3297" name="Google Shape;3297;p62"/>
            <p:cNvCxnSpPr/>
            <p:nvPr/>
          </p:nvCxnSpPr>
          <p:spPr>
            <a:xfrm>
              <a:off x="346" y="1868"/>
              <a:ext cx="489" cy="0"/>
            </a:xfrm>
            <a:prstGeom prst="straightConnector1">
              <a:avLst/>
            </a:prstGeom>
            <a:noFill/>
            <a:ln cap="flat" cmpd="sng" w="9525">
              <a:solidFill>
                <a:srgbClr val="000000"/>
              </a:solidFill>
              <a:prstDash val="solid"/>
              <a:round/>
              <a:headEnd len="med" w="med" type="none"/>
              <a:tailEnd len="med" w="med" type="none"/>
            </a:ln>
          </p:spPr>
        </p:cxnSp>
        <p:cxnSp>
          <p:nvCxnSpPr>
            <p:cNvPr id="3298" name="Google Shape;3298;p62"/>
            <p:cNvCxnSpPr/>
            <p:nvPr/>
          </p:nvCxnSpPr>
          <p:spPr>
            <a:xfrm>
              <a:off x="343" y="2027"/>
              <a:ext cx="489" cy="0"/>
            </a:xfrm>
            <a:prstGeom prst="straightConnector1">
              <a:avLst/>
            </a:prstGeom>
            <a:noFill/>
            <a:ln cap="flat" cmpd="sng" w="9525">
              <a:solidFill>
                <a:srgbClr val="000000"/>
              </a:solidFill>
              <a:prstDash val="solid"/>
              <a:round/>
              <a:headEnd len="med" w="med" type="none"/>
              <a:tailEnd len="med" w="med" type="none"/>
            </a:ln>
          </p:spPr>
        </p:cxnSp>
        <p:cxnSp>
          <p:nvCxnSpPr>
            <p:cNvPr id="3299" name="Google Shape;3299;p62"/>
            <p:cNvCxnSpPr/>
            <p:nvPr/>
          </p:nvCxnSpPr>
          <p:spPr>
            <a:xfrm>
              <a:off x="340" y="2186"/>
              <a:ext cx="489" cy="0"/>
            </a:xfrm>
            <a:prstGeom prst="straightConnector1">
              <a:avLst/>
            </a:prstGeom>
            <a:noFill/>
            <a:ln cap="flat" cmpd="sng" w="9525">
              <a:solidFill>
                <a:srgbClr val="000000"/>
              </a:solidFill>
              <a:prstDash val="solid"/>
              <a:round/>
              <a:headEnd len="med" w="med" type="none"/>
              <a:tailEnd len="med" w="med" type="none"/>
            </a:ln>
          </p:spPr>
        </p:cxnSp>
        <p:cxnSp>
          <p:nvCxnSpPr>
            <p:cNvPr id="3300" name="Google Shape;3300;p62"/>
            <p:cNvCxnSpPr/>
            <p:nvPr/>
          </p:nvCxnSpPr>
          <p:spPr>
            <a:xfrm>
              <a:off x="337" y="2345"/>
              <a:ext cx="489" cy="0"/>
            </a:xfrm>
            <a:prstGeom prst="straightConnector1">
              <a:avLst/>
            </a:prstGeom>
            <a:noFill/>
            <a:ln cap="flat" cmpd="sng" w="9525">
              <a:solidFill>
                <a:srgbClr val="000000"/>
              </a:solidFill>
              <a:prstDash val="solid"/>
              <a:round/>
              <a:headEnd len="med" w="med" type="none"/>
              <a:tailEnd len="med" w="med" type="none"/>
            </a:ln>
          </p:spPr>
        </p:cxnSp>
      </p:grpSp>
      <p:sp>
        <p:nvSpPr>
          <p:cNvPr id="3301" name="Google Shape;3301;p62"/>
          <p:cNvSpPr/>
          <p:nvPr/>
        </p:nvSpPr>
        <p:spPr>
          <a:xfrm>
            <a:off x="1276283" y="1283047"/>
            <a:ext cx="7772400" cy="479425"/>
          </a:xfrm>
          <a:prstGeom prst="rect">
            <a:avLst/>
          </a:prstGeom>
          <a:noFill/>
          <a:ln>
            <a:noFill/>
          </a:ln>
        </p:spPr>
        <p:txBody>
          <a:bodyPr anchorCtr="0" anchor="t" bIns="45700" lIns="91425" spcFirstLastPara="1" rIns="91425" wrap="square" tIns="45700">
            <a:noAutofit/>
          </a:bodyPr>
          <a:lstStyle/>
          <a:p>
            <a:pPr indent="-231775" lvl="0" marL="231775" marR="0" rtl="0" algn="l">
              <a:lnSpc>
                <a:spcPct val="85000"/>
              </a:lnSpc>
              <a:spcBef>
                <a:spcPts val="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frame sent from A to R</a:t>
            </a:r>
            <a:endParaRPr/>
          </a:p>
        </p:txBody>
      </p:sp>
      <p:grpSp>
        <p:nvGrpSpPr>
          <p:cNvPr id="3302" name="Google Shape;3302;p62"/>
          <p:cNvGrpSpPr/>
          <p:nvPr/>
        </p:nvGrpSpPr>
        <p:grpSpPr>
          <a:xfrm>
            <a:off x="5329167" y="3001010"/>
            <a:ext cx="836613" cy="2081213"/>
            <a:chOff x="2838" y="1545"/>
            <a:chExt cx="527" cy="1311"/>
          </a:xfrm>
        </p:grpSpPr>
        <p:sp>
          <p:nvSpPr>
            <p:cNvPr id="3303" name="Google Shape;3303;p62"/>
            <p:cNvSpPr/>
            <p:nvPr/>
          </p:nvSpPr>
          <p:spPr>
            <a:xfrm>
              <a:off x="2838" y="2342"/>
              <a:ext cx="527" cy="514"/>
            </a:xfrm>
            <a:custGeom>
              <a:rect b="b" l="l" r="r" t="t"/>
              <a:pathLst>
                <a:path extrusionOk="0" h="10000" w="9982">
                  <a:moveTo>
                    <a:pt x="9982" y="428"/>
                  </a:moveTo>
                  <a:cubicBezTo>
                    <a:pt x="6708" y="5645"/>
                    <a:pt x="7799" y="6805"/>
                    <a:pt x="6708" y="9994"/>
                  </a:cubicBezTo>
                  <a:cubicBezTo>
                    <a:pt x="4852" y="10080"/>
                    <a:pt x="3414" y="9311"/>
                    <a:pt x="0" y="9825"/>
                  </a:cubicBezTo>
                  <a:cubicBezTo>
                    <a:pt x="1461" y="5697"/>
                    <a:pt x="1365" y="4235"/>
                    <a:pt x="957" y="0"/>
                  </a:cubicBezTo>
                  <a:lnTo>
                    <a:pt x="9982" y="428"/>
                  </a:lnTo>
                  <a:close/>
                </a:path>
              </a:pathLst>
            </a:custGeom>
            <a:gradFill>
              <a:gsLst>
                <a:gs pos="0">
                  <a:srgbClr val="BFBFBF"/>
                </a:gs>
                <a:gs pos="100000">
                  <a:srgbClr val="FFFFFF">
                    <a:alpha val="71764"/>
                  </a:srgbClr>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304" name="Google Shape;3304;p62"/>
            <p:cNvSpPr/>
            <p:nvPr/>
          </p:nvSpPr>
          <p:spPr>
            <a:xfrm>
              <a:off x="2872" y="1877"/>
              <a:ext cx="493" cy="477"/>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305" name="Google Shape;3305;p62"/>
            <p:cNvSpPr txBox="1"/>
            <p:nvPr/>
          </p:nvSpPr>
          <p:spPr>
            <a:xfrm>
              <a:off x="2941" y="1545"/>
              <a:ext cx="336" cy="82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Comic Sans MS"/>
                <a:buNone/>
              </a:pPr>
              <a:r>
                <a:t/>
              </a:r>
              <a:endParaRPr b="0"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Comic Sans MS"/>
                <a:buNone/>
              </a:pPr>
              <a:r>
                <a:t/>
              </a:r>
              <a:endParaRPr b="0"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Eth</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Phy</a:t>
              </a:r>
              <a:endParaRPr/>
            </a:p>
          </p:txBody>
        </p:sp>
        <p:cxnSp>
          <p:nvCxnSpPr>
            <p:cNvPr id="3306" name="Google Shape;3306;p62"/>
            <p:cNvCxnSpPr/>
            <p:nvPr/>
          </p:nvCxnSpPr>
          <p:spPr>
            <a:xfrm>
              <a:off x="2868" y="2039"/>
              <a:ext cx="489" cy="0"/>
            </a:xfrm>
            <a:prstGeom prst="straightConnector1">
              <a:avLst/>
            </a:prstGeom>
            <a:noFill/>
            <a:ln cap="flat" cmpd="sng" w="9525">
              <a:solidFill>
                <a:srgbClr val="000000"/>
              </a:solidFill>
              <a:prstDash val="solid"/>
              <a:round/>
              <a:headEnd len="med" w="med" type="none"/>
              <a:tailEnd len="med" w="med" type="none"/>
            </a:ln>
          </p:spPr>
        </p:cxnSp>
        <p:cxnSp>
          <p:nvCxnSpPr>
            <p:cNvPr id="3307" name="Google Shape;3307;p62"/>
            <p:cNvCxnSpPr/>
            <p:nvPr/>
          </p:nvCxnSpPr>
          <p:spPr>
            <a:xfrm>
              <a:off x="2865" y="2198"/>
              <a:ext cx="489" cy="0"/>
            </a:xfrm>
            <a:prstGeom prst="straightConnector1">
              <a:avLst/>
            </a:prstGeom>
            <a:noFill/>
            <a:ln cap="flat" cmpd="sng" w="9525">
              <a:solidFill>
                <a:srgbClr val="000000"/>
              </a:solidFill>
              <a:prstDash val="solid"/>
              <a:round/>
              <a:headEnd len="med" w="med" type="none"/>
              <a:tailEnd len="med" w="med" type="none"/>
            </a:ln>
          </p:spPr>
        </p:cxnSp>
      </p:grpSp>
      <p:sp>
        <p:nvSpPr>
          <p:cNvPr id="3308" name="Google Shape;3308;p62"/>
          <p:cNvSpPr/>
          <p:nvPr/>
        </p:nvSpPr>
        <p:spPr>
          <a:xfrm>
            <a:off x="1266206" y="1744664"/>
            <a:ext cx="7772400" cy="479425"/>
          </a:xfrm>
          <a:prstGeom prst="rect">
            <a:avLst/>
          </a:prstGeom>
          <a:noFill/>
          <a:ln>
            <a:noFill/>
          </a:ln>
        </p:spPr>
        <p:txBody>
          <a:bodyPr anchorCtr="0" anchor="t" bIns="45700" lIns="91425" spcFirstLastPara="1" rIns="91425" wrap="square" tIns="45700">
            <a:noAutofit/>
          </a:bodyPr>
          <a:lstStyle/>
          <a:p>
            <a:pPr indent="-231775" lvl="0" marL="231775" marR="0" rtl="0" algn="l">
              <a:lnSpc>
                <a:spcPct val="85000"/>
              </a:lnSpc>
              <a:spcBef>
                <a:spcPts val="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frame received at R, datagram removed, passed up to IP</a:t>
            </a:r>
            <a:endParaRPr/>
          </a:p>
        </p:txBody>
      </p:sp>
      <p:grpSp>
        <p:nvGrpSpPr>
          <p:cNvPr id="3309" name="Google Shape;3309;p62"/>
          <p:cNvGrpSpPr/>
          <p:nvPr/>
        </p:nvGrpSpPr>
        <p:grpSpPr>
          <a:xfrm>
            <a:off x="2617650" y="2562774"/>
            <a:ext cx="2443162" cy="1519238"/>
            <a:chOff x="931" y="1414"/>
            <a:chExt cx="1539" cy="957"/>
          </a:xfrm>
        </p:grpSpPr>
        <p:sp>
          <p:nvSpPr>
            <p:cNvPr id="3310" name="Google Shape;3310;p62"/>
            <p:cNvSpPr txBox="1"/>
            <p:nvPr/>
          </p:nvSpPr>
          <p:spPr>
            <a:xfrm>
              <a:off x="931" y="1414"/>
              <a:ext cx="1539"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MAC src: 74-29-9C-E8-FF-55</a:t>
              </a:r>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   MAC dest: E6-E9-00-17-BB-4B</a:t>
              </a:r>
              <a:endParaRPr/>
            </a:p>
          </p:txBody>
        </p:sp>
        <p:grpSp>
          <p:nvGrpSpPr>
            <p:cNvPr id="3311" name="Google Shape;3311;p62"/>
            <p:cNvGrpSpPr/>
            <p:nvPr/>
          </p:nvGrpSpPr>
          <p:grpSpPr>
            <a:xfrm>
              <a:off x="981" y="2182"/>
              <a:ext cx="1049" cy="189"/>
              <a:chOff x="2829" y="2040"/>
              <a:chExt cx="1049" cy="189"/>
            </a:xfrm>
          </p:grpSpPr>
          <p:sp>
            <p:nvSpPr>
              <p:cNvPr id="3312" name="Google Shape;3312;p62"/>
              <p:cNvSpPr/>
              <p:nvPr/>
            </p:nvSpPr>
            <p:spPr>
              <a:xfrm>
                <a:off x="2829" y="2042"/>
                <a:ext cx="1049" cy="185"/>
              </a:xfrm>
              <a:prstGeom prst="rect">
                <a:avLst/>
              </a:prstGeom>
              <a:solidFill>
                <a:srgbClr val="0000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313" name="Google Shape;3313;p62"/>
              <p:cNvSpPr/>
              <p:nvPr/>
            </p:nvSpPr>
            <p:spPr>
              <a:xfrm>
                <a:off x="3078" y="2060"/>
                <a:ext cx="691" cy="153"/>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3314" name="Google Shape;3314;p62"/>
              <p:cNvCxnSpPr/>
              <p:nvPr/>
            </p:nvCxnSpPr>
            <p:spPr>
              <a:xfrm>
                <a:off x="3180" y="2063"/>
                <a:ext cx="0" cy="152"/>
              </a:xfrm>
              <a:prstGeom prst="straightConnector1">
                <a:avLst/>
              </a:prstGeom>
              <a:noFill/>
              <a:ln cap="flat" cmpd="sng" w="19050">
                <a:solidFill>
                  <a:srgbClr val="FFFFFF"/>
                </a:solidFill>
                <a:prstDash val="solid"/>
                <a:round/>
                <a:headEnd len="med" w="med" type="none"/>
                <a:tailEnd len="med" w="med" type="none"/>
              </a:ln>
            </p:spPr>
          </p:cxnSp>
          <p:cxnSp>
            <p:nvCxnSpPr>
              <p:cNvPr id="3315" name="Google Shape;3315;p62"/>
              <p:cNvCxnSpPr/>
              <p:nvPr/>
            </p:nvCxnSpPr>
            <p:spPr>
              <a:xfrm>
                <a:off x="3276" y="2063"/>
                <a:ext cx="0" cy="152"/>
              </a:xfrm>
              <a:prstGeom prst="straightConnector1">
                <a:avLst/>
              </a:prstGeom>
              <a:noFill/>
              <a:ln cap="flat" cmpd="sng" w="19050">
                <a:solidFill>
                  <a:srgbClr val="FFFFFF"/>
                </a:solidFill>
                <a:prstDash val="solid"/>
                <a:round/>
                <a:headEnd len="med" w="med" type="none"/>
                <a:tailEnd len="med" w="med" type="none"/>
              </a:ln>
            </p:spPr>
          </p:cxnSp>
          <p:cxnSp>
            <p:nvCxnSpPr>
              <p:cNvPr id="3316" name="Google Shape;3316;p62"/>
              <p:cNvCxnSpPr/>
              <p:nvPr/>
            </p:nvCxnSpPr>
            <p:spPr>
              <a:xfrm>
                <a:off x="2910" y="2040"/>
                <a:ext cx="0" cy="189"/>
              </a:xfrm>
              <a:prstGeom prst="straightConnector1">
                <a:avLst/>
              </a:prstGeom>
              <a:noFill/>
              <a:ln cap="flat" cmpd="sng" w="19050">
                <a:solidFill>
                  <a:srgbClr val="FFFFFF"/>
                </a:solidFill>
                <a:prstDash val="solid"/>
                <a:round/>
                <a:headEnd len="med" w="med" type="none"/>
                <a:tailEnd len="med" w="med" type="none"/>
              </a:ln>
            </p:spPr>
          </p:cxnSp>
          <p:cxnSp>
            <p:nvCxnSpPr>
              <p:cNvPr id="3317" name="Google Shape;3317;p62"/>
              <p:cNvCxnSpPr/>
              <p:nvPr/>
            </p:nvCxnSpPr>
            <p:spPr>
              <a:xfrm>
                <a:off x="3006" y="2040"/>
                <a:ext cx="0" cy="189"/>
              </a:xfrm>
              <a:prstGeom prst="straightConnector1">
                <a:avLst/>
              </a:prstGeom>
              <a:noFill/>
              <a:ln cap="flat" cmpd="sng" w="19050">
                <a:solidFill>
                  <a:srgbClr val="FFFFFF"/>
                </a:solidFill>
                <a:prstDash val="solid"/>
                <a:round/>
                <a:headEnd len="med" w="med" type="none"/>
                <a:tailEnd len="med" w="med" type="none"/>
              </a:ln>
            </p:spPr>
          </p:cxnSp>
        </p:grpSp>
        <p:cxnSp>
          <p:nvCxnSpPr>
            <p:cNvPr id="3318" name="Google Shape;3318;p62"/>
            <p:cNvCxnSpPr/>
            <p:nvPr/>
          </p:nvCxnSpPr>
          <p:spPr>
            <a:xfrm flipH="1" rot="10800000">
              <a:off x="1018" y="1576"/>
              <a:ext cx="2" cy="702"/>
            </a:xfrm>
            <a:prstGeom prst="straightConnector1">
              <a:avLst/>
            </a:prstGeom>
            <a:noFill/>
            <a:ln cap="flat" cmpd="sng" w="9525">
              <a:solidFill>
                <a:srgbClr val="000000"/>
              </a:solidFill>
              <a:prstDash val="solid"/>
              <a:round/>
              <a:headEnd len="med" w="med" type="triangle"/>
              <a:tailEnd len="med" w="med" type="none"/>
            </a:ln>
          </p:spPr>
        </p:cxnSp>
        <p:cxnSp>
          <p:nvCxnSpPr>
            <p:cNvPr id="3319" name="Google Shape;3319;p62"/>
            <p:cNvCxnSpPr/>
            <p:nvPr/>
          </p:nvCxnSpPr>
          <p:spPr>
            <a:xfrm rot="10800000">
              <a:off x="1106" y="1680"/>
              <a:ext cx="0" cy="598"/>
            </a:xfrm>
            <a:prstGeom prst="straightConnector1">
              <a:avLst/>
            </a:prstGeom>
            <a:noFill/>
            <a:ln cap="flat" cmpd="sng" w="9525">
              <a:solidFill>
                <a:srgbClr val="000000"/>
              </a:solidFill>
              <a:prstDash val="solid"/>
              <a:round/>
              <a:headEnd len="med" w="med" type="triangle"/>
              <a:tailEnd len="med" w="med" type="none"/>
            </a:ln>
          </p:spPr>
        </p:cxnSp>
        <p:cxnSp>
          <p:nvCxnSpPr>
            <p:cNvPr id="3320" name="Google Shape;3320;p62"/>
            <p:cNvCxnSpPr/>
            <p:nvPr/>
          </p:nvCxnSpPr>
          <p:spPr>
            <a:xfrm rot="10800000">
              <a:off x="1276" y="1812"/>
              <a:ext cx="2" cy="470"/>
            </a:xfrm>
            <a:prstGeom prst="straightConnector1">
              <a:avLst/>
            </a:prstGeom>
            <a:noFill/>
            <a:ln cap="flat" cmpd="sng" w="9525">
              <a:solidFill>
                <a:srgbClr val="000000"/>
              </a:solidFill>
              <a:prstDash val="solid"/>
              <a:round/>
              <a:headEnd len="med" w="med" type="triangle"/>
              <a:tailEnd len="med" w="med" type="none"/>
            </a:ln>
          </p:spPr>
        </p:cxnSp>
        <p:cxnSp>
          <p:nvCxnSpPr>
            <p:cNvPr id="3321" name="Google Shape;3321;p62"/>
            <p:cNvCxnSpPr/>
            <p:nvPr/>
          </p:nvCxnSpPr>
          <p:spPr>
            <a:xfrm>
              <a:off x="1368" y="1924"/>
              <a:ext cx="2" cy="358"/>
            </a:xfrm>
            <a:prstGeom prst="straightConnector1">
              <a:avLst/>
            </a:prstGeom>
            <a:noFill/>
            <a:ln cap="flat" cmpd="sng" w="9525">
              <a:solidFill>
                <a:srgbClr val="000000"/>
              </a:solidFill>
              <a:prstDash val="solid"/>
              <a:round/>
              <a:headEnd len="med" w="med" type="none"/>
              <a:tailEnd len="med" w="med" type="triangle"/>
            </a:ln>
          </p:spPr>
        </p:cxnSp>
        <p:sp>
          <p:nvSpPr>
            <p:cNvPr id="3322" name="Google Shape;3322;p62"/>
            <p:cNvSpPr txBox="1"/>
            <p:nvPr/>
          </p:nvSpPr>
          <p:spPr>
            <a:xfrm>
              <a:off x="1193" y="1665"/>
              <a:ext cx="1267"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IP src: 111.111.111.111</a:t>
              </a:r>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   IP dest: 222.222.222.222</a:t>
              </a:r>
              <a:endParaRPr/>
            </a:p>
          </p:txBody>
        </p:sp>
      </p:grpSp>
      <p:grpSp>
        <p:nvGrpSpPr>
          <p:cNvPr id="3323" name="Google Shape;3323;p62"/>
          <p:cNvGrpSpPr/>
          <p:nvPr/>
        </p:nvGrpSpPr>
        <p:grpSpPr>
          <a:xfrm>
            <a:off x="4185539" y="3526195"/>
            <a:ext cx="1096962" cy="244475"/>
            <a:chOff x="1231" y="1990"/>
            <a:chExt cx="691" cy="154"/>
          </a:xfrm>
        </p:grpSpPr>
        <p:sp>
          <p:nvSpPr>
            <p:cNvPr id="3324" name="Google Shape;3324;p62"/>
            <p:cNvSpPr/>
            <p:nvPr/>
          </p:nvSpPr>
          <p:spPr>
            <a:xfrm>
              <a:off x="1231" y="1991"/>
              <a:ext cx="691" cy="153"/>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3325" name="Google Shape;3325;p62"/>
            <p:cNvCxnSpPr/>
            <p:nvPr/>
          </p:nvCxnSpPr>
          <p:spPr>
            <a:xfrm>
              <a:off x="1337" y="1990"/>
              <a:ext cx="0" cy="152"/>
            </a:xfrm>
            <a:prstGeom prst="straightConnector1">
              <a:avLst/>
            </a:prstGeom>
            <a:noFill/>
            <a:ln cap="flat" cmpd="sng" w="19050">
              <a:solidFill>
                <a:srgbClr val="FFFFFF"/>
              </a:solidFill>
              <a:prstDash val="solid"/>
              <a:round/>
              <a:headEnd len="med" w="med" type="none"/>
              <a:tailEnd len="med" w="med" type="none"/>
            </a:ln>
          </p:spPr>
        </p:cxnSp>
        <p:cxnSp>
          <p:nvCxnSpPr>
            <p:cNvPr id="3326" name="Google Shape;3326;p62"/>
            <p:cNvCxnSpPr/>
            <p:nvPr/>
          </p:nvCxnSpPr>
          <p:spPr>
            <a:xfrm>
              <a:off x="1427" y="1992"/>
              <a:ext cx="0" cy="152"/>
            </a:xfrm>
            <a:prstGeom prst="straightConnector1">
              <a:avLst/>
            </a:prstGeom>
            <a:noFill/>
            <a:ln cap="flat" cmpd="sng" w="19050">
              <a:solidFill>
                <a:srgbClr val="FFFFFF"/>
              </a:solidFill>
              <a:prstDash val="solid"/>
              <a:round/>
              <a:headEnd len="med" w="med" type="none"/>
              <a:tailEnd len="med" w="med" type="none"/>
            </a:ln>
          </p:spPr>
        </p:cxnSp>
      </p:grpSp>
      <p:grpSp>
        <p:nvGrpSpPr>
          <p:cNvPr id="3327" name="Google Shape;3327;p62"/>
          <p:cNvGrpSpPr/>
          <p:nvPr/>
        </p:nvGrpSpPr>
        <p:grpSpPr>
          <a:xfrm>
            <a:off x="4139501" y="2695932"/>
            <a:ext cx="2011363" cy="979488"/>
            <a:chOff x="4493" y="1480"/>
            <a:chExt cx="1267" cy="617"/>
          </a:xfrm>
        </p:grpSpPr>
        <p:cxnSp>
          <p:nvCxnSpPr>
            <p:cNvPr id="3328" name="Google Shape;3328;p62"/>
            <p:cNvCxnSpPr/>
            <p:nvPr/>
          </p:nvCxnSpPr>
          <p:spPr>
            <a:xfrm rot="10800000">
              <a:off x="4576" y="1627"/>
              <a:ext cx="2" cy="470"/>
            </a:xfrm>
            <a:prstGeom prst="straightConnector1">
              <a:avLst/>
            </a:prstGeom>
            <a:noFill/>
            <a:ln cap="flat" cmpd="sng" w="9525">
              <a:solidFill>
                <a:srgbClr val="000000"/>
              </a:solidFill>
              <a:prstDash val="solid"/>
              <a:round/>
              <a:headEnd len="med" w="med" type="triangle"/>
              <a:tailEnd len="med" w="med" type="none"/>
            </a:ln>
          </p:spPr>
        </p:cxnSp>
        <p:cxnSp>
          <p:nvCxnSpPr>
            <p:cNvPr id="3329" name="Google Shape;3329;p62"/>
            <p:cNvCxnSpPr/>
            <p:nvPr/>
          </p:nvCxnSpPr>
          <p:spPr>
            <a:xfrm>
              <a:off x="4668" y="1739"/>
              <a:ext cx="2" cy="358"/>
            </a:xfrm>
            <a:prstGeom prst="straightConnector1">
              <a:avLst/>
            </a:prstGeom>
            <a:noFill/>
            <a:ln cap="flat" cmpd="sng" w="9525">
              <a:solidFill>
                <a:srgbClr val="000000"/>
              </a:solidFill>
              <a:prstDash val="solid"/>
              <a:round/>
              <a:headEnd len="med" w="med" type="none"/>
              <a:tailEnd len="med" w="med" type="triangle"/>
            </a:ln>
          </p:spPr>
        </p:cxnSp>
        <p:sp>
          <p:nvSpPr>
            <p:cNvPr id="3330" name="Google Shape;3330;p62"/>
            <p:cNvSpPr txBox="1"/>
            <p:nvPr/>
          </p:nvSpPr>
          <p:spPr>
            <a:xfrm>
              <a:off x="4493" y="1480"/>
              <a:ext cx="1267"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IP src: 111.111.111.111</a:t>
              </a:r>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   IP dest: 222.222.222.222</a:t>
              </a:r>
              <a:endParaRPr/>
            </a:p>
          </p:txBody>
        </p:sp>
      </p:gr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302"/>
                                        </p:tgtEl>
                                        <p:attrNameLst>
                                          <p:attrName>style.visibility</p:attrName>
                                        </p:attrNameLst>
                                      </p:cBhvr>
                                      <p:to>
                                        <p:strVal val="visible"/>
                                      </p:to>
                                    </p:set>
                                    <p:animEffect filter="fade" transition="in">
                                      <p:cBhvr>
                                        <p:cTn dur="1000"/>
                                        <p:tgtEl>
                                          <p:spTgt spid="3302"/>
                                        </p:tgtEl>
                                      </p:cBhvr>
                                    </p:animEffect>
                                  </p:childTnLst>
                                </p:cTn>
                              </p:par>
                            </p:childTnLst>
                          </p:cTn>
                        </p:par>
                        <p:par>
                          <p:cTn fill="hold">
                            <p:stCondLst>
                              <p:cond delay="1000"/>
                            </p:stCondLst>
                            <p:childTnLst>
                              <p:par>
                                <p:cTn fill="hold" nodeType="afterEffect" presetClass="entr" presetID="1" presetSubtype="0">
                                  <p:stCondLst>
                                    <p:cond delay="0"/>
                                  </p:stCondLst>
                                  <p:childTnLst>
                                    <p:set>
                                      <p:cBhvr>
                                        <p:cTn dur="1" fill="hold">
                                          <p:stCondLst>
                                            <p:cond delay="0"/>
                                          </p:stCondLst>
                                        </p:cTn>
                                        <p:tgtEl>
                                          <p:spTgt spid="3308"/>
                                        </p:tgtEl>
                                        <p:attrNameLst>
                                          <p:attrName>style.visibility</p:attrName>
                                        </p:attrNameLst>
                                      </p:cBhvr>
                                      <p:to>
                                        <p:strVal val="visible"/>
                                      </p:to>
                                    </p:set>
                                  </p:childTnLst>
                                </p:cTn>
                              </p:par>
                              <p:par>
                                <p:cTn fill="hold" nodeType="withEffect" presetClass="exit" presetID="10" presetSubtype="0">
                                  <p:stCondLst>
                                    <p:cond delay="0"/>
                                  </p:stCondLst>
                                  <p:childTnLst>
                                    <p:animEffect filter="fade" transition="out">
                                      <p:cBhvr>
                                        <p:cTn dur="500"/>
                                        <p:tgtEl>
                                          <p:spTgt spid="3309"/>
                                        </p:tgtEl>
                                      </p:cBhvr>
                                    </p:animEffect>
                                    <p:set>
                                      <p:cBhvr>
                                        <p:cTn dur="1" fill="hold">
                                          <p:stCondLst>
                                            <p:cond delay="500"/>
                                          </p:stCondLst>
                                        </p:cTn>
                                        <p:tgtEl>
                                          <p:spTgt spid="330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23"/>
                                        </p:tgtEl>
                                        <p:attrNameLst>
                                          <p:attrName>style.visibility</p:attrName>
                                        </p:attrNameLst>
                                      </p:cBhvr>
                                      <p:to>
                                        <p:strVal val="visible"/>
                                      </p:to>
                                    </p:set>
                                    <p:animEffect filter="fade" transition="in">
                                      <p:cBhvr>
                                        <p:cTn dur="500"/>
                                        <p:tgtEl>
                                          <p:spTgt spid="3323"/>
                                        </p:tgtEl>
                                      </p:cBhvr>
                                    </p:animEffect>
                                  </p:childTnLst>
                                </p:cTn>
                              </p:par>
                              <p:par>
                                <p:cTn fill="hold" nodeType="withEffect" presetClass="entr" presetID="10" presetSubtype="0">
                                  <p:stCondLst>
                                    <p:cond delay="0"/>
                                  </p:stCondLst>
                                  <p:childTnLst>
                                    <p:set>
                                      <p:cBhvr>
                                        <p:cTn dur="1" fill="hold">
                                          <p:stCondLst>
                                            <p:cond delay="0"/>
                                          </p:stCondLst>
                                        </p:cTn>
                                        <p:tgtEl>
                                          <p:spTgt spid="3327"/>
                                        </p:tgtEl>
                                        <p:attrNameLst>
                                          <p:attrName>style.visibility</p:attrName>
                                        </p:attrNameLst>
                                      </p:cBhvr>
                                      <p:to>
                                        <p:strVal val="visible"/>
                                      </p:to>
                                    </p:set>
                                    <p:animEffect filter="fade" transition="in">
                                      <p:cBhvr>
                                        <p:cTn dur="500"/>
                                        <p:tgtEl>
                                          <p:spTgt spid="33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5" name="Shape 3335"/>
        <p:cNvGrpSpPr/>
        <p:nvPr/>
      </p:nvGrpSpPr>
      <p:grpSpPr>
        <a:xfrm>
          <a:off x="0" y="0"/>
          <a:ext cx="0" cy="0"/>
          <a:chOff x="0" y="0"/>
          <a:chExt cx="0" cy="0"/>
        </a:xfrm>
      </p:grpSpPr>
      <p:sp>
        <p:nvSpPr>
          <p:cNvPr id="3336" name="Google Shape;3336;p63"/>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99"/>
              </a:buClr>
              <a:buSzPts val="4400"/>
              <a:buFont typeface="Calibri"/>
              <a:buNone/>
            </a:pPr>
            <a:r>
              <a:rPr b="0" lang="en-US">
                <a:solidFill>
                  <a:srgbClr val="000099"/>
                </a:solidFill>
                <a:latin typeface="Calibri"/>
                <a:ea typeface="Calibri"/>
                <a:cs typeface="Calibri"/>
                <a:sym typeface="Calibri"/>
              </a:rPr>
              <a:t>Routing to another subnet: addressing</a:t>
            </a:r>
            <a:endParaRPr b="0" sz="4400">
              <a:latin typeface="Calibri"/>
              <a:ea typeface="Calibri"/>
              <a:cs typeface="Calibri"/>
              <a:sym typeface="Calibri"/>
            </a:endParaRPr>
          </a:p>
        </p:txBody>
      </p:sp>
      <p:sp>
        <p:nvSpPr>
          <p:cNvPr id="3337" name="Google Shape;3337;p6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Link Layer: 6-</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cxnSp>
        <p:nvCxnSpPr>
          <p:cNvPr id="3338" name="Google Shape;3338;p63"/>
          <p:cNvCxnSpPr/>
          <p:nvPr/>
        </p:nvCxnSpPr>
        <p:spPr>
          <a:xfrm>
            <a:off x="4293702" y="5340624"/>
            <a:ext cx="3233531" cy="0"/>
          </a:xfrm>
          <a:prstGeom prst="straightConnector1">
            <a:avLst/>
          </a:prstGeom>
          <a:noFill/>
          <a:ln cap="flat" cmpd="sng" w="15875">
            <a:solidFill>
              <a:schemeClr val="dk1"/>
            </a:solidFill>
            <a:prstDash val="solid"/>
            <a:miter lim="800000"/>
            <a:headEnd len="sm" w="sm" type="none"/>
            <a:tailEnd len="sm" w="sm" type="none"/>
          </a:ln>
        </p:spPr>
      </p:cxnSp>
      <p:sp>
        <p:nvSpPr>
          <p:cNvPr id="3339" name="Google Shape;3339;p63"/>
          <p:cNvSpPr txBox="1"/>
          <p:nvPr/>
        </p:nvSpPr>
        <p:spPr>
          <a:xfrm>
            <a:off x="5496545" y="4606786"/>
            <a:ext cx="38023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2800"/>
              <a:buFont typeface="Calibri"/>
              <a:buNone/>
            </a:pPr>
            <a:r>
              <a:rPr b="0" i="0" lang="en-US" sz="2800" u="none" cap="none" strike="noStrike">
                <a:solidFill>
                  <a:srgbClr val="0000A8"/>
                </a:solidFill>
                <a:latin typeface="Calibri"/>
                <a:ea typeface="Calibri"/>
                <a:cs typeface="Calibri"/>
                <a:sym typeface="Calibri"/>
              </a:rPr>
              <a:t>R</a:t>
            </a:r>
            <a:endParaRPr b="0" i="0" sz="2000" u="none" cap="none" strike="noStrike">
              <a:solidFill>
                <a:srgbClr val="0000A8"/>
              </a:solidFill>
              <a:latin typeface="Calibri"/>
              <a:ea typeface="Calibri"/>
              <a:cs typeface="Calibri"/>
              <a:sym typeface="Calibri"/>
            </a:endParaRPr>
          </a:p>
        </p:txBody>
      </p:sp>
      <p:sp>
        <p:nvSpPr>
          <p:cNvPr id="3340" name="Google Shape;3340;p63"/>
          <p:cNvSpPr txBox="1"/>
          <p:nvPr/>
        </p:nvSpPr>
        <p:spPr>
          <a:xfrm>
            <a:off x="5140945" y="5749508"/>
            <a:ext cx="158594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1A-23-F9-CD-06-9B</a:t>
            </a:r>
            <a:endParaRPr/>
          </a:p>
        </p:txBody>
      </p:sp>
      <p:sp>
        <p:nvSpPr>
          <p:cNvPr id="3341" name="Google Shape;3341;p63"/>
          <p:cNvSpPr txBox="1"/>
          <p:nvPr/>
        </p:nvSpPr>
        <p:spPr>
          <a:xfrm>
            <a:off x="5288582" y="5576471"/>
            <a:ext cx="141577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222.222.222.220</a:t>
            </a:r>
            <a:endParaRPr/>
          </a:p>
        </p:txBody>
      </p:sp>
      <p:grpSp>
        <p:nvGrpSpPr>
          <p:cNvPr id="3342" name="Google Shape;3342;p63"/>
          <p:cNvGrpSpPr/>
          <p:nvPr/>
        </p:nvGrpSpPr>
        <p:grpSpPr>
          <a:xfrm>
            <a:off x="3992226" y="6027746"/>
            <a:ext cx="1573213" cy="482601"/>
            <a:chOff x="1934" y="2405"/>
            <a:chExt cx="991" cy="304"/>
          </a:xfrm>
        </p:grpSpPr>
        <p:sp>
          <p:nvSpPr>
            <p:cNvPr id="3343" name="Google Shape;3343;p63"/>
            <p:cNvSpPr txBox="1"/>
            <p:nvPr/>
          </p:nvSpPr>
          <p:spPr>
            <a:xfrm>
              <a:off x="1934" y="2405"/>
              <a:ext cx="892" cy="1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111.111.111.110</a:t>
              </a:r>
              <a:endParaRPr/>
            </a:p>
          </p:txBody>
        </p:sp>
        <p:sp>
          <p:nvSpPr>
            <p:cNvPr id="3344" name="Google Shape;3344;p63"/>
            <p:cNvSpPr txBox="1"/>
            <p:nvPr/>
          </p:nvSpPr>
          <p:spPr>
            <a:xfrm>
              <a:off x="1938" y="2515"/>
              <a:ext cx="987" cy="1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E6-E9-00-17-BB-4B</a:t>
              </a:r>
              <a:endParaRPr/>
            </a:p>
          </p:txBody>
        </p:sp>
      </p:grpSp>
      <p:sp>
        <p:nvSpPr>
          <p:cNvPr id="3345" name="Google Shape;3345;p63"/>
          <p:cNvSpPr txBox="1"/>
          <p:nvPr/>
        </p:nvSpPr>
        <p:spPr>
          <a:xfrm>
            <a:off x="1983382" y="6174597"/>
            <a:ext cx="163461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CC-49-DE-D0-AB-7D</a:t>
            </a:r>
            <a:endParaRPr/>
          </a:p>
        </p:txBody>
      </p:sp>
      <p:sp>
        <p:nvSpPr>
          <p:cNvPr id="3346" name="Google Shape;3346;p63"/>
          <p:cNvSpPr txBox="1"/>
          <p:nvPr/>
        </p:nvSpPr>
        <p:spPr>
          <a:xfrm>
            <a:off x="2183407" y="5985684"/>
            <a:ext cx="141577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111.111.111.112</a:t>
            </a:r>
            <a:endParaRPr/>
          </a:p>
        </p:txBody>
      </p:sp>
      <p:sp>
        <p:nvSpPr>
          <p:cNvPr id="3347" name="Google Shape;3347;p63"/>
          <p:cNvSpPr txBox="1"/>
          <p:nvPr/>
        </p:nvSpPr>
        <p:spPr>
          <a:xfrm>
            <a:off x="1901438" y="5007006"/>
            <a:ext cx="141577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111.111.111.111</a:t>
            </a:r>
            <a:endParaRPr/>
          </a:p>
        </p:txBody>
      </p:sp>
      <p:sp>
        <p:nvSpPr>
          <p:cNvPr id="3348" name="Google Shape;3348;p63"/>
          <p:cNvSpPr txBox="1"/>
          <p:nvPr/>
        </p:nvSpPr>
        <p:spPr>
          <a:xfrm>
            <a:off x="1799535" y="5196273"/>
            <a:ext cx="1535998"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74-29-9C-E8-FF-55</a:t>
            </a:r>
            <a:endParaRPr/>
          </a:p>
        </p:txBody>
      </p:sp>
      <p:sp>
        <p:nvSpPr>
          <p:cNvPr id="3349" name="Google Shape;3349;p63"/>
          <p:cNvSpPr/>
          <p:nvPr/>
        </p:nvSpPr>
        <p:spPr>
          <a:xfrm>
            <a:off x="3637582" y="4808121"/>
            <a:ext cx="839788" cy="1069975"/>
          </a:xfrm>
          <a:custGeom>
            <a:rect b="b" l="l" r="r" t="t"/>
            <a:pathLst>
              <a:path extrusionOk="0" h="996" w="1005">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rgbClr val="9CE0F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3350" name="Google Shape;3350;p63"/>
          <p:cNvCxnSpPr/>
          <p:nvPr/>
        </p:nvCxnSpPr>
        <p:spPr>
          <a:xfrm>
            <a:off x="3334370" y="4787483"/>
            <a:ext cx="438150" cy="230188"/>
          </a:xfrm>
          <a:prstGeom prst="straightConnector1">
            <a:avLst/>
          </a:prstGeom>
          <a:noFill/>
          <a:ln cap="flat" cmpd="sng" w="9525">
            <a:solidFill>
              <a:schemeClr val="dk1"/>
            </a:solidFill>
            <a:prstDash val="solid"/>
            <a:round/>
            <a:headEnd len="med" w="med" type="none"/>
            <a:tailEnd len="med" w="med" type="none"/>
          </a:ln>
        </p:spPr>
      </p:cxnSp>
      <p:cxnSp>
        <p:nvCxnSpPr>
          <p:cNvPr id="3351" name="Google Shape;3351;p63"/>
          <p:cNvCxnSpPr/>
          <p:nvPr/>
        </p:nvCxnSpPr>
        <p:spPr>
          <a:xfrm flipH="1" rot="10800000">
            <a:off x="3406935" y="5732045"/>
            <a:ext cx="283036" cy="54447"/>
          </a:xfrm>
          <a:prstGeom prst="straightConnector1">
            <a:avLst/>
          </a:prstGeom>
          <a:noFill/>
          <a:ln cap="flat" cmpd="sng" w="9525">
            <a:solidFill>
              <a:schemeClr val="dk1"/>
            </a:solidFill>
            <a:prstDash val="solid"/>
            <a:round/>
            <a:headEnd len="med" w="med" type="none"/>
            <a:tailEnd len="med" w="med" type="none"/>
          </a:ln>
        </p:spPr>
      </p:cxnSp>
      <p:cxnSp>
        <p:nvCxnSpPr>
          <p:cNvPr id="3352" name="Google Shape;3352;p63"/>
          <p:cNvCxnSpPr/>
          <p:nvPr/>
        </p:nvCxnSpPr>
        <p:spPr>
          <a:xfrm rot="10800000">
            <a:off x="3342282" y="5842809"/>
            <a:ext cx="0" cy="163513"/>
          </a:xfrm>
          <a:prstGeom prst="straightConnector1">
            <a:avLst/>
          </a:prstGeom>
          <a:noFill/>
          <a:ln cap="flat" cmpd="sng" w="9525">
            <a:solidFill>
              <a:schemeClr val="dk1"/>
            </a:solidFill>
            <a:prstDash val="solid"/>
            <a:round/>
            <a:headEnd len="med" w="med" type="none"/>
            <a:tailEnd len="med" w="med" type="triangle"/>
          </a:ln>
        </p:spPr>
      </p:cxnSp>
      <p:cxnSp>
        <p:nvCxnSpPr>
          <p:cNvPr id="3353" name="Google Shape;3353;p63"/>
          <p:cNvCxnSpPr/>
          <p:nvPr/>
        </p:nvCxnSpPr>
        <p:spPr>
          <a:xfrm rot="10800000">
            <a:off x="3248645" y="4860508"/>
            <a:ext cx="0" cy="248128"/>
          </a:xfrm>
          <a:prstGeom prst="straightConnector1">
            <a:avLst/>
          </a:prstGeom>
          <a:noFill/>
          <a:ln cap="flat" cmpd="sng" w="9525">
            <a:solidFill>
              <a:schemeClr val="dk1"/>
            </a:solidFill>
            <a:prstDash val="solid"/>
            <a:round/>
            <a:headEnd len="med" w="med" type="none"/>
            <a:tailEnd len="med" w="med" type="triangle"/>
          </a:ln>
        </p:spPr>
      </p:cxnSp>
      <p:cxnSp>
        <p:nvCxnSpPr>
          <p:cNvPr id="3354" name="Google Shape;3354;p63"/>
          <p:cNvCxnSpPr/>
          <p:nvPr/>
        </p:nvCxnSpPr>
        <p:spPr>
          <a:xfrm>
            <a:off x="5018707" y="5427247"/>
            <a:ext cx="0" cy="620504"/>
          </a:xfrm>
          <a:prstGeom prst="straightConnector1">
            <a:avLst/>
          </a:prstGeom>
          <a:noFill/>
          <a:ln cap="flat" cmpd="sng" w="9525">
            <a:solidFill>
              <a:schemeClr val="dk1"/>
            </a:solidFill>
            <a:prstDash val="solid"/>
            <a:round/>
            <a:headEnd len="med" w="med" type="triangle"/>
            <a:tailEnd len="med" w="med" type="none"/>
          </a:ln>
        </p:spPr>
      </p:cxnSp>
      <p:cxnSp>
        <p:nvCxnSpPr>
          <p:cNvPr id="3355" name="Google Shape;3355;p63"/>
          <p:cNvCxnSpPr/>
          <p:nvPr/>
        </p:nvCxnSpPr>
        <p:spPr>
          <a:xfrm rot="10800000">
            <a:off x="6207745" y="5417721"/>
            <a:ext cx="4762" cy="220662"/>
          </a:xfrm>
          <a:prstGeom prst="straightConnector1">
            <a:avLst/>
          </a:prstGeom>
          <a:noFill/>
          <a:ln cap="flat" cmpd="sng" w="9525">
            <a:solidFill>
              <a:schemeClr val="dk1"/>
            </a:solidFill>
            <a:prstDash val="solid"/>
            <a:round/>
            <a:headEnd len="med" w="med" type="none"/>
            <a:tailEnd len="med" w="med" type="triangle"/>
          </a:ln>
        </p:spPr>
      </p:cxnSp>
      <p:sp>
        <p:nvSpPr>
          <p:cNvPr id="3356" name="Google Shape;3356;p63"/>
          <p:cNvSpPr txBox="1"/>
          <p:nvPr/>
        </p:nvSpPr>
        <p:spPr>
          <a:xfrm>
            <a:off x="2243136" y="4315099"/>
            <a:ext cx="393056"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2800"/>
              <a:buFont typeface="Calibri"/>
              <a:buNone/>
            </a:pPr>
            <a:r>
              <a:rPr b="0" i="0" lang="en-US" sz="2800" u="none" cap="none" strike="noStrike">
                <a:solidFill>
                  <a:srgbClr val="0000A8"/>
                </a:solidFill>
                <a:latin typeface="Calibri"/>
                <a:ea typeface="Calibri"/>
                <a:cs typeface="Calibri"/>
                <a:sym typeface="Calibri"/>
              </a:rPr>
              <a:t>A</a:t>
            </a:r>
            <a:endParaRPr/>
          </a:p>
        </p:txBody>
      </p:sp>
      <p:grpSp>
        <p:nvGrpSpPr>
          <p:cNvPr id="3357" name="Google Shape;3357;p63"/>
          <p:cNvGrpSpPr/>
          <p:nvPr/>
        </p:nvGrpSpPr>
        <p:grpSpPr>
          <a:xfrm>
            <a:off x="8615685" y="5148731"/>
            <a:ext cx="1616076" cy="495300"/>
            <a:chOff x="4351" y="2786"/>
            <a:chExt cx="1018" cy="312"/>
          </a:xfrm>
        </p:grpSpPr>
        <p:sp>
          <p:nvSpPr>
            <p:cNvPr id="3358" name="Google Shape;3358;p63"/>
            <p:cNvSpPr txBox="1"/>
            <p:nvPr/>
          </p:nvSpPr>
          <p:spPr>
            <a:xfrm>
              <a:off x="4352" y="2786"/>
              <a:ext cx="892" cy="1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222.222.222.222</a:t>
              </a:r>
              <a:endParaRPr/>
            </a:p>
          </p:txBody>
        </p:sp>
        <p:sp>
          <p:nvSpPr>
            <p:cNvPr id="3359" name="Google Shape;3359;p63"/>
            <p:cNvSpPr txBox="1"/>
            <p:nvPr/>
          </p:nvSpPr>
          <p:spPr>
            <a:xfrm>
              <a:off x="4351" y="2904"/>
              <a:ext cx="1018" cy="1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49-BD-D2-C7-56-2A</a:t>
              </a:r>
              <a:endParaRPr/>
            </a:p>
          </p:txBody>
        </p:sp>
      </p:grpSp>
      <p:cxnSp>
        <p:nvCxnSpPr>
          <p:cNvPr id="3360" name="Google Shape;3360;p63"/>
          <p:cNvCxnSpPr/>
          <p:nvPr/>
        </p:nvCxnSpPr>
        <p:spPr>
          <a:xfrm flipH="1" rot="10800000">
            <a:off x="8215932" y="4787483"/>
            <a:ext cx="450850" cy="317500"/>
          </a:xfrm>
          <a:prstGeom prst="straightConnector1">
            <a:avLst/>
          </a:prstGeom>
          <a:noFill/>
          <a:ln cap="flat" cmpd="sng" w="9525">
            <a:solidFill>
              <a:schemeClr val="dk1"/>
            </a:solidFill>
            <a:prstDash val="solid"/>
            <a:round/>
            <a:headEnd len="med" w="med" type="none"/>
            <a:tailEnd len="med" w="med" type="none"/>
          </a:ln>
        </p:spPr>
      </p:cxnSp>
      <p:sp>
        <p:nvSpPr>
          <p:cNvPr id="3361" name="Google Shape;3361;p63"/>
          <p:cNvSpPr txBox="1"/>
          <p:nvPr/>
        </p:nvSpPr>
        <p:spPr>
          <a:xfrm>
            <a:off x="8307272" y="6136999"/>
            <a:ext cx="141577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222.222.222.221</a:t>
            </a:r>
            <a:endParaRPr/>
          </a:p>
        </p:txBody>
      </p:sp>
      <p:sp>
        <p:nvSpPr>
          <p:cNvPr id="3362" name="Google Shape;3362;p63"/>
          <p:cNvSpPr txBox="1"/>
          <p:nvPr/>
        </p:nvSpPr>
        <p:spPr>
          <a:xfrm>
            <a:off x="8297391" y="6315866"/>
            <a:ext cx="1552284"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88-B2-2F-54-1A-0F</a:t>
            </a:r>
            <a:endParaRPr/>
          </a:p>
        </p:txBody>
      </p:sp>
      <p:cxnSp>
        <p:nvCxnSpPr>
          <p:cNvPr id="3363" name="Google Shape;3363;p63"/>
          <p:cNvCxnSpPr/>
          <p:nvPr/>
        </p:nvCxnSpPr>
        <p:spPr>
          <a:xfrm rot="10800000">
            <a:off x="8156672" y="5684421"/>
            <a:ext cx="267105" cy="200926"/>
          </a:xfrm>
          <a:prstGeom prst="straightConnector1">
            <a:avLst/>
          </a:prstGeom>
          <a:noFill/>
          <a:ln cap="flat" cmpd="sng" w="9525">
            <a:solidFill>
              <a:schemeClr val="dk1"/>
            </a:solidFill>
            <a:prstDash val="solid"/>
            <a:round/>
            <a:headEnd len="med" w="med" type="none"/>
            <a:tailEnd len="med" w="med" type="none"/>
          </a:ln>
        </p:spPr>
      </p:cxnSp>
      <p:sp>
        <p:nvSpPr>
          <p:cNvPr id="3364" name="Google Shape;3364;p63"/>
          <p:cNvSpPr/>
          <p:nvPr/>
        </p:nvSpPr>
        <p:spPr>
          <a:xfrm>
            <a:off x="7476157" y="4811296"/>
            <a:ext cx="765175" cy="1081088"/>
          </a:xfrm>
          <a:custGeom>
            <a:rect b="b" l="l" r="r" t="t"/>
            <a:pathLst>
              <a:path extrusionOk="0" h="996" w="1005">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rgbClr val="9CE0F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365" name="Google Shape;3365;p63"/>
          <p:cNvSpPr txBox="1"/>
          <p:nvPr/>
        </p:nvSpPr>
        <p:spPr>
          <a:xfrm>
            <a:off x="9407316" y="4484341"/>
            <a:ext cx="38023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2800"/>
              <a:buFont typeface="Calibri"/>
              <a:buNone/>
            </a:pPr>
            <a:r>
              <a:rPr b="0" i="0" lang="en-US" sz="2800" u="none" cap="none" strike="noStrike">
                <a:solidFill>
                  <a:srgbClr val="0000A8"/>
                </a:solidFill>
                <a:latin typeface="Calibri"/>
                <a:ea typeface="Calibri"/>
                <a:cs typeface="Calibri"/>
                <a:sym typeface="Calibri"/>
              </a:rPr>
              <a:t>B</a:t>
            </a:r>
            <a:endParaRPr/>
          </a:p>
        </p:txBody>
      </p:sp>
      <p:grpSp>
        <p:nvGrpSpPr>
          <p:cNvPr id="3366" name="Google Shape;3366;p63"/>
          <p:cNvGrpSpPr/>
          <p:nvPr/>
        </p:nvGrpSpPr>
        <p:grpSpPr>
          <a:xfrm>
            <a:off x="5001868" y="5038254"/>
            <a:ext cx="1310632" cy="501151"/>
            <a:chOff x="4909105" y="5767126"/>
            <a:chExt cx="1310632" cy="501151"/>
          </a:xfrm>
        </p:grpSpPr>
        <p:sp>
          <p:nvSpPr>
            <p:cNvPr id="3367" name="Google Shape;3367;p63"/>
            <p:cNvSpPr/>
            <p:nvPr/>
          </p:nvSpPr>
          <p:spPr>
            <a:xfrm rot="5400000">
              <a:off x="6024859" y="5937451"/>
              <a:ext cx="134168" cy="25558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sp>
          <p:nvSpPr>
            <p:cNvPr id="3368" name="Google Shape;3368;p63"/>
            <p:cNvSpPr/>
            <p:nvPr/>
          </p:nvSpPr>
          <p:spPr>
            <a:xfrm rot="5400000">
              <a:off x="4966501" y="5940764"/>
              <a:ext cx="140795" cy="25558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grpSp>
          <p:nvGrpSpPr>
            <p:cNvPr id="3369" name="Google Shape;3369;p63"/>
            <p:cNvGrpSpPr/>
            <p:nvPr/>
          </p:nvGrpSpPr>
          <p:grpSpPr>
            <a:xfrm>
              <a:off x="5115340" y="5767126"/>
              <a:ext cx="901147" cy="501151"/>
              <a:chOff x="7493876" y="2774731"/>
              <a:chExt cx="1481958" cy="894622"/>
            </a:xfrm>
          </p:grpSpPr>
          <p:sp>
            <p:nvSpPr>
              <p:cNvPr id="3370" name="Google Shape;3370;p6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371" name="Google Shape;3371;p6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372" name="Google Shape;3372;p63"/>
              <p:cNvGrpSpPr/>
              <p:nvPr/>
            </p:nvGrpSpPr>
            <p:grpSpPr>
              <a:xfrm>
                <a:off x="7713663" y="2848339"/>
                <a:ext cx="1042107" cy="425543"/>
                <a:chOff x="7786941" y="2884917"/>
                <a:chExt cx="897649" cy="353919"/>
              </a:xfrm>
            </p:grpSpPr>
            <p:sp>
              <p:nvSpPr>
                <p:cNvPr id="3373" name="Google Shape;3373;p6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74" name="Google Shape;3374;p6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75" name="Google Shape;3375;p6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76" name="Google Shape;3376;p6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sp>
        <p:nvSpPr>
          <p:cNvPr id="3377" name="Google Shape;3377;p63"/>
          <p:cNvSpPr/>
          <p:nvPr/>
        </p:nvSpPr>
        <p:spPr>
          <a:xfrm rot="5400000">
            <a:off x="3161022" y="4666815"/>
            <a:ext cx="119903" cy="25558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grpSp>
        <p:nvGrpSpPr>
          <p:cNvPr id="3378" name="Google Shape;3378;p63"/>
          <p:cNvGrpSpPr/>
          <p:nvPr/>
        </p:nvGrpSpPr>
        <p:grpSpPr>
          <a:xfrm>
            <a:off x="2318687" y="4333458"/>
            <a:ext cx="936071" cy="761428"/>
            <a:chOff x="-44" y="1473"/>
            <a:chExt cx="981" cy="1105"/>
          </a:xfrm>
        </p:grpSpPr>
        <p:pic>
          <p:nvPicPr>
            <p:cNvPr descr="desktop_computer_stylized_medium" id="3379" name="Google Shape;3379;p6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380" name="Google Shape;3380;p6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381" name="Google Shape;3381;p63"/>
          <p:cNvSpPr/>
          <p:nvPr/>
        </p:nvSpPr>
        <p:spPr>
          <a:xfrm rot="5400000">
            <a:off x="3271833" y="5687855"/>
            <a:ext cx="84261" cy="194751"/>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grpSp>
        <p:nvGrpSpPr>
          <p:cNvPr id="3382" name="Google Shape;3382;p63"/>
          <p:cNvGrpSpPr/>
          <p:nvPr/>
        </p:nvGrpSpPr>
        <p:grpSpPr>
          <a:xfrm>
            <a:off x="2681426" y="5490561"/>
            <a:ext cx="639495" cy="517588"/>
            <a:chOff x="-44" y="1473"/>
            <a:chExt cx="981" cy="1105"/>
          </a:xfrm>
        </p:grpSpPr>
        <p:pic>
          <p:nvPicPr>
            <p:cNvPr descr="desktop_computer_stylized_medium" id="3383" name="Google Shape;3383;p6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384" name="Google Shape;3384;p6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sp>
        <p:nvSpPr>
          <p:cNvPr id="3385" name="Google Shape;3385;p63"/>
          <p:cNvSpPr/>
          <p:nvPr/>
        </p:nvSpPr>
        <p:spPr>
          <a:xfrm rot="5400000">
            <a:off x="8726575" y="4653061"/>
            <a:ext cx="119903" cy="25558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sp>
        <p:nvSpPr>
          <p:cNvPr id="3386" name="Google Shape;3386;p63"/>
          <p:cNvSpPr/>
          <p:nvPr/>
        </p:nvSpPr>
        <p:spPr>
          <a:xfrm rot="5400000">
            <a:off x="8496816" y="5784803"/>
            <a:ext cx="84261" cy="194751"/>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grpSp>
        <p:nvGrpSpPr>
          <p:cNvPr id="3387" name="Google Shape;3387;p63"/>
          <p:cNvGrpSpPr/>
          <p:nvPr/>
        </p:nvGrpSpPr>
        <p:grpSpPr>
          <a:xfrm>
            <a:off x="8343615" y="5618570"/>
            <a:ext cx="711200" cy="601028"/>
            <a:chOff x="-44" y="1473"/>
            <a:chExt cx="981" cy="1105"/>
          </a:xfrm>
        </p:grpSpPr>
        <p:pic>
          <p:nvPicPr>
            <p:cNvPr descr="desktop_computer_stylized_medium" id="3388" name="Google Shape;3388;p63"/>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3389" name="Google Shape;3389;p6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cxnSp>
        <p:nvCxnSpPr>
          <p:cNvPr id="3390" name="Google Shape;3390;p63"/>
          <p:cNvCxnSpPr/>
          <p:nvPr/>
        </p:nvCxnSpPr>
        <p:spPr>
          <a:xfrm rot="10800000">
            <a:off x="8669292" y="4874844"/>
            <a:ext cx="0" cy="445971"/>
          </a:xfrm>
          <a:prstGeom prst="straightConnector1">
            <a:avLst/>
          </a:prstGeom>
          <a:noFill/>
          <a:ln cap="flat" cmpd="sng" w="12700">
            <a:solidFill>
              <a:schemeClr val="dk1"/>
            </a:solidFill>
            <a:prstDash val="solid"/>
            <a:miter lim="800000"/>
            <a:headEnd len="sm" w="sm" type="none"/>
            <a:tailEnd len="med" w="med" type="triangle"/>
          </a:ln>
        </p:spPr>
      </p:cxnSp>
      <p:cxnSp>
        <p:nvCxnSpPr>
          <p:cNvPr id="3391" name="Google Shape;3391;p63"/>
          <p:cNvCxnSpPr/>
          <p:nvPr/>
        </p:nvCxnSpPr>
        <p:spPr>
          <a:xfrm rot="10800000">
            <a:off x="8447023" y="5943807"/>
            <a:ext cx="0" cy="241632"/>
          </a:xfrm>
          <a:prstGeom prst="straightConnector1">
            <a:avLst/>
          </a:prstGeom>
          <a:noFill/>
          <a:ln cap="flat" cmpd="sng" w="12700">
            <a:solidFill>
              <a:schemeClr val="dk1"/>
            </a:solidFill>
            <a:prstDash val="solid"/>
            <a:miter lim="800000"/>
            <a:headEnd len="sm" w="sm" type="none"/>
            <a:tailEnd len="med" w="med" type="triangle"/>
          </a:ln>
        </p:spPr>
      </p:cxnSp>
      <p:sp>
        <p:nvSpPr>
          <p:cNvPr id="3392" name="Google Shape;3392;p63"/>
          <p:cNvSpPr/>
          <p:nvPr/>
        </p:nvSpPr>
        <p:spPr>
          <a:xfrm>
            <a:off x="7008951" y="3383377"/>
            <a:ext cx="314325" cy="792162"/>
          </a:xfrm>
          <a:prstGeom prst="downArrow">
            <a:avLst>
              <a:gd fmla="val 50000" name="adj1"/>
              <a:gd fmla="val 63005" name="adj2"/>
            </a:avLst>
          </a:prstGeom>
          <a:gradFill>
            <a:gsLst>
              <a:gs pos="0">
                <a:srgbClr val="FFFFFF"/>
              </a:gs>
              <a:gs pos="100000">
                <a:srgbClr val="FF0000"/>
              </a:gs>
            </a:gsLst>
            <a:lin ang="5400000" scaled="0"/>
          </a:gra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3393" name="Google Shape;3393;p63"/>
          <p:cNvGrpSpPr/>
          <p:nvPr/>
        </p:nvGrpSpPr>
        <p:grpSpPr>
          <a:xfrm>
            <a:off x="6569213" y="3456402"/>
            <a:ext cx="1096963" cy="244475"/>
            <a:chOff x="1231" y="1990"/>
            <a:chExt cx="691" cy="154"/>
          </a:xfrm>
        </p:grpSpPr>
        <p:sp>
          <p:nvSpPr>
            <p:cNvPr id="3394" name="Google Shape;3394;p63"/>
            <p:cNvSpPr/>
            <p:nvPr/>
          </p:nvSpPr>
          <p:spPr>
            <a:xfrm>
              <a:off x="1231" y="1991"/>
              <a:ext cx="691" cy="153"/>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3395" name="Google Shape;3395;p63"/>
            <p:cNvCxnSpPr/>
            <p:nvPr/>
          </p:nvCxnSpPr>
          <p:spPr>
            <a:xfrm>
              <a:off x="1337" y="1990"/>
              <a:ext cx="0" cy="152"/>
            </a:xfrm>
            <a:prstGeom prst="straightConnector1">
              <a:avLst/>
            </a:prstGeom>
            <a:noFill/>
            <a:ln cap="flat" cmpd="sng" w="19050">
              <a:solidFill>
                <a:srgbClr val="FFFFFF"/>
              </a:solidFill>
              <a:prstDash val="solid"/>
              <a:round/>
              <a:headEnd len="med" w="med" type="none"/>
              <a:tailEnd len="med" w="med" type="none"/>
            </a:ln>
          </p:spPr>
        </p:cxnSp>
        <p:cxnSp>
          <p:nvCxnSpPr>
            <p:cNvPr id="3396" name="Google Shape;3396;p63"/>
            <p:cNvCxnSpPr/>
            <p:nvPr/>
          </p:nvCxnSpPr>
          <p:spPr>
            <a:xfrm>
              <a:off x="1427" y="1992"/>
              <a:ext cx="0" cy="152"/>
            </a:xfrm>
            <a:prstGeom prst="straightConnector1">
              <a:avLst/>
            </a:prstGeom>
            <a:noFill/>
            <a:ln cap="flat" cmpd="sng" w="19050">
              <a:solidFill>
                <a:srgbClr val="FFFFFF"/>
              </a:solidFill>
              <a:prstDash val="solid"/>
              <a:round/>
              <a:headEnd len="med" w="med" type="none"/>
              <a:tailEnd len="med" w="med" type="none"/>
            </a:ln>
          </p:spPr>
        </p:cxnSp>
      </p:grpSp>
      <p:sp>
        <p:nvSpPr>
          <p:cNvPr id="3397" name="Google Shape;3397;p63"/>
          <p:cNvSpPr txBox="1"/>
          <p:nvPr/>
        </p:nvSpPr>
        <p:spPr>
          <a:xfrm>
            <a:off x="6515238" y="2940464"/>
            <a:ext cx="2011363"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IP src: 111.111.111.111</a:t>
            </a:r>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   IP dest: 222.222.222.222</a:t>
            </a:r>
            <a:endParaRPr/>
          </a:p>
        </p:txBody>
      </p:sp>
      <p:grpSp>
        <p:nvGrpSpPr>
          <p:cNvPr id="3398" name="Google Shape;3398;p63"/>
          <p:cNvGrpSpPr/>
          <p:nvPr/>
        </p:nvGrpSpPr>
        <p:grpSpPr>
          <a:xfrm>
            <a:off x="6639063" y="3191289"/>
            <a:ext cx="146050" cy="385763"/>
            <a:chOff x="1272" y="1762"/>
            <a:chExt cx="92" cy="243"/>
          </a:xfrm>
        </p:grpSpPr>
        <p:cxnSp>
          <p:nvCxnSpPr>
            <p:cNvPr id="3399" name="Google Shape;3399;p63"/>
            <p:cNvCxnSpPr/>
            <p:nvPr/>
          </p:nvCxnSpPr>
          <p:spPr>
            <a:xfrm>
              <a:off x="1272" y="1762"/>
              <a:ext cx="0" cy="243"/>
            </a:xfrm>
            <a:prstGeom prst="straightConnector1">
              <a:avLst/>
            </a:prstGeom>
            <a:noFill/>
            <a:ln cap="flat" cmpd="sng" w="9525">
              <a:solidFill>
                <a:srgbClr val="000000"/>
              </a:solidFill>
              <a:prstDash val="solid"/>
              <a:round/>
              <a:headEnd len="med" w="med" type="none"/>
              <a:tailEnd len="med" w="med" type="triangle"/>
            </a:ln>
          </p:spPr>
        </p:cxnSp>
        <p:cxnSp>
          <p:nvCxnSpPr>
            <p:cNvPr id="3400" name="Google Shape;3400;p63"/>
            <p:cNvCxnSpPr/>
            <p:nvPr/>
          </p:nvCxnSpPr>
          <p:spPr>
            <a:xfrm>
              <a:off x="1364" y="1878"/>
              <a:ext cx="0" cy="126"/>
            </a:xfrm>
            <a:prstGeom prst="straightConnector1">
              <a:avLst/>
            </a:prstGeom>
            <a:noFill/>
            <a:ln cap="flat" cmpd="sng" w="9525">
              <a:solidFill>
                <a:srgbClr val="000000"/>
              </a:solidFill>
              <a:prstDash val="solid"/>
              <a:round/>
              <a:headEnd len="med" w="med" type="none"/>
              <a:tailEnd len="med" w="med" type="triangle"/>
            </a:ln>
          </p:spPr>
        </p:cxnSp>
      </p:grpSp>
      <p:grpSp>
        <p:nvGrpSpPr>
          <p:cNvPr id="3401" name="Google Shape;3401;p63"/>
          <p:cNvGrpSpPr/>
          <p:nvPr/>
        </p:nvGrpSpPr>
        <p:grpSpPr>
          <a:xfrm>
            <a:off x="6089788" y="2532477"/>
            <a:ext cx="2428876" cy="1519237"/>
            <a:chOff x="931" y="1414"/>
            <a:chExt cx="1530" cy="957"/>
          </a:xfrm>
        </p:grpSpPr>
        <p:sp>
          <p:nvSpPr>
            <p:cNvPr id="3402" name="Google Shape;3402;p63"/>
            <p:cNvSpPr txBox="1"/>
            <p:nvPr/>
          </p:nvSpPr>
          <p:spPr>
            <a:xfrm>
              <a:off x="931" y="1414"/>
              <a:ext cx="1530" cy="4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MAC src: </a:t>
              </a:r>
              <a:r>
                <a:rPr b="0" i="0" lang="en-US" sz="1200" u="none" cap="none" strike="noStrike">
                  <a:solidFill>
                    <a:srgbClr val="FF0000"/>
                  </a:solidFill>
                  <a:latin typeface="Arial"/>
                  <a:ea typeface="Arial"/>
                  <a:cs typeface="Arial"/>
                  <a:sym typeface="Arial"/>
                </a:rPr>
                <a:t>1A-23-F9-CD-06-9B</a:t>
              </a:r>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  MAC dest: </a:t>
              </a:r>
              <a:r>
                <a:rPr b="0" i="0" lang="en-US" sz="1200" u="none" cap="none" strike="noStrike">
                  <a:solidFill>
                    <a:srgbClr val="FF0000"/>
                  </a:solidFill>
                  <a:latin typeface="Arial"/>
                  <a:ea typeface="Arial"/>
                  <a:cs typeface="Arial"/>
                  <a:sym typeface="Arial"/>
                </a:rPr>
                <a:t>49-BD-D2-C7-56-2A</a:t>
              </a:r>
              <a:endParaRPr/>
            </a:p>
            <a:p>
              <a:pPr indent="0" lvl="0" marL="0" marR="0" rtl="0" algn="l">
                <a:lnSpc>
                  <a:spcPct val="100000"/>
                </a:lnSpc>
                <a:spcBef>
                  <a:spcPts val="0"/>
                </a:spcBef>
                <a:spcAft>
                  <a:spcPts val="0"/>
                </a:spcAft>
                <a:buClr>
                  <a:schemeClr val="dk1"/>
                </a:buClr>
                <a:buSzPts val="1200"/>
                <a:buFont typeface="Comic Sans MS"/>
                <a:buNone/>
              </a:pPr>
              <a:r>
                <a:t/>
              </a:r>
              <a:endParaRPr b="0" i="0" sz="1200" u="none" cap="none" strike="noStrike">
                <a:solidFill>
                  <a:srgbClr val="FF0000"/>
                </a:solidFill>
                <a:latin typeface="Arial"/>
                <a:ea typeface="Arial"/>
                <a:cs typeface="Arial"/>
                <a:sym typeface="Arial"/>
              </a:endParaRPr>
            </a:p>
          </p:txBody>
        </p:sp>
        <p:grpSp>
          <p:nvGrpSpPr>
            <p:cNvPr id="3403" name="Google Shape;3403;p63"/>
            <p:cNvGrpSpPr/>
            <p:nvPr/>
          </p:nvGrpSpPr>
          <p:grpSpPr>
            <a:xfrm>
              <a:off x="981" y="2182"/>
              <a:ext cx="1049" cy="189"/>
              <a:chOff x="2829" y="2040"/>
              <a:chExt cx="1049" cy="189"/>
            </a:xfrm>
          </p:grpSpPr>
          <p:sp>
            <p:nvSpPr>
              <p:cNvPr id="3404" name="Google Shape;3404;p63"/>
              <p:cNvSpPr/>
              <p:nvPr/>
            </p:nvSpPr>
            <p:spPr>
              <a:xfrm>
                <a:off x="2829" y="2042"/>
                <a:ext cx="1049" cy="185"/>
              </a:xfrm>
              <a:prstGeom prst="rect">
                <a:avLst/>
              </a:prstGeom>
              <a:solidFill>
                <a:srgbClr val="0000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405" name="Google Shape;3405;p63"/>
              <p:cNvSpPr/>
              <p:nvPr/>
            </p:nvSpPr>
            <p:spPr>
              <a:xfrm>
                <a:off x="3078" y="2060"/>
                <a:ext cx="691" cy="153"/>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3406" name="Google Shape;3406;p63"/>
              <p:cNvCxnSpPr/>
              <p:nvPr/>
            </p:nvCxnSpPr>
            <p:spPr>
              <a:xfrm>
                <a:off x="3180" y="2063"/>
                <a:ext cx="0" cy="152"/>
              </a:xfrm>
              <a:prstGeom prst="straightConnector1">
                <a:avLst/>
              </a:prstGeom>
              <a:noFill/>
              <a:ln cap="flat" cmpd="sng" w="19050">
                <a:solidFill>
                  <a:srgbClr val="FFFFFF"/>
                </a:solidFill>
                <a:prstDash val="solid"/>
                <a:round/>
                <a:headEnd len="med" w="med" type="none"/>
                <a:tailEnd len="med" w="med" type="none"/>
              </a:ln>
            </p:spPr>
          </p:cxnSp>
          <p:cxnSp>
            <p:nvCxnSpPr>
              <p:cNvPr id="3407" name="Google Shape;3407;p63"/>
              <p:cNvCxnSpPr/>
              <p:nvPr/>
            </p:nvCxnSpPr>
            <p:spPr>
              <a:xfrm>
                <a:off x="3276" y="2063"/>
                <a:ext cx="0" cy="152"/>
              </a:xfrm>
              <a:prstGeom prst="straightConnector1">
                <a:avLst/>
              </a:prstGeom>
              <a:noFill/>
              <a:ln cap="flat" cmpd="sng" w="19050">
                <a:solidFill>
                  <a:srgbClr val="FFFFFF"/>
                </a:solidFill>
                <a:prstDash val="solid"/>
                <a:round/>
                <a:headEnd len="med" w="med" type="none"/>
                <a:tailEnd len="med" w="med" type="none"/>
              </a:ln>
            </p:spPr>
          </p:cxnSp>
          <p:cxnSp>
            <p:nvCxnSpPr>
              <p:cNvPr id="3408" name="Google Shape;3408;p63"/>
              <p:cNvCxnSpPr/>
              <p:nvPr/>
            </p:nvCxnSpPr>
            <p:spPr>
              <a:xfrm>
                <a:off x="2910" y="2040"/>
                <a:ext cx="0" cy="189"/>
              </a:xfrm>
              <a:prstGeom prst="straightConnector1">
                <a:avLst/>
              </a:prstGeom>
              <a:noFill/>
              <a:ln cap="flat" cmpd="sng" w="19050">
                <a:solidFill>
                  <a:srgbClr val="FFFFFF"/>
                </a:solidFill>
                <a:prstDash val="solid"/>
                <a:round/>
                <a:headEnd len="med" w="med" type="none"/>
                <a:tailEnd len="med" w="med" type="none"/>
              </a:ln>
            </p:spPr>
          </p:cxnSp>
          <p:cxnSp>
            <p:nvCxnSpPr>
              <p:cNvPr id="3409" name="Google Shape;3409;p63"/>
              <p:cNvCxnSpPr/>
              <p:nvPr/>
            </p:nvCxnSpPr>
            <p:spPr>
              <a:xfrm>
                <a:off x="3006" y="2040"/>
                <a:ext cx="0" cy="189"/>
              </a:xfrm>
              <a:prstGeom prst="straightConnector1">
                <a:avLst/>
              </a:prstGeom>
              <a:noFill/>
              <a:ln cap="flat" cmpd="sng" w="19050">
                <a:solidFill>
                  <a:srgbClr val="FFFFFF"/>
                </a:solidFill>
                <a:prstDash val="solid"/>
                <a:round/>
                <a:headEnd len="med" w="med" type="none"/>
                <a:tailEnd len="med" w="med" type="none"/>
              </a:ln>
            </p:spPr>
          </p:cxnSp>
        </p:grpSp>
        <p:cxnSp>
          <p:nvCxnSpPr>
            <p:cNvPr id="3410" name="Google Shape;3410;p63"/>
            <p:cNvCxnSpPr/>
            <p:nvPr/>
          </p:nvCxnSpPr>
          <p:spPr>
            <a:xfrm flipH="1" rot="10800000">
              <a:off x="1018" y="1576"/>
              <a:ext cx="2" cy="702"/>
            </a:xfrm>
            <a:prstGeom prst="straightConnector1">
              <a:avLst/>
            </a:prstGeom>
            <a:noFill/>
            <a:ln cap="flat" cmpd="sng" w="9525">
              <a:solidFill>
                <a:srgbClr val="000000"/>
              </a:solidFill>
              <a:prstDash val="solid"/>
              <a:round/>
              <a:headEnd len="med" w="med" type="triangle"/>
              <a:tailEnd len="med" w="med" type="none"/>
            </a:ln>
          </p:spPr>
        </p:cxnSp>
        <p:cxnSp>
          <p:nvCxnSpPr>
            <p:cNvPr id="3411" name="Google Shape;3411;p63"/>
            <p:cNvCxnSpPr/>
            <p:nvPr/>
          </p:nvCxnSpPr>
          <p:spPr>
            <a:xfrm rot="10800000">
              <a:off x="1106" y="1680"/>
              <a:ext cx="0" cy="598"/>
            </a:xfrm>
            <a:prstGeom prst="straightConnector1">
              <a:avLst/>
            </a:prstGeom>
            <a:noFill/>
            <a:ln cap="flat" cmpd="sng" w="9525">
              <a:solidFill>
                <a:srgbClr val="000000"/>
              </a:solidFill>
              <a:prstDash val="solid"/>
              <a:round/>
              <a:headEnd len="med" w="med" type="triangle"/>
              <a:tailEnd len="med" w="med" type="none"/>
            </a:ln>
          </p:spPr>
        </p:cxnSp>
        <p:cxnSp>
          <p:nvCxnSpPr>
            <p:cNvPr id="3412" name="Google Shape;3412;p63"/>
            <p:cNvCxnSpPr/>
            <p:nvPr/>
          </p:nvCxnSpPr>
          <p:spPr>
            <a:xfrm rot="10800000">
              <a:off x="1276" y="1812"/>
              <a:ext cx="2" cy="470"/>
            </a:xfrm>
            <a:prstGeom prst="straightConnector1">
              <a:avLst/>
            </a:prstGeom>
            <a:noFill/>
            <a:ln cap="flat" cmpd="sng" w="9525">
              <a:solidFill>
                <a:srgbClr val="000000"/>
              </a:solidFill>
              <a:prstDash val="solid"/>
              <a:round/>
              <a:headEnd len="med" w="med" type="triangle"/>
              <a:tailEnd len="med" w="med" type="none"/>
            </a:ln>
          </p:spPr>
        </p:cxnSp>
        <p:cxnSp>
          <p:nvCxnSpPr>
            <p:cNvPr id="3413" name="Google Shape;3413;p63"/>
            <p:cNvCxnSpPr/>
            <p:nvPr/>
          </p:nvCxnSpPr>
          <p:spPr>
            <a:xfrm>
              <a:off x="1368" y="1924"/>
              <a:ext cx="2" cy="358"/>
            </a:xfrm>
            <a:prstGeom prst="straightConnector1">
              <a:avLst/>
            </a:prstGeom>
            <a:noFill/>
            <a:ln cap="flat" cmpd="sng" w="9525">
              <a:solidFill>
                <a:srgbClr val="000000"/>
              </a:solidFill>
              <a:prstDash val="solid"/>
              <a:round/>
              <a:headEnd len="med" w="med" type="none"/>
              <a:tailEnd len="med" w="med" type="triangle"/>
            </a:ln>
          </p:spPr>
        </p:cxnSp>
      </p:grpSp>
      <p:grpSp>
        <p:nvGrpSpPr>
          <p:cNvPr id="3414" name="Google Shape;3414;p63"/>
          <p:cNvGrpSpPr/>
          <p:nvPr/>
        </p:nvGrpSpPr>
        <p:grpSpPr>
          <a:xfrm>
            <a:off x="8491273" y="4391325"/>
            <a:ext cx="1009650" cy="855028"/>
            <a:chOff x="-44" y="1473"/>
            <a:chExt cx="981" cy="1105"/>
          </a:xfrm>
        </p:grpSpPr>
        <p:pic>
          <p:nvPicPr>
            <p:cNvPr descr="desktop_computer_stylized_medium" id="3415" name="Google Shape;3415;p63"/>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3416" name="Google Shape;3416;p6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417" name="Google Shape;3417;p63"/>
          <p:cNvSpPr/>
          <p:nvPr/>
        </p:nvSpPr>
        <p:spPr>
          <a:xfrm>
            <a:off x="1236521" y="1283045"/>
            <a:ext cx="10571166" cy="550862"/>
          </a:xfrm>
          <a:prstGeom prst="rect">
            <a:avLst/>
          </a:prstGeom>
          <a:noFill/>
          <a:ln>
            <a:noFill/>
          </a:ln>
        </p:spPr>
        <p:txBody>
          <a:bodyPr anchorCtr="0" anchor="t" bIns="45700" lIns="91425" spcFirstLastPara="1" rIns="91425" wrap="square" tIns="45700">
            <a:noAutofit/>
          </a:bodyPr>
          <a:lstStyle/>
          <a:p>
            <a:pPr indent="-231775" lvl="0" marL="231775" marR="0" rtl="0" algn="l">
              <a:lnSpc>
                <a:spcPct val="85000"/>
              </a:lnSpc>
              <a:spcBef>
                <a:spcPts val="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R determines outgoing interface, passes datagram with IP source A, destination B to link layer </a:t>
            </a:r>
            <a:endParaRPr/>
          </a:p>
        </p:txBody>
      </p:sp>
      <p:sp>
        <p:nvSpPr>
          <p:cNvPr id="3418" name="Google Shape;3418;p63"/>
          <p:cNvSpPr/>
          <p:nvPr/>
        </p:nvSpPr>
        <p:spPr>
          <a:xfrm>
            <a:off x="1222717" y="1945029"/>
            <a:ext cx="10810254" cy="722313"/>
          </a:xfrm>
          <a:prstGeom prst="rect">
            <a:avLst/>
          </a:prstGeom>
          <a:noFill/>
          <a:ln>
            <a:noFill/>
          </a:ln>
        </p:spPr>
        <p:txBody>
          <a:bodyPr anchorCtr="0" anchor="t" bIns="45700" lIns="91425" spcFirstLastPara="1" rIns="91425" wrap="square" tIns="45700">
            <a:noAutofit/>
          </a:bodyPr>
          <a:lstStyle/>
          <a:p>
            <a:pPr indent="-231775" lvl="0" marL="231775" marR="0" rtl="0" algn="l">
              <a:lnSpc>
                <a:spcPct val="85000"/>
              </a:lnSpc>
              <a:spcBef>
                <a:spcPts val="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R creates link-layer frame containing A-to-B IP datagram. Frame destination address: B's MAC address</a:t>
            </a:r>
            <a:endParaRPr b="0" i="0" sz="3200" u="none" cap="none" strike="noStrike">
              <a:solidFill>
                <a:srgbClr val="000000"/>
              </a:solidFill>
              <a:latin typeface="Calibri"/>
              <a:ea typeface="Calibri"/>
              <a:cs typeface="Calibri"/>
              <a:sym typeface="Calibri"/>
            </a:endParaRPr>
          </a:p>
        </p:txBody>
      </p:sp>
      <p:grpSp>
        <p:nvGrpSpPr>
          <p:cNvPr id="3419" name="Google Shape;3419;p63"/>
          <p:cNvGrpSpPr/>
          <p:nvPr/>
        </p:nvGrpSpPr>
        <p:grpSpPr>
          <a:xfrm>
            <a:off x="5329167" y="3001010"/>
            <a:ext cx="836613" cy="2081213"/>
            <a:chOff x="2838" y="1545"/>
            <a:chExt cx="527" cy="1311"/>
          </a:xfrm>
        </p:grpSpPr>
        <p:sp>
          <p:nvSpPr>
            <p:cNvPr id="3420" name="Google Shape;3420;p63"/>
            <p:cNvSpPr/>
            <p:nvPr/>
          </p:nvSpPr>
          <p:spPr>
            <a:xfrm>
              <a:off x="2838" y="2342"/>
              <a:ext cx="527" cy="514"/>
            </a:xfrm>
            <a:custGeom>
              <a:rect b="b" l="l" r="r" t="t"/>
              <a:pathLst>
                <a:path extrusionOk="0" h="10000" w="9982">
                  <a:moveTo>
                    <a:pt x="9982" y="428"/>
                  </a:moveTo>
                  <a:cubicBezTo>
                    <a:pt x="6708" y="5645"/>
                    <a:pt x="7799" y="6805"/>
                    <a:pt x="6708" y="9994"/>
                  </a:cubicBezTo>
                  <a:cubicBezTo>
                    <a:pt x="4852" y="10080"/>
                    <a:pt x="3414" y="9311"/>
                    <a:pt x="0" y="9825"/>
                  </a:cubicBezTo>
                  <a:cubicBezTo>
                    <a:pt x="1461" y="5697"/>
                    <a:pt x="1365" y="4235"/>
                    <a:pt x="957" y="0"/>
                  </a:cubicBezTo>
                  <a:lnTo>
                    <a:pt x="9982" y="428"/>
                  </a:lnTo>
                  <a:close/>
                </a:path>
              </a:pathLst>
            </a:custGeom>
            <a:gradFill>
              <a:gsLst>
                <a:gs pos="0">
                  <a:srgbClr val="BFBFBF"/>
                </a:gs>
                <a:gs pos="100000">
                  <a:srgbClr val="FFFFFF">
                    <a:alpha val="71764"/>
                  </a:srgbClr>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421" name="Google Shape;3421;p63"/>
            <p:cNvSpPr/>
            <p:nvPr/>
          </p:nvSpPr>
          <p:spPr>
            <a:xfrm>
              <a:off x="2872" y="1877"/>
              <a:ext cx="493" cy="477"/>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422" name="Google Shape;3422;p63"/>
            <p:cNvSpPr txBox="1"/>
            <p:nvPr/>
          </p:nvSpPr>
          <p:spPr>
            <a:xfrm>
              <a:off x="2941" y="1545"/>
              <a:ext cx="336" cy="82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Comic Sans MS"/>
                <a:buNone/>
              </a:pPr>
              <a:r>
                <a:t/>
              </a:r>
              <a:endParaRPr b="0"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Comic Sans MS"/>
                <a:buNone/>
              </a:pPr>
              <a:r>
                <a:t/>
              </a:r>
              <a:endParaRPr b="0"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Eth</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Phy</a:t>
              </a:r>
              <a:endParaRPr/>
            </a:p>
          </p:txBody>
        </p:sp>
        <p:cxnSp>
          <p:nvCxnSpPr>
            <p:cNvPr id="3423" name="Google Shape;3423;p63"/>
            <p:cNvCxnSpPr/>
            <p:nvPr/>
          </p:nvCxnSpPr>
          <p:spPr>
            <a:xfrm>
              <a:off x="2868" y="2039"/>
              <a:ext cx="489" cy="0"/>
            </a:xfrm>
            <a:prstGeom prst="straightConnector1">
              <a:avLst/>
            </a:prstGeom>
            <a:noFill/>
            <a:ln cap="flat" cmpd="sng" w="9525">
              <a:solidFill>
                <a:srgbClr val="000000"/>
              </a:solidFill>
              <a:prstDash val="solid"/>
              <a:round/>
              <a:headEnd len="med" w="med" type="none"/>
              <a:tailEnd len="med" w="med" type="none"/>
            </a:ln>
          </p:spPr>
        </p:cxnSp>
        <p:cxnSp>
          <p:nvCxnSpPr>
            <p:cNvPr id="3424" name="Google Shape;3424;p63"/>
            <p:cNvCxnSpPr/>
            <p:nvPr/>
          </p:nvCxnSpPr>
          <p:spPr>
            <a:xfrm>
              <a:off x="2865" y="2198"/>
              <a:ext cx="489" cy="0"/>
            </a:xfrm>
            <a:prstGeom prst="straightConnector1">
              <a:avLst/>
            </a:prstGeom>
            <a:noFill/>
            <a:ln cap="flat" cmpd="sng" w="9525">
              <a:solidFill>
                <a:srgbClr val="000000"/>
              </a:solidFill>
              <a:prstDash val="solid"/>
              <a:round/>
              <a:headEnd len="med" w="med" type="none"/>
              <a:tailEnd len="med" w="med" type="none"/>
            </a:ln>
          </p:spPr>
        </p:cxnSp>
      </p:gr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92"/>
                                        </p:tgtEl>
                                        <p:attrNameLst>
                                          <p:attrName>style.visibility</p:attrName>
                                        </p:attrNameLst>
                                      </p:cBhvr>
                                      <p:to>
                                        <p:strVal val="visible"/>
                                      </p:to>
                                    </p:set>
                                    <p:animEffect filter="fade" transition="in">
                                      <p:cBhvr>
                                        <p:cTn dur="1000"/>
                                        <p:tgtEl>
                                          <p:spTgt spid="3392"/>
                                        </p:tgtEl>
                                      </p:cBhvr>
                                    </p:animEffect>
                                  </p:childTnLst>
                                </p:cTn>
                              </p:par>
                              <p:par>
                                <p:cTn fill="hold" nodeType="withEffect" presetClass="exit" presetID="10" presetSubtype="0">
                                  <p:stCondLst>
                                    <p:cond delay="0"/>
                                  </p:stCondLst>
                                  <p:childTnLst>
                                    <p:animEffect filter="fade" transition="out">
                                      <p:cBhvr>
                                        <p:cTn dur="500"/>
                                        <p:tgtEl>
                                          <p:spTgt spid="3398"/>
                                        </p:tgtEl>
                                      </p:cBhvr>
                                    </p:animEffect>
                                    <p:set>
                                      <p:cBhvr>
                                        <p:cTn dur="1" fill="hold">
                                          <p:stCondLst>
                                            <p:cond delay="500"/>
                                          </p:stCondLst>
                                        </p:cTn>
                                        <p:tgtEl>
                                          <p:spTgt spid="3398"/>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3401"/>
                                        </p:tgtEl>
                                        <p:attrNameLst>
                                          <p:attrName>style.visibility</p:attrName>
                                        </p:attrNameLst>
                                      </p:cBhvr>
                                      <p:to>
                                        <p:strVal val="visible"/>
                                      </p:to>
                                    </p:set>
                                    <p:animEffect filter="fade" transition="in">
                                      <p:cBhvr>
                                        <p:cTn dur="500"/>
                                        <p:tgtEl>
                                          <p:spTgt spid="3401"/>
                                        </p:tgtEl>
                                      </p:cBhvr>
                                    </p:animEffect>
                                  </p:childTnLst>
                                </p:cTn>
                              </p:par>
                              <p:par>
                                <p:cTn fill="hold" nodeType="withEffect" presetClass="entr" presetID="1" presetSubtype="0">
                                  <p:stCondLst>
                                    <p:cond delay="0"/>
                                  </p:stCondLst>
                                  <p:childTnLst>
                                    <p:set>
                                      <p:cBhvr>
                                        <p:cTn dur="1" fill="hold">
                                          <p:stCondLst>
                                            <p:cond delay="0"/>
                                          </p:stCondLst>
                                        </p:cTn>
                                        <p:tgtEl>
                                          <p:spTgt spid="3417"/>
                                        </p:tgtEl>
                                        <p:attrNameLst>
                                          <p:attrName>style.visibility</p:attrName>
                                        </p:attrNameLst>
                                      </p:cBhvr>
                                      <p:to>
                                        <p:strVal val="visible"/>
                                      </p:to>
                                    </p:set>
                                  </p:childTnLst>
                                </p:cTn>
                              </p:par>
                            </p:childTnLst>
                          </p:cTn>
                        </p:par>
                        <p:par>
                          <p:cTn fill="hold">
                            <p:stCondLst>
                              <p:cond delay="1000"/>
                            </p:stCondLst>
                            <p:childTnLst>
                              <p:par>
                                <p:cTn fill="hold" nodeType="afterEffect" presetClass="entr" presetID="1" presetSubtype="0">
                                  <p:stCondLst>
                                    <p:cond delay="0"/>
                                  </p:stCondLst>
                                  <p:childTnLst>
                                    <p:set>
                                      <p:cBhvr>
                                        <p:cTn dur="1" fill="hold">
                                          <p:stCondLst>
                                            <p:cond delay="0"/>
                                          </p:stCondLst>
                                        </p:cTn>
                                        <p:tgtEl>
                                          <p:spTgt spid="3418"/>
                                        </p:tgtEl>
                                        <p:attrNameLst>
                                          <p:attrName>style.visibility</p:attrName>
                                        </p:attrNameLst>
                                      </p:cBhvr>
                                      <p:to>
                                        <p:strVal val="visible"/>
                                      </p:to>
                                    </p:set>
                                  </p:childTnLst>
                                </p:cTn>
                              </p:par>
                            </p:childTnLst>
                          </p:cTn>
                        </p:par>
                        <p:par>
                          <p:cTn fill="hold">
                            <p:stCondLst>
                              <p:cond delay="1001"/>
                            </p:stCondLst>
                            <p:childTnLst>
                              <p:par>
                                <p:cTn fill="hold" nodeType="afterEffect" presetClass="exit" presetID="10" presetSubtype="0">
                                  <p:stCondLst>
                                    <p:cond delay="0"/>
                                  </p:stCondLst>
                                  <p:childTnLst>
                                    <p:animEffect filter="fade" transition="out">
                                      <p:cBhvr>
                                        <p:cTn dur="500"/>
                                        <p:tgtEl>
                                          <p:spTgt spid="3392"/>
                                        </p:tgtEl>
                                      </p:cBhvr>
                                    </p:animEffect>
                                    <p:set>
                                      <p:cBhvr>
                                        <p:cTn dur="1" fill="hold">
                                          <p:stCondLst>
                                            <p:cond delay="500"/>
                                          </p:stCondLst>
                                        </p:cTn>
                                        <p:tgtEl>
                                          <p:spTgt spid="3392"/>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393"/>
                                        </p:tgtEl>
                                      </p:cBhvr>
                                    </p:animEffect>
                                    <p:set>
                                      <p:cBhvr>
                                        <p:cTn dur="1" fill="hold">
                                          <p:stCondLst>
                                            <p:cond delay="500"/>
                                          </p:stCondLst>
                                        </p:cTn>
                                        <p:tgtEl>
                                          <p:spTgt spid="339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9" name="Shape 3429"/>
        <p:cNvGrpSpPr/>
        <p:nvPr/>
      </p:nvGrpSpPr>
      <p:grpSpPr>
        <a:xfrm>
          <a:off x="0" y="0"/>
          <a:ext cx="0" cy="0"/>
          <a:chOff x="0" y="0"/>
          <a:chExt cx="0" cy="0"/>
        </a:xfrm>
      </p:grpSpPr>
      <p:sp>
        <p:nvSpPr>
          <p:cNvPr id="3430" name="Google Shape;3430;p64"/>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99"/>
              </a:buClr>
              <a:buSzPts val="4400"/>
              <a:buFont typeface="Calibri"/>
              <a:buNone/>
            </a:pPr>
            <a:r>
              <a:rPr b="0" lang="en-US">
                <a:solidFill>
                  <a:srgbClr val="000099"/>
                </a:solidFill>
                <a:latin typeface="Calibri"/>
                <a:ea typeface="Calibri"/>
                <a:cs typeface="Calibri"/>
                <a:sym typeface="Calibri"/>
              </a:rPr>
              <a:t>Routing to another subnet: addressing</a:t>
            </a:r>
            <a:endParaRPr b="0" sz="4400">
              <a:latin typeface="Calibri"/>
              <a:ea typeface="Calibri"/>
              <a:cs typeface="Calibri"/>
              <a:sym typeface="Calibri"/>
            </a:endParaRPr>
          </a:p>
        </p:txBody>
      </p:sp>
      <p:sp>
        <p:nvSpPr>
          <p:cNvPr id="3431" name="Google Shape;3431;p6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Link Layer: 6-</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cxnSp>
        <p:nvCxnSpPr>
          <p:cNvPr id="3432" name="Google Shape;3432;p64"/>
          <p:cNvCxnSpPr/>
          <p:nvPr/>
        </p:nvCxnSpPr>
        <p:spPr>
          <a:xfrm>
            <a:off x="4293702" y="5340624"/>
            <a:ext cx="3233531" cy="0"/>
          </a:xfrm>
          <a:prstGeom prst="straightConnector1">
            <a:avLst/>
          </a:prstGeom>
          <a:noFill/>
          <a:ln cap="flat" cmpd="sng" w="15875">
            <a:solidFill>
              <a:schemeClr val="dk1"/>
            </a:solidFill>
            <a:prstDash val="solid"/>
            <a:miter lim="800000"/>
            <a:headEnd len="sm" w="sm" type="none"/>
            <a:tailEnd len="sm" w="sm" type="none"/>
          </a:ln>
        </p:spPr>
      </p:cxnSp>
      <p:sp>
        <p:nvSpPr>
          <p:cNvPr id="3433" name="Google Shape;3433;p64"/>
          <p:cNvSpPr txBox="1"/>
          <p:nvPr/>
        </p:nvSpPr>
        <p:spPr>
          <a:xfrm>
            <a:off x="5496545" y="4606786"/>
            <a:ext cx="38023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2800"/>
              <a:buFont typeface="Calibri"/>
              <a:buNone/>
            </a:pPr>
            <a:r>
              <a:rPr b="0" i="0" lang="en-US" sz="2800" u="none" cap="none" strike="noStrike">
                <a:solidFill>
                  <a:srgbClr val="0000A8"/>
                </a:solidFill>
                <a:latin typeface="Calibri"/>
                <a:ea typeface="Calibri"/>
                <a:cs typeface="Calibri"/>
                <a:sym typeface="Calibri"/>
              </a:rPr>
              <a:t>R</a:t>
            </a:r>
            <a:endParaRPr b="0" i="0" sz="2000" u="none" cap="none" strike="noStrike">
              <a:solidFill>
                <a:srgbClr val="0000A8"/>
              </a:solidFill>
              <a:latin typeface="Calibri"/>
              <a:ea typeface="Calibri"/>
              <a:cs typeface="Calibri"/>
              <a:sym typeface="Calibri"/>
            </a:endParaRPr>
          </a:p>
        </p:txBody>
      </p:sp>
      <p:sp>
        <p:nvSpPr>
          <p:cNvPr id="3434" name="Google Shape;3434;p64"/>
          <p:cNvSpPr txBox="1"/>
          <p:nvPr/>
        </p:nvSpPr>
        <p:spPr>
          <a:xfrm>
            <a:off x="5140945" y="5749508"/>
            <a:ext cx="158594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1A-23-F9-CD-06-9B</a:t>
            </a:r>
            <a:endParaRPr/>
          </a:p>
        </p:txBody>
      </p:sp>
      <p:sp>
        <p:nvSpPr>
          <p:cNvPr id="3435" name="Google Shape;3435;p64"/>
          <p:cNvSpPr txBox="1"/>
          <p:nvPr/>
        </p:nvSpPr>
        <p:spPr>
          <a:xfrm>
            <a:off x="5288582" y="5576471"/>
            <a:ext cx="141577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222.222.222.220</a:t>
            </a:r>
            <a:endParaRPr/>
          </a:p>
        </p:txBody>
      </p:sp>
      <p:grpSp>
        <p:nvGrpSpPr>
          <p:cNvPr id="3436" name="Google Shape;3436;p64"/>
          <p:cNvGrpSpPr/>
          <p:nvPr/>
        </p:nvGrpSpPr>
        <p:grpSpPr>
          <a:xfrm>
            <a:off x="3992226" y="6027746"/>
            <a:ext cx="1573213" cy="482601"/>
            <a:chOff x="1934" y="2405"/>
            <a:chExt cx="991" cy="304"/>
          </a:xfrm>
        </p:grpSpPr>
        <p:sp>
          <p:nvSpPr>
            <p:cNvPr id="3437" name="Google Shape;3437;p64"/>
            <p:cNvSpPr txBox="1"/>
            <p:nvPr/>
          </p:nvSpPr>
          <p:spPr>
            <a:xfrm>
              <a:off x="1934" y="2405"/>
              <a:ext cx="892" cy="1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111.111.111.110</a:t>
              </a:r>
              <a:endParaRPr/>
            </a:p>
          </p:txBody>
        </p:sp>
        <p:sp>
          <p:nvSpPr>
            <p:cNvPr id="3438" name="Google Shape;3438;p64"/>
            <p:cNvSpPr txBox="1"/>
            <p:nvPr/>
          </p:nvSpPr>
          <p:spPr>
            <a:xfrm>
              <a:off x="1938" y="2515"/>
              <a:ext cx="987" cy="1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E6-E9-00-17-BB-4B</a:t>
              </a:r>
              <a:endParaRPr/>
            </a:p>
          </p:txBody>
        </p:sp>
      </p:grpSp>
      <p:sp>
        <p:nvSpPr>
          <p:cNvPr id="3439" name="Google Shape;3439;p64"/>
          <p:cNvSpPr txBox="1"/>
          <p:nvPr/>
        </p:nvSpPr>
        <p:spPr>
          <a:xfrm>
            <a:off x="1983382" y="6174597"/>
            <a:ext cx="163461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CC-49-DE-D0-AB-7D</a:t>
            </a:r>
            <a:endParaRPr/>
          </a:p>
        </p:txBody>
      </p:sp>
      <p:sp>
        <p:nvSpPr>
          <p:cNvPr id="3440" name="Google Shape;3440;p64"/>
          <p:cNvSpPr txBox="1"/>
          <p:nvPr/>
        </p:nvSpPr>
        <p:spPr>
          <a:xfrm>
            <a:off x="2183407" y="5985684"/>
            <a:ext cx="141577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111.111.111.112</a:t>
            </a:r>
            <a:endParaRPr/>
          </a:p>
        </p:txBody>
      </p:sp>
      <p:sp>
        <p:nvSpPr>
          <p:cNvPr id="3441" name="Google Shape;3441;p64"/>
          <p:cNvSpPr txBox="1"/>
          <p:nvPr/>
        </p:nvSpPr>
        <p:spPr>
          <a:xfrm>
            <a:off x="1901438" y="5007006"/>
            <a:ext cx="141577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111.111.111.111</a:t>
            </a:r>
            <a:endParaRPr/>
          </a:p>
        </p:txBody>
      </p:sp>
      <p:sp>
        <p:nvSpPr>
          <p:cNvPr id="3442" name="Google Shape;3442;p64"/>
          <p:cNvSpPr txBox="1"/>
          <p:nvPr/>
        </p:nvSpPr>
        <p:spPr>
          <a:xfrm>
            <a:off x="1799535" y="5196273"/>
            <a:ext cx="1535998"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74-29-9C-E8-FF-55</a:t>
            </a:r>
            <a:endParaRPr/>
          </a:p>
        </p:txBody>
      </p:sp>
      <p:sp>
        <p:nvSpPr>
          <p:cNvPr id="3443" name="Google Shape;3443;p64"/>
          <p:cNvSpPr/>
          <p:nvPr/>
        </p:nvSpPr>
        <p:spPr>
          <a:xfrm>
            <a:off x="3637582" y="4808121"/>
            <a:ext cx="839788" cy="1069975"/>
          </a:xfrm>
          <a:custGeom>
            <a:rect b="b" l="l" r="r" t="t"/>
            <a:pathLst>
              <a:path extrusionOk="0" h="996" w="1005">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rgbClr val="9CE0F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3444" name="Google Shape;3444;p64"/>
          <p:cNvCxnSpPr/>
          <p:nvPr/>
        </p:nvCxnSpPr>
        <p:spPr>
          <a:xfrm>
            <a:off x="3334370" y="4787483"/>
            <a:ext cx="438150" cy="230188"/>
          </a:xfrm>
          <a:prstGeom prst="straightConnector1">
            <a:avLst/>
          </a:prstGeom>
          <a:noFill/>
          <a:ln cap="flat" cmpd="sng" w="9525">
            <a:solidFill>
              <a:schemeClr val="dk1"/>
            </a:solidFill>
            <a:prstDash val="solid"/>
            <a:round/>
            <a:headEnd len="med" w="med" type="none"/>
            <a:tailEnd len="med" w="med" type="none"/>
          </a:ln>
        </p:spPr>
      </p:cxnSp>
      <p:cxnSp>
        <p:nvCxnSpPr>
          <p:cNvPr id="3445" name="Google Shape;3445;p64"/>
          <p:cNvCxnSpPr/>
          <p:nvPr/>
        </p:nvCxnSpPr>
        <p:spPr>
          <a:xfrm flipH="1" rot="10800000">
            <a:off x="3406935" y="5732045"/>
            <a:ext cx="283036" cy="54447"/>
          </a:xfrm>
          <a:prstGeom prst="straightConnector1">
            <a:avLst/>
          </a:prstGeom>
          <a:noFill/>
          <a:ln cap="flat" cmpd="sng" w="9525">
            <a:solidFill>
              <a:schemeClr val="dk1"/>
            </a:solidFill>
            <a:prstDash val="solid"/>
            <a:round/>
            <a:headEnd len="med" w="med" type="none"/>
            <a:tailEnd len="med" w="med" type="none"/>
          </a:ln>
        </p:spPr>
      </p:cxnSp>
      <p:cxnSp>
        <p:nvCxnSpPr>
          <p:cNvPr id="3446" name="Google Shape;3446;p64"/>
          <p:cNvCxnSpPr/>
          <p:nvPr/>
        </p:nvCxnSpPr>
        <p:spPr>
          <a:xfrm rot="10800000">
            <a:off x="3342282" y="5842809"/>
            <a:ext cx="0" cy="163513"/>
          </a:xfrm>
          <a:prstGeom prst="straightConnector1">
            <a:avLst/>
          </a:prstGeom>
          <a:noFill/>
          <a:ln cap="flat" cmpd="sng" w="9525">
            <a:solidFill>
              <a:schemeClr val="dk1"/>
            </a:solidFill>
            <a:prstDash val="solid"/>
            <a:round/>
            <a:headEnd len="med" w="med" type="none"/>
            <a:tailEnd len="med" w="med" type="triangle"/>
          </a:ln>
        </p:spPr>
      </p:cxnSp>
      <p:cxnSp>
        <p:nvCxnSpPr>
          <p:cNvPr id="3447" name="Google Shape;3447;p64"/>
          <p:cNvCxnSpPr/>
          <p:nvPr/>
        </p:nvCxnSpPr>
        <p:spPr>
          <a:xfrm rot="10800000">
            <a:off x="3248645" y="4860508"/>
            <a:ext cx="0" cy="248128"/>
          </a:xfrm>
          <a:prstGeom prst="straightConnector1">
            <a:avLst/>
          </a:prstGeom>
          <a:noFill/>
          <a:ln cap="flat" cmpd="sng" w="9525">
            <a:solidFill>
              <a:schemeClr val="dk1"/>
            </a:solidFill>
            <a:prstDash val="solid"/>
            <a:round/>
            <a:headEnd len="med" w="med" type="none"/>
            <a:tailEnd len="med" w="med" type="triangle"/>
          </a:ln>
        </p:spPr>
      </p:cxnSp>
      <p:cxnSp>
        <p:nvCxnSpPr>
          <p:cNvPr id="3448" name="Google Shape;3448;p64"/>
          <p:cNvCxnSpPr/>
          <p:nvPr/>
        </p:nvCxnSpPr>
        <p:spPr>
          <a:xfrm>
            <a:off x="5018707" y="5427247"/>
            <a:ext cx="0" cy="620504"/>
          </a:xfrm>
          <a:prstGeom prst="straightConnector1">
            <a:avLst/>
          </a:prstGeom>
          <a:noFill/>
          <a:ln cap="flat" cmpd="sng" w="9525">
            <a:solidFill>
              <a:schemeClr val="dk1"/>
            </a:solidFill>
            <a:prstDash val="solid"/>
            <a:round/>
            <a:headEnd len="med" w="med" type="triangle"/>
            <a:tailEnd len="med" w="med" type="none"/>
          </a:ln>
        </p:spPr>
      </p:cxnSp>
      <p:cxnSp>
        <p:nvCxnSpPr>
          <p:cNvPr id="3449" name="Google Shape;3449;p64"/>
          <p:cNvCxnSpPr/>
          <p:nvPr/>
        </p:nvCxnSpPr>
        <p:spPr>
          <a:xfrm rot="10800000">
            <a:off x="6207745" y="5417721"/>
            <a:ext cx="4762" cy="220662"/>
          </a:xfrm>
          <a:prstGeom prst="straightConnector1">
            <a:avLst/>
          </a:prstGeom>
          <a:noFill/>
          <a:ln cap="flat" cmpd="sng" w="9525">
            <a:solidFill>
              <a:schemeClr val="dk1"/>
            </a:solidFill>
            <a:prstDash val="solid"/>
            <a:round/>
            <a:headEnd len="med" w="med" type="none"/>
            <a:tailEnd len="med" w="med" type="triangle"/>
          </a:ln>
        </p:spPr>
      </p:cxnSp>
      <p:sp>
        <p:nvSpPr>
          <p:cNvPr id="3450" name="Google Shape;3450;p64"/>
          <p:cNvSpPr txBox="1"/>
          <p:nvPr/>
        </p:nvSpPr>
        <p:spPr>
          <a:xfrm>
            <a:off x="2243136" y="4315099"/>
            <a:ext cx="393056"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2800"/>
              <a:buFont typeface="Calibri"/>
              <a:buNone/>
            </a:pPr>
            <a:r>
              <a:rPr b="0" i="0" lang="en-US" sz="2800" u="none" cap="none" strike="noStrike">
                <a:solidFill>
                  <a:srgbClr val="0000A8"/>
                </a:solidFill>
                <a:latin typeface="Calibri"/>
                <a:ea typeface="Calibri"/>
                <a:cs typeface="Calibri"/>
                <a:sym typeface="Calibri"/>
              </a:rPr>
              <a:t>A</a:t>
            </a:r>
            <a:endParaRPr/>
          </a:p>
        </p:txBody>
      </p:sp>
      <p:grpSp>
        <p:nvGrpSpPr>
          <p:cNvPr id="3451" name="Google Shape;3451;p64"/>
          <p:cNvGrpSpPr/>
          <p:nvPr/>
        </p:nvGrpSpPr>
        <p:grpSpPr>
          <a:xfrm>
            <a:off x="8615685" y="5148731"/>
            <a:ext cx="1616076" cy="495300"/>
            <a:chOff x="4351" y="2786"/>
            <a:chExt cx="1018" cy="312"/>
          </a:xfrm>
        </p:grpSpPr>
        <p:sp>
          <p:nvSpPr>
            <p:cNvPr id="3452" name="Google Shape;3452;p64"/>
            <p:cNvSpPr txBox="1"/>
            <p:nvPr/>
          </p:nvSpPr>
          <p:spPr>
            <a:xfrm>
              <a:off x="4352" y="2786"/>
              <a:ext cx="892" cy="1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222.222.222.222</a:t>
              </a:r>
              <a:endParaRPr/>
            </a:p>
          </p:txBody>
        </p:sp>
        <p:sp>
          <p:nvSpPr>
            <p:cNvPr id="3453" name="Google Shape;3453;p64"/>
            <p:cNvSpPr txBox="1"/>
            <p:nvPr/>
          </p:nvSpPr>
          <p:spPr>
            <a:xfrm>
              <a:off x="4351" y="2904"/>
              <a:ext cx="1018" cy="1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49-BD-D2-C7-56-2A</a:t>
              </a:r>
              <a:endParaRPr/>
            </a:p>
          </p:txBody>
        </p:sp>
      </p:grpSp>
      <p:cxnSp>
        <p:nvCxnSpPr>
          <p:cNvPr id="3454" name="Google Shape;3454;p64"/>
          <p:cNvCxnSpPr/>
          <p:nvPr/>
        </p:nvCxnSpPr>
        <p:spPr>
          <a:xfrm flipH="1" rot="10800000">
            <a:off x="8215932" y="4787483"/>
            <a:ext cx="450850" cy="317500"/>
          </a:xfrm>
          <a:prstGeom prst="straightConnector1">
            <a:avLst/>
          </a:prstGeom>
          <a:noFill/>
          <a:ln cap="flat" cmpd="sng" w="9525">
            <a:solidFill>
              <a:schemeClr val="dk1"/>
            </a:solidFill>
            <a:prstDash val="solid"/>
            <a:round/>
            <a:headEnd len="med" w="med" type="none"/>
            <a:tailEnd len="med" w="med" type="none"/>
          </a:ln>
        </p:spPr>
      </p:cxnSp>
      <p:sp>
        <p:nvSpPr>
          <p:cNvPr id="3455" name="Google Shape;3455;p64"/>
          <p:cNvSpPr txBox="1"/>
          <p:nvPr/>
        </p:nvSpPr>
        <p:spPr>
          <a:xfrm>
            <a:off x="8307272" y="6136999"/>
            <a:ext cx="141577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222.222.222.221</a:t>
            </a:r>
            <a:endParaRPr/>
          </a:p>
        </p:txBody>
      </p:sp>
      <p:sp>
        <p:nvSpPr>
          <p:cNvPr id="3456" name="Google Shape;3456;p64"/>
          <p:cNvSpPr txBox="1"/>
          <p:nvPr/>
        </p:nvSpPr>
        <p:spPr>
          <a:xfrm>
            <a:off x="8297391" y="6315866"/>
            <a:ext cx="1552284"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88-B2-2F-54-1A-0F</a:t>
            </a:r>
            <a:endParaRPr/>
          </a:p>
        </p:txBody>
      </p:sp>
      <p:cxnSp>
        <p:nvCxnSpPr>
          <p:cNvPr id="3457" name="Google Shape;3457;p64"/>
          <p:cNvCxnSpPr/>
          <p:nvPr/>
        </p:nvCxnSpPr>
        <p:spPr>
          <a:xfrm rot="10800000">
            <a:off x="8156672" y="5684421"/>
            <a:ext cx="267105" cy="200926"/>
          </a:xfrm>
          <a:prstGeom prst="straightConnector1">
            <a:avLst/>
          </a:prstGeom>
          <a:noFill/>
          <a:ln cap="flat" cmpd="sng" w="9525">
            <a:solidFill>
              <a:schemeClr val="dk1"/>
            </a:solidFill>
            <a:prstDash val="solid"/>
            <a:round/>
            <a:headEnd len="med" w="med" type="none"/>
            <a:tailEnd len="med" w="med" type="none"/>
          </a:ln>
        </p:spPr>
      </p:cxnSp>
      <p:sp>
        <p:nvSpPr>
          <p:cNvPr id="3458" name="Google Shape;3458;p64"/>
          <p:cNvSpPr/>
          <p:nvPr/>
        </p:nvSpPr>
        <p:spPr>
          <a:xfrm>
            <a:off x="7476157" y="4811296"/>
            <a:ext cx="765175" cy="1081088"/>
          </a:xfrm>
          <a:custGeom>
            <a:rect b="b" l="l" r="r" t="t"/>
            <a:pathLst>
              <a:path extrusionOk="0" h="996" w="1005">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rgbClr val="9CE0F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59" name="Google Shape;3459;p64"/>
          <p:cNvSpPr txBox="1"/>
          <p:nvPr/>
        </p:nvSpPr>
        <p:spPr>
          <a:xfrm>
            <a:off x="9407316" y="4484341"/>
            <a:ext cx="38023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2800"/>
              <a:buFont typeface="Calibri"/>
              <a:buNone/>
            </a:pPr>
            <a:r>
              <a:rPr b="0" i="0" lang="en-US" sz="2800" u="none" cap="none" strike="noStrike">
                <a:solidFill>
                  <a:srgbClr val="0000A8"/>
                </a:solidFill>
                <a:latin typeface="Calibri"/>
                <a:ea typeface="Calibri"/>
                <a:cs typeface="Calibri"/>
                <a:sym typeface="Calibri"/>
              </a:rPr>
              <a:t>B</a:t>
            </a:r>
            <a:endParaRPr/>
          </a:p>
        </p:txBody>
      </p:sp>
      <p:grpSp>
        <p:nvGrpSpPr>
          <p:cNvPr id="3460" name="Google Shape;3460;p64"/>
          <p:cNvGrpSpPr/>
          <p:nvPr/>
        </p:nvGrpSpPr>
        <p:grpSpPr>
          <a:xfrm>
            <a:off x="5001868" y="5038254"/>
            <a:ext cx="1310632" cy="501151"/>
            <a:chOff x="4909105" y="5767126"/>
            <a:chExt cx="1310632" cy="501151"/>
          </a:xfrm>
        </p:grpSpPr>
        <p:sp>
          <p:nvSpPr>
            <p:cNvPr id="3461" name="Google Shape;3461;p64"/>
            <p:cNvSpPr/>
            <p:nvPr/>
          </p:nvSpPr>
          <p:spPr>
            <a:xfrm rot="5400000">
              <a:off x="6024859" y="5937451"/>
              <a:ext cx="134168" cy="25558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sp>
          <p:nvSpPr>
            <p:cNvPr id="3462" name="Google Shape;3462;p64"/>
            <p:cNvSpPr/>
            <p:nvPr/>
          </p:nvSpPr>
          <p:spPr>
            <a:xfrm rot="5400000">
              <a:off x="4966501" y="5940764"/>
              <a:ext cx="140795" cy="25558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grpSp>
          <p:nvGrpSpPr>
            <p:cNvPr id="3463" name="Google Shape;3463;p64"/>
            <p:cNvGrpSpPr/>
            <p:nvPr/>
          </p:nvGrpSpPr>
          <p:grpSpPr>
            <a:xfrm>
              <a:off x="5115340" y="5767126"/>
              <a:ext cx="901147" cy="501151"/>
              <a:chOff x="7493876" y="2774731"/>
              <a:chExt cx="1481958" cy="894622"/>
            </a:xfrm>
          </p:grpSpPr>
          <p:sp>
            <p:nvSpPr>
              <p:cNvPr id="3464" name="Google Shape;3464;p6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465" name="Google Shape;3465;p6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466" name="Google Shape;3466;p64"/>
              <p:cNvGrpSpPr/>
              <p:nvPr/>
            </p:nvGrpSpPr>
            <p:grpSpPr>
              <a:xfrm>
                <a:off x="7713663" y="2848339"/>
                <a:ext cx="1042107" cy="425543"/>
                <a:chOff x="7786941" y="2884917"/>
                <a:chExt cx="897649" cy="353919"/>
              </a:xfrm>
            </p:grpSpPr>
            <p:sp>
              <p:nvSpPr>
                <p:cNvPr id="3467" name="Google Shape;3467;p6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468" name="Google Shape;3468;p6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469" name="Google Shape;3469;p6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470" name="Google Shape;3470;p6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sp>
        <p:nvSpPr>
          <p:cNvPr id="3471" name="Google Shape;3471;p64"/>
          <p:cNvSpPr/>
          <p:nvPr/>
        </p:nvSpPr>
        <p:spPr>
          <a:xfrm rot="5400000">
            <a:off x="3161022" y="4666815"/>
            <a:ext cx="119903" cy="25558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grpSp>
        <p:nvGrpSpPr>
          <p:cNvPr id="3472" name="Google Shape;3472;p64"/>
          <p:cNvGrpSpPr/>
          <p:nvPr/>
        </p:nvGrpSpPr>
        <p:grpSpPr>
          <a:xfrm>
            <a:off x="2318687" y="4333458"/>
            <a:ext cx="936071" cy="761428"/>
            <a:chOff x="-44" y="1473"/>
            <a:chExt cx="981" cy="1105"/>
          </a:xfrm>
        </p:grpSpPr>
        <p:pic>
          <p:nvPicPr>
            <p:cNvPr descr="desktop_computer_stylized_medium" id="3473" name="Google Shape;3473;p6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474" name="Google Shape;3474;p6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475" name="Google Shape;3475;p64"/>
          <p:cNvSpPr/>
          <p:nvPr/>
        </p:nvSpPr>
        <p:spPr>
          <a:xfrm rot="5400000">
            <a:off x="3271833" y="5687855"/>
            <a:ext cx="84261" cy="194751"/>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grpSp>
        <p:nvGrpSpPr>
          <p:cNvPr id="3476" name="Google Shape;3476;p64"/>
          <p:cNvGrpSpPr/>
          <p:nvPr/>
        </p:nvGrpSpPr>
        <p:grpSpPr>
          <a:xfrm>
            <a:off x="2681426" y="5490561"/>
            <a:ext cx="639495" cy="517588"/>
            <a:chOff x="-44" y="1473"/>
            <a:chExt cx="981" cy="1105"/>
          </a:xfrm>
        </p:grpSpPr>
        <p:pic>
          <p:nvPicPr>
            <p:cNvPr descr="desktop_computer_stylized_medium" id="3477" name="Google Shape;3477;p6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478" name="Google Shape;3478;p6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sp>
        <p:nvSpPr>
          <p:cNvPr id="3479" name="Google Shape;3479;p64"/>
          <p:cNvSpPr/>
          <p:nvPr/>
        </p:nvSpPr>
        <p:spPr>
          <a:xfrm rot="5400000">
            <a:off x="8726575" y="4653061"/>
            <a:ext cx="119903" cy="25558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sp>
        <p:nvSpPr>
          <p:cNvPr id="3480" name="Google Shape;3480;p64"/>
          <p:cNvSpPr/>
          <p:nvPr/>
        </p:nvSpPr>
        <p:spPr>
          <a:xfrm rot="5400000">
            <a:off x="8496816" y="5784803"/>
            <a:ext cx="84261" cy="194751"/>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grpSp>
        <p:nvGrpSpPr>
          <p:cNvPr id="3481" name="Google Shape;3481;p64"/>
          <p:cNvGrpSpPr/>
          <p:nvPr/>
        </p:nvGrpSpPr>
        <p:grpSpPr>
          <a:xfrm>
            <a:off x="8343615" y="5618570"/>
            <a:ext cx="711200" cy="601028"/>
            <a:chOff x="-44" y="1473"/>
            <a:chExt cx="981" cy="1105"/>
          </a:xfrm>
        </p:grpSpPr>
        <p:pic>
          <p:nvPicPr>
            <p:cNvPr descr="desktop_computer_stylized_medium" id="3482" name="Google Shape;3482;p64"/>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3483" name="Google Shape;3483;p6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cxnSp>
        <p:nvCxnSpPr>
          <p:cNvPr id="3484" name="Google Shape;3484;p64"/>
          <p:cNvCxnSpPr/>
          <p:nvPr/>
        </p:nvCxnSpPr>
        <p:spPr>
          <a:xfrm rot="10800000">
            <a:off x="8669292" y="4874844"/>
            <a:ext cx="0" cy="445971"/>
          </a:xfrm>
          <a:prstGeom prst="straightConnector1">
            <a:avLst/>
          </a:prstGeom>
          <a:noFill/>
          <a:ln cap="flat" cmpd="sng" w="12700">
            <a:solidFill>
              <a:schemeClr val="dk1"/>
            </a:solidFill>
            <a:prstDash val="solid"/>
            <a:miter lim="800000"/>
            <a:headEnd len="sm" w="sm" type="none"/>
            <a:tailEnd len="med" w="med" type="triangle"/>
          </a:ln>
        </p:spPr>
      </p:cxnSp>
      <p:cxnSp>
        <p:nvCxnSpPr>
          <p:cNvPr id="3485" name="Google Shape;3485;p64"/>
          <p:cNvCxnSpPr/>
          <p:nvPr/>
        </p:nvCxnSpPr>
        <p:spPr>
          <a:xfrm rot="10800000">
            <a:off x="8447023" y="5943807"/>
            <a:ext cx="0" cy="241632"/>
          </a:xfrm>
          <a:prstGeom prst="straightConnector1">
            <a:avLst/>
          </a:prstGeom>
          <a:noFill/>
          <a:ln cap="flat" cmpd="sng" w="12700">
            <a:solidFill>
              <a:schemeClr val="dk1"/>
            </a:solidFill>
            <a:prstDash val="solid"/>
            <a:miter lim="800000"/>
            <a:headEnd len="sm" w="sm" type="none"/>
            <a:tailEnd len="med" w="med" type="triangle"/>
          </a:ln>
        </p:spPr>
      </p:cxnSp>
      <p:grpSp>
        <p:nvGrpSpPr>
          <p:cNvPr id="3486" name="Google Shape;3486;p64"/>
          <p:cNvGrpSpPr/>
          <p:nvPr/>
        </p:nvGrpSpPr>
        <p:grpSpPr>
          <a:xfrm>
            <a:off x="9360038" y="2716627"/>
            <a:ext cx="928688" cy="1954212"/>
            <a:chOff x="250" y="1380"/>
            <a:chExt cx="585" cy="1231"/>
          </a:xfrm>
        </p:grpSpPr>
        <p:sp>
          <p:nvSpPr>
            <p:cNvPr id="3487" name="Google Shape;3487;p64"/>
            <p:cNvSpPr/>
            <p:nvPr/>
          </p:nvSpPr>
          <p:spPr>
            <a:xfrm>
              <a:off x="250" y="1414"/>
              <a:ext cx="582" cy="1197"/>
            </a:xfrm>
            <a:custGeom>
              <a:rect b="b" l="l" r="r" t="t"/>
              <a:pathLst>
                <a:path extrusionOk="0" h="1197" w="582">
                  <a:moveTo>
                    <a:pt x="582" y="781"/>
                  </a:moveTo>
                  <a:lnTo>
                    <a:pt x="0" y="1197"/>
                  </a:lnTo>
                  <a:lnTo>
                    <a:pt x="83" y="0"/>
                  </a:lnTo>
                  <a:lnTo>
                    <a:pt x="582" y="781"/>
                  </a:lnTo>
                  <a:close/>
                </a:path>
              </a:pathLst>
            </a:custGeom>
            <a:gradFill>
              <a:gsLst>
                <a:gs pos="0">
                  <a:srgbClr val="FFFFFF"/>
                </a:gs>
                <a:gs pos="99000">
                  <a:srgbClr val="BFBFBF"/>
                </a:gs>
                <a:gs pos="100000">
                  <a:srgbClr val="BFBFB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488" name="Google Shape;3488;p64"/>
            <p:cNvSpPr/>
            <p:nvPr/>
          </p:nvSpPr>
          <p:spPr>
            <a:xfrm>
              <a:off x="338" y="1399"/>
              <a:ext cx="493" cy="790"/>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489" name="Google Shape;3489;p64"/>
            <p:cNvSpPr txBox="1"/>
            <p:nvPr/>
          </p:nvSpPr>
          <p:spPr>
            <a:xfrm>
              <a:off x="413" y="1380"/>
              <a:ext cx="336" cy="82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Comic Sans MS"/>
                <a:buNone/>
              </a:pPr>
              <a:r>
                <a:t/>
              </a:r>
              <a:endParaRPr b="0"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Comic Sans MS"/>
                <a:buNone/>
              </a:pPr>
              <a:r>
                <a:t/>
              </a:r>
              <a:endParaRPr b="0"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Eth</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Phy</a:t>
              </a:r>
              <a:endParaRPr/>
            </a:p>
          </p:txBody>
        </p:sp>
        <p:cxnSp>
          <p:nvCxnSpPr>
            <p:cNvPr id="3490" name="Google Shape;3490;p64"/>
            <p:cNvCxnSpPr/>
            <p:nvPr/>
          </p:nvCxnSpPr>
          <p:spPr>
            <a:xfrm>
              <a:off x="346" y="1868"/>
              <a:ext cx="489" cy="0"/>
            </a:xfrm>
            <a:prstGeom prst="straightConnector1">
              <a:avLst/>
            </a:prstGeom>
            <a:noFill/>
            <a:ln cap="flat" cmpd="sng" w="9525">
              <a:solidFill>
                <a:srgbClr val="000000"/>
              </a:solidFill>
              <a:prstDash val="solid"/>
              <a:round/>
              <a:headEnd len="med" w="med" type="none"/>
              <a:tailEnd len="med" w="med" type="none"/>
            </a:ln>
          </p:spPr>
        </p:cxnSp>
        <p:cxnSp>
          <p:nvCxnSpPr>
            <p:cNvPr id="3491" name="Google Shape;3491;p64"/>
            <p:cNvCxnSpPr/>
            <p:nvPr/>
          </p:nvCxnSpPr>
          <p:spPr>
            <a:xfrm>
              <a:off x="343" y="2027"/>
              <a:ext cx="489" cy="0"/>
            </a:xfrm>
            <a:prstGeom prst="straightConnector1">
              <a:avLst/>
            </a:prstGeom>
            <a:noFill/>
            <a:ln cap="flat" cmpd="sng" w="9525">
              <a:solidFill>
                <a:srgbClr val="000000"/>
              </a:solidFill>
              <a:prstDash val="solid"/>
              <a:round/>
              <a:headEnd len="med" w="med" type="none"/>
              <a:tailEnd len="med" w="med" type="none"/>
            </a:ln>
          </p:spPr>
        </p:cxnSp>
        <p:cxnSp>
          <p:nvCxnSpPr>
            <p:cNvPr id="3492" name="Google Shape;3492;p64"/>
            <p:cNvCxnSpPr/>
            <p:nvPr/>
          </p:nvCxnSpPr>
          <p:spPr>
            <a:xfrm>
              <a:off x="340" y="2186"/>
              <a:ext cx="489" cy="0"/>
            </a:xfrm>
            <a:prstGeom prst="straightConnector1">
              <a:avLst/>
            </a:prstGeom>
            <a:noFill/>
            <a:ln cap="flat" cmpd="sng" w="9525">
              <a:solidFill>
                <a:srgbClr val="000000"/>
              </a:solidFill>
              <a:prstDash val="solid"/>
              <a:round/>
              <a:headEnd len="med" w="med" type="none"/>
              <a:tailEnd len="med" w="med" type="none"/>
            </a:ln>
          </p:spPr>
        </p:cxnSp>
        <p:cxnSp>
          <p:nvCxnSpPr>
            <p:cNvPr id="3493" name="Google Shape;3493;p64"/>
            <p:cNvCxnSpPr/>
            <p:nvPr/>
          </p:nvCxnSpPr>
          <p:spPr>
            <a:xfrm>
              <a:off x="330" y="1698"/>
              <a:ext cx="489" cy="0"/>
            </a:xfrm>
            <a:prstGeom prst="straightConnector1">
              <a:avLst/>
            </a:prstGeom>
            <a:noFill/>
            <a:ln cap="flat" cmpd="sng" w="9525">
              <a:solidFill>
                <a:srgbClr val="000000"/>
              </a:solidFill>
              <a:prstDash val="solid"/>
              <a:round/>
              <a:headEnd len="med" w="med" type="none"/>
              <a:tailEnd len="med" w="med" type="none"/>
            </a:ln>
          </p:spPr>
        </p:cxnSp>
      </p:grpSp>
      <p:grpSp>
        <p:nvGrpSpPr>
          <p:cNvPr id="3494" name="Google Shape;3494;p64"/>
          <p:cNvGrpSpPr/>
          <p:nvPr/>
        </p:nvGrpSpPr>
        <p:grpSpPr>
          <a:xfrm>
            <a:off x="8491273" y="4391325"/>
            <a:ext cx="1009650" cy="855028"/>
            <a:chOff x="-44" y="1473"/>
            <a:chExt cx="981" cy="1105"/>
          </a:xfrm>
        </p:grpSpPr>
        <p:pic>
          <p:nvPicPr>
            <p:cNvPr descr="desktop_computer_stylized_medium" id="3495" name="Google Shape;3495;p64"/>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3496" name="Google Shape;3496;p6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497" name="Google Shape;3497;p64"/>
          <p:cNvGrpSpPr/>
          <p:nvPr/>
        </p:nvGrpSpPr>
        <p:grpSpPr>
          <a:xfrm>
            <a:off x="5329167" y="3001010"/>
            <a:ext cx="836613" cy="2081213"/>
            <a:chOff x="2838" y="1545"/>
            <a:chExt cx="527" cy="1311"/>
          </a:xfrm>
        </p:grpSpPr>
        <p:sp>
          <p:nvSpPr>
            <p:cNvPr id="3498" name="Google Shape;3498;p64"/>
            <p:cNvSpPr/>
            <p:nvPr/>
          </p:nvSpPr>
          <p:spPr>
            <a:xfrm>
              <a:off x="2838" y="2342"/>
              <a:ext cx="527" cy="514"/>
            </a:xfrm>
            <a:custGeom>
              <a:rect b="b" l="l" r="r" t="t"/>
              <a:pathLst>
                <a:path extrusionOk="0" h="10000" w="9982">
                  <a:moveTo>
                    <a:pt x="9982" y="428"/>
                  </a:moveTo>
                  <a:cubicBezTo>
                    <a:pt x="6708" y="5645"/>
                    <a:pt x="7799" y="6805"/>
                    <a:pt x="6708" y="9994"/>
                  </a:cubicBezTo>
                  <a:cubicBezTo>
                    <a:pt x="4852" y="10080"/>
                    <a:pt x="3414" y="9311"/>
                    <a:pt x="0" y="9825"/>
                  </a:cubicBezTo>
                  <a:cubicBezTo>
                    <a:pt x="1461" y="5697"/>
                    <a:pt x="1365" y="4235"/>
                    <a:pt x="957" y="0"/>
                  </a:cubicBezTo>
                  <a:lnTo>
                    <a:pt x="9982" y="428"/>
                  </a:lnTo>
                  <a:close/>
                </a:path>
              </a:pathLst>
            </a:custGeom>
            <a:gradFill>
              <a:gsLst>
                <a:gs pos="0">
                  <a:srgbClr val="BFBFBF"/>
                </a:gs>
                <a:gs pos="100000">
                  <a:srgbClr val="FFFFFF">
                    <a:alpha val="71764"/>
                  </a:srgbClr>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499" name="Google Shape;3499;p64"/>
            <p:cNvSpPr/>
            <p:nvPr/>
          </p:nvSpPr>
          <p:spPr>
            <a:xfrm>
              <a:off x="2872" y="1877"/>
              <a:ext cx="493" cy="477"/>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500" name="Google Shape;3500;p64"/>
            <p:cNvSpPr txBox="1"/>
            <p:nvPr/>
          </p:nvSpPr>
          <p:spPr>
            <a:xfrm>
              <a:off x="2941" y="1545"/>
              <a:ext cx="336" cy="82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Comic Sans MS"/>
                <a:buNone/>
              </a:pPr>
              <a:r>
                <a:t/>
              </a:r>
              <a:endParaRPr b="0"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Comic Sans MS"/>
                <a:buNone/>
              </a:pPr>
              <a:r>
                <a:t/>
              </a:r>
              <a:endParaRPr b="0"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Eth</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Phy</a:t>
              </a:r>
              <a:endParaRPr/>
            </a:p>
          </p:txBody>
        </p:sp>
        <p:cxnSp>
          <p:nvCxnSpPr>
            <p:cNvPr id="3501" name="Google Shape;3501;p64"/>
            <p:cNvCxnSpPr/>
            <p:nvPr/>
          </p:nvCxnSpPr>
          <p:spPr>
            <a:xfrm>
              <a:off x="2868" y="2039"/>
              <a:ext cx="489" cy="0"/>
            </a:xfrm>
            <a:prstGeom prst="straightConnector1">
              <a:avLst/>
            </a:prstGeom>
            <a:noFill/>
            <a:ln cap="flat" cmpd="sng" w="9525">
              <a:solidFill>
                <a:srgbClr val="000000"/>
              </a:solidFill>
              <a:prstDash val="solid"/>
              <a:round/>
              <a:headEnd len="med" w="med" type="none"/>
              <a:tailEnd len="med" w="med" type="none"/>
            </a:ln>
          </p:spPr>
        </p:cxnSp>
        <p:cxnSp>
          <p:nvCxnSpPr>
            <p:cNvPr id="3502" name="Google Shape;3502;p64"/>
            <p:cNvCxnSpPr/>
            <p:nvPr/>
          </p:nvCxnSpPr>
          <p:spPr>
            <a:xfrm>
              <a:off x="2865" y="2198"/>
              <a:ext cx="489" cy="0"/>
            </a:xfrm>
            <a:prstGeom prst="straightConnector1">
              <a:avLst/>
            </a:prstGeom>
            <a:noFill/>
            <a:ln cap="flat" cmpd="sng" w="9525">
              <a:solidFill>
                <a:srgbClr val="000000"/>
              </a:solidFill>
              <a:prstDash val="solid"/>
              <a:round/>
              <a:headEnd len="med" w="med" type="none"/>
              <a:tailEnd len="med" w="med" type="none"/>
            </a:ln>
          </p:spPr>
        </p:cxnSp>
      </p:grpSp>
      <p:grpSp>
        <p:nvGrpSpPr>
          <p:cNvPr id="3503" name="Google Shape;3503;p64"/>
          <p:cNvGrpSpPr/>
          <p:nvPr/>
        </p:nvGrpSpPr>
        <p:grpSpPr>
          <a:xfrm>
            <a:off x="6089782" y="2530406"/>
            <a:ext cx="2436813" cy="1519237"/>
            <a:chOff x="3018" y="1445"/>
            <a:chExt cx="1535" cy="957"/>
          </a:xfrm>
        </p:grpSpPr>
        <p:grpSp>
          <p:nvGrpSpPr>
            <p:cNvPr id="3504" name="Google Shape;3504;p64"/>
            <p:cNvGrpSpPr/>
            <p:nvPr/>
          </p:nvGrpSpPr>
          <p:grpSpPr>
            <a:xfrm>
              <a:off x="3286" y="1706"/>
              <a:ext cx="1267" cy="475"/>
              <a:chOff x="1197" y="1669"/>
              <a:chExt cx="1267" cy="475"/>
            </a:xfrm>
          </p:grpSpPr>
          <p:grpSp>
            <p:nvGrpSpPr>
              <p:cNvPr id="3505" name="Google Shape;3505;p64"/>
              <p:cNvGrpSpPr/>
              <p:nvPr/>
            </p:nvGrpSpPr>
            <p:grpSpPr>
              <a:xfrm>
                <a:off x="1337" y="1990"/>
                <a:ext cx="90" cy="154"/>
                <a:chOff x="1337" y="1990"/>
                <a:chExt cx="90" cy="154"/>
              </a:xfrm>
            </p:grpSpPr>
            <p:cxnSp>
              <p:nvCxnSpPr>
                <p:cNvPr id="3506" name="Google Shape;3506;p64"/>
                <p:cNvCxnSpPr/>
                <p:nvPr/>
              </p:nvCxnSpPr>
              <p:spPr>
                <a:xfrm>
                  <a:off x="1337" y="1990"/>
                  <a:ext cx="0" cy="152"/>
                </a:xfrm>
                <a:prstGeom prst="straightConnector1">
                  <a:avLst/>
                </a:prstGeom>
                <a:noFill/>
                <a:ln cap="flat" cmpd="sng" w="19050">
                  <a:solidFill>
                    <a:srgbClr val="FFFFFF"/>
                  </a:solidFill>
                  <a:prstDash val="solid"/>
                  <a:round/>
                  <a:headEnd len="med" w="med" type="none"/>
                  <a:tailEnd len="med" w="med" type="none"/>
                </a:ln>
              </p:spPr>
            </p:cxnSp>
            <p:cxnSp>
              <p:nvCxnSpPr>
                <p:cNvPr id="3507" name="Google Shape;3507;p64"/>
                <p:cNvCxnSpPr/>
                <p:nvPr/>
              </p:nvCxnSpPr>
              <p:spPr>
                <a:xfrm>
                  <a:off x="1427" y="1992"/>
                  <a:ext cx="0" cy="152"/>
                </a:xfrm>
                <a:prstGeom prst="straightConnector1">
                  <a:avLst/>
                </a:prstGeom>
                <a:noFill/>
                <a:ln cap="flat" cmpd="sng" w="19050">
                  <a:solidFill>
                    <a:srgbClr val="FFFFFF"/>
                  </a:solidFill>
                  <a:prstDash val="solid"/>
                  <a:round/>
                  <a:headEnd len="med" w="med" type="none"/>
                  <a:tailEnd len="med" w="med" type="none"/>
                </a:ln>
              </p:spPr>
            </p:cxnSp>
          </p:grpSp>
          <p:sp>
            <p:nvSpPr>
              <p:cNvPr id="3508" name="Google Shape;3508;p64"/>
              <p:cNvSpPr txBox="1"/>
              <p:nvPr/>
            </p:nvSpPr>
            <p:spPr>
              <a:xfrm>
                <a:off x="1197" y="1669"/>
                <a:ext cx="1267"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IP src: 111.111.111.111</a:t>
                </a:r>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   IP dest: 222.222.222.222</a:t>
                </a:r>
                <a:endParaRPr/>
              </a:p>
            </p:txBody>
          </p:sp>
        </p:grpSp>
        <p:grpSp>
          <p:nvGrpSpPr>
            <p:cNvPr id="3509" name="Google Shape;3509;p64"/>
            <p:cNvGrpSpPr/>
            <p:nvPr/>
          </p:nvGrpSpPr>
          <p:grpSpPr>
            <a:xfrm>
              <a:off x="3018" y="1445"/>
              <a:ext cx="1530" cy="957"/>
              <a:chOff x="931" y="1414"/>
              <a:chExt cx="1530" cy="957"/>
            </a:xfrm>
          </p:grpSpPr>
          <p:sp>
            <p:nvSpPr>
              <p:cNvPr id="3510" name="Google Shape;3510;p64"/>
              <p:cNvSpPr txBox="1"/>
              <p:nvPr/>
            </p:nvSpPr>
            <p:spPr>
              <a:xfrm>
                <a:off x="931" y="1414"/>
                <a:ext cx="1530" cy="4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MAC src: </a:t>
                </a:r>
                <a:r>
                  <a:rPr b="0" i="0" lang="en-US" sz="1200" u="none" cap="none" strike="noStrike">
                    <a:solidFill>
                      <a:srgbClr val="FF0000"/>
                    </a:solidFill>
                    <a:latin typeface="Arial"/>
                    <a:ea typeface="Arial"/>
                    <a:cs typeface="Arial"/>
                    <a:sym typeface="Arial"/>
                  </a:rPr>
                  <a:t>1A-23-F9-CD-06-9B</a:t>
                </a:r>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  MAC dest: </a:t>
                </a:r>
                <a:r>
                  <a:rPr b="0" i="0" lang="en-US" sz="1200" u="none" cap="none" strike="noStrike">
                    <a:solidFill>
                      <a:srgbClr val="FF0000"/>
                    </a:solidFill>
                    <a:latin typeface="Arial"/>
                    <a:ea typeface="Arial"/>
                    <a:cs typeface="Arial"/>
                    <a:sym typeface="Arial"/>
                  </a:rPr>
                  <a:t>49-BD-D2-C7-56-2A</a:t>
                </a:r>
                <a:endParaRPr/>
              </a:p>
              <a:p>
                <a:pPr indent="0" lvl="0" marL="0" marR="0" rtl="0" algn="l">
                  <a:lnSpc>
                    <a:spcPct val="100000"/>
                  </a:lnSpc>
                  <a:spcBef>
                    <a:spcPts val="0"/>
                  </a:spcBef>
                  <a:spcAft>
                    <a:spcPts val="0"/>
                  </a:spcAft>
                  <a:buClr>
                    <a:schemeClr val="dk1"/>
                  </a:buClr>
                  <a:buSzPts val="1200"/>
                  <a:buFont typeface="Comic Sans MS"/>
                  <a:buNone/>
                </a:pPr>
                <a:r>
                  <a:t/>
                </a:r>
                <a:endParaRPr b="0" i="0" sz="1200" u="none" cap="none" strike="noStrike">
                  <a:solidFill>
                    <a:srgbClr val="FF0000"/>
                  </a:solidFill>
                  <a:latin typeface="Arial"/>
                  <a:ea typeface="Arial"/>
                  <a:cs typeface="Arial"/>
                  <a:sym typeface="Arial"/>
                </a:endParaRPr>
              </a:p>
            </p:txBody>
          </p:sp>
          <p:grpSp>
            <p:nvGrpSpPr>
              <p:cNvPr id="3511" name="Google Shape;3511;p64"/>
              <p:cNvGrpSpPr/>
              <p:nvPr/>
            </p:nvGrpSpPr>
            <p:grpSpPr>
              <a:xfrm>
                <a:off x="981" y="2182"/>
                <a:ext cx="1049" cy="189"/>
                <a:chOff x="2829" y="2040"/>
                <a:chExt cx="1049" cy="189"/>
              </a:xfrm>
            </p:grpSpPr>
            <p:sp>
              <p:nvSpPr>
                <p:cNvPr id="3512" name="Google Shape;3512;p64"/>
                <p:cNvSpPr/>
                <p:nvPr/>
              </p:nvSpPr>
              <p:spPr>
                <a:xfrm>
                  <a:off x="2829" y="2042"/>
                  <a:ext cx="1049" cy="185"/>
                </a:xfrm>
                <a:prstGeom prst="rect">
                  <a:avLst/>
                </a:prstGeom>
                <a:solidFill>
                  <a:srgbClr val="0000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513" name="Google Shape;3513;p64"/>
                <p:cNvSpPr/>
                <p:nvPr/>
              </p:nvSpPr>
              <p:spPr>
                <a:xfrm>
                  <a:off x="3078" y="2060"/>
                  <a:ext cx="691" cy="153"/>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3514" name="Google Shape;3514;p64"/>
                <p:cNvCxnSpPr/>
                <p:nvPr/>
              </p:nvCxnSpPr>
              <p:spPr>
                <a:xfrm>
                  <a:off x="3180" y="2063"/>
                  <a:ext cx="0" cy="152"/>
                </a:xfrm>
                <a:prstGeom prst="straightConnector1">
                  <a:avLst/>
                </a:prstGeom>
                <a:noFill/>
                <a:ln cap="flat" cmpd="sng" w="19050">
                  <a:solidFill>
                    <a:srgbClr val="FFFFFF"/>
                  </a:solidFill>
                  <a:prstDash val="solid"/>
                  <a:round/>
                  <a:headEnd len="med" w="med" type="none"/>
                  <a:tailEnd len="med" w="med" type="none"/>
                </a:ln>
              </p:spPr>
            </p:cxnSp>
            <p:cxnSp>
              <p:nvCxnSpPr>
                <p:cNvPr id="3515" name="Google Shape;3515;p64"/>
                <p:cNvCxnSpPr/>
                <p:nvPr/>
              </p:nvCxnSpPr>
              <p:spPr>
                <a:xfrm>
                  <a:off x="3276" y="2063"/>
                  <a:ext cx="0" cy="152"/>
                </a:xfrm>
                <a:prstGeom prst="straightConnector1">
                  <a:avLst/>
                </a:prstGeom>
                <a:noFill/>
                <a:ln cap="flat" cmpd="sng" w="19050">
                  <a:solidFill>
                    <a:srgbClr val="FFFFFF"/>
                  </a:solidFill>
                  <a:prstDash val="solid"/>
                  <a:round/>
                  <a:headEnd len="med" w="med" type="none"/>
                  <a:tailEnd len="med" w="med" type="none"/>
                </a:ln>
              </p:spPr>
            </p:cxnSp>
            <p:cxnSp>
              <p:nvCxnSpPr>
                <p:cNvPr id="3516" name="Google Shape;3516;p64"/>
                <p:cNvCxnSpPr/>
                <p:nvPr/>
              </p:nvCxnSpPr>
              <p:spPr>
                <a:xfrm>
                  <a:off x="2910" y="2040"/>
                  <a:ext cx="0" cy="189"/>
                </a:xfrm>
                <a:prstGeom prst="straightConnector1">
                  <a:avLst/>
                </a:prstGeom>
                <a:noFill/>
                <a:ln cap="flat" cmpd="sng" w="19050">
                  <a:solidFill>
                    <a:srgbClr val="FFFFFF"/>
                  </a:solidFill>
                  <a:prstDash val="solid"/>
                  <a:round/>
                  <a:headEnd len="med" w="med" type="none"/>
                  <a:tailEnd len="med" w="med" type="none"/>
                </a:ln>
              </p:spPr>
            </p:cxnSp>
            <p:cxnSp>
              <p:nvCxnSpPr>
                <p:cNvPr id="3517" name="Google Shape;3517;p64"/>
                <p:cNvCxnSpPr/>
                <p:nvPr/>
              </p:nvCxnSpPr>
              <p:spPr>
                <a:xfrm>
                  <a:off x="3006" y="2040"/>
                  <a:ext cx="0" cy="189"/>
                </a:xfrm>
                <a:prstGeom prst="straightConnector1">
                  <a:avLst/>
                </a:prstGeom>
                <a:noFill/>
                <a:ln cap="flat" cmpd="sng" w="19050">
                  <a:solidFill>
                    <a:srgbClr val="FFFFFF"/>
                  </a:solidFill>
                  <a:prstDash val="solid"/>
                  <a:round/>
                  <a:headEnd len="med" w="med" type="none"/>
                  <a:tailEnd len="med" w="med" type="none"/>
                </a:ln>
              </p:spPr>
            </p:cxnSp>
          </p:grpSp>
          <p:cxnSp>
            <p:nvCxnSpPr>
              <p:cNvPr id="3518" name="Google Shape;3518;p64"/>
              <p:cNvCxnSpPr/>
              <p:nvPr/>
            </p:nvCxnSpPr>
            <p:spPr>
              <a:xfrm flipH="1" rot="10800000">
                <a:off x="1018" y="1576"/>
                <a:ext cx="2" cy="702"/>
              </a:xfrm>
              <a:prstGeom prst="straightConnector1">
                <a:avLst/>
              </a:prstGeom>
              <a:noFill/>
              <a:ln cap="flat" cmpd="sng" w="9525">
                <a:solidFill>
                  <a:srgbClr val="000000"/>
                </a:solidFill>
                <a:prstDash val="solid"/>
                <a:round/>
                <a:headEnd len="med" w="med" type="triangle"/>
                <a:tailEnd len="med" w="med" type="none"/>
              </a:ln>
            </p:spPr>
          </p:cxnSp>
          <p:cxnSp>
            <p:nvCxnSpPr>
              <p:cNvPr id="3519" name="Google Shape;3519;p64"/>
              <p:cNvCxnSpPr/>
              <p:nvPr/>
            </p:nvCxnSpPr>
            <p:spPr>
              <a:xfrm rot="10800000">
                <a:off x="1106" y="1680"/>
                <a:ext cx="0" cy="598"/>
              </a:xfrm>
              <a:prstGeom prst="straightConnector1">
                <a:avLst/>
              </a:prstGeom>
              <a:noFill/>
              <a:ln cap="flat" cmpd="sng" w="9525">
                <a:solidFill>
                  <a:srgbClr val="000000"/>
                </a:solidFill>
                <a:prstDash val="solid"/>
                <a:round/>
                <a:headEnd len="med" w="med" type="triangle"/>
                <a:tailEnd len="med" w="med" type="none"/>
              </a:ln>
            </p:spPr>
          </p:cxnSp>
          <p:cxnSp>
            <p:nvCxnSpPr>
              <p:cNvPr id="3520" name="Google Shape;3520;p64"/>
              <p:cNvCxnSpPr/>
              <p:nvPr/>
            </p:nvCxnSpPr>
            <p:spPr>
              <a:xfrm rot="10800000">
                <a:off x="1276" y="1812"/>
                <a:ext cx="2" cy="470"/>
              </a:xfrm>
              <a:prstGeom prst="straightConnector1">
                <a:avLst/>
              </a:prstGeom>
              <a:noFill/>
              <a:ln cap="flat" cmpd="sng" w="9525">
                <a:solidFill>
                  <a:srgbClr val="000000"/>
                </a:solidFill>
                <a:prstDash val="solid"/>
                <a:round/>
                <a:headEnd len="med" w="med" type="triangle"/>
                <a:tailEnd len="med" w="med" type="none"/>
              </a:ln>
            </p:spPr>
          </p:cxnSp>
          <p:cxnSp>
            <p:nvCxnSpPr>
              <p:cNvPr id="3521" name="Google Shape;3521;p64"/>
              <p:cNvCxnSpPr/>
              <p:nvPr/>
            </p:nvCxnSpPr>
            <p:spPr>
              <a:xfrm>
                <a:off x="1368" y="1924"/>
                <a:ext cx="2" cy="358"/>
              </a:xfrm>
              <a:prstGeom prst="straightConnector1">
                <a:avLst/>
              </a:prstGeom>
              <a:noFill/>
              <a:ln cap="flat" cmpd="sng" w="9525">
                <a:solidFill>
                  <a:srgbClr val="000000"/>
                </a:solidFill>
                <a:prstDash val="solid"/>
                <a:round/>
                <a:headEnd len="med" w="med" type="none"/>
                <a:tailEnd len="med" w="med" type="triangle"/>
              </a:ln>
            </p:spPr>
          </p:cxnSp>
        </p:grpSp>
      </p:grpSp>
      <p:sp>
        <p:nvSpPr>
          <p:cNvPr id="3522" name="Google Shape;3522;p64"/>
          <p:cNvSpPr/>
          <p:nvPr/>
        </p:nvSpPr>
        <p:spPr>
          <a:xfrm>
            <a:off x="1182960" y="2698439"/>
            <a:ext cx="3707092" cy="722313"/>
          </a:xfrm>
          <a:prstGeom prst="rect">
            <a:avLst/>
          </a:prstGeom>
          <a:noFill/>
          <a:ln>
            <a:noFill/>
          </a:ln>
        </p:spPr>
        <p:txBody>
          <a:bodyPr anchorCtr="0" anchor="t" bIns="45700" lIns="91425" spcFirstLastPara="1" rIns="91425" wrap="square" tIns="45700">
            <a:noAutofit/>
          </a:bodyPr>
          <a:lstStyle/>
          <a:p>
            <a:pPr indent="-231775" lvl="0" marL="231775" marR="0" rtl="0" algn="l">
              <a:lnSpc>
                <a:spcPct val="85000"/>
              </a:lnSpc>
              <a:spcBef>
                <a:spcPts val="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transmits link-layer frame</a:t>
            </a:r>
            <a:endParaRPr b="0" i="0" sz="3200" u="none" cap="none" strike="noStrike">
              <a:solidFill>
                <a:srgbClr val="000000"/>
              </a:solidFill>
              <a:latin typeface="Calibri"/>
              <a:ea typeface="Calibri"/>
              <a:cs typeface="Calibri"/>
              <a:sym typeface="Calibri"/>
            </a:endParaRPr>
          </a:p>
        </p:txBody>
      </p:sp>
      <p:sp>
        <p:nvSpPr>
          <p:cNvPr id="3523" name="Google Shape;3523;p64"/>
          <p:cNvSpPr/>
          <p:nvPr/>
        </p:nvSpPr>
        <p:spPr>
          <a:xfrm>
            <a:off x="1236521" y="1283045"/>
            <a:ext cx="10571166" cy="550862"/>
          </a:xfrm>
          <a:prstGeom prst="rect">
            <a:avLst/>
          </a:prstGeom>
          <a:noFill/>
          <a:ln>
            <a:noFill/>
          </a:ln>
        </p:spPr>
        <p:txBody>
          <a:bodyPr anchorCtr="0" anchor="t" bIns="45700" lIns="91425" spcFirstLastPara="1" rIns="91425" wrap="square" tIns="45700">
            <a:noAutofit/>
          </a:bodyPr>
          <a:lstStyle/>
          <a:p>
            <a:pPr indent="-231775" lvl="0" marL="231775" marR="0" rtl="0" algn="l">
              <a:lnSpc>
                <a:spcPct val="85000"/>
              </a:lnSpc>
              <a:spcBef>
                <a:spcPts val="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R determines outgoing interface, passes datagram with IP source A, destination B to link layer </a:t>
            </a:r>
            <a:endParaRPr/>
          </a:p>
        </p:txBody>
      </p:sp>
      <p:sp>
        <p:nvSpPr>
          <p:cNvPr id="3524" name="Google Shape;3524;p64"/>
          <p:cNvSpPr/>
          <p:nvPr/>
        </p:nvSpPr>
        <p:spPr>
          <a:xfrm>
            <a:off x="1222717" y="1945029"/>
            <a:ext cx="10810254" cy="722313"/>
          </a:xfrm>
          <a:prstGeom prst="rect">
            <a:avLst/>
          </a:prstGeom>
          <a:noFill/>
          <a:ln>
            <a:noFill/>
          </a:ln>
        </p:spPr>
        <p:txBody>
          <a:bodyPr anchorCtr="0" anchor="t" bIns="45700" lIns="91425" spcFirstLastPara="1" rIns="91425" wrap="square" tIns="45700">
            <a:noAutofit/>
          </a:bodyPr>
          <a:lstStyle/>
          <a:p>
            <a:pPr indent="-231775" lvl="0" marL="231775" marR="0" rtl="0" algn="l">
              <a:lnSpc>
                <a:spcPct val="85000"/>
              </a:lnSpc>
              <a:spcBef>
                <a:spcPts val="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R creates link-layer frame containing A-to-B IP datagram. Frame destination address: B's MAC address</a:t>
            </a:r>
            <a:endParaRPr b="0" i="0" sz="3200" u="none" cap="none" strike="noStrike">
              <a:solidFill>
                <a:srgbClr val="000000"/>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486"/>
                                        </p:tgtEl>
                                        <p:attrNameLst>
                                          <p:attrName>style.visibility</p:attrName>
                                        </p:attrNameLst>
                                      </p:cBhvr>
                                      <p:to>
                                        <p:strVal val="visible"/>
                                      </p:to>
                                    </p:set>
                                    <p:animEffect filter="fade" transition="in">
                                      <p:cBhvr>
                                        <p:cTn dur="500"/>
                                        <p:tgtEl>
                                          <p:spTgt spid="34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9" name="Shape 3529"/>
        <p:cNvGrpSpPr/>
        <p:nvPr/>
      </p:nvGrpSpPr>
      <p:grpSpPr>
        <a:xfrm>
          <a:off x="0" y="0"/>
          <a:ext cx="0" cy="0"/>
          <a:chOff x="0" y="0"/>
          <a:chExt cx="0" cy="0"/>
        </a:xfrm>
      </p:grpSpPr>
      <p:sp>
        <p:nvSpPr>
          <p:cNvPr id="3530" name="Google Shape;3530;p65"/>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99"/>
              </a:buClr>
              <a:buSzPts val="4400"/>
              <a:buFont typeface="Calibri"/>
              <a:buNone/>
            </a:pPr>
            <a:r>
              <a:rPr b="0" lang="en-US">
                <a:solidFill>
                  <a:srgbClr val="000099"/>
                </a:solidFill>
                <a:latin typeface="Calibri"/>
                <a:ea typeface="Calibri"/>
                <a:cs typeface="Calibri"/>
                <a:sym typeface="Calibri"/>
              </a:rPr>
              <a:t>Routing to another subnet: addressing</a:t>
            </a:r>
            <a:endParaRPr b="0" sz="4400">
              <a:latin typeface="Calibri"/>
              <a:ea typeface="Calibri"/>
              <a:cs typeface="Calibri"/>
              <a:sym typeface="Calibri"/>
            </a:endParaRPr>
          </a:p>
        </p:txBody>
      </p:sp>
      <p:sp>
        <p:nvSpPr>
          <p:cNvPr id="3531" name="Google Shape;3531;p6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Link Layer: 6-</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cxnSp>
        <p:nvCxnSpPr>
          <p:cNvPr id="3532" name="Google Shape;3532;p65"/>
          <p:cNvCxnSpPr/>
          <p:nvPr/>
        </p:nvCxnSpPr>
        <p:spPr>
          <a:xfrm>
            <a:off x="4293702" y="5340624"/>
            <a:ext cx="3233531" cy="0"/>
          </a:xfrm>
          <a:prstGeom prst="straightConnector1">
            <a:avLst/>
          </a:prstGeom>
          <a:noFill/>
          <a:ln cap="flat" cmpd="sng" w="15875">
            <a:solidFill>
              <a:schemeClr val="dk1"/>
            </a:solidFill>
            <a:prstDash val="solid"/>
            <a:miter lim="800000"/>
            <a:headEnd len="sm" w="sm" type="none"/>
            <a:tailEnd len="sm" w="sm" type="none"/>
          </a:ln>
        </p:spPr>
      </p:cxnSp>
      <p:sp>
        <p:nvSpPr>
          <p:cNvPr id="3533" name="Google Shape;3533;p65"/>
          <p:cNvSpPr txBox="1"/>
          <p:nvPr/>
        </p:nvSpPr>
        <p:spPr>
          <a:xfrm>
            <a:off x="5496545" y="4606786"/>
            <a:ext cx="38023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2800"/>
              <a:buFont typeface="Calibri"/>
              <a:buNone/>
            </a:pPr>
            <a:r>
              <a:rPr b="0" i="0" lang="en-US" sz="2800" u="none" cap="none" strike="noStrike">
                <a:solidFill>
                  <a:srgbClr val="0000A8"/>
                </a:solidFill>
                <a:latin typeface="Calibri"/>
                <a:ea typeface="Calibri"/>
                <a:cs typeface="Calibri"/>
                <a:sym typeface="Calibri"/>
              </a:rPr>
              <a:t>R</a:t>
            </a:r>
            <a:endParaRPr b="0" i="0" sz="2000" u="none" cap="none" strike="noStrike">
              <a:solidFill>
                <a:srgbClr val="0000A8"/>
              </a:solidFill>
              <a:latin typeface="Calibri"/>
              <a:ea typeface="Calibri"/>
              <a:cs typeface="Calibri"/>
              <a:sym typeface="Calibri"/>
            </a:endParaRPr>
          </a:p>
        </p:txBody>
      </p:sp>
      <p:sp>
        <p:nvSpPr>
          <p:cNvPr id="3534" name="Google Shape;3534;p65"/>
          <p:cNvSpPr txBox="1"/>
          <p:nvPr/>
        </p:nvSpPr>
        <p:spPr>
          <a:xfrm>
            <a:off x="5140945" y="5749508"/>
            <a:ext cx="158594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1A-23-F9-CD-06-9B</a:t>
            </a:r>
            <a:endParaRPr/>
          </a:p>
        </p:txBody>
      </p:sp>
      <p:sp>
        <p:nvSpPr>
          <p:cNvPr id="3535" name="Google Shape;3535;p65"/>
          <p:cNvSpPr txBox="1"/>
          <p:nvPr/>
        </p:nvSpPr>
        <p:spPr>
          <a:xfrm>
            <a:off x="5288582" y="5576471"/>
            <a:ext cx="141577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222.222.222.220</a:t>
            </a:r>
            <a:endParaRPr/>
          </a:p>
        </p:txBody>
      </p:sp>
      <p:grpSp>
        <p:nvGrpSpPr>
          <p:cNvPr id="3536" name="Google Shape;3536;p65"/>
          <p:cNvGrpSpPr/>
          <p:nvPr/>
        </p:nvGrpSpPr>
        <p:grpSpPr>
          <a:xfrm>
            <a:off x="3992226" y="6027746"/>
            <a:ext cx="1573213" cy="482601"/>
            <a:chOff x="1934" y="2405"/>
            <a:chExt cx="991" cy="304"/>
          </a:xfrm>
        </p:grpSpPr>
        <p:sp>
          <p:nvSpPr>
            <p:cNvPr id="3537" name="Google Shape;3537;p65"/>
            <p:cNvSpPr txBox="1"/>
            <p:nvPr/>
          </p:nvSpPr>
          <p:spPr>
            <a:xfrm>
              <a:off x="1934" y="2405"/>
              <a:ext cx="892" cy="1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111.111.111.110</a:t>
              </a:r>
              <a:endParaRPr/>
            </a:p>
          </p:txBody>
        </p:sp>
        <p:sp>
          <p:nvSpPr>
            <p:cNvPr id="3538" name="Google Shape;3538;p65"/>
            <p:cNvSpPr txBox="1"/>
            <p:nvPr/>
          </p:nvSpPr>
          <p:spPr>
            <a:xfrm>
              <a:off x="1938" y="2515"/>
              <a:ext cx="987" cy="1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E6-E9-00-17-BB-4B</a:t>
              </a:r>
              <a:endParaRPr/>
            </a:p>
          </p:txBody>
        </p:sp>
      </p:grpSp>
      <p:sp>
        <p:nvSpPr>
          <p:cNvPr id="3539" name="Google Shape;3539;p65"/>
          <p:cNvSpPr txBox="1"/>
          <p:nvPr/>
        </p:nvSpPr>
        <p:spPr>
          <a:xfrm>
            <a:off x="1983382" y="6174597"/>
            <a:ext cx="163461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CC-49-DE-D0-AB-7D</a:t>
            </a:r>
            <a:endParaRPr/>
          </a:p>
        </p:txBody>
      </p:sp>
      <p:sp>
        <p:nvSpPr>
          <p:cNvPr id="3540" name="Google Shape;3540;p65"/>
          <p:cNvSpPr txBox="1"/>
          <p:nvPr/>
        </p:nvSpPr>
        <p:spPr>
          <a:xfrm>
            <a:off x="2183407" y="5985684"/>
            <a:ext cx="141577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111.111.111.112</a:t>
            </a:r>
            <a:endParaRPr/>
          </a:p>
        </p:txBody>
      </p:sp>
      <p:sp>
        <p:nvSpPr>
          <p:cNvPr id="3541" name="Google Shape;3541;p65"/>
          <p:cNvSpPr txBox="1"/>
          <p:nvPr/>
        </p:nvSpPr>
        <p:spPr>
          <a:xfrm>
            <a:off x="1901438" y="5007006"/>
            <a:ext cx="141577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111.111.111.111</a:t>
            </a:r>
            <a:endParaRPr/>
          </a:p>
        </p:txBody>
      </p:sp>
      <p:sp>
        <p:nvSpPr>
          <p:cNvPr id="3542" name="Google Shape;3542;p65"/>
          <p:cNvSpPr txBox="1"/>
          <p:nvPr/>
        </p:nvSpPr>
        <p:spPr>
          <a:xfrm>
            <a:off x="1799535" y="5196273"/>
            <a:ext cx="1535998"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74-29-9C-E8-FF-55</a:t>
            </a:r>
            <a:endParaRPr/>
          </a:p>
        </p:txBody>
      </p:sp>
      <p:sp>
        <p:nvSpPr>
          <p:cNvPr id="3543" name="Google Shape;3543;p65"/>
          <p:cNvSpPr/>
          <p:nvPr/>
        </p:nvSpPr>
        <p:spPr>
          <a:xfrm>
            <a:off x="3637582" y="4808121"/>
            <a:ext cx="839788" cy="1069975"/>
          </a:xfrm>
          <a:custGeom>
            <a:rect b="b" l="l" r="r" t="t"/>
            <a:pathLst>
              <a:path extrusionOk="0" h="996" w="1005">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rgbClr val="9CE0F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3544" name="Google Shape;3544;p65"/>
          <p:cNvCxnSpPr/>
          <p:nvPr/>
        </p:nvCxnSpPr>
        <p:spPr>
          <a:xfrm>
            <a:off x="3334370" y="4787483"/>
            <a:ext cx="438150" cy="230188"/>
          </a:xfrm>
          <a:prstGeom prst="straightConnector1">
            <a:avLst/>
          </a:prstGeom>
          <a:noFill/>
          <a:ln cap="flat" cmpd="sng" w="9525">
            <a:solidFill>
              <a:schemeClr val="dk1"/>
            </a:solidFill>
            <a:prstDash val="solid"/>
            <a:round/>
            <a:headEnd len="med" w="med" type="none"/>
            <a:tailEnd len="med" w="med" type="none"/>
          </a:ln>
        </p:spPr>
      </p:cxnSp>
      <p:cxnSp>
        <p:nvCxnSpPr>
          <p:cNvPr id="3545" name="Google Shape;3545;p65"/>
          <p:cNvCxnSpPr/>
          <p:nvPr/>
        </p:nvCxnSpPr>
        <p:spPr>
          <a:xfrm flipH="1" rot="10800000">
            <a:off x="3406935" y="5732045"/>
            <a:ext cx="283036" cy="54447"/>
          </a:xfrm>
          <a:prstGeom prst="straightConnector1">
            <a:avLst/>
          </a:prstGeom>
          <a:noFill/>
          <a:ln cap="flat" cmpd="sng" w="9525">
            <a:solidFill>
              <a:schemeClr val="dk1"/>
            </a:solidFill>
            <a:prstDash val="solid"/>
            <a:round/>
            <a:headEnd len="med" w="med" type="none"/>
            <a:tailEnd len="med" w="med" type="none"/>
          </a:ln>
        </p:spPr>
      </p:cxnSp>
      <p:cxnSp>
        <p:nvCxnSpPr>
          <p:cNvPr id="3546" name="Google Shape;3546;p65"/>
          <p:cNvCxnSpPr/>
          <p:nvPr/>
        </p:nvCxnSpPr>
        <p:spPr>
          <a:xfrm rot="10800000">
            <a:off x="3342282" y="5842809"/>
            <a:ext cx="0" cy="163513"/>
          </a:xfrm>
          <a:prstGeom prst="straightConnector1">
            <a:avLst/>
          </a:prstGeom>
          <a:noFill/>
          <a:ln cap="flat" cmpd="sng" w="9525">
            <a:solidFill>
              <a:schemeClr val="dk1"/>
            </a:solidFill>
            <a:prstDash val="solid"/>
            <a:round/>
            <a:headEnd len="med" w="med" type="none"/>
            <a:tailEnd len="med" w="med" type="triangle"/>
          </a:ln>
        </p:spPr>
      </p:cxnSp>
      <p:cxnSp>
        <p:nvCxnSpPr>
          <p:cNvPr id="3547" name="Google Shape;3547;p65"/>
          <p:cNvCxnSpPr/>
          <p:nvPr/>
        </p:nvCxnSpPr>
        <p:spPr>
          <a:xfrm rot="10800000">
            <a:off x="3248645" y="4860508"/>
            <a:ext cx="0" cy="248128"/>
          </a:xfrm>
          <a:prstGeom prst="straightConnector1">
            <a:avLst/>
          </a:prstGeom>
          <a:noFill/>
          <a:ln cap="flat" cmpd="sng" w="9525">
            <a:solidFill>
              <a:schemeClr val="dk1"/>
            </a:solidFill>
            <a:prstDash val="solid"/>
            <a:round/>
            <a:headEnd len="med" w="med" type="none"/>
            <a:tailEnd len="med" w="med" type="triangle"/>
          </a:ln>
        </p:spPr>
      </p:cxnSp>
      <p:cxnSp>
        <p:nvCxnSpPr>
          <p:cNvPr id="3548" name="Google Shape;3548;p65"/>
          <p:cNvCxnSpPr/>
          <p:nvPr/>
        </p:nvCxnSpPr>
        <p:spPr>
          <a:xfrm>
            <a:off x="5018707" y="5427247"/>
            <a:ext cx="0" cy="620504"/>
          </a:xfrm>
          <a:prstGeom prst="straightConnector1">
            <a:avLst/>
          </a:prstGeom>
          <a:noFill/>
          <a:ln cap="flat" cmpd="sng" w="9525">
            <a:solidFill>
              <a:schemeClr val="dk1"/>
            </a:solidFill>
            <a:prstDash val="solid"/>
            <a:round/>
            <a:headEnd len="med" w="med" type="triangle"/>
            <a:tailEnd len="med" w="med" type="none"/>
          </a:ln>
        </p:spPr>
      </p:cxnSp>
      <p:cxnSp>
        <p:nvCxnSpPr>
          <p:cNvPr id="3549" name="Google Shape;3549;p65"/>
          <p:cNvCxnSpPr/>
          <p:nvPr/>
        </p:nvCxnSpPr>
        <p:spPr>
          <a:xfrm rot="10800000">
            <a:off x="6207745" y="5417721"/>
            <a:ext cx="4762" cy="220662"/>
          </a:xfrm>
          <a:prstGeom prst="straightConnector1">
            <a:avLst/>
          </a:prstGeom>
          <a:noFill/>
          <a:ln cap="flat" cmpd="sng" w="9525">
            <a:solidFill>
              <a:schemeClr val="dk1"/>
            </a:solidFill>
            <a:prstDash val="solid"/>
            <a:round/>
            <a:headEnd len="med" w="med" type="none"/>
            <a:tailEnd len="med" w="med" type="triangle"/>
          </a:ln>
        </p:spPr>
      </p:cxnSp>
      <p:sp>
        <p:nvSpPr>
          <p:cNvPr id="3550" name="Google Shape;3550;p65"/>
          <p:cNvSpPr txBox="1"/>
          <p:nvPr/>
        </p:nvSpPr>
        <p:spPr>
          <a:xfrm>
            <a:off x="2243136" y="4315099"/>
            <a:ext cx="393056"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2800"/>
              <a:buFont typeface="Calibri"/>
              <a:buNone/>
            </a:pPr>
            <a:r>
              <a:rPr b="0" i="0" lang="en-US" sz="2800" u="none" cap="none" strike="noStrike">
                <a:solidFill>
                  <a:srgbClr val="0000A8"/>
                </a:solidFill>
                <a:latin typeface="Calibri"/>
                <a:ea typeface="Calibri"/>
                <a:cs typeface="Calibri"/>
                <a:sym typeface="Calibri"/>
              </a:rPr>
              <a:t>A</a:t>
            </a:r>
            <a:endParaRPr/>
          </a:p>
        </p:txBody>
      </p:sp>
      <p:grpSp>
        <p:nvGrpSpPr>
          <p:cNvPr id="3551" name="Google Shape;3551;p65"/>
          <p:cNvGrpSpPr/>
          <p:nvPr/>
        </p:nvGrpSpPr>
        <p:grpSpPr>
          <a:xfrm>
            <a:off x="8615685" y="5148731"/>
            <a:ext cx="1616076" cy="495300"/>
            <a:chOff x="4351" y="2786"/>
            <a:chExt cx="1018" cy="312"/>
          </a:xfrm>
        </p:grpSpPr>
        <p:sp>
          <p:nvSpPr>
            <p:cNvPr id="3552" name="Google Shape;3552;p65"/>
            <p:cNvSpPr txBox="1"/>
            <p:nvPr/>
          </p:nvSpPr>
          <p:spPr>
            <a:xfrm>
              <a:off x="4352" y="2786"/>
              <a:ext cx="892" cy="1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222.222.222.222</a:t>
              </a:r>
              <a:endParaRPr/>
            </a:p>
          </p:txBody>
        </p:sp>
        <p:sp>
          <p:nvSpPr>
            <p:cNvPr id="3553" name="Google Shape;3553;p65"/>
            <p:cNvSpPr txBox="1"/>
            <p:nvPr/>
          </p:nvSpPr>
          <p:spPr>
            <a:xfrm>
              <a:off x="4351" y="2904"/>
              <a:ext cx="1018" cy="1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49-BD-D2-C7-56-2A</a:t>
              </a:r>
              <a:endParaRPr/>
            </a:p>
          </p:txBody>
        </p:sp>
      </p:grpSp>
      <p:cxnSp>
        <p:nvCxnSpPr>
          <p:cNvPr id="3554" name="Google Shape;3554;p65"/>
          <p:cNvCxnSpPr/>
          <p:nvPr/>
        </p:nvCxnSpPr>
        <p:spPr>
          <a:xfrm flipH="1" rot="10800000">
            <a:off x="8215932" y="4787483"/>
            <a:ext cx="450850" cy="317500"/>
          </a:xfrm>
          <a:prstGeom prst="straightConnector1">
            <a:avLst/>
          </a:prstGeom>
          <a:noFill/>
          <a:ln cap="flat" cmpd="sng" w="9525">
            <a:solidFill>
              <a:schemeClr val="dk1"/>
            </a:solidFill>
            <a:prstDash val="solid"/>
            <a:round/>
            <a:headEnd len="med" w="med" type="none"/>
            <a:tailEnd len="med" w="med" type="none"/>
          </a:ln>
        </p:spPr>
      </p:cxnSp>
      <p:sp>
        <p:nvSpPr>
          <p:cNvPr id="3555" name="Google Shape;3555;p65"/>
          <p:cNvSpPr txBox="1"/>
          <p:nvPr/>
        </p:nvSpPr>
        <p:spPr>
          <a:xfrm>
            <a:off x="8307272" y="6136999"/>
            <a:ext cx="141577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222.222.222.221</a:t>
            </a:r>
            <a:endParaRPr/>
          </a:p>
        </p:txBody>
      </p:sp>
      <p:sp>
        <p:nvSpPr>
          <p:cNvPr id="3556" name="Google Shape;3556;p65"/>
          <p:cNvSpPr txBox="1"/>
          <p:nvPr/>
        </p:nvSpPr>
        <p:spPr>
          <a:xfrm>
            <a:off x="8297391" y="6315866"/>
            <a:ext cx="1552284"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88-B2-2F-54-1A-0F</a:t>
            </a:r>
            <a:endParaRPr/>
          </a:p>
        </p:txBody>
      </p:sp>
      <p:cxnSp>
        <p:nvCxnSpPr>
          <p:cNvPr id="3557" name="Google Shape;3557;p65"/>
          <p:cNvCxnSpPr/>
          <p:nvPr/>
        </p:nvCxnSpPr>
        <p:spPr>
          <a:xfrm rot="10800000">
            <a:off x="8156672" y="5684421"/>
            <a:ext cx="267105" cy="200926"/>
          </a:xfrm>
          <a:prstGeom prst="straightConnector1">
            <a:avLst/>
          </a:prstGeom>
          <a:noFill/>
          <a:ln cap="flat" cmpd="sng" w="9525">
            <a:solidFill>
              <a:schemeClr val="dk1"/>
            </a:solidFill>
            <a:prstDash val="solid"/>
            <a:round/>
            <a:headEnd len="med" w="med" type="none"/>
            <a:tailEnd len="med" w="med" type="none"/>
          </a:ln>
        </p:spPr>
      </p:cxnSp>
      <p:sp>
        <p:nvSpPr>
          <p:cNvPr id="3558" name="Google Shape;3558;p65"/>
          <p:cNvSpPr/>
          <p:nvPr/>
        </p:nvSpPr>
        <p:spPr>
          <a:xfrm>
            <a:off x="7476157" y="4811296"/>
            <a:ext cx="765175" cy="1081088"/>
          </a:xfrm>
          <a:custGeom>
            <a:rect b="b" l="l" r="r" t="t"/>
            <a:pathLst>
              <a:path extrusionOk="0" h="996" w="1005">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rgbClr val="9CE0F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59" name="Google Shape;3559;p65"/>
          <p:cNvSpPr txBox="1"/>
          <p:nvPr/>
        </p:nvSpPr>
        <p:spPr>
          <a:xfrm>
            <a:off x="9407316" y="4484341"/>
            <a:ext cx="38023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2800"/>
              <a:buFont typeface="Calibri"/>
              <a:buNone/>
            </a:pPr>
            <a:r>
              <a:rPr b="0" i="0" lang="en-US" sz="2800" u="none" cap="none" strike="noStrike">
                <a:solidFill>
                  <a:srgbClr val="0000A8"/>
                </a:solidFill>
                <a:latin typeface="Calibri"/>
                <a:ea typeface="Calibri"/>
                <a:cs typeface="Calibri"/>
                <a:sym typeface="Calibri"/>
              </a:rPr>
              <a:t>B</a:t>
            </a:r>
            <a:endParaRPr/>
          </a:p>
        </p:txBody>
      </p:sp>
      <p:grpSp>
        <p:nvGrpSpPr>
          <p:cNvPr id="3560" name="Google Shape;3560;p65"/>
          <p:cNvGrpSpPr/>
          <p:nvPr/>
        </p:nvGrpSpPr>
        <p:grpSpPr>
          <a:xfrm>
            <a:off x="5001868" y="5038254"/>
            <a:ext cx="1310632" cy="501151"/>
            <a:chOff x="4909105" y="5767126"/>
            <a:chExt cx="1310632" cy="501151"/>
          </a:xfrm>
        </p:grpSpPr>
        <p:sp>
          <p:nvSpPr>
            <p:cNvPr id="3561" name="Google Shape;3561;p65"/>
            <p:cNvSpPr/>
            <p:nvPr/>
          </p:nvSpPr>
          <p:spPr>
            <a:xfrm rot="5400000">
              <a:off x="6024859" y="5937451"/>
              <a:ext cx="134168" cy="25558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sp>
          <p:nvSpPr>
            <p:cNvPr id="3562" name="Google Shape;3562;p65"/>
            <p:cNvSpPr/>
            <p:nvPr/>
          </p:nvSpPr>
          <p:spPr>
            <a:xfrm rot="5400000">
              <a:off x="4966501" y="5940764"/>
              <a:ext cx="140795" cy="25558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grpSp>
          <p:nvGrpSpPr>
            <p:cNvPr id="3563" name="Google Shape;3563;p65"/>
            <p:cNvGrpSpPr/>
            <p:nvPr/>
          </p:nvGrpSpPr>
          <p:grpSpPr>
            <a:xfrm>
              <a:off x="5115340" y="5767126"/>
              <a:ext cx="901147" cy="501151"/>
              <a:chOff x="7493876" y="2774731"/>
              <a:chExt cx="1481958" cy="894622"/>
            </a:xfrm>
          </p:grpSpPr>
          <p:sp>
            <p:nvSpPr>
              <p:cNvPr id="3564" name="Google Shape;3564;p6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565" name="Google Shape;3565;p6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566" name="Google Shape;3566;p65"/>
              <p:cNvGrpSpPr/>
              <p:nvPr/>
            </p:nvGrpSpPr>
            <p:grpSpPr>
              <a:xfrm>
                <a:off x="7713663" y="2848339"/>
                <a:ext cx="1042107" cy="425543"/>
                <a:chOff x="7786941" y="2884917"/>
                <a:chExt cx="897649" cy="353919"/>
              </a:xfrm>
            </p:grpSpPr>
            <p:sp>
              <p:nvSpPr>
                <p:cNvPr id="3567" name="Google Shape;3567;p6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568" name="Google Shape;3568;p6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569" name="Google Shape;3569;p6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570" name="Google Shape;3570;p6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sp>
        <p:nvSpPr>
          <p:cNvPr id="3571" name="Google Shape;3571;p65"/>
          <p:cNvSpPr/>
          <p:nvPr/>
        </p:nvSpPr>
        <p:spPr>
          <a:xfrm rot="5400000">
            <a:off x="3161022" y="4666815"/>
            <a:ext cx="119903" cy="25558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grpSp>
        <p:nvGrpSpPr>
          <p:cNvPr id="3572" name="Google Shape;3572;p65"/>
          <p:cNvGrpSpPr/>
          <p:nvPr/>
        </p:nvGrpSpPr>
        <p:grpSpPr>
          <a:xfrm>
            <a:off x="2318687" y="4333458"/>
            <a:ext cx="936071" cy="761428"/>
            <a:chOff x="-44" y="1473"/>
            <a:chExt cx="981" cy="1105"/>
          </a:xfrm>
        </p:grpSpPr>
        <p:pic>
          <p:nvPicPr>
            <p:cNvPr descr="desktop_computer_stylized_medium" id="3573" name="Google Shape;3573;p6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574" name="Google Shape;3574;p6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575" name="Google Shape;3575;p65"/>
          <p:cNvSpPr/>
          <p:nvPr/>
        </p:nvSpPr>
        <p:spPr>
          <a:xfrm rot="5400000">
            <a:off x="3271833" y="5687855"/>
            <a:ext cx="84261" cy="194751"/>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grpSp>
        <p:nvGrpSpPr>
          <p:cNvPr id="3576" name="Google Shape;3576;p65"/>
          <p:cNvGrpSpPr/>
          <p:nvPr/>
        </p:nvGrpSpPr>
        <p:grpSpPr>
          <a:xfrm>
            <a:off x="2681426" y="5490561"/>
            <a:ext cx="639495" cy="517588"/>
            <a:chOff x="-44" y="1473"/>
            <a:chExt cx="981" cy="1105"/>
          </a:xfrm>
        </p:grpSpPr>
        <p:pic>
          <p:nvPicPr>
            <p:cNvPr descr="desktop_computer_stylized_medium" id="3577" name="Google Shape;3577;p6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578" name="Google Shape;3578;p6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sp>
        <p:nvSpPr>
          <p:cNvPr id="3579" name="Google Shape;3579;p65"/>
          <p:cNvSpPr/>
          <p:nvPr/>
        </p:nvSpPr>
        <p:spPr>
          <a:xfrm rot="5400000">
            <a:off x="8726575" y="4653061"/>
            <a:ext cx="119903" cy="25558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sp>
        <p:nvSpPr>
          <p:cNvPr id="3580" name="Google Shape;3580;p65"/>
          <p:cNvSpPr/>
          <p:nvPr/>
        </p:nvSpPr>
        <p:spPr>
          <a:xfrm rot="5400000">
            <a:off x="8496816" y="5784803"/>
            <a:ext cx="84261" cy="194751"/>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grpSp>
        <p:nvGrpSpPr>
          <p:cNvPr id="3581" name="Google Shape;3581;p65"/>
          <p:cNvGrpSpPr/>
          <p:nvPr/>
        </p:nvGrpSpPr>
        <p:grpSpPr>
          <a:xfrm>
            <a:off x="8343615" y="5618570"/>
            <a:ext cx="711200" cy="601028"/>
            <a:chOff x="-44" y="1473"/>
            <a:chExt cx="981" cy="1105"/>
          </a:xfrm>
        </p:grpSpPr>
        <p:pic>
          <p:nvPicPr>
            <p:cNvPr descr="desktop_computer_stylized_medium" id="3582" name="Google Shape;3582;p65"/>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3583" name="Google Shape;3583;p6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cxnSp>
        <p:nvCxnSpPr>
          <p:cNvPr id="3584" name="Google Shape;3584;p65"/>
          <p:cNvCxnSpPr/>
          <p:nvPr/>
        </p:nvCxnSpPr>
        <p:spPr>
          <a:xfrm rot="10800000">
            <a:off x="8669292" y="4874844"/>
            <a:ext cx="0" cy="445971"/>
          </a:xfrm>
          <a:prstGeom prst="straightConnector1">
            <a:avLst/>
          </a:prstGeom>
          <a:noFill/>
          <a:ln cap="flat" cmpd="sng" w="12700">
            <a:solidFill>
              <a:schemeClr val="dk1"/>
            </a:solidFill>
            <a:prstDash val="solid"/>
            <a:miter lim="800000"/>
            <a:headEnd len="sm" w="sm" type="none"/>
            <a:tailEnd len="med" w="med" type="triangle"/>
          </a:ln>
        </p:spPr>
      </p:cxnSp>
      <p:cxnSp>
        <p:nvCxnSpPr>
          <p:cNvPr id="3585" name="Google Shape;3585;p65"/>
          <p:cNvCxnSpPr/>
          <p:nvPr/>
        </p:nvCxnSpPr>
        <p:spPr>
          <a:xfrm rot="10800000">
            <a:off x="8447023" y="5943807"/>
            <a:ext cx="0" cy="241632"/>
          </a:xfrm>
          <a:prstGeom prst="straightConnector1">
            <a:avLst/>
          </a:prstGeom>
          <a:noFill/>
          <a:ln cap="flat" cmpd="sng" w="12700">
            <a:solidFill>
              <a:schemeClr val="dk1"/>
            </a:solidFill>
            <a:prstDash val="solid"/>
            <a:miter lim="800000"/>
            <a:headEnd len="sm" w="sm" type="none"/>
            <a:tailEnd len="med" w="med" type="triangle"/>
          </a:ln>
        </p:spPr>
      </p:cxnSp>
      <p:grpSp>
        <p:nvGrpSpPr>
          <p:cNvPr id="3586" name="Google Shape;3586;p65"/>
          <p:cNvGrpSpPr/>
          <p:nvPr/>
        </p:nvGrpSpPr>
        <p:grpSpPr>
          <a:xfrm>
            <a:off x="9360038" y="2716627"/>
            <a:ext cx="928688" cy="1954212"/>
            <a:chOff x="250" y="1380"/>
            <a:chExt cx="585" cy="1231"/>
          </a:xfrm>
        </p:grpSpPr>
        <p:sp>
          <p:nvSpPr>
            <p:cNvPr id="3587" name="Google Shape;3587;p65"/>
            <p:cNvSpPr/>
            <p:nvPr/>
          </p:nvSpPr>
          <p:spPr>
            <a:xfrm>
              <a:off x="250" y="1414"/>
              <a:ext cx="582" cy="1197"/>
            </a:xfrm>
            <a:custGeom>
              <a:rect b="b" l="l" r="r" t="t"/>
              <a:pathLst>
                <a:path extrusionOk="0" h="1197" w="582">
                  <a:moveTo>
                    <a:pt x="582" y="781"/>
                  </a:moveTo>
                  <a:lnTo>
                    <a:pt x="0" y="1197"/>
                  </a:lnTo>
                  <a:lnTo>
                    <a:pt x="83" y="0"/>
                  </a:lnTo>
                  <a:lnTo>
                    <a:pt x="582" y="781"/>
                  </a:lnTo>
                  <a:close/>
                </a:path>
              </a:pathLst>
            </a:custGeom>
            <a:gradFill>
              <a:gsLst>
                <a:gs pos="0">
                  <a:srgbClr val="FFFFFF"/>
                </a:gs>
                <a:gs pos="99000">
                  <a:srgbClr val="BFBFBF"/>
                </a:gs>
                <a:gs pos="100000">
                  <a:srgbClr val="BFBFB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588" name="Google Shape;3588;p65"/>
            <p:cNvSpPr/>
            <p:nvPr/>
          </p:nvSpPr>
          <p:spPr>
            <a:xfrm>
              <a:off x="338" y="1399"/>
              <a:ext cx="493" cy="790"/>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589" name="Google Shape;3589;p65"/>
            <p:cNvSpPr txBox="1"/>
            <p:nvPr/>
          </p:nvSpPr>
          <p:spPr>
            <a:xfrm>
              <a:off x="413" y="1380"/>
              <a:ext cx="336" cy="82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Comic Sans MS"/>
                <a:buNone/>
              </a:pPr>
              <a:r>
                <a:t/>
              </a:r>
              <a:endParaRPr b="0"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Comic Sans MS"/>
                <a:buNone/>
              </a:pPr>
              <a:r>
                <a:t/>
              </a:r>
              <a:endParaRPr b="0"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Eth</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Phy</a:t>
              </a:r>
              <a:endParaRPr/>
            </a:p>
          </p:txBody>
        </p:sp>
        <p:cxnSp>
          <p:nvCxnSpPr>
            <p:cNvPr id="3590" name="Google Shape;3590;p65"/>
            <p:cNvCxnSpPr/>
            <p:nvPr/>
          </p:nvCxnSpPr>
          <p:spPr>
            <a:xfrm>
              <a:off x="346" y="1868"/>
              <a:ext cx="489" cy="0"/>
            </a:xfrm>
            <a:prstGeom prst="straightConnector1">
              <a:avLst/>
            </a:prstGeom>
            <a:noFill/>
            <a:ln cap="flat" cmpd="sng" w="9525">
              <a:solidFill>
                <a:srgbClr val="000000"/>
              </a:solidFill>
              <a:prstDash val="solid"/>
              <a:round/>
              <a:headEnd len="med" w="med" type="none"/>
              <a:tailEnd len="med" w="med" type="none"/>
            </a:ln>
          </p:spPr>
        </p:cxnSp>
        <p:cxnSp>
          <p:nvCxnSpPr>
            <p:cNvPr id="3591" name="Google Shape;3591;p65"/>
            <p:cNvCxnSpPr/>
            <p:nvPr/>
          </p:nvCxnSpPr>
          <p:spPr>
            <a:xfrm>
              <a:off x="343" y="2027"/>
              <a:ext cx="489" cy="0"/>
            </a:xfrm>
            <a:prstGeom prst="straightConnector1">
              <a:avLst/>
            </a:prstGeom>
            <a:noFill/>
            <a:ln cap="flat" cmpd="sng" w="9525">
              <a:solidFill>
                <a:srgbClr val="000000"/>
              </a:solidFill>
              <a:prstDash val="solid"/>
              <a:round/>
              <a:headEnd len="med" w="med" type="none"/>
              <a:tailEnd len="med" w="med" type="none"/>
            </a:ln>
          </p:spPr>
        </p:cxnSp>
        <p:cxnSp>
          <p:nvCxnSpPr>
            <p:cNvPr id="3592" name="Google Shape;3592;p65"/>
            <p:cNvCxnSpPr/>
            <p:nvPr/>
          </p:nvCxnSpPr>
          <p:spPr>
            <a:xfrm>
              <a:off x="340" y="2186"/>
              <a:ext cx="489" cy="0"/>
            </a:xfrm>
            <a:prstGeom prst="straightConnector1">
              <a:avLst/>
            </a:prstGeom>
            <a:noFill/>
            <a:ln cap="flat" cmpd="sng" w="9525">
              <a:solidFill>
                <a:srgbClr val="000000"/>
              </a:solidFill>
              <a:prstDash val="solid"/>
              <a:round/>
              <a:headEnd len="med" w="med" type="none"/>
              <a:tailEnd len="med" w="med" type="none"/>
            </a:ln>
          </p:spPr>
        </p:cxnSp>
        <p:cxnSp>
          <p:nvCxnSpPr>
            <p:cNvPr id="3593" name="Google Shape;3593;p65"/>
            <p:cNvCxnSpPr/>
            <p:nvPr/>
          </p:nvCxnSpPr>
          <p:spPr>
            <a:xfrm>
              <a:off x="330" y="1698"/>
              <a:ext cx="489" cy="0"/>
            </a:xfrm>
            <a:prstGeom prst="straightConnector1">
              <a:avLst/>
            </a:prstGeom>
            <a:noFill/>
            <a:ln cap="flat" cmpd="sng" w="9525">
              <a:solidFill>
                <a:srgbClr val="000000"/>
              </a:solidFill>
              <a:prstDash val="solid"/>
              <a:round/>
              <a:headEnd len="med" w="med" type="none"/>
              <a:tailEnd len="med" w="med" type="none"/>
            </a:ln>
          </p:spPr>
        </p:cxnSp>
      </p:grpSp>
      <p:grpSp>
        <p:nvGrpSpPr>
          <p:cNvPr id="3594" name="Google Shape;3594;p65"/>
          <p:cNvGrpSpPr/>
          <p:nvPr/>
        </p:nvGrpSpPr>
        <p:grpSpPr>
          <a:xfrm>
            <a:off x="8491273" y="4391325"/>
            <a:ext cx="1009650" cy="855028"/>
            <a:chOff x="-44" y="1473"/>
            <a:chExt cx="981" cy="1105"/>
          </a:xfrm>
        </p:grpSpPr>
        <p:pic>
          <p:nvPicPr>
            <p:cNvPr descr="desktop_computer_stylized_medium" id="3595" name="Google Shape;3595;p65"/>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3596" name="Google Shape;3596;p6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597" name="Google Shape;3597;p65"/>
          <p:cNvGrpSpPr/>
          <p:nvPr/>
        </p:nvGrpSpPr>
        <p:grpSpPr>
          <a:xfrm>
            <a:off x="5329167" y="3001010"/>
            <a:ext cx="836613" cy="2081213"/>
            <a:chOff x="2838" y="1545"/>
            <a:chExt cx="527" cy="1311"/>
          </a:xfrm>
        </p:grpSpPr>
        <p:sp>
          <p:nvSpPr>
            <p:cNvPr id="3598" name="Google Shape;3598;p65"/>
            <p:cNvSpPr/>
            <p:nvPr/>
          </p:nvSpPr>
          <p:spPr>
            <a:xfrm>
              <a:off x="2838" y="2342"/>
              <a:ext cx="527" cy="514"/>
            </a:xfrm>
            <a:custGeom>
              <a:rect b="b" l="l" r="r" t="t"/>
              <a:pathLst>
                <a:path extrusionOk="0" h="10000" w="9982">
                  <a:moveTo>
                    <a:pt x="9982" y="428"/>
                  </a:moveTo>
                  <a:cubicBezTo>
                    <a:pt x="6708" y="5645"/>
                    <a:pt x="7799" y="6805"/>
                    <a:pt x="6708" y="9994"/>
                  </a:cubicBezTo>
                  <a:cubicBezTo>
                    <a:pt x="4852" y="10080"/>
                    <a:pt x="3414" y="9311"/>
                    <a:pt x="0" y="9825"/>
                  </a:cubicBezTo>
                  <a:cubicBezTo>
                    <a:pt x="1461" y="5697"/>
                    <a:pt x="1365" y="4235"/>
                    <a:pt x="957" y="0"/>
                  </a:cubicBezTo>
                  <a:lnTo>
                    <a:pt x="9982" y="428"/>
                  </a:lnTo>
                  <a:close/>
                </a:path>
              </a:pathLst>
            </a:custGeom>
            <a:gradFill>
              <a:gsLst>
                <a:gs pos="0">
                  <a:srgbClr val="BFBFBF"/>
                </a:gs>
                <a:gs pos="100000">
                  <a:srgbClr val="FFFFFF">
                    <a:alpha val="71764"/>
                  </a:srgbClr>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599" name="Google Shape;3599;p65"/>
            <p:cNvSpPr/>
            <p:nvPr/>
          </p:nvSpPr>
          <p:spPr>
            <a:xfrm>
              <a:off x="2872" y="1877"/>
              <a:ext cx="493" cy="477"/>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600" name="Google Shape;3600;p65"/>
            <p:cNvSpPr txBox="1"/>
            <p:nvPr/>
          </p:nvSpPr>
          <p:spPr>
            <a:xfrm>
              <a:off x="2941" y="1545"/>
              <a:ext cx="336" cy="82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Comic Sans MS"/>
                <a:buNone/>
              </a:pPr>
              <a:r>
                <a:t/>
              </a:r>
              <a:endParaRPr b="0"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Comic Sans MS"/>
                <a:buNone/>
              </a:pPr>
              <a:r>
                <a:t/>
              </a:r>
              <a:endParaRPr b="0"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Eth</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Phy</a:t>
              </a:r>
              <a:endParaRPr/>
            </a:p>
          </p:txBody>
        </p:sp>
        <p:cxnSp>
          <p:nvCxnSpPr>
            <p:cNvPr id="3601" name="Google Shape;3601;p65"/>
            <p:cNvCxnSpPr/>
            <p:nvPr/>
          </p:nvCxnSpPr>
          <p:spPr>
            <a:xfrm>
              <a:off x="2868" y="2039"/>
              <a:ext cx="489" cy="0"/>
            </a:xfrm>
            <a:prstGeom prst="straightConnector1">
              <a:avLst/>
            </a:prstGeom>
            <a:noFill/>
            <a:ln cap="flat" cmpd="sng" w="9525">
              <a:solidFill>
                <a:srgbClr val="000000"/>
              </a:solidFill>
              <a:prstDash val="solid"/>
              <a:round/>
              <a:headEnd len="med" w="med" type="none"/>
              <a:tailEnd len="med" w="med" type="none"/>
            </a:ln>
          </p:spPr>
        </p:cxnSp>
        <p:cxnSp>
          <p:nvCxnSpPr>
            <p:cNvPr id="3602" name="Google Shape;3602;p65"/>
            <p:cNvCxnSpPr/>
            <p:nvPr/>
          </p:nvCxnSpPr>
          <p:spPr>
            <a:xfrm>
              <a:off x="2865" y="2198"/>
              <a:ext cx="489" cy="0"/>
            </a:xfrm>
            <a:prstGeom prst="straightConnector1">
              <a:avLst/>
            </a:prstGeom>
            <a:noFill/>
            <a:ln cap="flat" cmpd="sng" w="9525">
              <a:solidFill>
                <a:srgbClr val="000000"/>
              </a:solidFill>
              <a:prstDash val="solid"/>
              <a:round/>
              <a:headEnd len="med" w="med" type="none"/>
              <a:tailEnd len="med" w="med" type="none"/>
            </a:ln>
          </p:spPr>
        </p:cxnSp>
      </p:grpSp>
      <p:sp>
        <p:nvSpPr>
          <p:cNvPr id="3603" name="Google Shape;3603;p65"/>
          <p:cNvSpPr/>
          <p:nvPr/>
        </p:nvSpPr>
        <p:spPr>
          <a:xfrm>
            <a:off x="1236522" y="1283045"/>
            <a:ext cx="7772400" cy="550862"/>
          </a:xfrm>
          <a:prstGeom prst="rect">
            <a:avLst/>
          </a:prstGeom>
          <a:noFill/>
          <a:ln>
            <a:noFill/>
          </a:ln>
        </p:spPr>
        <p:txBody>
          <a:bodyPr anchorCtr="0" anchor="t" bIns="45700" lIns="91425" spcFirstLastPara="1" rIns="91425" wrap="square" tIns="45700">
            <a:noAutofit/>
          </a:bodyPr>
          <a:lstStyle/>
          <a:p>
            <a:pPr indent="-231775" lvl="0" marL="231775" marR="0" rtl="0" algn="l">
              <a:lnSpc>
                <a:spcPct val="85000"/>
              </a:lnSpc>
              <a:spcBef>
                <a:spcPts val="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B receives frame, extracts IP datagram destination B </a:t>
            </a:r>
            <a:endParaRPr/>
          </a:p>
        </p:txBody>
      </p:sp>
      <p:sp>
        <p:nvSpPr>
          <p:cNvPr id="3604" name="Google Shape;3604;p65"/>
          <p:cNvSpPr/>
          <p:nvPr/>
        </p:nvSpPr>
        <p:spPr>
          <a:xfrm>
            <a:off x="1222717" y="1759501"/>
            <a:ext cx="10810254" cy="722313"/>
          </a:xfrm>
          <a:prstGeom prst="rect">
            <a:avLst/>
          </a:prstGeom>
          <a:noFill/>
          <a:ln>
            <a:noFill/>
          </a:ln>
        </p:spPr>
        <p:txBody>
          <a:bodyPr anchorCtr="0" anchor="t" bIns="45700" lIns="91425" spcFirstLastPara="1" rIns="91425" wrap="square" tIns="45700">
            <a:noAutofit/>
          </a:bodyPr>
          <a:lstStyle/>
          <a:p>
            <a:pPr indent="-231775" lvl="0" marL="231775" marR="0" rtl="0" algn="l">
              <a:lnSpc>
                <a:spcPct val="85000"/>
              </a:lnSpc>
              <a:spcBef>
                <a:spcPts val="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B passes datagram up protocol stack to IP</a:t>
            </a:r>
            <a:endParaRPr b="0" i="0" sz="3200" u="none" cap="none" strike="noStrike">
              <a:solidFill>
                <a:srgbClr val="000000"/>
              </a:solidFill>
              <a:latin typeface="Calibri"/>
              <a:ea typeface="Calibri"/>
              <a:cs typeface="Calibri"/>
              <a:sym typeface="Calibri"/>
            </a:endParaRPr>
          </a:p>
        </p:txBody>
      </p:sp>
      <p:grpSp>
        <p:nvGrpSpPr>
          <p:cNvPr id="3605" name="Google Shape;3605;p65"/>
          <p:cNvGrpSpPr/>
          <p:nvPr/>
        </p:nvGrpSpPr>
        <p:grpSpPr>
          <a:xfrm>
            <a:off x="8183438" y="2659822"/>
            <a:ext cx="2011363" cy="1082675"/>
            <a:chOff x="1048710" y="2964622"/>
            <a:chExt cx="2011363" cy="1082675"/>
          </a:xfrm>
        </p:grpSpPr>
        <p:grpSp>
          <p:nvGrpSpPr>
            <p:cNvPr id="3606" name="Google Shape;3606;p65"/>
            <p:cNvGrpSpPr/>
            <p:nvPr/>
          </p:nvGrpSpPr>
          <p:grpSpPr>
            <a:xfrm>
              <a:off x="1048710" y="2964622"/>
              <a:ext cx="2011363" cy="754062"/>
              <a:chOff x="1197" y="1669"/>
              <a:chExt cx="1267" cy="475"/>
            </a:xfrm>
          </p:grpSpPr>
          <p:grpSp>
            <p:nvGrpSpPr>
              <p:cNvPr id="3607" name="Google Shape;3607;p65"/>
              <p:cNvGrpSpPr/>
              <p:nvPr/>
            </p:nvGrpSpPr>
            <p:grpSpPr>
              <a:xfrm>
                <a:off x="1337" y="1990"/>
                <a:ext cx="90" cy="154"/>
                <a:chOff x="1337" y="1990"/>
                <a:chExt cx="90" cy="154"/>
              </a:xfrm>
            </p:grpSpPr>
            <p:cxnSp>
              <p:nvCxnSpPr>
                <p:cNvPr id="3608" name="Google Shape;3608;p65"/>
                <p:cNvCxnSpPr/>
                <p:nvPr/>
              </p:nvCxnSpPr>
              <p:spPr>
                <a:xfrm>
                  <a:off x="1337" y="1990"/>
                  <a:ext cx="0" cy="152"/>
                </a:xfrm>
                <a:prstGeom prst="straightConnector1">
                  <a:avLst/>
                </a:prstGeom>
                <a:noFill/>
                <a:ln cap="flat" cmpd="sng" w="19050">
                  <a:solidFill>
                    <a:srgbClr val="FFFFFF"/>
                  </a:solidFill>
                  <a:prstDash val="solid"/>
                  <a:round/>
                  <a:headEnd len="med" w="med" type="none"/>
                  <a:tailEnd len="med" w="med" type="none"/>
                </a:ln>
              </p:spPr>
            </p:cxnSp>
            <p:cxnSp>
              <p:nvCxnSpPr>
                <p:cNvPr id="3609" name="Google Shape;3609;p65"/>
                <p:cNvCxnSpPr/>
                <p:nvPr/>
              </p:nvCxnSpPr>
              <p:spPr>
                <a:xfrm>
                  <a:off x="1427" y="1992"/>
                  <a:ext cx="0" cy="152"/>
                </a:xfrm>
                <a:prstGeom prst="straightConnector1">
                  <a:avLst/>
                </a:prstGeom>
                <a:noFill/>
                <a:ln cap="flat" cmpd="sng" w="19050">
                  <a:solidFill>
                    <a:srgbClr val="FFFFFF"/>
                  </a:solidFill>
                  <a:prstDash val="solid"/>
                  <a:round/>
                  <a:headEnd len="med" w="med" type="none"/>
                  <a:tailEnd len="med" w="med" type="none"/>
                </a:ln>
              </p:spPr>
            </p:cxnSp>
          </p:grpSp>
          <p:sp>
            <p:nvSpPr>
              <p:cNvPr id="3610" name="Google Shape;3610;p65"/>
              <p:cNvSpPr txBox="1"/>
              <p:nvPr/>
            </p:nvSpPr>
            <p:spPr>
              <a:xfrm>
                <a:off x="1197" y="1669"/>
                <a:ext cx="1267"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IP src: 111.111.111.111</a:t>
                </a:r>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   IP dest: 222.222.222.222</a:t>
                </a:r>
                <a:endParaRPr/>
              </a:p>
            </p:txBody>
          </p:sp>
        </p:grpSp>
        <p:sp>
          <p:nvSpPr>
            <p:cNvPr id="3611" name="Google Shape;3611;p65"/>
            <p:cNvSpPr/>
            <p:nvPr/>
          </p:nvSpPr>
          <p:spPr>
            <a:xfrm>
              <a:off x="1097923" y="3801235"/>
              <a:ext cx="1096963" cy="242887"/>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3612" name="Google Shape;3612;p65"/>
            <p:cNvCxnSpPr/>
            <p:nvPr/>
          </p:nvCxnSpPr>
          <p:spPr>
            <a:xfrm>
              <a:off x="1259848" y="3805997"/>
              <a:ext cx="0" cy="241300"/>
            </a:xfrm>
            <a:prstGeom prst="straightConnector1">
              <a:avLst/>
            </a:prstGeom>
            <a:noFill/>
            <a:ln cap="flat" cmpd="sng" w="19050">
              <a:solidFill>
                <a:srgbClr val="FFFFFF"/>
              </a:solidFill>
              <a:prstDash val="solid"/>
              <a:round/>
              <a:headEnd len="med" w="med" type="none"/>
              <a:tailEnd len="med" w="med" type="none"/>
            </a:ln>
          </p:spPr>
        </p:cxnSp>
        <p:cxnSp>
          <p:nvCxnSpPr>
            <p:cNvPr id="3613" name="Google Shape;3613;p65"/>
            <p:cNvCxnSpPr/>
            <p:nvPr/>
          </p:nvCxnSpPr>
          <p:spPr>
            <a:xfrm>
              <a:off x="1412248" y="3805997"/>
              <a:ext cx="0" cy="241300"/>
            </a:xfrm>
            <a:prstGeom prst="straightConnector1">
              <a:avLst/>
            </a:prstGeom>
            <a:noFill/>
            <a:ln cap="flat" cmpd="sng" w="19050">
              <a:solidFill>
                <a:srgbClr val="FFFFFF"/>
              </a:solidFill>
              <a:prstDash val="solid"/>
              <a:round/>
              <a:headEnd len="med" w="med" type="none"/>
              <a:tailEnd len="med" w="med" type="none"/>
            </a:ln>
          </p:spPr>
        </p:cxnSp>
        <p:cxnSp>
          <p:nvCxnSpPr>
            <p:cNvPr id="3614" name="Google Shape;3614;p65"/>
            <p:cNvCxnSpPr/>
            <p:nvPr/>
          </p:nvCxnSpPr>
          <p:spPr>
            <a:xfrm rot="10800000">
              <a:off x="1170948" y="3182110"/>
              <a:ext cx="3175" cy="746125"/>
            </a:xfrm>
            <a:prstGeom prst="straightConnector1">
              <a:avLst/>
            </a:prstGeom>
            <a:noFill/>
            <a:ln cap="flat" cmpd="sng" w="9525">
              <a:solidFill>
                <a:srgbClr val="000000"/>
              </a:solidFill>
              <a:prstDash val="solid"/>
              <a:round/>
              <a:headEnd len="med" w="med" type="triangle"/>
              <a:tailEnd len="med" w="med" type="none"/>
            </a:ln>
          </p:spPr>
        </p:cxnSp>
        <p:cxnSp>
          <p:nvCxnSpPr>
            <p:cNvPr id="3615" name="Google Shape;3615;p65"/>
            <p:cNvCxnSpPr/>
            <p:nvPr/>
          </p:nvCxnSpPr>
          <p:spPr>
            <a:xfrm>
              <a:off x="1316998" y="3359910"/>
              <a:ext cx="3175" cy="568325"/>
            </a:xfrm>
            <a:prstGeom prst="straightConnector1">
              <a:avLst/>
            </a:prstGeom>
            <a:noFill/>
            <a:ln cap="flat" cmpd="sng" w="9525">
              <a:solidFill>
                <a:srgbClr val="000000"/>
              </a:solidFill>
              <a:prstDash val="solid"/>
              <a:round/>
              <a:headEnd len="med" w="med" type="none"/>
              <a:tailEnd len="med" w="med" type="triangle"/>
            </a:ln>
          </p:spPr>
        </p:cxnSp>
      </p:gr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605"/>
                                        </p:tgtEl>
                                        <p:attrNameLst>
                                          <p:attrName>style.visibility</p:attrName>
                                        </p:attrNameLst>
                                      </p:cBhvr>
                                      <p:to>
                                        <p:strVal val="visible"/>
                                      </p:to>
                                    </p:set>
                                    <p:animEffect filter="fade" transition="in">
                                      <p:cBhvr>
                                        <p:cTn dur="500"/>
                                        <p:tgtEl>
                                          <p:spTgt spid="36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04"/>
                                        </p:tgtEl>
                                        <p:attrNameLst>
                                          <p:attrName>style.visibility</p:attrName>
                                        </p:attrNameLst>
                                      </p:cBhvr>
                                      <p:to>
                                        <p:strVal val="visible"/>
                                      </p:to>
                                    </p:set>
                                    <p:animEffect filter="fade" transition="in">
                                      <p:cBhvr>
                                        <p:cTn dur="500"/>
                                        <p:tgtEl>
                                          <p:spTgt spid="36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0" name="Shape 3620"/>
        <p:cNvGrpSpPr/>
        <p:nvPr/>
      </p:nvGrpSpPr>
      <p:grpSpPr>
        <a:xfrm>
          <a:off x="0" y="0"/>
          <a:ext cx="0" cy="0"/>
          <a:chOff x="0" y="0"/>
          <a:chExt cx="0" cy="0"/>
        </a:xfrm>
      </p:grpSpPr>
      <p:sp>
        <p:nvSpPr>
          <p:cNvPr id="3621" name="Google Shape;3621;p66"/>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Link layer, LANs: roadmap</a:t>
            </a:r>
            <a:endParaRPr sz="4400"/>
          </a:p>
        </p:txBody>
      </p:sp>
      <p:pic>
        <p:nvPicPr>
          <p:cNvPr descr="A train crossing a bridge over a body of water&#10;&#10;Description automatically generated" id="3622" name="Google Shape;3622;p66"/>
          <p:cNvPicPr preferRelativeResize="0"/>
          <p:nvPr/>
        </p:nvPicPr>
        <p:blipFill rotWithShape="1">
          <a:blip r:embed="rId3">
            <a:alphaModFix/>
          </a:blip>
          <a:srcRect b="0" l="0" r="0" t="0"/>
          <a:stretch/>
        </p:blipFill>
        <p:spPr>
          <a:xfrm>
            <a:off x="7239434" y="1891814"/>
            <a:ext cx="3102316" cy="2326737"/>
          </a:xfrm>
          <a:prstGeom prst="rect">
            <a:avLst/>
          </a:prstGeom>
          <a:noFill/>
          <a:ln>
            <a:noFill/>
          </a:ln>
          <a:effectLst>
            <a:outerShdw blurRad="50800" rotWithShape="0" algn="bl" dir="18900000" dist="38100">
              <a:srgbClr val="000000">
                <a:alpha val="40000"/>
              </a:srgbClr>
            </a:outerShdw>
          </a:effectLst>
        </p:spPr>
      </p:pic>
      <p:sp>
        <p:nvSpPr>
          <p:cNvPr id="3623" name="Google Shape;3623;p66"/>
          <p:cNvSpPr txBox="1"/>
          <p:nvPr/>
        </p:nvSpPr>
        <p:spPr>
          <a:xfrm>
            <a:off x="6553857" y="4906563"/>
            <a:ext cx="5066531" cy="981619"/>
          </a:xfrm>
          <a:prstGeom prst="rect">
            <a:avLst/>
          </a:prstGeom>
          <a:noFill/>
          <a:ln>
            <a:noFill/>
          </a:ln>
        </p:spPr>
        <p:txBody>
          <a:bodyPr anchorCtr="0" anchor="t" bIns="45700" lIns="91425" spcFirstLastPara="1" rIns="91425" wrap="square" tIns="45700">
            <a:normAutofit/>
          </a:bodyPr>
          <a:lstStyle/>
          <a:p>
            <a:pPr indent="-333375" lvl="0" marL="457200" marR="0" rtl="0" algn="l">
              <a:lnSpc>
                <a:spcPct val="90000"/>
              </a:lnSpc>
              <a:spcBef>
                <a:spcPts val="0"/>
              </a:spcBef>
              <a:spcAft>
                <a:spcPts val="0"/>
              </a:spcAft>
              <a:buClr>
                <a:srgbClr val="BFBFBF"/>
              </a:buClr>
              <a:buSzPts val="2800"/>
              <a:buFont typeface="Noto Sans Symbols"/>
              <a:buChar char="▪"/>
            </a:pPr>
            <a:r>
              <a:rPr b="0" i="0" lang="en-US" sz="2800" u="none" cap="none" strike="noStrike">
                <a:solidFill>
                  <a:srgbClr val="BFBFBF"/>
                </a:solidFill>
                <a:latin typeface="Calibri"/>
                <a:ea typeface="Calibri"/>
                <a:cs typeface="Calibri"/>
                <a:sym typeface="Calibri"/>
              </a:rPr>
              <a:t>a day in the life of a web request</a:t>
            </a:r>
            <a:endParaRPr/>
          </a:p>
          <a:p>
            <a:pPr indent="-79375" lvl="1" marL="695325" marR="0" rtl="0" algn="l">
              <a:lnSpc>
                <a:spcPct val="90000"/>
              </a:lnSpc>
              <a:spcBef>
                <a:spcPts val="500"/>
              </a:spcBef>
              <a:spcAft>
                <a:spcPts val="0"/>
              </a:spcAft>
              <a:buClr>
                <a:srgbClr val="0000A8"/>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624" name="Google Shape;3624;p66"/>
          <p:cNvSpPr txBox="1"/>
          <p:nvPr/>
        </p:nvSpPr>
        <p:spPr>
          <a:xfrm>
            <a:off x="1006769" y="1374867"/>
            <a:ext cx="5571867" cy="5039185"/>
          </a:xfrm>
          <a:prstGeom prst="rect">
            <a:avLst/>
          </a:prstGeom>
          <a:noFill/>
          <a:ln>
            <a:noFill/>
          </a:ln>
        </p:spPr>
        <p:txBody>
          <a:bodyPr anchorCtr="0" anchor="t" bIns="45700" lIns="91425" spcFirstLastPara="1" rIns="91425" wrap="square" tIns="45700">
            <a:noAutofit/>
          </a:bodyPr>
          <a:lstStyle/>
          <a:p>
            <a:pPr indent="-274638" lvl="0" marL="285750" marR="0" rtl="0" algn="l">
              <a:lnSpc>
                <a:spcPct val="90000"/>
              </a:lnSpc>
              <a:spcBef>
                <a:spcPts val="0"/>
              </a:spcBef>
              <a:spcAft>
                <a:spcPts val="0"/>
              </a:spcAft>
              <a:buClr>
                <a:srgbClr val="BFBFBF"/>
              </a:buClr>
              <a:buSzPts val="2800"/>
              <a:buFont typeface="Noto Sans Symbols"/>
              <a:buChar char="▪"/>
            </a:pPr>
            <a:r>
              <a:rPr b="0" i="0" lang="en-US" sz="2800" u="none" cap="none" strike="noStrike">
                <a:solidFill>
                  <a:srgbClr val="BFBFBF"/>
                </a:solidFill>
                <a:latin typeface="Calibri"/>
                <a:ea typeface="Calibri"/>
                <a:cs typeface="Calibri"/>
                <a:sym typeface="Calibri"/>
              </a:rPr>
              <a:t>introduction</a:t>
            </a:r>
            <a:endParaRPr/>
          </a:p>
          <a:p>
            <a:pPr indent="-274638" lvl="0" marL="285750" marR="0" rtl="0" algn="l">
              <a:lnSpc>
                <a:spcPct val="90000"/>
              </a:lnSpc>
              <a:spcBef>
                <a:spcPts val="600"/>
              </a:spcBef>
              <a:spcAft>
                <a:spcPts val="0"/>
              </a:spcAft>
              <a:buClr>
                <a:srgbClr val="BFBFBF"/>
              </a:buClr>
              <a:buSzPts val="2800"/>
              <a:buFont typeface="Noto Sans Symbols"/>
              <a:buChar char="▪"/>
            </a:pPr>
            <a:r>
              <a:rPr b="0" i="0" lang="en-US" sz="2800" u="none" cap="none" strike="noStrike">
                <a:solidFill>
                  <a:srgbClr val="BFBFBF"/>
                </a:solidFill>
                <a:latin typeface="Calibri"/>
                <a:ea typeface="Calibri"/>
                <a:cs typeface="Calibri"/>
                <a:sym typeface="Calibri"/>
              </a:rPr>
              <a:t>error detection, correction </a:t>
            </a:r>
            <a:endParaRPr/>
          </a:p>
          <a:p>
            <a:pPr indent="-274638" lvl="0" marL="285750" marR="0" rtl="0" algn="l">
              <a:lnSpc>
                <a:spcPct val="90000"/>
              </a:lnSpc>
              <a:spcBef>
                <a:spcPts val="600"/>
              </a:spcBef>
              <a:spcAft>
                <a:spcPts val="0"/>
              </a:spcAft>
              <a:buClr>
                <a:srgbClr val="BFBFBF"/>
              </a:buClr>
              <a:buSzPts val="2800"/>
              <a:buFont typeface="Noto Sans Symbols"/>
              <a:buChar char="▪"/>
            </a:pPr>
            <a:r>
              <a:rPr b="0" i="0" lang="en-US" sz="2800" u="none" cap="none" strike="noStrike">
                <a:solidFill>
                  <a:srgbClr val="BFBFBF"/>
                </a:solidFill>
                <a:latin typeface="Calibri"/>
                <a:ea typeface="Calibri"/>
                <a:cs typeface="Calibri"/>
                <a:sym typeface="Calibri"/>
              </a:rPr>
              <a:t>multiple access protocols</a:t>
            </a:r>
            <a:endParaRPr/>
          </a:p>
          <a:p>
            <a:pPr indent="-274638" lvl="0" marL="285750" marR="0" rtl="0" algn="l">
              <a:lnSpc>
                <a:spcPct val="90000"/>
              </a:lnSpc>
              <a:spcBef>
                <a:spcPts val="600"/>
              </a:spcBef>
              <a:spcAft>
                <a:spcPts val="0"/>
              </a:spcAft>
              <a:buClr>
                <a:srgbClr val="0000A8"/>
              </a:buClr>
              <a:buSzPts val="3200"/>
              <a:buFont typeface="Noto Sans Symbols"/>
              <a:buChar char="▪"/>
            </a:pPr>
            <a:r>
              <a:rPr b="0" i="0" lang="en-US" sz="3200" u="none" cap="none" strike="noStrike">
                <a:solidFill>
                  <a:srgbClr val="C00000"/>
                </a:solidFill>
                <a:latin typeface="Calibri"/>
                <a:ea typeface="Calibri"/>
                <a:cs typeface="Calibri"/>
                <a:sym typeface="Calibri"/>
              </a:rPr>
              <a:t>LANs</a:t>
            </a:r>
            <a:endParaRPr/>
          </a:p>
          <a:p>
            <a:pPr indent="-274638" lvl="1" marL="628650" marR="0" rtl="0" algn="l">
              <a:lnSpc>
                <a:spcPct val="90000"/>
              </a:lnSpc>
              <a:spcBef>
                <a:spcPts val="6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addressing, ARP</a:t>
            </a:r>
            <a:endParaRPr/>
          </a:p>
          <a:p>
            <a:pPr indent="-274638" lvl="1" marL="628650" marR="0" rtl="0" algn="l">
              <a:lnSpc>
                <a:spcPct val="90000"/>
              </a:lnSpc>
              <a:spcBef>
                <a:spcPts val="600"/>
              </a:spcBef>
              <a:spcAft>
                <a:spcPts val="0"/>
              </a:spcAft>
              <a:buClr>
                <a:srgbClr val="0000A8"/>
              </a:buClr>
              <a:buSzPts val="2800"/>
              <a:buFont typeface="Arial"/>
              <a:buChar char="•"/>
            </a:pPr>
            <a:r>
              <a:rPr b="0" i="0" lang="en-US" sz="2800" u="none" cap="none" strike="noStrike">
                <a:solidFill>
                  <a:srgbClr val="C00000"/>
                </a:solidFill>
                <a:latin typeface="Calibri"/>
                <a:ea typeface="Calibri"/>
                <a:cs typeface="Calibri"/>
                <a:sym typeface="Calibri"/>
              </a:rPr>
              <a:t>Ethernet</a:t>
            </a:r>
            <a:endParaRPr/>
          </a:p>
          <a:p>
            <a:pPr indent="-274638" lvl="1" marL="628650" marR="0" rtl="0" algn="l">
              <a:lnSpc>
                <a:spcPct val="90000"/>
              </a:lnSpc>
              <a:spcBef>
                <a:spcPts val="6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switches</a:t>
            </a:r>
            <a:endParaRPr/>
          </a:p>
          <a:p>
            <a:pPr indent="-274638" lvl="1" marL="628650" marR="0" rtl="0" algn="l">
              <a:lnSpc>
                <a:spcPct val="90000"/>
              </a:lnSpc>
              <a:spcBef>
                <a:spcPts val="6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VLANs</a:t>
            </a:r>
            <a:endParaRPr/>
          </a:p>
          <a:p>
            <a:pPr indent="-274638" lvl="0" marL="285750" marR="0" rtl="0" algn="l">
              <a:lnSpc>
                <a:spcPct val="90000"/>
              </a:lnSpc>
              <a:spcBef>
                <a:spcPts val="600"/>
              </a:spcBef>
              <a:spcAft>
                <a:spcPts val="0"/>
              </a:spcAft>
              <a:buClr>
                <a:srgbClr val="BFBFBF"/>
              </a:buClr>
              <a:buSzPts val="2800"/>
              <a:buFont typeface="Noto Sans Symbols"/>
              <a:buChar char="▪"/>
            </a:pPr>
            <a:r>
              <a:rPr b="0" i="0" lang="en-US" sz="2800" u="none" cap="none" strike="noStrike">
                <a:solidFill>
                  <a:srgbClr val="BFBFBF"/>
                </a:solidFill>
                <a:latin typeface="Calibri"/>
                <a:ea typeface="Calibri"/>
                <a:cs typeface="Calibri"/>
                <a:sym typeface="Calibri"/>
              </a:rPr>
              <a:t>link virtualization: MPLS</a:t>
            </a:r>
            <a:endParaRPr/>
          </a:p>
          <a:p>
            <a:pPr indent="-274638" lvl="0" marL="285750" marR="0" rtl="0" algn="l">
              <a:lnSpc>
                <a:spcPct val="90000"/>
              </a:lnSpc>
              <a:spcBef>
                <a:spcPts val="600"/>
              </a:spcBef>
              <a:spcAft>
                <a:spcPts val="0"/>
              </a:spcAft>
              <a:buClr>
                <a:srgbClr val="BFBFBF"/>
              </a:buClr>
              <a:buSzPts val="2800"/>
              <a:buFont typeface="Noto Sans Symbols"/>
              <a:buChar char="▪"/>
            </a:pPr>
            <a:r>
              <a:rPr b="0" i="0" lang="en-US" sz="2800" u="none" cap="none" strike="noStrike">
                <a:solidFill>
                  <a:srgbClr val="BFBFBF"/>
                </a:solidFill>
                <a:latin typeface="Calibri"/>
                <a:ea typeface="Calibri"/>
                <a:cs typeface="Calibri"/>
                <a:sym typeface="Calibri"/>
              </a:rPr>
              <a:t>data center networking</a:t>
            </a:r>
            <a:endParaRPr/>
          </a:p>
          <a:p>
            <a:pPr indent="-71438" lvl="0" marL="285750" marR="0" rtl="0" algn="l">
              <a:lnSpc>
                <a:spcPct val="90000"/>
              </a:lnSpc>
              <a:spcBef>
                <a:spcPts val="600"/>
              </a:spcBef>
              <a:spcAft>
                <a:spcPts val="0"/>
              </a:spcAft>
              <a:buClr>
                <a:srgbClr val="0000A3"/>
              </a:buClr>
              <a:buSzPts val="3200"/>
              <a:buFont typeface="Noto Sans Symbols"/>
              <a:buNone/>
            </a:pPr>
            <a:r>
              <a:t/>
            </a:r>
            <a:endParaRPr b="0" i="0" sz="3200" u="none" cap="none" strike="noStrike">
              <a:solidFill>
                <a:srgbClr val="000000"/>
              </a:solidFill>
              <a:latin typeface="Calibri"/>
              <a:ea typeface="Calibri"/>
              <a:cs typeface="Calibri"/>
              <a:sym typeface="Calibri"/>
            </a:endParaRPr>
          </a:p>
          <a:p>
            <a:pPr indent="-96837" lvl="1" marL="628650" marR="0" rtl="0" algn="l">
              <a:lnSpc>
                <a:spcPct val="90000"/>
              </a:lnSpc>
              <a:spcBef>
                <a:spcPts val="600"/>
              </a:spcBef>
              <a:spcAft>
                <a:spcPts val="0"/>
              </a:spcAft>
              <a:buClr>
                <a:srgbClr val="0000A8"/>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3625" name="Google Shape;3625;p6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Link Layer: 6-</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0" name="Shape 3630"/>
        <p:cNvGrpSpPr/>
        <p:nvPr/>
      </p:nvGrpSpPr>
      <p:grpSpPr>
        <a:xfrm>
          <a:off x="0" y="0"/>
          <a:ext cx="0" cy="0"/>
          <a:chOff x="0" y="0"/>
          <a:chExt cx="0" cy="0"/>
        </a:xfrm>
      </p:grpSpPr>
      <p:sp>
        <p:nvSpPr>
          <p:cNvPr id="3631" name="Google Shape;3631;p67"/>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99"/>
              </a:buClr>
              <a:buSzPts val="4400"/>
              <a:buFont typeface="Calibri"/>
              <a:buNone/>
            </a:pPr>
            <a:r>
              <a:rPr b="0" lang="en-US">
                <a:solidFill>
                  <a:srgbClr val="000099"/>
                </a:solidFill>
                <a:latin typeface="Calibri"/>
                <a:ea typeface="Calibri"/>
                <a:cs typeface="Calibri"/>
                <a:sym typeface="Calibri"/>
              </a:rPr>
              <a:t>Ethernet</a:t>
            </a:r>
            <a:endParaRPr b="0" sz="4400">
              <a:latin typeface="Calibri"/>
              <a:ea typeface="Calibri"/>
              <a:cs typeface="Calibri"/>
              <a:sym typeface="Calibri"/>
            </a:endParaRPr>
          </a:p>
        </p:txBody>
      </p:sp>
      <p:sp>
        <p:nvSpPr>
          <p:cNvPr id="3632" name="Google Shape;3632;p6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Link Layer: 6-</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
        <p:nvSpPr>
          <p:cNvPr id="3633" name="Google Shape;3633;p67"/>
          <p:cNvSpPr txBox="1"/>
          <p:nvPr/>
        </p:nvSpPr>
        <p:spPr>
          <a:xfrm>
            <a:off x="976727" y="1289602"/>
            <a:ext cx="10049082" cy="2659546"/>
          </a:xfrm>
          <a:prstGeom prst="rect">
            <a:avLst/>
          </a:prstGeom>
          <a:noFill/>
          <a:ln>
            <a:noFill/>
          </a:ln>
        </p:spPr>
        <p:txBody>
          <a:bodyPr anchorCtr="0" anchor="t" bIns="45700" lIns="91425" spcFirstLastPara="1" rIns="91425" wrap="square" tIns="45700">
            <a:normAutofit fontScale="77500" lnSpcReduction="20000"/>
          </a:bodyPr>
          <a:lstStyle/>
          <a:p>
            <a:pPr indent="-222250" lvl="0" marL="352425" marR="0" rtl="0" algn="l">
              <a:lnSpc>
                <a:spcPct val="90000"/>
              </a:lnSpc>
              <a:spcBef>
                <a:spcPts val="0"/>
              </a:spcBef>
              <a:spcAft>
                <a:spcPts val="0"/>
              </a:spcAft>
              <a:buClr>
                <a:srgbClr val="0000A3"/>
              </a:buClr>
              <a:buSzPct val="100000"/>
              <a:buFont typeface="Noto Sans Symbols"/>
              <a:buNone/>
            </a:pPr>
            <a:r>
              <a:rPr b="0" i="0" lang="en-US" sz="4100" u="none" cap="none" strike="noStrike">
                <a:solidFill>
                  <a:srgbClr val="000000"/>
                </a:solidFill>
                <a:latin typeface="Calibri"/>
                <a:ea typeface="Calibri"/>
                <a:cs typeface="Calibri"/>
                <a:sym typeface="Calibri"/>
              </a:rPr>
              <a:t>“dominant” wired LAN technology: </a:t>
            </a:r>
            <a:endParaRPr/>
          </a:p>
          <a:p>
            <a:pPr indent="-301625" lvl="0" marL="746125" marR="0" rtl="0" algn="l">
              <a:lnSpc>
                <a:spcPct val="90000"/>
              </a:lnSpc>
              <a:spcBef>
                <a:spcPts val="1000"/>
              </a:spcBef>
              <a:spcAft>
                <a:spcPts val="0"/>
              </a:spcAft>
              <a:buClr>
                <a:srgbClr val="0000A3"/>
              </a:buClr>
              <a:buSzPct val="100000"/>
              <a:buFont typeface="Noto Sans Symbols"/>
              <a:buChar char="▪"/>
            </a:pPr>
            <a:r>
              <a:rPr b="0" i="0" lang="en-US" sz="4000" u="none" cap="none" strike="noStrike">
                <a:solidFill>
                  <a:srgbClr val="000000"/>
                </a:solidFill>
                <a:latin typeface="Calibri"/>
                <a:ea typeface="Calibri"/>
                <a:cs typeface="Calibri"/>
                <a:sym typeface="Calibri"/>
              </a:rPr>
              <a:t>first widely used LAN technology</a:t>
            </a:r>
            <a:endParaRPr/>
          </a:p>
          <a:p>
            <a:pPr indent="-301625" lvl="0" marL="746125" marR="0" rtl="0" algn="l">
              <a:lnSpc>
                <a:spcPct val="90000"/>
              </a:lnSpc>
              <a:spcBef>
                <a:spcPts val="1000"/>
              </a:spcBef>
              <a:spcAft>
                <a:spcPts val="0"/>
              </a:spcAft>
              <a:buClr>
                <a:srgbClr val="0000A3"/>
              </a:buClr>
              <a:buSzPct val="100000"/>
              <a:buFont typeface="Noto Sans Symbols"/>
              <a:buChar char="▪"/>
            </a:pPr>
            <a:r>
              <a:rPr b="0" i="0" lang="en-US" sz="4000" u="none" cap="none" strike="noStrike">
                <a:solidFill>
                  <a:srgbClr val="000000"/>
                </a:solidFill>
                <a:latin typeface="Calibri"/>
                <a:ea typeface="Calibri"/>
                <a:cs typeface="Calibri"/>
                <a:sym typeface="Calibri"/>
              </a:rPr>
              <a:t>simpler, cheap</a:t>
            </a:r>
            <a:endParaRPr/>
          </a:p>
          <a:p>
            <a:pPr indent="-301625" lvl="0" marL="746125" marR="0" rtl="0" algn="l">
              <a:lnSpc>
                <a:spcPct val="90000"/>
              </a:lnSpc>
              <a:spcBef>
                <a:spcPts val="1000"/>
              </a:spcBef>
              <a:spcAft>
                <a:spcPts val="0"/>
              </a:spcAft>
              <a:buClr>
                <a:srgbClr val="0000A3"/>
              </a:buClr>
              <a:buSzPct val="100000"/>
              <a:buFont typeface="Noto Sans Symbols"/>
              <a:buChar char="▪"/>
            </a:pPr>
            <a:r>
              <a:rPr b="0" i="0" lang="en-US" sz="4000" u="none" cap="none" strike="noStrike">
                <a:solidFill>
                  <a:srgbClr val="000000"/>
                </a:solidFill>
                <a:latin typeface="Calibri"/>
                <a:ea typeface="Calibri"/>
                <a:cs typeface="Calibri"/>
                <a:sym typeface="Calibri"/>
              </a:rPr>
              <a:t>kept up with speed race: 10 Mbps – 400 Gbps </a:t>
            </a:r>
            <a:endParaRPr/>
          </a:p>
          <a:p>
            <a:pPr indent="-301625" lvl="0" marL="746125" marR="0" rtl="0" algn="l">
              <a:lnSpc>
                <a:spcPct val="90000"/>
              </a:lnSpc>
              <a:spcBef>
                <a:spcPts val="1000"/>
              </a:spcBef>
              <a:spcAft>
                <a:spcPts val="0"/>
              </a:spcAft>
              <a:buClr>
                <a:srgbClr val="0000A3"/>
              </a:buClr>
              <a:buSzPct val="100000"/>
              <a:buFont typeface="Noto Sans Symbols"/>
              <a:buChar char="▪"/>
            </a:pPr>
            <a:r>
              <a:rPr b="0" i="0" lang="en-US" sz="4000" u="none" cap="none" strike="noStrike">
                <a:solidFill>
                  <a:srgbClr val="000000"/>
                </a:solidFill>
                <a:latin typeface="Calibri"/>
                <a:ea typeface="Calibri"/>
                <a:cs typeface="Calibri"/>
                <a:sym typeface="Calibri"/>
              </a:rPr>
              <a:t>single chip, multiple speeds (e.g., Broadcom  BCM5761)</a:t>
            </a:r>
            <a:endParaRPr/>
          </a:p>
          <a:p>
            <a:pPr indent="0" lvl="0" marL="444500" marR="0" rtl="0" algn="l">
              <a:lnSpc>
                <a:spcPct val="90000"/>
              </a:lnSpc>
              <a:spcBef>
                <a:spcPts val="1000"/>
              </a:spcBef>
              <a:spcAft>
                <a:spcPts val="0"/>
              </a:spcAft>
              <a:buClr>
                <a:srgbClr val="0000A3"/>
              </a:buClr>
              <a:buSzPct val="100000"/>
              <a:buFont typeface="Noto Sans Symbols"/>
              <a:buNone/>
            </a:pPr>
            <a:r>
              <a:t/>
            </a:r>
            <a:endParaRPr b="0" i="0" sz="4000" u="none" cap="none" strike="noStrike">
              <a:solidFill>
                <a:srgbClr val="000000"/>
              </a:solidFill>
              <a:latin typeface="Calibri"/>
              <a:ea typeface="Calibri"/>
              <a:cs typeface="Calibri"/>
              <a:sym typeface="Calibri"/>
            </a:endParaRPr>
          </a:p>
          <a:p>
            <a:pPr indent="-84454" lvl="0" marL="352425" marR="0" rtl="0" algn="l">
              <a:lnSpc>
                <a:spcPct val="90000"/>
              </a:lnSpc>
              <a:spcBef>
                <a:spcPts val="1000"/>
              </a:spcBef>
              <a:spcAft>
                <a:spcPts val="0"/>
              </a:spcAft>
              <a:buClr>
                <a:srgbClr val="0000A3"/>
              </a:buClr>
              <a:buSzPct val="100000"/>
              <a:buFont typeface="Noto Sans Symbols"/>
              <a:buNone/>
            </a:pPr>
            <a:r>
              <a:t/>
            </a:r>
            <a:endParaRPr b="0" i="0" sz="2800" u="none" cap="none" strike="noStrike">
              <a:solidFill>
                <a:srgbClr val="000000"/>
              </a:solidFill>
              <a:latin typeface="Gill Sans"/>
              <a:ea typeface="Gill Sans"/>
              <a:cs typeface="Gill Sans"/>
              <a:sym typeface="Gill Sans"/>
            </a:endParaRPr>
          </a:p>
        </p:txBody>
      </p:sp>
      <p:pic>
        <p:nvPicPr>
          <p:cNvPr descr="551 metcalfe-enet" id="3634" name="Google Shape;3634;p67"/>
          <p:cNvPicPr preferRelativeResize="0"/>
          <p:nvPr/>
        </p:nvPicPr>
        <p:blipFill rotWithShape="1">
          <a:blip r:embed="rId3">
            <a:alphaModFix/>
          </a:blip>
          <a:srcRect b="0" l="0" r="0" t="0"/>
          <a:stretch/>
        </p:blipFill>
        <p:spPr>
          <a:xfrm>
            <a:off x="2928731" y="4185182"/>
            <a:ext cx="4089976" cy="2167236"/>
          </a:xfrm>
          <a:prstGeom prst="rect">
            <a:avLst/>
          </a:prstGeom>
          <a:noFill/>
          <a:ln>
            <a:noFill/>
          </a:ln>
          <a:effectLst>
            <a:outerShdw blurRad="50800" rotWithShape="0" algn="bl" dir="18900000" dist="38100">
              <a:srgbClr val="000000">
                <a:alpha val="40000"/>
              </a:srgbClr>
            </a:outerShdw>
          </a:effectLst>
        </p:spPr>
      </p:pic>
      <p:sp>
        <p:nvSpPr>
          <p:cNvPr id="3635" name="Google Shape;3635;p67"/>
          <p:cNvSpPr txBox="1"/>
          <p:nvPr/>
        </p:nvSpPr>
        <p:spPr>
          <a:xfrm>
            <a:off x="800100" y="4185182"/>
            <a:ext cx="2693865"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1" lang="en-US" sz="2000" u="none" cap="none" strike="noStrike">
                <a:solidFill>
                  <a:srgbClr val="000000"/>
                </a:solidFill>
                <a:latin typeface="Calibri"/>
                <a:ea typeface="Calibri"/>
                <a:cs typeface="Calibri"/>
                <a:sym typeface="Calibri"/>
              </a:rPr>
              <a:t>Metcalfe’s Ethernet sketch</a:t>
            </a:r>
            <a:endParaRPr/>
          </a:p>
        </p:txBody>
      </p:sp>
      <p:sp>
        <p:nvSpPr>
          <p:cNvPr id="3636" name="Google Shape;3636;p67"/>
          <p:cNvSpPr txBox="1"/>
          <p:nvPr/>
        </p:nvSpPr>
        <p:spPr>
          <a:xfrm>
            <a:off x="850006" y="6387921"/>
            <a:ext cx="8535542"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https://www.uspto.gov/learning-and-resources/journeys-innovation/audio-stories/defying-doubters</a:t>
            </a:r>
            <a:endParaRPr/>
          </a:p>
        </p:txBody>
      </p:sp>
      <p:pic>
        <p:nvPicPr>
          <p:cNvPr id="3637" name="Google Shape;3637;p67"/>
          <p:cNvPicPr preferRelativeResize="0"/>
          <p:nvPr/>
        </p:nvPicPr>
        <p:blipFill rotWithShape="1">
          <a:blip r:embed="rId4">
            <a:alphaModFix/>
          </a:blip>
          <a:srcRect b="0" l="0" r="0" t="0"/>
          <a:stretch/>
        </p:blipFill>
        <p:spPr>
          <a:xfrm>
            <a:off x="7772400" y="3572268"/>
            <a:ext cx="2438400" cy="2641600"/>
          </a:xfrm>
          <a:prstGeom prst="rect">
            <a:avLst/>
          </a:prstGeom>
          <a:noFill/>
          <a:ln>
            <a:noFill/>
          </a:ln>
          <a:effectLst>
            <a:outerShdw blurRad="50800" rotWithShape="0" algn="tl" dir="2700000" dist="38100">
              <a:srgbClr val="000000">
                <a:alpha val="40000"/>
              </a:srgbClr>
            </a:outerShdw>
          </a:effectLst>
        </p:spPr>
      </p:pic>
      <p:sp>
        <p:nvSpPr>
          <p:cNvPr id="3638" name="Google Shape;3638;p67"/>
          <p:cNvSpPr txBox="1"/>
          <p:nvPr/>
        </p:nvSpPr>
        <p:spPr>
          <a:xfrm>
            <a:off x="7791387" y="3606799"/>
            <a:ext cx="3200556" cy="5847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chemeClr val="dk1"/>
                </a:solidFill>
                <a:latin typeface="Calibri"/>
                <a:ea typeface="Calibri"/>
                <a:cs typeface="Calibri"/>
                <a:sym typeface="Calibri"/>
              </a:rPr>
              <a:t>Bob Metcalfe: Ethernet co-inventor, </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2022 ACM Turing Award recipient</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37"/>
                                        </p:tgtEl>
                                        <p:attrNameLst>
                                          <p:attrName>style.visibility</p:attrName>
                                        </p:attrNameLst>
                                      </p:cBhvr>
                                      <p:to>
                                        <p:strVal val="visible"/>
                                      </p:to>
                                    </p:set>
                                    <p:animEffect filter="fade" transition="in">
                                      <p:cBhvr>
                                        <p:cTn dur="500"/>
                                        <p:tgtEl>
                                          <p:spTgt spid="36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3" name="Shape 3643"/>
        <p:cNvGrpSpPr/>
        <p:nvPr/>
      </p:nvGrpSpPr>
      <p:grpSpPr>
        <a:xfrm>
          <a:off x="0" y="0"/>
          <a:ext cx="0" cy="0"/>
          <a:chOff x="0" y="0"/>
          <a:chExt cx="0" cy="0"/>
        </a:xfrm>
      </p:grpSpPr>
      <p:sp>
        <p:nvSpPr>
          <p:cNvPr id="3644" name="Google Shape;3644;p68"/>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99"/>
              </a:buClr>
              <a:buSzPts val="4400"/>
              <a:buFont typeface="Calibri"/>
              <a:buNone/>
            </a:pPr>
            <a:r>
              <a:rPr b="0" lang="en-US">
                <a:solidFill>
                  <a:srgbClr val="000099"/>
                </a:solidFill>
                <a:latin typeface="Calibri"/>
                <a:ea typeface="Calibri"/>
                <a:cs typeface="Calibri"/>
                <a:sym typeface="Calibri"/>
              </a:rPr>
              <a:t>Ethernet: physical topology</a:t>
            </a:r>
            <a:endParaRPr b="0" sz="4400">
              <a:latin typeface="Calibri"/>
              <a:ea typeface="Calibri"/>
              <a:cs typeface="Calibri"/>
              <a:sym typeface="Calibri"/>
            </a:endParaRPr>
          </a:p>
        </p:txBody>
      </p:sp>
      <p:sp>
        <p:nvSpPr>
          <p:cNvPr id="3645" name="Google Shape;3645;p6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Link Layer: 6-</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
        <p:nvSpPr>
          <p:cNvPr id="3646" name="Google Shape;3646;p68"/>
          <p:cNvSpPr txBox="1"/>
          <p:nvPr/>
        </p:nvSpPr>
        <p:spPr>
          <a:xfrm>
            <a:off x="1077627" y="1343156"/>
            <a:ext cx="10839554" cy="925482"/>
          </a:xfrm>
          <a:prstGeom prst="rect">
            <a:avLst/>
          </a:prstGeom>
          <a:noFill/>
          <a:ln>
            <a:noFill/>
          </a:ln>
        </p:spPr>
        <p:txBody>
          <a:bodyPr anchorCtr="0" anchor="t" bIns="45700" lIns="91425" spcFirstLastPara="1" rIns="91425" wrap="square" tIns="45700">
            <a:normAutofit/>
          </a:bodyPr>
          <a:lstStyle/>
          <a:p>
            <a:pPr indent="-273050" lvl="0" marL="403225" marR="0" rtl="0" algn="l">
              <a:lnSpc>
                <a:spcPct val="75000"/>
              </a:lnSpc>
              <a:spcBef>
                <a:spcPts val="0"/>
              </a:spcBef>
              <a:spcAft>
                <a:spcPts val="0"/>
              </a:spcAft>
              <a:buClr>
                <a:srgbClr val="0000A3"/>
              </a:buClr>
              <a:buSzPts val="2800"/>
              <a:buFont typeface="Noto Sans Symbols"/>
              <a:buChar char="▪"/>
            </a:pPr>
            <a:r>
              <a:rPr b="0" i="0" lang="en-US" sz="2800" u="none" cap="none" strike="noStrike">
                <a:solidFill>
                  <a:srgbClr val="C00000"/>
                </a:solidFill>
                <a:latin typeface="Calibri"/>
                <a:ea typeface="Calibri"/>
                <a:cs typeface="Calibri"/>
                <a:sym typeface="Calibri"/>
              </a:rPr>
              <a:t>bus: </a:t>
            </a:r>
            <a:r>
              <a:rPr b="0" i="0" lang="en-US" sz="2800" u="none" cap="none" strike="noStrike">
                <a:solidFill>
                  <a:srgbClr val="000000"/>
                </a:solidFill>
                <a:latin typeface="Calibri"/>
                <a:ea typeface="Calibri"/>
                <a:cs typeface="Calibri"/>
                <a:sym typeface="Calibri"/>
              </a:rPr>
              <a:t>popular through mid 90s</a:t>
            </a:r>
            <a:endParaRPr/>
          </a:p>
          <a:p>
            <a:pPr indent="-231775" lvl="1" marL="695325" marR="0" rtl="0" algn="l">
              <a:lnSpc>
                <a:spcPct val="75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all nodes in same collision domain (can collide with each other)</a:t>
            </a:r>
            <a:endParaRPr/>
          </a:p>
        </p:txBody>
      </p:sp>
      <p:cxnSp>
        <p:nvCxnSpPr>
          <p:cNvPr id="3647" name="Google Shape;3647;p68"/>
          <p:cNvCxnSpPr/>
          <p:nvPr/>
        </p:nvCxnSpPr>
        <p:spPr>
          <a:xfrm flipH="1">
            <a:off x="4019150" y="4343745"/>
            <a:ext cx="616233" cy="1201738"/>
          </a:xfrm>
          <a:prstGeom prst="straightConnector1">
            <a:avLst/>
          </a:prstGeom>
          <a:noFill/>
          <a:ln cap="flat" cmpd="sng" w="9525">
            <a:solidFill>
              <a:schemeClr val="dk1"/>
            </a:solidFill>
            <a:prstDash val="solid"/>
            <a:round/>
            <a:headEnd len="med" w="med" type="none"/>
            <a:tailEnd len="med" w="med" type="none"/>
          </a:ln>
        </p:spPr>
      </p:cxnSp>
      <p:sp>
        <p:nvSpPr>
          <p:cNvPr id="3648" name="Google Shape;3648;p68"/>
          <p:cNvSpPr txBox="1"/>
          <p:nvPr/>
        </p:nvSpPr>
        <p:spPr>
          <a:xfrm>
            <a:off x="935445" y="4519515"/>
            <a:ext cx="235833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400"/>
              <a:buFont typeface="Calibri"/>
              <a:buNone/>
            </a:pPr>
            <a:r>
              <a:rPr b="0" i="0" lang="en-US" sz="2400" u="none" cap="none" strike="noStrike">
                <a:solidFill>
                  <a:srgbClr val="CC0000"/>
                </a:solidFill>
                <a:latin typeface="Calibri"/>
                <a:ea typeface="Calibri"/>
                <a:cs typeface="Calibri"/>
                <a:sym typeface="Calibri"/>
              </a:rPr>
              <a:t>bus: </a:t>
            </a:r>
            <a:r>
              <a:rPr b="0" i="0" lang="en-US" sz="2400" u="none" cap="none" strike="noStrike">
                <a:solidFill>
                  <a:srgbClr val="000000"/>
                </a:solidFill>
                <a:latin typeface="Calibri"/>
                <a:ea typeface="Calibri"/>
                <a:cs typeface="Calibri"/>
                <a:sym typeface="Calibri"/>
              </a:rPr>
              <a:t>coaxial cable</a:t>
            </a:r>
            <a:endParaRPr/>
          </a:p>
        </p:txBody>
      </p:sp>
      <p:grpSp>
        <p:nvGrpSpPr>
          <p:cNvPr id="3649" name="Google Shape;3649;p68"/>
          <p:cNvGrpSpPr/>
          <p:nvPr/>
        </p:nvGrpSpPr>
        <p:grpSpPr>
          <a:xfrm>
            <a:off x="4166894" y="4287302"/>
            <a:ext cx="468488" cy="103894"/>
            <a:chOff x="3160889" y="5723468"/>
            <a:chExt cx="468488" cy="103894"/>
          </a:xfrm>
        </p:grpSpPr>
        <p:sp>
          <p:nvSpPr>
            <p:cNvPr id="3650" name="Google Shape;3650;p68"/>
            <p:cNvSpPr/>
            <p:nvPr/>
          </p:nvSpPr>
          <p:spPr>
            <a:xfrm rot="5400000">
              <a:off x="3234167" y="5650190"/>
              <a:ext cx="103894" cy="250450"/>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cxnSp>
          <p:nvCxnSpPr>
            <p:cNvPr id="3651" name="Google Shape;3651;p68"/>
            <p:cNvCxnSpPr/>
            <p:nvPr/>
          </p:nvCxnSpPr>
          <p:spPr>
            <a:xfrm>
              <a:off x="3403599" y="5774267"/>
              <a:ext cx="225778" cy="0"/>
            </a:xfrm>
            <a:prstGeom prst="straightConnector1">
              <a:avLst/>
            </a:prstGeom>
            <a:noFill/>
            <a:ln cap="flat" cmpd="sng" w="12700">
              <a:solidFill>
                <a:schemeClr val="dk1"/>
              </a:solidFill>
              <a:prstDash val="solid"/>
              <a:miter lim="800000"/>
              <a:headEnd len="sm" w="sm" type="none"/>
              <a:tailEnd len="sm" w="sm" type="none"/>
            </a:ln>
          </p:spPr>
        </p:cxnSp>
      </p:grpSp>
      <p:grpSp>
        <p:nvGrpSpPr>
          <p:cNvPr id="3652" name="Google Shape;3652;p68"/>
          <p:cNvGrpSpPr/>
          <p:nvPr/>
        </p:nvGrpSpPr>
        <p:grpSpPr>
          <a:xfrm>
            <a:off x="3867737" y="4868680"/>
            <a:ext cx="468488" cy="103894"/>
            <a:chOff x="3160889" y="5723468"/>
            <a:chExt cx="468488" cy="103894"/>
          </a:xfrm>
        </p:grpSpPr>
        <p:sp>
          <p:nvSpPr>
            <p:cNvPr id="3653" name="Google Shape;3653;p68"/>
            <p:cNvSpPr/>
            <p:nvPr/>
          </p:nvSpPr>
          <p:spPr>
            <a:xfrm rot="5400000">
              <a:off x="3234167" y="5650190"/>
              <a:ext cx="103894" cy="250450"/>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cxnSp>
          <p:nvCxnSpPr>
            <p:cNvPr id="3654" name="Google Shape;3654;p68"/>
            <p:cNvCxnSpPr/>
            <p:nvPr/>
          </p:nvCxnSpPr>
          <p:spPr>
            <a:xfrm>
              <a:off x="3403599" y="5774267"/>
              <a:ext cx="225778" cy="0"/>
            </a:xfrm>
            <a:prstGeom prst="straightConnector1">
              <a:avLst/>
            </a:prstGeom>
            <a:noFill/>
            <a:ln cap="flat" cmpd="sng" w="12700">
              <a:solidFill>
                <a:schemeClr val="dk1"/>
              </a:solidFill>
              <a:prstDash val="solid"/>
              <a:miter lim="800000"/>
              <a:headEnd len="sm" w="sm" type="none"/>
              <a:tailEnd len="sm" w="sm" type="none"/>
            </a:ln>
          </p:spPr>
        </p:cxnSp>
      </p:grpSp>
      <p:grpSp>
        <p:nvGrpSpPr>
          <p:cNvPr id="3655" name="Google Shape;3655;p68"/>
          <p:cNvGrpSpPr/>
          <p:nvPr/>
        </p:nvGrpSpPr>
        <p:grpSpPr>
          <a:xfrm>
            <a:off x="3557291" y="5489569"/>
            <a:ext cx="468488" cy="103894"/>
            <a:chOff x="3160889" y="5723468"/>
            <a:chExt cx="468488" cy="103894"/>
          </a:xfrm>
        </p:grpSpPr>
        <p:sp>
          <p:nvSpPr>
            <p:cNvPr id="3656" name="Google Shape;3656;p68"/>
            <p:cNvSpPr/>
            <p:nvPr/>
          </p:nvSpPr>
          <p:spPr>
            <a:xfrm rot="5400000">
              <a:off x="3234167" y="5650190"/>
              <a:ext cx="103894" cy="250450"/>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cxnSp>
          <p:nvCxnSpPr>
            <p:cNvPr id="3657" name="Google Shape;3657;p68"/>
            <p:cNvCxnSpPr/>
            <p:nvPr/>
          </p:nvCxnSpPr>
          <p:spPr>
            <a:xfrm>
              <a:off x="3403599" y="5774267"/>
              <a:ext cx="225778" cy="0"/>
            </a:xfrm>
            <a:prstGeom prst="straightConnector1">
              <a:avLst/>
            </a:prstGeom>
            <a:noFill/>
            <a:ln cap="flat" cmpd="sng" w="12700">
              <a:solidFill>
                <a:schemeClr val="dk1"/>
              </a:solidFill>
              <a:prstDash val="solid"/>
              <a:miter lim="800000"/>
              <a:headEnd len="sm" w="sm" type="none"/>
              <a:tailEnd len="sm" w="sm" type="none"/>
            </a:ln>
          </p:spPr>
        </p:cxnSp>
      </p:grpSp>
      <p:grpSp>
        <p:nvGrpSpPr>
          <p:cNvPr id="3658" name="Google Shape;3658;p68"/>
          <p:cNvGrpSpPr/>
          <p:nvPr/>
        </p:nvGrpSpPr>
        <p:grpSpPr>
          <a:xfrm>
            <a:off x="3030847" y="5135905"/>
            <a:ext cx="640071" cy="517525"/>
            <a:chOff x="-44" y="1473"/>
            <a:chExt cx="981" cy="1105"/>
          </a:xfrm>
        </p:grpSpPr>
        <p:pic>
          <p:nvPicPr>
            <p:cNvPr descr="desktop_computer_stylized_medium" id="3659" name="Google Shape;3659;p6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660" name="Google Shape;3660;p6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661" name="Google Shape;3661;p68"/>
          <p:cNvGrpSpPr/>
          <p:nvPr/>
        </p:nvGrpSpPr>
        <p:grpSpPr>
          <a:xfrm>
            <a:off x="3337407" y="4515020"/>
            <a:ext cx="640071" cy="517525"/>
            <a:chOff x="-44" y="1473"/>
            <a:chExt cx="981" cy="1105"/>
          </a:xfrm>
        </p:grpSpPr>
        <p:pic>
          <p:nvPicPr>
            <p:cNvPr descr="desktop_computer_stylized_medium" id="3662" name="Google Shape;3662;p6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663" name="Google Shape;3663;p6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664" name="Google Shape;3664;p68"/>
          <p:cNvGrpSpPr/>
          <p:nvPr/>
        </p:nvGrpSpPr>
        <p:grpSpPr>
          <a:xfrm>
            <a:off x="3621571" y="3937346"/>
            <a:ext cx="640071" cy="517525"/>
            <a:chOff x="-44" y="1473"/>
            <a:chExt cx="981" cy="1105"/>
          </a:xfrm>
        </p:grpSpPr>
        <p:pic>
          <p:nvPicPr>
            <p:cNvPr descr="desktop_computer_stylized_medium" id="3665" name="Google Shape;3665;p6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666" name="Google Shape;3666;p6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667" name="Google Shape;3667;p68"/>
          <p:cNvGrpSpPr/>
          <p:nvPr/>
        </p:nvGrpSpPr>
        <p:grpSpPr>
          <a:xfrm rot="10800000">
            <a:off x="4121737" y="5286369"/>
            <a:ext cx="468488" cy="103894"/>
            <a:chOff x="3160889" y="5723468"/>
            <a:chExt cx="468488" cy="103894"/>
          </a:xfrm>
        </p:grpSpPr>
        <p:sp>
          <p:nvSpPr>
            <p:cNvPr id="3668" name="Google Shape;3668;p68"/>
            <p:cNvSpPr/>
            <p:nvPr/>
          </p:nvSpPr>
          <p:spPr>
            <a:xfrm rot="5400000">
              <a:off x="3234167" y="5650190"/>
              <a:ext cx="103894" cy="250450"/>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cxnSp>
          <p:nvCxnSpPr>
            <p:cNvPr id="3669" name="Google Shape;3669;p68"/>
            <p:cNvCxnSpPr/>
            <p:nvPr/>
          </p:nvCxnSpPr>
          <p:spPr>
            <a:xfrm>
              <a:off x="3403599" y="5774267"/>
              <a:ext cx="225778" cy="0"/>
            </a:xfrm>
            <a:prstGeom prst="straightConnector1">
              <a:avLst/>
            </a:prstGeom>
            <a:noFill/>
            <a:ln cap="flat" cmpd="sng" w="12700">
              <a:solidFill>
                <a:schemeClr val="dk1"/>
              </a:solidFill>
              <a:prstDash val="solid"/>
              <a:miter lim="800000"/>
              <a:headEnd len="sm" w="sm" type="none"/>
              <a:tailEnd len="sm" w="sm" type="none"/>
            </a:ln>
          </p:spPr>
        </p:cxnSp>
      </p:grpSp>
      <p:grpSp>
        <p:nvGrpSpPr>
          <p:cNvPr id="3670" name="Google Shape;3670;p68"/>
          <p:cNvGrpSpPr/>
          <p:nvPr/>
        </p:nvGrpSpPr>
        <p:grpSpPr>
          <a:xfrm rot="10800000">
            <a:off x="4466048" y="4620324"/>
            <a:ext cx="468488" cy="103894"/>
            <a:chOff x="3160889" y="5723468"/>
            <a:chExt cx="468488" cy="103894"/>
          </a:xfrm>
        </p:grpSpPr>
        <p:sp>
          <p:nvSpPr>
            <p:cNvPr id="3671" name="Google Shape;3671;p68"/>
            <p:cNvSpPr/>
            <p:nvPr/>
          </p:nvSpPr>
          <p:spPr>
            <a:xfrm rot="5400000">
              <a:off x="3234167" y="5650190"/>
              <a:ext cx="103894" cy="250450"/>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cxnSp>
          <p:nvCxnSpPr>
            <p:cNvPr id="3672" name="Google Shape;3672;p68"/>
            <p:cNvCxnSpPr/>
            <p:nvPr/>
          </p:nvCxnSpPr>
          <p:spPr>
            <a:xfrm>
              <a:off x="3403599" y="5774267"/>
              <a:ext cx="225778" cy="0"/>
            </a:xfrm>
            <a:prstGeom prst="straightConnector1">
              <a:avLst/>
            </a:prstGeom>
            <a:noFill/>
            <a:ln cap="flat" cmpd="sng" w="12700">
              <a:solidFill>
                <a:schemeClr val="dk1"/>
              </a:solidFill>
              <a:prstDash val="solid"/>
              <a:miter lim="800000"/>
              <a:headEnd len="sm" w="sm" type="none"/>
              <a:tailEnd len="sm" w="sm" type="none"/>
            </a:ln>
          </p:spPr>
        </p:cxnSp>
      </p:grpSp>
      <p:grpSp>
        <p:nvGrpSpPr>
          <p:cNvPr id="3673" name="Google Shape;3673;p68"/>
          <p:cNvGrpSpPr/>
          <p:nvPr/>
        </p:nvGrpSpPr>
        <p:grpSpPr>
          <a:xfrm>
            <a:off x="4620460" y="4390841"/>
            <a:ext cx="711200" cy="601662"/>
            <a:chOff x="-44" y="1473"/>
            <a:chExt cx="981" cy="1105"/>
          </a:xfrm>
        </p:grpSpPr>
        <p:pic>
          <p:nvPicPr>
            <p:cNvPr descr="desktop_computer_stylized_medium" id="3674" name="Google Shape;3674;p68"/>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3675" name="Google Shape;3675;p6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676" name="Google Shape;3676;p68"/>
          <p:cNvGrpSpPr/>
          <p:nvPr/>
        </p:nvGrpSpPr>
        <p:grpSpPr>
          <a:xfrm>
            <a:off x="4283912" y="5056708"/>
            <a:ext cx="711200" cy="600075"/>
            <a:chOff x="-44" y="1473"/>
            <a:chExt cx="981" cy="1105"/>
          </a:xfrm>
        </p:grpSpPr>
        <p:pic>
          <p:nvPicPr>
            <p:cNvPr descr="desktop_computer_stylized_medium" id="3677" name="Google Shape;3677;p68"/>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3678" name="Google Shape;3678;p6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679" name="Google Shape;3679;p68"/>
          <p:cNvGrpSpPr/>
          <p:nvPr/>
        </p:nvGrpSpPr>
        <p:grpSpPr>
          <a:xfrm>
            <a:off x="6296294" y="3889527"/>
            <a:ext cx="4903947" cy="2516574"/>
            <a:chOff x="6296294" y="3889527"/>
            <a:chExt cx="4903947" cy="2516574"/>
          </a:xfrm>
        </p:grpSpPr>
        <p:cxnSp>
          <p:nvCxnSpPr>
            <p:cNvPr id="3680" name="Google Shape;3680;p68"/>
            <p:cNvCxnSpPr>
              <a:stCxn id="3681" idx="2"/>
            </p:cNvCxnSpPr>
            <p:nvPr/>
          </p:nvCxnSpPr>
          <p:spPr>
            <a:xfrm>
              <a:off x="7906770" y="4630890"/>
              <a:ext cx="2100" cy="1260300"/>
            </a:xfrm>
            <a:prstGeom prst="straightConnector1">
              <a:avLst/>
            </a:prstGeom>
            <a:noFill/>
            <a:ln cap="flat" cmpd="sng" w="12700">
              <a:solidFill>
                <a:schemeClr val="dk1"/>
              </a:solidFill>
              <a:prstDash val="solid"/>
              <a:miter lim="800000"/>
              <a:headEnd len="sm" w="sm" type="none"/>
              <a:tailEnd len="sm" w="sm" type="none"/>
            </a:ln>
          </p:spPr>
        </p:cxnSp>
        <p:cxnSp>
          <p:nvCxnSpPr>
            <p:cNvPr id="3682" name="Google Shape;3682;p68"/>
            <p:cNvCxnSpPr/>
            <p:nvPr/>
          </p:nvCxnSpPr>
          <p:spPr>
            <a:xfrm>
              <a:off x="6945441" y="5100170"/>
              <a:ext cx="2144870" cy="0"/>
            </a:xfrm>
            <a:prstGeom prst="straightConnector1">
              <a:avLst/>
            </a:prstGeom>
            <a:noFill/>
            <a:ln cap="flat" cmpd="sng" w="12700">
              <a:solidFill>
                <a:schemeClr val="dk1"/>
              </a:solidFill>
              <a:prstDash val="solid"/>
              <a:miter lim="800000"/>
              <a:headEnd len="sm" w="sm" type="none"/>
              <a:tailEnd len="sm" w="sm" type="none"/>
            </a:ln>
          </p:spPr>
        </p:cxnSp>
        <p:sp>
          <p:nvSpPr>
            <p:cNvPr id="3683" name="Google Shape;3683;p68"/>
            <p:cNvSpPr txBox="1"/>
            <p:nvPr/>
          </p:nvSpPr>
          <p:spPr>
            <a:xfrm>
              <a:off x="9900333" y="4512570"/>
              <a:ext cx="129990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400"/>
                <a:buFont typeface="Calibri"/>
                <a:buNone/>
              </a:pPr>
              <a:r>
                <a:rPr b="0" i="0" lang="en-US" sz="2400" u="none" cap="none" strike="noStrike">
                  <a:solidFill>
                    <a:srgbClr val="CC0000"/>
                  </a:solidFill>
                  <a:latin typeface="Calibri"/>
                  <a:ea typeface="Calibri"/>
                  <a:cs typeface="Calibri"/>
                  <a:sym typeface="Calibri"/>
                </a:rPr>
                <a:t>switched</a:t>
              </a:r>
              <a:endParaRPr/>
            </a:p>
          </p:txBody>
        </p:sp>
        <p:sp>
          <p:nvSpPr>
            <p:cNvPr id="3684" name="Google Shape;3684;p68"/>
            <p:cNvSpPr/>
            <p:nvPr/>
          </p:nvSpPr>
          <p:spPr>
            <a:xfrm rot="5400000">
              <a:off x="6970879" y="4976093"/>
              <a:ext cx="103894" cy="250450"/>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omic Sans MS"/>
                <a:buNone/>
              </a:pPr>
              <a:r>
                <a:rPr b="0" i="0" lang="en-US" sz="1800" u="none" cap="none" strike="noStrike">
                  <a:solidFill>
                    <a:srgbClr val="000000"/>
                  </a:solidFill>
                  <a:latin typeface="Comic Sans MS"/>
                  <a:ea typeface="Comic Sans MS"/>
                  <a:cs typeface="Comic Sans MS"/>
                  <a:sym typeface="Comic Sans MS"/>
                </a:rPr>
                <a:t> </a:t>
              </a:r>
              <a:endParaRPr/>
            </a:p>
          </p:txBody>
        </p:sp>
        <p:grpSp>
          <p:nvGrpSpPr>
            <p:cNvPr id="3685" name="Google Shape;3685;p68"/>
            <p:cNvGrpSpPr/>
            <p:nvPr/>
          </p:nvGrpSpPr>
          <p:grpSpPr>
            <a:xfrm>
              <a:off x="6296294" y="4615439"/>
              <a:ext cx="768201" cy="646029"/>
              <a:chOff x="-44" y="1473"/>
              <a:chExt cx="981" cy="1105"/>
            </a:xfrm>
          </p:grpSpPr>
          <p:pic>
            <p:nvPicPr>
              <p:cNvPr descr="desktop_computer_stylized_medium" id="3686" name="Google Shape;3686;p6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687" name="Google Shape;3687;p6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688" name="Google Shape;3688;p68"/>
            <p:cNvSpPr/>
            <p:nvPr/>
          </p:nvSpPr>
          <p:spPr>
            <a:xfrm rot="5400000">
              <a:off x="8836293" y="4969873"/>
              <a:ext cx="103894" cy="250450"/>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grpSp>
          <p:nvGrpSpPr>
            <p:cNvPr id="3689" name="Google Shape;3689;p68"/>
            <p:cNvGrpSpPr/>
            <p:nvPr/>
          </p:nvGrpSpPr>
          <p:grpSpPr>
            <a:xfrm>
              <a:off x="8674892" y="4777169"/>
              <a:ext cx="768201" cy="646029"/>
              <a:chOff x="-44" y="1473"/>
              <a:chExt cx="981" cy="1105"/>
            </a:xfrm>
          </p:grpSpPr>
          <p:pic>
            <p:nvPicPr>
              <p:cNvPr descr="desktop_computer_stylized_medium" id="3690" name="Google Shape;3690;p6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691" name="Google Shape;3691;p6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692" name="Google Shape;3692;p68"/>
            <p:cNvSpPr/>
            <p:nvPr/>
          </p:nvSpPr>
          <p:spPr>
            <a:xfrm rot="10800000">
              <a:off x="7861470" y="5669747"/>
              <a:ext cx="103894" cy="250450"/>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omic Sans MS"/>
                <a:buNone/>
              </a:pPr>
              <a:r>
                <a:rPr b="0" i="0" lang="en-US" sz="1800" u="none" cap="none" strike="noStrike">
                  <a:solidFill>
                    <a:srgbClr val="000000"/>
                  </a:solidFill>
                  <a:latin typeface="Comic Sans MS"/>
                  <a:ea typeface="Comic Sans MS"/>
                  <a:cs typeface="Comic Sans MS"/>
                  <a:sym typeface="Comic Sans MS"/>
                </a:rPr>
                <a:t> </a:t>
              </a:r>
              <a:endParaRPr/>
            </a:p>
          </p:txBody>
        </p:sp>
        <p:grpSp>
          <p:nvGrpSpPr>
            <p:cNvPr id="3693" name="Google Shape;3693;p68"/>
            <p:cNvGrpSpPr/>
            <p:nvPr/>
          </p:nvGrpSpPr>
          <p:grpSpPr>
            <a:xfrm>
              <a:off x="7367278" y="5760072"/>
              <a:ext cx="768201" cy="646029"/>
              <a:chOff x="-44" y="1473"/>
              <a:chExt cx="981" cy="1105"/>
            </a:xfrm>
          </p:grpSpPr>
          <p:pic>
            <p:nvPicPr>
              <p:cNvPr descr="desktop_computer_stylized_medium" id="3694" name="Google Shape;3694;p6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695" name="Google Shape;3695;p6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696" name="Google Shape;3696;p68"/>
            <p:cNvSpPr/>
            <p:nvPr/>
          </p:nvSpPr>
          <p:spPr>
            <a:xfrm rot="10800000">
              <a:off x="7859915" y="4388441"/>
              <a:ext cx="103894" cy="250450"/>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omic Sans MS"/>
                <a:buNone/>
              </a:pPr>
              <a:r>
                <a:rPr b="0" i="0" lang="en-US" sz="1800" u="none" cap="none" strike="noStrike">
                  <a:solidFill>
                    <a:srgbClr val="000000"/>
                  </a:solidFill>
                  <a:latin typeface="Comic Sans MS"/>
                  <a:ea typeface="Comic Sans MS"/>
                  <a:cs typeface="Comic Sans MS"/>
                  <a:sym typeface="Comic Sans MS"/>
                </a:rPr>
                <a:t> </a:t>
              </a:r>
              <a:endParaRPr/>
            </a:p>
          </p:txBody>
        </p:sp>
        <p:grpSp>
          <p:nvGrpSpPr>
            <p:cNvPr id="3697" name="Google Shape;3697;p68"/>
            <p:cNvGrpSpPr/>
            <p:nvPr/>
          </p:nvGrpSpPr>
          <p:grpSpPr>
            <a:xfrm>
              <a:off x="7480526" y="3889527"/>
              <a:ext cx="852487" cy="741363"/>
              <a:chOff x="-44" y="1473"/>
              <a:chExt cx="981" cy="1105"/>
            </a:xfrm>
          </p:grpSpPr>
          <p:pic>
            <p:nvPicPr>
              <p:cNvPr descr="desktop_computer_stylized_medium" id="3681" name="Google Shape;3681;p68"/>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3698" name="Google Shape;3698;p6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699" name="Google Shape;3699;p68"/>
            <p:cNvGrpSpPr/>
            <p:nvPr/>
          </p:nvGrpSpPr>
          <p:grpSpPr>
            <a:xfrm>
              <a:off x="7642010" y="4950839"/>
              <a:ext cx="561892" cy="329289"/>
              <a:chOff x="3668110" y="2448910"/>
              <a:chExt cx="3794234" cy="2165130"/>
            </a:xfrm>
          </p:grpSpPr>
          <p:sp>
            <p:nvSpPr>
              <p:cNvPr id="3700" name="Google Shape;3700;p68"/>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701" name="Google Shape;3701;p68"/>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3702" name="Google Shape;3702;p68"/>
              <p:cNvGrpSpPr/>
              <p:nvPr/>
            </p:nvGrpSpPr>
            <p:grpSpPr>
              <a:xfrm>
                <a:off x="3941378" y="2603243"/>
                <a:ext cx="3202061" cy="1066110"/>
                <a:chOff x="7939341" y="3037317"/>
                <a:chExt cx="897649" cy="353919"/>
              </a:xfrm>
            </p:grpSpPr>
            <p:sp>
              <p:nvSpPr>
                <p:cNvPr id="3703" name="Google Shape;3703;p68"/>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704" name="Google Shape;3704;p68"/>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705" name="Google Shape;3705;p68"/>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706" name="Google Shape;3706;p68"/>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sp>
        <p:nvSpPr>
          <p:cNvPr id="3707" name="Google Shape;3707;p68"/>
          <p:cNvSpPr txBox="1"/>
          <p:nvPr/>
        </p:nvSpPr>
        <p:spPr>
          <a:xfrm>
            <a:off x="1067981" y="2097440"/>
            <a:ext cx="10839554" cy="1641183"/>
          </a:xfrm>
          <a:prstGeom prst="rect">
            <a:avLst/>
          </a:prstGeom>
          <a:noFill/>
          <a:ln>
            <a:noFill/>
          </a:ln>
        </p:spPr>
        <p:txBody>
          <a:bodyPr anchorCtr="0" anchor="t" bIns="45700" lIns="91425" spcFirstLastPara="1" rIns="91425" wrap="square" tIns="45700">
            <a:normAutofit/>
          </a:bodyPr>
          <a:lstStyle/>
          <a:p>
            <a:pPr indent="-273050" lvl="0" marL="403225" marR="0" rtl="0" algn="l">
              <a:lnSpc>
                <a:spcPct val="75000"/>
              </a:lnSpc>
              <a:spcBef>
                <a:spcPts val="0"/>
              </a:spcBef>
              <a:spcAft>
                <a:spcPts val="0"/>
              </a:spcAft>
              <a:buClr>
                <a:srgbClr val="0000A3"/>
              </a:buClr>
              <a:buSzPts val="2800"/>
              <a:buFont typeface="Noto Sans Symbols"/>
              <a:buChar char="▪"/>
            </a:pPr>
            <a:r>
              <a:rPr b="0" i="0" lang="en-US" sz="2800" u="none" cap="none" strike="noStrike">
                <a:solidFill>
                  <a:srgbClr val="C00000"/>
                </a:solidFill>
                <a:latin typeface="Calibri"/>
                <a:ea typeface="Calibri"/>
                <a:cs typeface="Calibri"/>
                <a:sym typeface="Calibri"/>
              </a:rPr>
              <a:t>switched: </a:t>
            </a:r>
            <a:r>
              <a:rPr b="0" i="0" lang="en-US" sz="2800" u="none" cap="none" strike="noStrike">
                <a:solidFill>
                  <a:srgbClr val="000000"/>
                </a:solidFill>
                <a:latin typeface="Calibri"/>
                <a:ea typeface="Calibri"/>
                <a:cs typeface="Calibri"/>
                <a:sym typeface="Calibri"/>
              </a:rPr>
              <a:t>prevails today</a:t>
            </a:r>
            <a:endParaRPr/>
          </a:p>
          <a:p>
            <a:pPr indent="-231775" lvl="1" marL="695325" marR="0" rtl="0" algn="l">
              <a:lnSpc>
                <a:spcPct val="75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active link-layer 2 </a:t>
            </a:r>
            <a:r>
              <a:rPr b="0" i="1" lang="en-US" sz="2400" u="none" cap="none" strike="noStrike">
                <a:solidFill>
                  <a:srgbClr val="0000A8"/>
                </a:solidFill>
                <a:latin typeface="Calibri"/>
                <a:ea typeface="Calibri"/>
                <a:cs typeface="Calibri"/>
                <a:sym typeface="Calibri"/>
              </a:rPr>
              <a:t>switch</a:t>
            </a:r>
            <a:r>
              <a:rPr b="0" i="0" lang="en-US" sz="2400" u="none" cap="none" strike="noStrike">
                <a:solidFill>
                  <a:srgbClr val="CC0000"/>
                </a:solidFill>
                <a:latin typeface="Calibri"/>
                <a:ea typeface="Calibri"/>
                <a:cs typeface="Calibri"/>
                <a:sym typeface="Calibri"/>
              </a:rPr>
              <a:t> </a:t>
            </a:r>
            <a:r>
              <a:rPr b="0" i="0" lang="en-US" sz="2400" u="none" cap="none" strike="noStrike">
                <a:solidFill>
                  <a:srgbClr val="000000"/>
                </a:solidFill>
                <a:latin typeface="Calibri"/>
                <a:ea typeface="Calibri"/>
                <a:cs typeface="Calibri"/>
                <a:sym typeface="Calibri"/>
              </a:rPr>
              <a:t>in center</a:t>
            </a:r>
            <a:endParaRPr/>
          </a:p>
          <a:p>
            <a:pPr indent="-231775" lvl="1" marL="695325" marR="0" rtl="0" algn="l">
              <a:lnSpc>
                <a:spcPct val="10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each “spoke” runs a (separate) Ethernet protocol (nodes do not collide with each other)</a:t>
            </a:r>
            <a:endParaRPr/>
          </a:p>
        </p:txBody>
      </p:sp>
      <p:sp>
        <p:nvSpPr>
          <p:cNvPr id="3708" name="Google Shape;3708;p68"/>
          <p:cNvSpPr/>
          <p:nvPr/>
        </p:nvSpPr>
        <p:spPr>
          <a:xfrm>
            <a:off x="800101" y="3738623"/>
            <a:ext cx="4895850" cy="2379250"/>
          </a:xfrm>
          <a:prstGeom prst="rect">
            <a:avLst/>
          </a:prstGeom>
          <a:solidFill>
            <a:schemeClr val="lt1">
              <a:alpha val="7725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07"/>
                                        </p:tgtEl>
                                        <p:attrNameLst>
                                          <p:attrName>style.visibility</p:attrName>
                                        </p:attrNameLst>
                                      </p:cBhvr>
                                      <p:to>
                                        <p:strVal val="visible"/>
                                      </p:to>
                                    </p:set>
                                    <p:animEffect filter="fade" transition="in">
                                      <p:cBhvr>
                                        <p:cTn dur="500"/>
                                        <p:tgtEl>
                                          <p:spTgt spid="3707"/>
                                        </p:tgtEl>
                                      </p:cBhvr>
                                    </p:animEffect>
                                  </p:childTnLst>
                                </p:cTn>
                              </p:par>
                              <p:par>
                                <p:cTn fill="hold" nodeType="withEffect" presetClass="entr" presetID="10" presetSubtype="0">
                                  <p:stCondLst>
                                    <p:cond delay="0"/>
                                  </p:stCondLst>
                                  <p:childTnLst>
                                    <p:set>
                                      <p:cBhvr>
                                        <p:cTn dur="1" fill="hold">
                                          <p:stCondLst>
                                            <p:cond delay="0"/>
                                          </p:stCondLst>
                                        </p:cTn>
                                        <p:tgtEl>
                                          <p:spTgt spid="3679"/>
                                        </p:tgtEl>
                                        <p:attrNameLst>
                                          <p:attrName>style.visibility</p:attrName>
                                        </p:attrNameLst>
                                      </p:cBhvr>
                                      <p:to>
                                        <p:strVal val="visible"/>
                                      </p:to>
                                    </p:set>
                                    <p:animEffect filter="fade" transition="in">
                                      <p:cBhvr>
                                        <p:cTn dur="500"/>
                                        <p:tgtEl>
                                          <p:spTgt spid="3679"/>
                                        </p:tgtEl>
                                      </p:cBhvr>
                                    </p:animEffect>
                                  </p:childTnLst>
                                </p:cTn>
                              </p:par>
                              <p:par>
                                <p:cTn fill="hold" nodeType="withEffect" presetClass="entr" presetID="10" presetSubtype="0">
                                  <p:stCondLst>
                                    <p:cond delay="0"/>
                                  </p:stCondLst>
                                  <p:childTnLst>
                                    <p:set>
                                      <p:cBhvr>
                                        <p:cTn dur="1" fill="hold">
                                          <p:stCondLst>
                                            <p:cond delay="0"/>
                                          </p:stCondLst>
                                        </p:cTn>
                                        <p:tgtEl>
                                          <p:spTgt spid="3708"/>
                                        </p:tgtEl>
                                        <p:attrNameLst>
                                          <p:attrName>style.visibility</p:attrName>
                                        </p:attrNameLst>
                                      </p:cBhvr>
                                      <p:to>
                                        <p:strVal val="visible"/>
                                      </p:to>
                                    </p:set>
                                    <p:animEffect filter="fade" transition="in">
                                      <p:cBhvr>
                                        <p:cTn dur="500"/>
                                        <p:tgtEl>
                                          <p:spTgt spid="37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3" name="Shape 3713"/>
        <p:cNvGrpSpPr/>
        <p:nvPr/>
      </p:nvGrpSpPr>
      <p:grpSpPr>
        <a:xfrm>
          <a:off x="0" y="0"/>
          <a:ext cx="0" cy="0"/>
          <a:chOff x="0" y="0"/>
          <a:chExt cx="0" cy="0"/>
        </a:xfrm>
      </p:grpSpPr>
      <p:sp>
        <p:nvSpPr>
          <p:cNvPr id="3714" name="Google Shape;3714;p69"/>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99"/>
              </a:buClr>
              <a:buSzPts val="4400"/>
              <a:buFont typeface="Calibri"/>
              <a:buNone/>
            </a:pPr>
            <a:r>
              <a:rPr b="0" lang="en-US">
                <a:solidFill>
                  <a:srgbClr val="000099"/>
                </a:solidFill>
                <a:latin typeface="Calibri"/>
                <a:ea typeface="Calibri"/>
                <a:cs typeface="Calibri"/>
                <a:sym typeface="Calibri"/>
              </a:rPr>
              <a:t>Ethernet frame structure</a:t>
            </a:r>
            <a:endParaRPr b="0" sz="4400">
              <a:latin typeface="Calibri"/>
              <a:ea typeface="Calibri"/>
              <a:cs typeface="Calibri"/>
              <a:sym typeface="Calibri"/>
            </a:endParaRPr>
          </a:p>
        </p:txBody>
      </p:sp>
      <p:sp>
        <p:nvSpPr>
          <p:cNvPr id="3715" name="Google Shape;3715;p6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Link Layer: 6-</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
        <p:nvSpPr>
          <p:cNvPr id="3716" name="Google Shape;3716;p69"/>
          <p:cNvSpPr txBox="1"/>
          <p:nvPr/>
        </p:nvSpPr>
        <p:spPr>
          <a:xfrm>
            <a:off x="1057198" y="1399863"/>
            <a:ext cx="11134802" cy="2234588"/>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sending interface encapsulates IP datagram (or other network layer protocol packet) in </a:t>
            </a:r>
            <a:r>
              <a:rPr b="0" i="0" lang="en-US" sz="2800" u="none" cap="none" strike="noStrike">
                <a:solidFill>
                  <a:srgbClr val="CC0000"/>
                </a:solidFill>
                <a:latin typeface="Calibri"/>
                <a:ea typeface="Calibri"/>
                <a:cs typeface="Calibri"/>
                <a:sym typeface="Calibri"/>
              </a:rPr>
              <a:t>Ethernet frame</a:t>
            </a:r>
            <a:endParaRPr/>
          </a:p>
          <a:p>
            <a:pPr indent="-69850" lvl="0" marL="352425" marR="0" rtl="0" algn="l">
              <a:lnSpc>
                <a:spcPct val="90000"/>
              </a:lnSpc>
              <a:spcBef>
                <a:spcPts val="1000"/>
              </a:spcBef>
              <a:spcAft>
                <a:spcPts val="0"/>
              </a:spcAft>
              <a:buClr>
                <a:srgbClr val="0000A3"/>
              </a:buClr>
              <a:buSzPts val="2400"/>
              <a:buFont typeface="Noto Sans Symbols"/>
              <a:buNone/>
            </a:pPr>
            <a:r>
              <a:t/>
            </a:r>
            <a:endParaRPr b="1" i="0" sz="2400" u="none" cap="none" strike="noStrike">
              <a:solidFill>
                <a:srgbClr val="000000"/>
              </a:solidFill>
              <a:latin typeface="Calibri"/>
              <a:ea typeface="Calibri"/>
              <a:cs typeface="Calibri"/>
              <a:sym typeface="Calibri"/>
            </a:endParaRPr>
          </a:p>
          <a:p>
            <a:pPr indent="-69850" lvl="0" marL="352425" marR="0" rtl="0" algn="l">
              <a:lnSpc>
                <a:spcPct val="90000"/>
              </a:lnSpc>
              <a:spcBef>
                <a:spcPts val="1000"/>
              </a:spcBef>
              <a:spcAft>
                <a:spcPts val="0"/>
              </a:spcAft>
              <a:buClr>
                <a:srgbClr val="0000A3"/>
              </a:buClr>
              <a:buSzPts val="2400"/>
              <a:buFont typeface="Noto Sans Symbols"/>
              <a:buNone/>
            </a:pPr>
            <a:r>
              <a:t/>
            </a:r>
            <a:endParaRPr b="1" i="0" sz="2400" u="none" cap="none" strike="noStrike">
              <a:solidFill>
                <a:srgbClr val="000000"/>
              </a:solidFill>
              <a:latin typeface="Calibri"/>
              <a:ea typeface="Calibri"/>
              <a:cs typeface="Calibri"/>
              <a:sym typeface="Calibri"/>
            </a:endParaRPr>
          </a:p>
          <a:p>
            <a:pPr indent="-222250" lvl="0" marL="352425" marR="0" rtl="0" algn="l">
              <a:lnSpc>
                <a:spcPct val="90000"/>
              </a:lnSpc>
              <a:spcBef>
                <a:spcPts val="1000"/>
              </a:spcBef>
              <a:spcAft>
                <a:spcPts val="0"/>
              </a:spcAft>
              <a:buClr>
                <a:srgbClr val="0000A3"/>
              </a:buClr>
              <a:buSzPts val="2400"/>
              <a:buFont typeface="Noto Sans Symbols"/>
              <a:buNone/>
            </a:pPr>
            <a:r>
              <a:t/>
            </a:r>
            <a:endParaRPr b="0" i="0" sz="2400" u="none" cap="none" strike="noStrike">
              <a:solidFill>
                <a:srgbClr val="FF0000"/>
              </a:solidFill>
              <a:latin typeface="Calibri"/>
              <a:ea typeface="Calibri"/>
              <a:cs typeface="Calibri"/>
              <a:sym typeface="Calibri"/>
            </a:endParaRPr>
          </a:p>
        </p:txBody>
      </p:sp>
      <p:grpSp>
        <p:nvGrpSpPr>
          <p:cNvPr id="3717" name="Google Shape;3717;p69"/>
          <p:cNvGrpSpPr/>
          <p:nvPr/>
        </p:nvGrpSpPr>
        <p:grpSpPr>
          <a:xfrm>
            <a:off x="2745256" y="2328343"/>
            <a:ext cx="7867779" cy="1104405"/>
            <a:chOff x="940711" y="4902593"/>
            <a:chExt cx="6291001" cy="992895"/>
          </a:xfrm>
        </p:grpSpPr>
        <p:cxnSp>
          <p:nvCxnSpPr>
            <p:cNvPr id="3718" name="Google Shape;3718;p69"/>
            <p:cNvCxnSpPr/>
            <p:nvPr/>
          </p:nvCxnSpPr>
          <p:spPr>
            <a:xfrm>
              <a:off x="3570934" y="5199463"/>
              <a:ext cx="0" cy="204647"/>
            </a:xfrm>
            <a:prstGeom prst="straightConnector1">
              <a:avLst/>
            </a:prstGeom>
            <a:noFill/>
            <a:ln cap="flat" cmpd="sng" w="9525">
              <a:solidFill>
                <a:schemeClr val="dk1"/>
              </a:solidFill>
              <a:prstDash val="solid"/>
              <a:round/>
              <a:headEnd len="med" w="med" type="none"/>
              <a:tailEnd len="med" w="med" type="none"/>
            </a:ln>
          </p:spPr>
        </p:cxnSp>
        <p:sp>
          <p:nvSpPr>
            <p:cNvPr id="3719" name="Google Shape;3719;p69"/>
            <p:cNvSpPr/>
            <p:nvPr/>
          </p:nvSpPr>
          <p:spPr>
            <a:xfrm>
              <a:off x="976959" y="5272489"/>
              <a:ext cx="6254753" cy="547846"/>
            </a:xfrm>
            <a:prstGeom prst="rect">
              <a:avLst/>
            </a:prstGeom>
            <a:solidFill>
              <a:srgbClr val="00B050"/>
            </a:solidFill>
            <a:ln cap="flat" cmpd="sng" w="9525">
              <a:solidFill>
                <a:schemeClr val="lt1"/>
              </a:solidFill>
              <a:prstDash val="solid"/>
              <a:round/>
              <a:headEnd len="sm" w="sm" type="none"/>
              <a:tailEnd len="sm" w="sm" type="none"/>
            </a:ln>
            <a:effectLst>
              <a:outerShdw blurRad="50800" rotWithShape="0" algn="bl" dir="189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cxnSp>
          <p:nvCxnSpPr>
            <p:cNvPr id="3720" name="Google Shape;3720;p69"/>
            <p:cNvCxnSpPr/>
            <p:nvPr/>
          </p:nvCxnSpPr>
          <p:spPr>
            <a:xfrm>
              <a:off x="1970955" y="5262636"/>
              <a:ext cx="0" cy="550375"/>
            </a:xfrm>
            <a:prstGeom prst="straightConnector1">
              <a:avLst/>
            </a:prstGeom>
            <a:noFill/>
            <a:ln cap="flat" cmpd="sng" w="19050">
              <a:solidFill>
                <a:schemeClr val="lt1"/>
              </a:solidFill>
              <a:prstDash val="solid"/>
              <a:round/>
              <a:headEnd len="med" w="med" type="none"/>
              <a:tailEnd len="med" w="med" type="none"/>
            </a:ln>
          </p:spPr>
        </p:cxnSp>
        <p:cxnSp>
          <p:nvCxnSpPr>
            <p:cNvPr id="3721" name="Google Shape;3721;p69"/>
            <p:cNvCxnSpPr/>
            <p:nvPr/>
          </p:nvCxnSpPr>
          <p:spPr>
            <a:xfrm>
              <a:off x="2701175" y="5265808"/>
              <a:ext cx="0" cy="583683"/>
            </a:xfrm>
            <a:prstGeom prst="straightConnector1">
              <a:avLst/>
            </a:prstGeom>
            <a:noFill/>
            <a:ln cap="flat" cmpd="sng" w="19050">
              <a:solidFill>
                <a:schemeClr val="lt1"/>
              </a:solidFill>
              <a:prstDash val="solid"/>
              <a:round/>
              <a:headEnd len="med" w="med" type="none"/>
              <a:tailEnd len="med" w="med" type="none"/>
            </a:ln>
          </p:spPr>
        </p:cxnSp>
        <p:cxnSp>
          <p:nvCxnSpPr>
            <p:cNvPr id="3722" name="Google Shape;3722;p69"/>
            <p:cNvCxnSpPr/>
            <p:nvPr/>
          </p:nvCxnSpPr>
          <p:spPr>
            <a:xfrm>
              <a:off x="3429808" y="5270567"/>
              <a:ext cx="0" cy="548789"/>
            </a:xfrm>
            <a:prstGeom prst="straightConnector1">
              <a:avLst/>
            </a:prstGeom>
            <a:noFill/>
            <a:ln cap="flat" cmpd="sng" w="19050">
              <a:solidFill>
                <a:schemeClr val="lt1"/>
              </a:solidFill>
              <a:prstDash val="solid"/>
              <a:round/>
              <a:headEnd len="med" w="med" type="none"/>
              <a:tailEnd len="med" w="med" type="none"/>
            </a:ln>
          </p:spPr>
        </p:cxnSp>
        <p:cxnSp>
          <p:nvCxnSpPr>
            <p:cNvPr id="3723" name="Google Shape;3723;p69"/>
            <p:cNvCxnSpPr/>
            <p:nvPr/>
          </p:nvCxnSpPr>
          <p:spPr>
            <a:xfrm>
              <a:off x="3683797" y="5265808"/>
              <a:ext cx="0" cy="580510"/>
            </a:xfrm>
            <a:prstGeom prst="straightConnector1">
              <a:avLst/>
            </a:prstGeom>
            <a:noFill/>
            <a:ln cap="flat" cmpd="sng" w="19050">
              <a:solidFill>
                <a:schemeClr val="lt1"/>
              </a:solidFill>
              <a:prstDash val="solid"/>
              <a:round/>
              <a:headEnd len="med" w="med" type="none"/>
              <a:tailEnd len="med" w="med" type="none"/>
            </a:ln>
          </p:spPr>
        </p:cxnSp>
        <p:cxnSp>
          <p:nvCxnSpPr>
            <p:cNvPr id="3724" name="Google Shape;3724;p69"/>
            <p:cNvCxnSpPr/>
            <p:nvPr/>
          </p:nvCxnSpPr>
          <p:spPr>
            <a:xfrm>
              <a:off x="5650628" y="5272152"/>
              <a:ext cx="0" cy="623336"/>
            </a:xfrm>
            <a:prstGeom prst="straightConnector1">
              <a:avLst/>
            </a:prstGeom>
            <a:noFill/>
            <a:ln cap="flat" cmpd="sng" w="19050">
              <a:solidFill>
                <a:schemeClr val="lt1"/>
              </a:solidFill>
              <a:prstDash val="solid"/>
              <a:round/>
              <a:headEnd len="med" w="med" type="none"/>
              <a:tailEnd len="med" w="med" type="none"/>
            </a:ln>
          </p:spPr>
        </p:cxnSp>
        <p:sp>
          <p:nvSpPr>
            <p:cNvPr id="3725" name="Google Shape;3725;p69"/>
            <p:cNvSpPr txBox="1"/>
            <p:nvPr/>
          </p:nvSpPr>
          <p:spPr>
            <a:xfrm>
              <a:off x="1927355" y="5375236"/>
              <a:ext cx="844810" cy="329158"/>
            </a:xfrm>
            <a:prstGeom prst="rect">
              <a:avLst/>
            </a:prstGeom>
            <a:noFill/>
            <a:ln>
              <a:noFill/>
            </a:ln>
          </p:spPr>
          <p:txBody>
            <a:bodyPr anchorCtr="0" anchor="t" bIns="45700" lIns="91425" spcFirstLastPara="1" rIns="91425" wrap="square" tIns="45700">
              <a:spAutoFit/>
            </a:bodyPr>
            <a:lstStyle/>
            <a:p>
              <a:pPr indent="0" lvl="0" marL="0" marR="0" rtl="0" algn="ctr">
                <a:lnSpc>
                  <a:spcPct val="75000"/>
                </a:lnSpc>
                <a:spcBef>
                  <a:spcPts val="0"/>
                </a:spcBef>
                <a:spcAft>
                  <a:spcPts val="0"/>
                </a:spcAft>
                <a:buClr>
                  <a:srgbClr val="FFFFFF"/>
                </a:buClr>
                <a:buSzPts val="1600"/>
                <a:buFont typeface="Calibri"/>
                <a:buNone/>
              </a:pPr>
              <a:r>
                <a:rPr b="0" i="1" lang="en-US" sz="1600" u="none" cap="none" strike="noStrike">
                  <a:solidFill>
                    <a:srgbClr val="FFFFFF"/>
                  </a:solidFill>
                  <a:latin typeface="Calibri"/>
                  <a:ea typeface="Calibri"/>
                  <a:cs typeface="Calibri"/>
                  <a:sym typeface="Calibri"/>
                </a:rPr>
                <a:t>dest.</a:t>
              </a:r>
              <a:endParaRPr/>
            </a:p>
            <a:p>
              <a:pPr indent="0" lvl="0" marL="0" marR="0" rtl="0" algn="ctr">
                <a:lnSpc>
                  <a:spcPct val="75000"/>
                </a:lnSpc>
                <a:spcBef>
                  <a:spcPts val="0"/>
                </a:spcBef>
                <a:spcAft>
                  <a:spcPts val="0"/>
                </a:spcAft>
                <a:buClr>
                  <a:srgbClr val="FFFFFF"/>
                </a:buClr>
                <a:buSzPts val="1600"/>
                <a:buFont typeface="Calibri"/>
                <a:buNone/>
              </a:pPr>
              <a:r>
                <a:rPr b="0" i="1" lang="en-US" sz="1600" u="none" cap="none" strike="noStrike">
                  <a:solidFill>
                    <a:srgbClr val="FFFFFF"/>
                  </a:solidFill>
                  <a:latin typeface="Calibri"/>
                  <a:ea typeface="Calibri"/>
                  <a:cs typeface="Calibri"/>
                  <a:sym typeface="Calibri"/>
                </a:rPr>
                <a:t>address</a:t>
              </a:r>
              <a:endParaRPr/>
            </a:p>
          </p:txBody>
        </p:sp>
        <p:sp>
          <p:nvSpPr>
            <p:cNvPr id="3726" name="Google Shape;3726;p69"/>
            <p:cNvSpPr txBox="1"/>
            <p:nvPr/>
          </p:nvSpPr>
          <p:spPr>
            <a:xfrm>
              <a:off x="2652391" y="5379038"/>
              <a:ext cx="844810" cy="329158"/>
            </a:xfrm>
            <a:prstGeom prst="rect">
              <a:avLst/>
            </a:prstGeom>
            <a:noFill/>
            <a:ln>
              <a:noFill/>
            </a:ln>
          </p:spPr>
          <p:txBody>
            <a:bodyPr anchorCtr="0" anchor="t" bIns="45700" lIns="91425" spcFirstLastPara="1" rIns="91425" wrap="square" tIns="45700">
              <a:spAutoFit/>
            </a:bodyPr>
            <a:lstStyle/>
            <a:p>
              <a:pPr indent="0" lvl="0" marL="0" marR="0" rtl="0" algn="ctr">
                <a:lnSpc>
                  <a:spcPct val="75000"/>
                </a:lnSpc>
                <a:spcBef>
                  <a:spcPts val="0"/>
                </a:spcBef>
                <a:spcAft>
                  <a:spcPts val="0"/>
                </a:spcAft>
                <a:buClr>
                  <a:srgbClr val="FFFFFF"/>
                </a:buClr>
                <a:buSzPts val="1600"/>
                <a:buFont typeface="Calibri"/>
                <a:buNone/>
              </a:pPr>
              <a:r>
                <a:rPr b="0" i="1" lang="en-US" sz="1600" u="none" cap="none" strike="noStrike">
                  <a:solidFill>
                    <a:srgbClr val="FFFFFF"/>
                  </a:solidFill>
                  <a:latin typeface="Calibri"/>
                  <a:ea typeface="Calibri"/>
                  <a:cs typeface="Calibri"/>
                  <a:sym typeface="Calibri"/>
                </a:rPr>
                <a:t>source</a:t>
              </a:r>
              <a:endParaRPr/>
            </a:p>
            <a:p>
              <a:pPr indent="0" lvl="0" marL="0" marR="0" rtl="0" algn="ctr">
                <a:lnSpc>
                  <a:spcPct val="75000"/>
                </a:lnSpc>
                <a:spcBef>
                  <a:spcPts val="0"/>
                </a:spcBef>
                <a:spcAft>
                  <a:spcPts val="0"/>
                </a:spcAft>
                <a:buClr>
                  <a:srgbClr val="FFFFFF"/>
                </a:buClr>
                <a:buSzPts val="1600"/>
                <a:buFont typeface="Calibri"/>
                <a:buNone/>
              </a:pPr>
              <a:r>
                <a:rPr b="0" i="1" lang="en-US" sz="1600" u="none" cap="none" strike="noStrike">
                  <a:solidFill>
                    <a:srgbClr val="FFFFFF"/>
                  </a:solidFill>
                  <a:latin typeface="Calibri"/>
                  <a:ea typeface="Calibri"/>
                  <a:cs typeface="Calibri"/>
                  <a:sym typeface="Calibri"/>
                </a:rPr>
                <a:t>address</a:t>
              </a:r>
              <a:endParaRPr/>
            </a:p>
          </p:txBody>
        </p:sp>
        <p:sp>
          <p:nvSpPr>
            <p:cNvPr id="3727" name="Google Shape;3727;p69"/>
            <p:cNvSpPr txBox="1"/>
            <p:nvPr/>
          </p:nvSpPr>
          <p:spPr>
            <a:xfrm>
              <a:off x="3969632" y="5447787"/>
              <a:ext cx="1377407" cy="212671"/>
            </a:xfrm>
            <a:prstGeom prst="rect">
              <a:avLst/>
            </a:prstGeom>
            <a:noFill/>
            <a:ln>
              <a:noFill/>
            </a:ln>
          </p:spPr>
          <p:txBody>
            <a:bodyPr anchorCtr="0" anchor="t" bIns="45700" lIns="91425" spcFirstLastPara="1" rIns="91425" wrap="square" tIns="45700">
              <a:spAutoFit/>
            </a:bodyPr>
            <a:lstStyle/>
            <a:p>
              <a:pPr indent="0" lvl="0" marL="0" marR="0" rtl="0" algn="ctr">
                <a:lnSpc>
                  <a:spcPct val="66666"/>
                </a:lnSpc>
                <a:spcBef>
                  <a:spcPts val="0"/>
                </a:spcBef>
                <a:spcAft>
                  <a:spcPts val="0"/>
                </a:spcAft>
                <a:buClr>
                  <a:srgbClr val="FFFFFF"/>
                </a:buClr>
                <a:buSzPts val="1800"/>
                <a:buFont typeface="Calibri"/>
                <a:buNone/>
              </a:pPr>
              <a:r>
                <a:rPr b="0" i="1" lang="en-US" sz="1800" u="none" cap="none" strike="noStrike">
                  <a:solidFill>
                    <a:srgbClr val="FFFFFF"/>
                  </a:solidFill>
                  <a:latin typeface="Calibri"/>
                  <a:ea typeface="Calibri"/>
                  <a:cs typeface="Calibri"/>
                  <a:sym typeface="Calibri"/>
                </a:rPr>
                <a:t>data (payload)</a:t>
              </a:r>
              <a:endParaRPr/>
            </a:p>
          </p:txBody>
        </p:sp>
        <p:sp>
          <p:nvSpPr>
            <p:cNvPr id="3728" name="Google Shape;3728;p69"/>
            <p:cNvSpPr txBox="1"/>
            <p:nvPr/>
          </p:nvSpPr>
          <p:spPr>
            <a:xfrm>
              <a:off x="5941065" y="5431291"/>
              <a:ext cx="855572" cy="212671"/>
            </a:xfrm>
            <a:prstGeom prst="rect">
              <a:avLst/>
            </a:prstGeom>
            <a:noFill/>
            <a:ln>
              <a:noFill/>
            </a:ln>
          </p:spPr>
          <p:txBody>
            <a:bodyPr anchorCtr="0" anchor="t" bIns="45700" lIns="91425" spcFirstLastPara="1" rIns="91425" wrap="square" tIns="45700">
              <a:spAutoFit/>
            </a:bodyPr>
            <a:lstStyle/>
            <a:p>
              <a:pPr indent="0" lvl="0" marL="0" marR="0" rtl="0" algn="ctr">
                <a:lnSpc>
                  <a:spcPct val="66666"/>
                </a:lnSpc>
                <a:spcBef>
                  <a:spcPts val="0"/>
                </a:spcBef>
                <a:spcAft>
                  <a:spcPts val="0"/>
                </a:spcAft>
                <a:buClr>
                  <a:srgbClr val="FFFFFF"/>
                </a:buClr>
                <a:buSzPts val="1800"/>
                <a:buFont typeface="Calibri"/>
                <a:buNone/>
              </a:pPr>
              <a:r>
                <a:rPr b="0" i="1" lang="en-US" sz="1800" u="none" cap="none" strike="noStrike">
                  <a:solidFill>
                    <a:srgbClr val="FFFFFF"/>
                  </a:solidFill>
                  <a:latin typeface="Calibri"/>
                  <a:ea typeface="Calibri"/>
                  <a:cs typeface="Calibri"/>
                  <a:sym typeface="Calibri"/>
                </a:rPr>
                <a:t>CRC</a:t>
              </a:r>
              <a:endParaRPr/>
            </a:p>
          </p:txBody>
        </p:sp>
        <p:sp>
          <p:nvSpPr>
            <p:cNvPr id="3729" name="Google Shape;3729;p69"/>
            <p:cNvSpPr txBox="1"/>
            <p:nvPr/>
          </p:nvSpPr>
          <p:spPr>
            <a:xfrm>
              <a:off x="940711" y="5468237"/>
              <a:ext cx="1070128" cy="212671"/>
            </a:xfrm>
            <a:prstGeom prst="rect">
              <a:avLst/>
            </a:prstGeom>
            <a:noFill/>
            <a:ln>
              <a:noFill/>
            </a:ln>
          </p:spPr>
          <p:txBody>
            <a:bodyPr anchorCtr="0" anchor="t" bIns="45700" lIns="91425" spcFirstLastPara="1" rIns="91425" wrap="square" tIns="45700">
              <a:spAutoFit/>
            </a:bodyPr>
            <a:lstStyle/>
            <a:p>
              <a:pPr indent="0" lvl="0" marL="0" marR="0" rtl="0" algn="ctr">
                <a:lnSpc>
                  <a:spcPct val="66666"/>
                </a:lnSpc>
                <a:spcBef>
                  <a:spcPts val="0"/>
                </a:spcBef>
                <a:spcAft>
                  <a:spcPts val="0"/>
                </a:spcAft>
                <a:buClr>
                  <a:srgbClr val="FFFFFF"/>
                </a:buClr>
                <a:buSzPts val="1800"/>
                <a:buFont typeface="Calibri"/>
                <a:buNone/>
              </a:pPr>
              <a:r>
                <a:rPr b="0" i="1" lang="en-US" sz="1800" u="none" cap="none" strike="noStrike">
                  <a:solidFill>
                    <a:srgbClr val="FFFFFF"/>
                  </a:solidFill>
                  <a:latin typeface="Calibri"/>
                  <a:ea typeface="Calibri"/>
                  <a:cs typeface="Calibri"/>
                  <a:sym typeface="Calibri"/>
                </a:rPr>
                <a:t>preamble</a:t>
              </a:r>
              <a:endParaRPr/>
            </a:p>
          </p:txBody>
        </p:sp>
        <p:sp>
          <p:nvSpPr>
            <p:cNvPr id="3730" name="Google Shape;3730;p69"/>
            <p:cNvSpPr txBox="1"/>
            <p:nvPr/>
          </p:nvSpPr>
          <p:spPr>
            <a:xfrm>
              <a:off x="3321504" y="4902593"/>
              <a:ext cx="770260" cy="29235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1" lang="en-US" sz="1800" u="none" cap="none" strike="noStrike">
                  <a:solidFill>
                    <a:srgbClr val="000000"/>
                  </a:solidFill>
                  <a:latin typeface="Calibri"/>
                  <a:ea typeface="Calibri"/>
                  <a:cs typeface="Calibri"/>
                  <a:sym typeface="Calibri"/>
                </a:rPr>
                <a:t>type</a:t>
              </a:r>
              <a:endParaRPr/>
            </a:p>
          </p:txBody>
        </p:sp>
      </p:grpSp>
      <p:sp>
        <p:nvSpPr>
          <p:cNvPr id="3731" name="Google Shape;3731;p69"/>
          <p:cNvSpPr txBox="1"/>
          <p:nvPr/>
        </p:nvSpPr>
        <p:spPr>
          <a:xfrm>
            <a:off x="1057198" y="3867200"/>
            <a:ext cx="11134802" cy="43434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None/>
            </a:pPr>
            <a:r>
              <a:rPr b="0" i="1" lang="en-US" sz="2800" u="none" cap="none" strike="noStrike">
                <a:solidFill>
                  <a:srgbClr val="CC0000"/>
                </a:solidFill>
                <a:latin typeface="Calibri"/>
                <a:ea typeface="Calibri"/>
                <a:cs typeface="Calibri"/>
                <a:sym typeface="Calibri"/>
              </a:rPr>
              <a:t>preamble: </a:t>
            </a:r>
            <a:endParaRPr/>
          </a:p>
          <a:p>
            <a:pPr indent="-233362" lvl="0" marL="465138"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 used to synchronize receiver, sender clock rates</a:t>
            </a:r>
            <a:endParaRPr/>
          </a:p>
          <a:p>
            <a:pPr indent="-233362" lvl="0" marL="465138"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7 bytes of 10101010 followed by one byte of 10101011</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6" name="Shape 3736"/>
        <p:cNvGrpSpPr/>
        <p:nvPr/>
      </p:nvGrpSpPr>
      <p:grpSpPr>
        <a:xfrm>
          <a:off x="0" y="0"/>
          <a:ext cx="0" cy="0"/>
          <a:chOff x="0" y="0"/>
          <a:chExt cx="0" cy="0"/>
        </a:xfrm>
      </p:grpSpPr>
      <p:sp>
        <p:nvSpPr>
          <p:cNvPr id="3737" name="Google Shape;3737;p70"/>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99"/>
              </a:buClr>
              <a:buSzPts val="4400"/>
              <a:buFont typeface="Calibri"/>
              <a:buNone/>
            </a:pPr>
            <a:r>
              <a:rPr b="0" lang="en-US">
                <a:solidFill>
                  <a:srgbClr val="000099"/>
                </a:solidFill>
                <a:latin typeface="Calibri"/>
                <a:ea typeface="Calibri"/>
                <a:cs typeface="Calibri"/>
                <a:sym typeface="Calibri"/>
              </a:rPr>
              <a:t>Ethernet frame structure </a:t>
            </a:r>
            <a:r>
              <a:rPr b="0" lang="en-US" sz="3600">
                <a:solidFill>
                  <a:srgbClr val="000099"/>
                </a:solidFill>
                <a:latin typeface="Calibri"/>
                <a:ea typeface="Calibri"/>
                <a:cs typeface="Calibri"/>
                <a:sym typeface="Calibri"/>
              </a:rPr>
              <a:t>(more)</a:t>
            </a:r>
            <a:endParaRPr b="0" sz="4400">
              <a:latin typeface="Calibri"/>
              <a:ea typeface="Calibri"/>
              <a:cs typeface="Calibri"/>
              <a:sym typeface="Calibri"/>
            </a:endParaRPr>
          </a:p>
        </p:txBody>
      </p:sp>
      <p:sp>
        <p:nvSpPr>
          <p:cNvPr id="3738" name="Google Shape;3738;p7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Link Layer: 6-</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grpSp>
        <p:nvGrpSpPr>
          <p:cNvPr id="3739" name="Google Shape;3739;p70"/>
          <p:cNvGrpSpPr/>
          <p:nvPr/>
        </p:nvGrpSpPr>
        <p:grpSpPr>
          <a:xfrm>
            <a:off x="2190620" y="1294021"/>
            <a:ext cx="7867779" cy="1104405"/>
            <a:chOff x="940711" y="4902593"/>
            <a:chExt cx="6291001" cy="992895"/>
          </a:xfrm>
        </p:grpSpPr>
        <p:cxnSp>
          <p:nvCxnSpPr>
            <p:cNvPr id="3740" name="Google Shape;3740;p70"/>
            <p:cNvCxnSpPr/>
            <p:nvPr/>
          </p:nvCxnSpPr>
          <p:spPr>
            <a:xfrm>
              <a:off x="3570934" y="5199463"/>
              <a:ext cx="0" cy="204647"/>
            </a:xfrm>
            <a:prstGeom prst="straightConnector1">
              <a:avLst/>
            </a:prstGeom>
            <a:noFill/>
            <a:ln cap="flat" cmpd="sng" w="9525">
              <a:solidFill>
                <a:schemeClr val="dk1"/>
              </a:solidFill>
              <a:prstDash val="solid"/>
              <a:round/>
              <a:headEnd len="med" w="med" type="none"/>
              <a:tailEnd len="med" w="med" type="none"/>
            </a:ln>
          </p:spPr>
        </p:cxnSp>
        <p:sp>
          <p:nvSpPr>
            <p:cNvPr id="3741" name="Google Shape;3741;p70"/>
            <p:cNvSpPr/>
            <p:nvPr/>
          </p:nvSpPr>
          <p:spPr>
            <a:xfrm>
              <a:off x="976959" y="5272489"/>
              <a:ext cx="6254753" cy="547846"/>
            </a:xfrm>
            <a:prstGeom prst="rect">
              <a:avLst/>
            </a:prstGeom>
            <a:solidFill>
              <a:srgbClr val="00B050"/>
            </a:solidFill>
            <a:ln cap="flat" cmpd="sng" w="9525">
              <a:solidFill>
                <a:schemeClr val="lt1"/>
              </a:solidFill>
              <a:prstDash val="solid"/>
              <a:round/>
              <a:headEnd len="sm" w="sm" type="none"/>
              <a:tailEnd len="sm" w="sm" type="none"/>
            </a:ln>
            <a:effectLst>
              <a:outerShdw blurRad="50800" rotWithShape="0" algn="bl" dir="189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cxnSp>
          <p:nvCxnSpPr>
            <p:cNvPr id="3742" name="Google Shape;3742;p70"/>
            <p:cNvCxnSpPr/>
            <p:nvPr/>
          </p:nvCxnSpPr>
          <p:spPr>
            <a:xfrm>
              <a:off x="1970955" y="5262636"/>
              <a:ext cx="0" cy="550375"/>
            </a:xfrm>
            <a:prstGeom prst="straightConnector1">
              <a:avLst/>
            </a:prstGeom>
            <a:noFill/>
            <a:ln cap="flat" cmpd="sng" w="19050">
              <a:solidFill>
                <a:schemeClr val="lt1"/>
              </a:solidFill>
              <a:prstDash val="solid"/>
              <a:round/>
              <a:headEnd len="med" w="med" type="none"/>
              <a:tailEnd len="med" w="med" type="none"/>
            </a:ln>
          </p:spPr>
        </p:cxnSp>
        <p:cxnSp>
          <p:nvCxnSpPr>
            <p:cNvPr id="3743" name="Google Shape;3743;p70"/>
            <p:cNvCxnSpPr/>
            <p:nvPr/>
          </p:nvCxnSpPr>
          <p:spPr>
            <a:xfrm>
              <a:off x="2701175" y="5265808"/>
              <a:ext cx="0" cy="583683"/>
            </a:xfrm>
            <a:prstGeom prst="straightConnector1">
              <a:avLst/>
            </a:prstGeom>
            <a:noFill/>
            <a:ln cap="flat" cmpd="sng" w="19050">
              <a:solidFill>
                <a:schemeClr val="lt1"/>
              </a:solidFill>
              <a:prstDash val="solid"/>
              <a:round/>
              <a:headEnd len="med" w="med" type="none"/>
              <a:tailEnd len="med" w="med" type="none"/>
            </a:ln>
          </p:spPr>
        </p:cxnSp>
        <p:cxnSp>
          <p:nvCxnSpPr>
            <p:cNvPr id="3744" name="Google Shape;3744;p70"/>
            <p:cNvCxnSpPr/>
            <p:nvPr/>
          </p:nvCxnSpPr>
          <p:spPr>
            <a:xfrm>
              <a:off x="3429808" y="5270567"/>
              <a:ext cx="0" cy="548789"/>
            </a:xfrm>
            <a:prstGeom prst="straightConnector1">
              <a:avLst/>
            </a:prstGeom>
            <a:noFill/>
            <a:ln cap="flat" cmpd="sng" w="19050">
              <a:solidFill>
                <a:schemeClr val="lt1"/>
              </a:solidFill>
              <a:prstDash val="solid"/>
              <a:round/>
              <a:headEnd len="med" w="med" type="none"/>
              <a:tailEnd len="med" w="med" type="none"/>
            </a:ln>
          </p:spPr>
        </p:cxnSp>
        <p:cxnSp>
          <p:nvCxnSpPr>
            <p:cNvPr id="3745" name="Google Shape;3745;p70"/>
            <p:cNvCxnSpPr/>
            <p:nvPr/>
          </p:nvCxnSpPr>
          <p:spPr>
            <a:xfrm>
              <a:off x="3683797" y="5265808"/>
              <a:ext cx="0" cy="580510"/>
            </a:xfrm>
            <a:prstGeom prst="straightConnector1">
              <a:avLst/>
            </a:prstGeom>
            <a:noFill/>
            <a:ln cap="flat" cmpd="sng" w="19050">
              <a:solidFill>
                <a:schemeClr val="lt1"/>
              </a:solidFill>
              <a:prstDash val="solid"/>
              <a:round/>
              <a:headEnd len="med" w="med" type="none"/>
              <a:tailEnd len="med" w="med" type="none"/>
            </a:ln>
          </p:spPr>
        </p:cxnSp>
        <p:cxnSp>
          <p:nvCxnSpPr>
            <p:cNvPr id="3746" name="Google Shape;3746;p70"/>
            <p:cNvCxnSpPr/>
            <p:nvPr/>
          </p:nvCxnSpPr>
          <p:spPr>
            <a:xfrm>
              <a:off x="5650628" y="5272152"/>
              <a:ext cx="0" cy="623336"/>
            </a:xfrm>
            <a:prstGeom prst="straightConnector1">
              <a:avLst/>
            </a:prstGeom>
            <a:noFill/>
            <a:ln cap="flat" cmpd="sng" w="19050">
              <a:solidFill>
                <a:schemeClr val="lt1"/>
              </a:solidFill>
              <a:prstDash val="solid"/>
              <a:round/>
              <a:headEnd len="med" w="med" type="none"/>
              <a:tailEnd len="med" w="med" type="none"/>
            </a:ln>
          </p:spPr>
        </p:cxnSp>
        <p:sp>
          <p:nvSpPr>
            <p:cNvPr id="3747" name="Google Shape;3747;p70"/>
            <p:cNvSpPr txBox="1"/>
            <p:nvPr/>
          </p:nvSpPr>
          <p:spPr>
            <a:xfrm>
              <a:off x="1927355" y="5375236"/>
              <a:ext cx="844810" cy="329158"/>
            </a:xfrm>
            <a:prstGeom prst="rect">
              <a:avLst/>
            </a:prstGeom>
            <a:noFill/>
            <a:ln>
              <a:noFill/>
            </a:ln>
          </p:spPr>
          <p:txBody>
            <a:bodyPr anchorCtr="0" anchor="t" bIns="45700" lIns="91425" spcFirstLastPara="1" rIns="91425" wrap="square" tIns="45700">
              <a:spAutoFit/>
            </a:bodyPr>
            <a:lstStyle/>
            <a:p>
              <a:pPr indent="0" lvl="0" marL="0" marR="0" rtl="0" algn="ctr">
                <a:lnSpc>
                  <a:spcPct val="75000"/>
                </a:lnSpc>
                <a:spcBef>
                  <a:spcPts val="0"/>
                </a:spcBef>
                <a:spcAft>
                  <a:spcPts val="0"/>
                </a:spcAft>
                <a:buClr>
                  <a:srgbClr val="FFFFFF"/>
                </a:buClr>
                <a:buSzPts val="1600"/>
                <a:buFont typeface="Calibri"/>
                <a:buNone/>
              </a:pPr>
              <a:r>
                <a:rPr b="0" i="1" lang="en-US" sz="1600" u="none" cap="none" strike="noStrike">
                  <a:solidFill>
                    <a:srgbClr val="FFFFFF"/>
                  </a:solidFill>
                  <a:latin typeface="Calibri"/>
                  <a:ea typeface="Calibri"/>
                  <a:cs typeface="Calibri"/>
                  <a:sym typeface="Calibri"/>
                </a:rPr>
                <a:t>dest.</a:t>
              </a:r>
              <a:endParaRPr/>
            </a:p>
            <a:p>
              <a:pPr indent="0" lvl="0" marL="0" marR="0" rtl="0" algn="ctr">
                <a:lnSpc>
                  <a:spcPct val="75000"/>
                </a:lnSpc>
                <a:spcBef>
                  <a:spcPts val="0"/>
                </a:spcBef>
                <a:spcAft>
                  <a:spcPts val="0"/>
                </a:spcAft>
                <a:buClr>
                  <a:srgbClr val="FFFFFF"/>
                </a:buClr>
                <a:buSzPts val="1600"/>
                <a:buFont typeface="Calibri"/>
                <a:buNone/>
              </a:pPr>
              <a:r>
                <a:rPr b="0" i="1" lang="en-US" sz="1600" u="none" cap="none" strike="noStrike">
                  <a:solidFill>
                    <a:srgbClr val="FFFFFF"/>
                  </a:solidFill>
                  <a:latin typeface="Calibri"/>
                  <a:ea typeface="Calibri"/>
                  <a:cs typeface="Calibri"/>
                  <a:sym typeface="Calibri"/>
                </a:rPr>
                <a:t>address</a:t>
              </a:r>
              <a:endParaRPr/>
            </a:p>
          </p:txBody>
        </p:sp>
        <p:sp>
          <p:nvSpPr>
            <p:cNvPr id="3748" name="Google Shape;3748;p70"/>
            <p:cNvSpPr txBox="1"/>
            <p:nvPr/>
          </p:nvSpPr>
          <p:spPr>
            <a:xfrm>
              <a:off x="2652391" y="5379038"/>
              <a:ext cx="844810" cy="329158"/>
            </a:xfrm>
            <a:prstGeom prst="rect">
              <a:avLst/>
            </a:prstGeom>
            <a:noFill/>
            <a:ln>
              <a:noFill/>
            </a:ln>
          </p:spPr>
          <p:txBody>
            <a:bodyPr anchorCtr="0" anchor="t" bIns="45700" lIns="91425" spcFirstLastPara="1" rIns="91425" wrap="square" tIns="45700">
              <a:spAutoFit/>
            </a:bodyPr>
            <a:lstStyle/>
            <a:p>
              <a:pPr indent="0" lvl="0" marL="0" marR="0" rtl="0" algn="ctr">
                <a:lnSpc>
                  <a:spcPct val="75000"/>
                </a:lnSpc>
                <a:spcBef>
                  <a:spcPts val="0"/>
                </a:spcBef>
                <a:spcAft>
                  <a:spcPts val="0"/>
                </a:spcAft>
                <a:buClr>
                  <a:srgbClr val="FFFFFF"/>
                </a:buClr>
                <a:buSzPts val="1600"/>
                <a:buFont typeface="Calibri"/>
                <a:buNone/>
              </a:pPr>
              <a:r>
                <a:rPr b="0" i="1" lang="en-US" sz="1600" u="none" cap="none" strike="noStrike">
                  <a:solidFill>
                    <a:srgbClr val="FFFFFF"/>
                  </a:solidFill>
                  <a:latin typeface="Calibri"/>
                  <a:ea typeface="Calibri"/>
                  <a:cs typeface="Calibri"/>
                  <a:sym typeface="Calibri"/>
                </a:rPr>
                <a:t>source</a:t>
              </a:r>
              <a:endParaRPr/>
            </a:p>
            <a:p>
              <a:pPr indent="0" lvl="0" marL="0" marR="0" rtl="0" algn="ctr">
                <a:lnSpc>
                  <a:spcPct val="75000"/>
                </a:lnSpc>
                <a:spcBef>
                  <a:spcPts val="0"/>
                </a:spcBef>
                <a:spcAft>
                  <a:spcPts val="0"/>
                </a:spcAft>
                <a:buClr>
                  <a:srgbClr val="FFFFFF"/>
                </a:buClr>
                <a:buSzPts val="1600"/>
                <a:buFont typeface="Calibri"/>
                <a:buNone/>
              </a:pPr>
              <a:r>
                <a:rPr b="0" i="1" lang="en-US" sz="1600" u="none" cap="none" strike="noStrike">
                  <a:solidFill>
                    <a:srgbClr val="FFFFFF"/>
                  </a:solidFill>
                  <a:latin typeface="Calibri"/>
                  <a:ea typeface="Calibri"/>
                  <a:cs typeface="Calibri"/>
                  <a:sym typeface="Calibri"/>
                </a:rPr>
                <a:t>address</a:t>
              </a:r>
              <a:endParaRPr/>
            </a:p>
          </p:txBody>
        </p:sp>
        <p:sp>
          <p:nvSpPr>
            <p:cNvPr id="3749" name="Google Shape;3749;p70"/>
            <p:cNvSpPr txBox="1"/>
            <p:nvPr/>
          </p:nvSpPr>
          <p:spPr>
            <a:xfrm>
              <a:off x="3969632" y="5447787"/>
              <a:ext cx="1377407" cy="212671"/>
            </a:xfrm>
            <a:prstGeom prst="rect">
              <a:avLst/>
            </a:prstGeom>
            <a:noFill/>
            <a:ln>
              <a:noFill/>
            </a:ln>
          </p:spPr>
          <p:txBody>
            <a:bodyPr anchorCtr="0" anchor="t" bIns="45700" lIns="91425" spcFirstLastPara="1" rIns="91425" wrap="square" tIns="45700">
              <a:spAutoFit/>
            </a:bodyPr>
            <a:lstStyle/>
            <a:p>
              <a:pPr indent="0" lvl="0" marL="0" marR="0" rtl="0" algn="ctr">
                <a:lnSpc>
                  <a:spcPct val="66666"/>
                </a:lnSpc>
                <a:spcBef>
                  <a:spcPts val="0"/>
                </a:spcBef>
                <a:spcAft>
                  <a:spcPts val="0"/>
                </a:spcAft>
                <a:buClr>
                  <a:srgbClr val="FFFFFF"/>
                </a:buClr>
                <a:buSzPts val="1800"/>
                <a:buFont typeface="Calibri"/>
                <a:buNone/>
              </a:pPr>
              <a:r>
                <a:rPr b="0" i="1" lang="en-US" sz="1800" u="none" cap="none" strike="noStrike">
                  <a:solidFill>
                    <a:srgbClr val="FFFFFF"/>
                  </a:solidFill>
                  <a:latin typeface="Calibri"/>
                  <a:ea typeface="Calibri"/>
                  <a:cs typeface="Calibri"/>
                  <a:sym typeface="Calibri"/>
                </a:rPr>
                <a:t>data (payload)</a:t>
              </a:r>
              <a:endParaRPr/>
            </a:p>
          </p:txBody>
        </p:sp>
        <p:sp>
          <p:nvSpPr>
            <p:cNvPr id="3750" name="Google Shape;3750;p70"/>
            <p:cNvSpPr txBox="1"/>
            <p:nvPr/>
          </p:nvSpPr>
          <p:spPr>
            <a:xfrm>
              <a:off x="5941065" y="5431291"/>
              <a:ext cx="855572" cy="212671"/>
            </a:xfrm>
            <a:prstGeom prst="rect">
              <a:avLst/>
            </a:prstGeom>
            <a:noFill/>
            <a:ln>
              <a:noFill/>
            </a:ln>
          </p:spPr>
          <p:txBody>
            <a:bodyPr anchorCtr="0" anchor="t" bIns="45700" lIns="91425" spcFirstLastPara="1" rIns="91425" wrap="square" tIns="45700">
              <a:spAutoFit/>
            </a:bodyPr>
            <a:lstStyle/>
            <a:p>
              <a:pPr indent="0" lvl="0" marL="0" marR="0" rtl="0" algn="ctr">
                <a:lnSpc>
                  <a:spcPct val="66666"/>
                </a:lnSpc>
                <a:spcBef>
                  <a:spcPts val="0"/>
                </a:spcBef>
                <a:spcAft>
                  <a:spcPts val="0"/>
                </a:spcAft>
                <a:buClr>
                  <a:srgbClr val="FFFFFF"/>
                </a:buClr>
                <a:buSzPts val="1800"/>
                <a:buFont typeface="Calibri"/>
                <a:buNone/>
              </a:pPr>
              <a:r>
                <a:rPr b="0" i="1" lang="en-US" sz="1800" u="none" cap="none" strike="noStrike">
                  <a:solidFill>
                    <a:srgbClr val="FFFFFF"/>
                  </a:solidFill>
                  <a:latin typeface="Calibri"/>
                  <a:ea typeface="Calibri"/>
                  <a:cs typeface="Calibri"/>
                  <a:sym typeface="Calibri"/>
                </a:rPr>
                <a:t>CRC</a:t>
              </a:r>
              <a:endParaRPr/>
            </a:p>
          </p:txBody>
        </p:sp>
        <p:sp>
          <p:nvSpPr>
            <p:cNvPr id="3751" name="Google Shape;3751;p70"/>
            <p:cNvSpPr txBox="1"/>
            <p:nvPr/>
          </p:nvSpPr>
          <p:spPr>
            <a:xfrm>
              <a:off x="940711" y="5468237"/>
              <a:ext cx="1070128" cy="212671"/>
            </a:xfrm>
            <a:prstGeom prst="rect">
              <a:avLst/>
            </a:prstGeom>
            <a:noFill/>
            <a:ln>
              <a:noFill/>
            </a:ln>
          </p:spPr>
          <p:txBody>
            <a:bodyPr anchorCtr="0" anchor="t" bIns="45700" lIns="91425" spcFirstLastPara="1" rIns="91425" wrap="square" tIns="45700">
              <a:spAutoFit/>
            </a:bodyPr>
            <a:lstStyle/>
            <a:p>
              <a:pPr indent="0" lvl="0" marL="0" marR="0" rtl="0" algn="ctr">
                <a:lnSpc>
                  <a:spcPct val="66666"/>
                </a:lnSpc>
                <a:spcBef>
                  <a:spcPts val="0"/>
                </a:spcBef>
                <a:spcAft>
                  <a:spcPts val="0"/>
                </a:spcAft>
                <a:buClr>
                  <a:srgbClr val="FFFFFF"/>
                </a:buClr>
                <a:buSzPts val="1800"/>
                <a:buFont typeface="Calibri"/>
                <a:buNone/>
              </a:pPr>
              <a:r>
                <a:rPr b="0" i="1" lang="en-US" sz="1800" u="none" cap="none" strike="noStrike">
                  <a:solidFill>
                    <a:srgbClr val="FFFFFF"/>
                  </a:solidFill>
                  <a:latin typeface="Calibri"/>
                  <a:ea typeface="Calibri"/>
                  <a:cs typeface="Calibri"/>
                  <a:sym typeface="Calibri"/>
                </a:rPr>
                <a:t>preamble</a:t>
              </a:r>
              <a:endParaRPr/>
            </a:p>
          </p:txBody>
        </p:sp>
        <p:sp>
          <p:nvSpPr>
            <p:cNvPr id="3752" name="Google Shape;3752;p70"/>
            <p:cNvSpPr txBox="1"/>
            <p:nvPr/>
          </p:nvSpPr>
          <p:spPr>
            <a:xfrm>
              <a:off x="3321504" y="4902593"/>
              <a:ext cx="770260" cy="29235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1" lang="en-US" sz="1800" u="none" cap="none" strike="noStrike">
                  <a:solidFill>
                    <a:srgbClr val="000000"/>
                  </a:solidFill>
                  <a:latin typeface="Calibri"/>
                  <a:ea typeface="Calibri"/>
                  <a:cs typeface="Calibri"/>
                  <a:sym typeface="Calibri"/>
                </a:rPr>
                <a:t>type</a:t>
              </a:r>
              <a:endParaRPr/>
            </a:p>
          </p:txBody>
        </p:sp>
      </p:grpSp>
      <p:sp>
        <p:nvSpPr>
          <p:cNvPr id="3753" name="Google Shape;3753;p70"/>
          <p:cNvSpPr txBox="1"/>
          <p:nvPr/>
        </p:nvSpPr>
        <p:spPr>
          <a:xfrm>
            <a:off x="918616" y="2738516"/>
            <a:ext cx="11273384" cy="4119484"/>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C00000"/>
                </a:solidFill>
                <a:latin typeface="Calibri"/>
                <a:ea typeface="Calibri"/>
                <a:cs typeface="Calibri"/>
                <a:sym typeface="Calibri"/>
              </a:rPr>
              <a:t>addresses: </a:t>
            </a:r>
            <a:r>
              <a:rPr b="0" i="0" lang="en-US" sz="2800" u="none" cap="none" strike="noStrike">
                <a:solidFill>
                  <a:srgbClr val="000000"/>
                </a:solidFill>
                <a:latin typeface="Calibri"/>
                <a:ea typeface="Calibri"/>
                <a:cs typeface="Calibri"/>
                <a:sym typeface="Calibri"/>
              </a:rPr>
              <a:t>6 byte source, destination MAC addresses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if adapter receives frame with matching destination address, or with broadcast address (e.g., ARP packet), it passes data in frame to network layer protocol</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otherwise, adapter discards frame</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C00000"/>
                </a:solidFill>
                <a:latin typeface="Calibri"/>
                <a:ea typeface="Calibri"/>
                <a:cs typeface="Calibri"/>
                <a:sym typeface="Calibri"/>
              </a:rPr>
              <a:t>type: </a:t>
            </a:r>
            <a:r>
              <a:rPr b="0" i="0" lang="en-US" sz="2800" u="none" cap="none" strike="noStrike">
                <a:solidFill>
                  <a:srgbClr val="000000"/>
                </a:solidFill>
                <a:latin typeface="Calibri"/>
                <a:ea typeface="Calibri"/>
                <a:cs typeface="Calibri"/>
                <a:sym typeface="Calibri"/>
              </a:rPr>
              <a:t>indicates higher layer protocol </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mostly IP but others possible, e.g., Novell IPX, AppleTalk</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used to demultiplex up at receiver</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C00000"/>
                </a:solidFill>
                <a:latin typeface="Calibri"/>
                <a:ea typeface="Calibri"/>
                <a:cs typeface="Calibri"/>
                <a:sym typeface="Calibri"/>
              </a:rPr>
              <a:t>CRC: </a:t>
            </a:r>
            <a:r>
              <a:rPr b="0" i="0" lang="en-US" sz="2800" u="none" cap="none" strike="noStrike">
                <a:solidFill>
                  <a:srgbClr val="000000"/>
                </a:solidFill>
                <a:latin typeface="Calibri"/>
                <a:ea typeface="Calibri"/>
                <a:cs typeface="Calibri"/>
                <a:sym typeface="Calibri"/>
              </a:rPr>
              <a:t>cyclic redundancy check at receiver</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error detected: frame is dropped</a:t>
            </a:r>
            <a:endParaRPr/>
          </a:p>
        </p:txBody>
      </p:sp>
      <p:sp>
        <p:nvSpPr>
          <p:cNvPr id="3754" name="Google Shape;3754;p70"/>
          <p:cNvSpPr/>
          <p:nvPr/>
        </p:nvSpPr>
        <p:spPr>
          <a:xfrm>
            <a:off x="3414532" y="1446835"/>
            <a:ext cx="1898248" cy="1111170"/>
          </a:xfrm>
          <a:prstGeom prst="ellipse">
            <a:avLst/>
          </a:prstGeom>
          <a:noFill/>
          <a:ln cap="flat" cmpd="sng" w="349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755" name="Google Shape;3755;p70"/>
          <p:cNvSpPr/>
          <p:nvPr/>
        </p:nvSpPr>
        <p:spPr>
          <a:xfrm>
            <a:off x="8081059" y="1471913"/>
            <a:ext cx="1965766" cy="1111170"/>
          </a:xfrm>
          <a:prstGeom prst="ellipse">
            <a:avLst/>
          </a:prstGeom>
          <a:noFill/>
          <a:ln cap="flat" cmpd="sng" w="349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756" name="Google Shape;3756;p70"/>
          <p:cNvSpPr/>
          <p:nvPr/>
        </p:nvSpPr>
        <p:spPr>
          <a:xfrm rot="-5400000">
            <a:off x="4780345" y="1551006"/>
            <a:ext cx="1365815" cy="856525"/>
          </a:xfrm>
          <a:prstGeom prst="ellipse">
            <a:avLst/>
          </a:prstGeom>
          <a:noFill/>
          <a:ln cap="flat" cmpd="sng" w="349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53">
                                            <p:txEl>
                                              <p:pRg end="0" st="0"/>
                                            </p:txEl>
                                          </p:spTgt>
                                        </p:tgtEl>
                                        <p:attrNameLst>
                                          <p:attrName>style.visibility</p:attrName>
                                        </p:attrNameLst>
                                      </p:cBhvr>
                                      <p:to>
                                        <p:strVal val="visible"/>
                                      </p:to>
                                    </p:set>
                                    <p:animEffect filter="fade" transition="in">
                                      <p:cBhvr>
                                        <p:cTn dur="500"/>
                                        <p:tgtEl>
                                          <p:spTgt spid="375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53">
                                            <p:txEl>
                                              <p:pRg end="1" st="1"/>
                                            </p:txEl>
                                          </p:spTgt>
                                        </p:tgtEl>
                                        <p:attrNameLst>
                                          <p:attrName>style.visibility</p:attrName>
                                        </p:attrNameLst>
                                      </p:cBhvr>
                                      <p:to>
                                        <p:strVal val="visible"/>
                                      </p:to>
                                    </p:set>
                                    <p:animEffect filter="fade" transition="in">
                                      <p:cBhvr>
                                        <p:cTn dur="500"/>
                                        <p:tgtEl>
                                          <p:spTgt spid="375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53">
                                            <p:txEl>
                                              <p:pRg end="2" st="2"/>
                                            </p:txEl>
                                          </p:spTgt>
                                        </p:tgtEl>
                                        <p:attrNameLst>
                                          <p:attrName>style.visibility</p:attrName>
                                        </p:attrNameLst>
                                      </p:cBhvr>
                                      <p:to>
                                        <p:strVal val="visible"/>
                                      </p:to>
                                    </p:set>
                                    <p:animEffect filter="fade" transition="in">
                                      <p:cBhvr>
                                        <p:cTn dur="500"/>
                                        <p:tgtEl>
                                          <p:spTgt spid="375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53">
                                            <p:txEl>
                                              <p:pRg end="3" st="3"/>
                                            </p:txEl>
                                          </p:spTgt>
                                        </p:tgtEl>
                                        <p:attrNameLst>
                                          <p:attrName>style.visibility</p:attrName>
                                        </p:attrNameLst>
                                      </p:cBhvr>
                                      <p:to>
                                        <p:strVal val="visible"/>
                                      </p:to>
                                    </p:set>
                                    <p:animEffect filter="fade" transition="in">
                                      <p:cBhvr>
                                        <p:cTn dur="500"/>
                                        <p:tgtEl>
                                          <p:spTgt spid="375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53">
                                            <p:txEl>
                                              <p:pRg end="4" st="4"/>
                                            </p:txEl>
                                          </p:spTgt>
                                        </p:tgtEl>
                                        <p:attrNameLst>
                                          <p:attrName>style.visibility</p:attrName>
                                        </p:attrNameLst>
                                      </p:cBhvr>
                                      <p:to>
                                        <p:strVal val="visible"/>
                                      </p:to>
                                    </p:set>
                                    <p:animEffect filter="fade" transition="in">
                                      <p:cBhvr>
                                        <p:cTn dur="500"/>
                                        <p:tgtEl>
                                          <p:spTgt spid="375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53">
                                            <p:txEl>
                                              <p:pRg end="5" st="5"/>
                                            </p:txEl>
                                          </p:spTgt>
                                        </p:tgtEl>
                                        <p:attrNameLst>
                                          <p:attrName>style.visibility</p:attrName>
                                        </p:attrNameLst>
                                      </p:cBhvr>
                                      <p:to>
                                        <p:strVal val="visible"/>
                                      </p:to>
                                    </p:set>
                                    <p:animEffect filter="fade" transition="in">
                                      <p:cBhvr>
                                        <p:cTn dur="500"/>
                                        <p:tgtEl>
                                          <p:spTgt spid="375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53">
                                            <p:txEl>
                                              <p:pRg end="6" st="6"/>
                                            </p:txEl>
                                          </p:spTgt>
                                        </p:tgtEl>
                                        <p:attrNameLst>
                                          <p:attrName>style.visibility</p:attrName>
                                        </p:attrNameLst>
                                      </p:cBhvr>
                                      <p:to>
                                        <p:strVal val="visible"/>
                                      </p:to>
                                    </p:set>
                                    <p:animEffect filter="fade" transition="in">
                                      <p:cBhvr>
                                        <p:cTn dur="500"/>
                                        <p:tgtEl>
                                          <p:spTgt spid="375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53">
                                            <p:txEl>
                                              <p:pRg end="7" st="7"/>
                                            </p:txEl>
                                          </p:spTgt>
                                        </p:tgtEl>
                                        <p:attrNameLst>
                                          <p:attrName>style.visibility</p:attrName>
                                        </p:attrNameLst>
                                      </p:cBhvr>
                                      <p:to>
                                        <p:strVal val="visible"/>
                                      </p:to>
                                    </p:set>
                                    <p:animEffect filter="fade" transition="in">
                                      <p:cBhvr>
                                        <p:cTn dur="500"/>
                                        <p:tgtEl>
                                          <p:spTgt spid="3753">
                                            <p:txEl>
                                              <p:pRg end="7" st="7"/>
                                            </p:txEl>
                                          </p:spTgt>
                                        </p:tgtEl>
                                      </p:cBhvr>
                                    </p:animEffect>
                                  </p:childTnLst>
                                </p:cTn>
                              </p:par>
                              <p:par>
                                <p:cTn fill="hold" nodeType="withEffect" presetClass="entr" presetID="10" presetSubtype="0">
                                  <p:stCondLst>
                                    <p:cond delay="0"/>
                                  </p:stCondLst>
                                  <p:childTnLst>
                                    <p:set>
                                      <p:cBhvr>
                                        <p:cTn dur="1" fill="hold">
                                          <p:stCondLst>
                                            <p:cond delay="0"/>
                                          </p:stCondLst>
                                        </p:cTn>
                                        <p:tgtEl>
                                          <p:spTgt spid="3754"/>
                                        </p:tgtEl>
                                        <p:attrNameLst>
                                          <p:attrName>style.visibility</p:attrName>
                                        </p:attrNameLst>
                                      </p:cBhvr>
                                      <p:to>
                                        <p:strVal val="visible"/>
                                      </p:to>
                                    </p:set>
                                    <p:animEffect filter="fade" transition="in">
                                      <p:cBhvr>
                                        <p:cTn dur="500"/>
                                        <p:tgtEl>
                                          <p:spTgt spid="37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754"/>
                                        </p:tgtEl>
                                      </p:cBhvr>
                                    </p:animEffect>
                                    <p:set>
                                      <p:cBhvr>
                                        <p:cTn dur="1" fill="hold">
                                          <p:stCondLst>
                                            <p:cond delay="500"/>
                                          </p:stCondLst>
                                        </p:cTn>
                                        <p:tgtEl>
                                          <p:spTgt spid="3754"/>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3756"/>
                                        </p:tgtEl>
                                        <p:attrNameLst>
                                          <p:attrName>style.visibility</p:attrName>
                                        </p:attrNameLst>
                                      </p:cBhvr>
                                      <p:to>
                                        <p:strVal val="visible"/>
                                      </p:to>
                                    </p:set>
                                    <p:animEffect filter="fade" transition="in">
                                      <p:cBhvr>
                                        <p:cTn dur="500"/>
                                        <p:tgtEl>
                                          <p:spTgt spid="37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756"/>
                                        </p:tgtEl>
                                      </p:cBhvr>
                                    </p:animEffect>
                                    <p:set>
                                      <p:cBhvr>
                                        <p:cTn dur="1" fill="hold">
                                          <p:stCondLst>
                                            <p:cond delay="500"/>
                                          </p:stCondLst>
                                        </p:cTn>
                                        <p:tgtEl>
                                          <p:spTgt spid="3756"/>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3755"/>
                                        </p:tgtEl>
                                        <p:attrNameLst>
                                          <p:attrName>style.visibility</p:attrName>
                                        </p:attrNameLst>
                                      </p:cBhvr>
                                      <p:to>
                                        <p:strVal val="visible"/>
                                      </p:to>
                                    </p:set>
                                    <p:animEffect filter="fade" transition="in">
                                      <p:cBhvr>
                                        <p:cTn dur="500"/>
                                        <p:tgtEl>
                                          <p:spTgt spid="37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1" name="Shape 3761"/>
        <p:cNvGrpSpPr/>
        <p:nvPr/>
      </p:nvGrpSpPr>
      <p:grpSpPr>
        <a:xfrm>
          <a:off x="0" y="0"/>
          <a:ext cx="0" cy="0"/>
          <a:chOff x="0" y="0"/>
          <a:chExt cx="0" cy="0"/>
        </a:xfrm>
      </p:grpSpPr>
      <p:sp>
        <p:nvSpPr>
          <p:cNvPr id="3762" name="Google Shape;3762;p71"/>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99"/>
              </a:buClr>
              <a:buSzPts val="4400"/>
              <a:buFont typeface="Calibri"/>
              <a:buNone/>
            </a:pPr>
            <a:r>
              <a:rPr b="0" lang="en-US">
                <a:solidFill>
                  <a:srgbClr val="000099"/>
                </a:solidFill>
                <a:latin typeface="Calibri"/>
                <a:ea typeface="Calibri"/>
                <a:cs typeface="Calibri"/>
                <a:sym typeface="Calibri"/>
              </a:rPr>
              <a:t>Ethernet: unreliable, connectionless</a:t>
            </a:r>
            <a:endParaRPr b="0" sz="4400">
              <a:latin typeface="Calibri"/>
              <a:ea typeface="Calibri"/>
              <a:cs typeface="Calibri"/>
              <a:sym typeface="Calibri"/>
            </a:endParaRPr>
          </a:p>
        </p:txBody>
      </p:sp>
      <p:sp>
        <p:nvSpPr>
          <p:cNvPr id="3763" name="Google Shape;3763;p7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Link Layer: 6-</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
        <p:nvSpPr>
          <p:cNvPr id="3764" name="Google Shape;3764;p71"/>
          <p:cNvSpPr txBox="1"/>
          <p:nvPr/>
        </p:nvSpPr>
        <p:spPr>
          <a:xfrm>
            <a:off x="989351" y="1600200"/>
            <a:ext cx="10238281" cy="46482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C00000"/>
                </a:solidFill>
                <a:latin typeface="Calibri"/>
                <a:ea typeface="Calibri"/>
                <a:cs typeface="Calibri"/>
                <a:sym typeface="Calibri"/>
              </a:rPr>
              <a:t>connectionless: </a:t>
            </a:r>
            <a:r>
              <a:rPr b="0" i="0" lang="en-US" sz="3200" u="none" cap="none" strike="noStrike">
                <a:solidFill>
                  <a:srgbClr val="000000"/>
                </a:solidFill>
                <a:latin typeface="Calibri"/>
                <a:ea typeface="Calibri"/>
                <a:cs typeface="Calibri"/>
                <a:sym typeface="Calibri"/>
              </a:rPr>
              <a:t>no handshaking between sending and receiving NICs </a:t>
            </a:r>
            <a:endParaRPr/>
          </a:p>
          <a:p>
            <a:pPr indent="-222250" lvl="0" marL="352425"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C00000"/>
                </a:solidFill>
                <a:latin typeface="Calibri"/>
                <a:ea typeface="Calibri"/>
                <a:cs typeface="Calibri"/>
                <a:sym typeface="Calibri"/>
              </a:rPr>
              <a:t>unreliable: </a:t>
            </a:r>
            <a:r>
              <a:rPr b="0" i="0" lang="en-US" sz="3200" u="none" cap="none" strike="noStrike">
                <a:solidFill>
                  <a:srgbClr val="000000"/>
                </a:solidFill>
                <a:latin typeface="Calibri"/>
                <a:ea typeface="Calibri"/>
                <a:cs typeface="Calibri"/>
                <a:sym typeface="Calibri"/>
              </a:rPr>
              <a:t>receiving NIC doesn’t send ACKs or NAKs to sending NIC</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data in dropped frames recovered only if initial sender uses higher layer rdt (e.g., TCP), otherwise dropped data lost</a:t>
            </a:r>
            <a:endParaRPr/>
          </a:p>
          <a:p>
            <a:pPr indent="-222250" lvl="0" marL="352425"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Ethernet’s MAC protocol: unslotted </a:t>
            </a:r>
            <a:r>
              <a:rPr b="0" i="0" lang="en-US" sz="3200" u="none" cap="none" strike="noStrike">
                <a:solidFill>
                  <a:srgbClr val="C00000"/>
                </a:solidFill>
                <a:latin typeface="Calibri"/>
                <a:ea typeface="Calibri"/>
                <a:cs typeface="Calibri"/>
                <a:sym typeface="Calibri"/>
              </a:rPr>
              <a:t>CSMA/CD with binary backoff</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64">
                                            <p:txEl>
                                              <p:pRg end="0" st="0"/>
                                            </p:txEl>
                                          </p:spTgt>
                                        </p:tgtEl>
                                        <p:attrNameLst>
                                          <p:attrName>style.visibility</p:attrName>
                                        </p:attrNameLst>
                                      </p:cBhvr>
                                      <p:to>
                                        <p:strVal val="visible"/>
                                      </p:to>
                                    </p:set>
                                    <p:animEffect filter="fade" transition="in">
                                      <p:cBhvr>
                                        <p:cTn dur="500"/>
                                        <p:tgtEl>
                                          <p:spTgt spid="376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64">
                                            <p:txEl>
                                              <p:pRg end="1" st="1"/>
                                            </p:txEl>
                                          </p:spTgt>
                                        </p:tgtEl>
                                        <p:attrNameLst>
                                          <p:attrName>style.visibility</p:attrName>
                                        </p:attrNameLst>
                                      </p:cBhvr>
                                      <p:to>
                                        <p:strVal val="visible"/>
                                      </p:to>
                                    </p:set>
                                    <p:animEffect filter="fade" transition="in">
                                      <p:cBhvr>
                                        <p:cTn dur="500"/>
                                        <p:tgtEl>
                                          <p:spTgt spid="376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64">
                                            <p:txEl>
                                              <p:pRg end="2" st="2"/>
                                            </p:txEl>
                                          </p:spTgt>
                                        </p:tgtEl>
                                        <p:attrNameLst>
                                          <p:attrName>style.visibility</p:attrName>
                                        </p:attrNameLst>
                                      </p:cBhvr>
                                      <p:to>
                                        <p:strVal val="visible"/>
                                      </p:to>
                                    </p:set>
                                    <p:animEffect filter="fade" transition="in">
                                      <p:cBhvr>
                                        <p:cTn dur="500"/>
                                        <p:tgtEl>
                                          <p:spTgt spid="376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64">
                                            <p:txEl>
                                              <p:pRg end="3" st="3"/>
                                            </p:txEl>
                                          </p:spTgt>
                                        </p:tgtEl>
                                        <p:attrNameLst>
                                          <p:attrName>style.visibility</p:attrName>
                                        </p:attrNameLst>
                                      </p:cBhvr>
                                      <p:to>
                                        <p:strVal val="visible"/>
                                      </p:to>
                                    </p:set>
                                    <p:animEffect filter="fade" transition="in">
                                      <p:cBhvr>
                                        <p:cTn dur="500"/>
                                        <p:tgtEl>
                                          <p:spTgt spid="3764">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9" name="Shape 3769"/>
        <p:cNvGrpSpPr/>
        <p:nvPr/>
      </p:nvGrpSpPr>
      <p:grpSpPr>
        <a:xfrm>
          <a:off x="0" y="0"/>
          <a:ext cx="0" cy="0"/>
          <a:chOff x="0" y="0"/>
          <a:chExt cx="0" cy="0"/>
        </a:xfrm>
      </p:grpSpPr>
      <p:sp>
        <p:nvSpPr>
          <p:cNvPr id="3770" name="Google Shape;3770;p72"/>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0099"/>
              </a:buClr>
              <a:buSzPct val="100000"/>
              <a:buFont typeface="Calibri"/>
              <a:buNone/>
            </a:pPr>
            <a:r>
              <a:rPr b="0" lang="en-US">
                <a:solidFill>
                  <a:srgbClr val="000099"/>
                </a:solidFill>
                <a:latin typeface="Calibri"/>
                <a:ea typeface="Calibri"/>
                <a:cs typeface="Calibri"/>
                <a:sym typeface="Calibri"/>
              </a:rPr>
              <a:t>802.3 Ethernet standards: link &amp; physical layers</a:t>
            </a:r>
            <a:endParaRPr b="0" sz="4400">
              <a:latin typeface="Calibri"/>
              <a:ea typeface="Calibri"/>
              <a:cs typeface="Calibri"/>
              <a:sym typeface="Calibri"/>
            </a:endParaRPr>
          </a:p>
        </p:txBody>
      </p:sp>
      <p:sp>
        <p:nvSpPr>
          <p:cNvPr id="3771" name="Google Shape;3771;p7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Link Layer: 6-</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
        <p:nvSpPr>
          <p:cNvPr id="3772" name="Google Shape;3772;p72"/>
          <p:cNvSpPr txBox="1"/>
          <p:nvPr/>
        </p:nvSpPr>
        <p:spPr>
          <a:xfrm>
            <a:off x="904153" y="3044936"/>
            <a:ext cx="11197652" cy="462193"/>
          </a:xfrm>
          <a:prstGeom prst="rect">
            <a:avLst/>
          </a:prstGeom>
          <a:noFill/>
          <a:ln>
            <a:noFill/>
          </a:ln>
        </p:spPr>
        <p:txBody>
          <a:bodyPr anchorCtr="0" anchor="t" bIns="45700" lIns="91425" spcFirstLastPara="1" rIns="91425" wrap="square" tIns="45700">
            <a:noAutofit/>
          </a:bodyPr>
          <a:lstStyle/>
          <a:p>
            <a:pPr indent="-284163" lvl="1" marL="522288" marR="0" rtl="0" algn="l">
              <a:lnSpc>
                <a:spcPct val="90000"/>
              </a:lnSpc>
              <a:spcBef>
                <a:spcPts val="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different physical layer media: fiber, cable</a:t>
            </a:r>
            <a:endParaRPr/>
          </a:p>
          <a:p>
            <a:pPr indent="-139700" lvl="0" marL="342900" marR="0" rtl="0" algn="l">
              <a:lnSpc>
                <a:spcPct val="90000"/>
              </a:lnSpc>
              <a:spcBef>
                <a:spcPts val="640"/>
              </a:spcBef>
              <a:spcAft>
                <a:spcPts val="0"/>
              </a:spcAft>
              <a:buClr>
                <a:srgbClr val="000099"/>
              </a:buClr>
              <a:buSzPts val="3200"/>
              <a:buFont typeface="Noto Sans Symbols"/>
              <a:buNone/>
            </a:pPr>
            <a:r>
              <a:t/>
            </a:r>
            <a:endParaRPr b="0" i="0" sz="3200" u="none" cap="none" strike="noStrike">
              <a:solidFill>
                <a:srgbClr val="000000"/>
              </a:solidFill>
              <a:latin typeface="Gill Sans"/>
              <a:ea typeface="Gill Sans"/>
              <a:cs typeface="Gill Sans"/>
              <a:sym typeface="Gill Sans"/>
            </a:endParaRPr>
          </a:p>
        </p:txBody>
      </p:sp>
      <p:sp>
        <p:nvSpPr>
          <p:cNvPr id="3773" name="Google Shape;3773;p72"/>
          <p:cNvSpPr/>
          <p:nvPr/>
        </p:nvSpPr>
        <p:spPr>
          <a:xfrm>
            <a:off x="3847736" y="4045132"/>
            <a:ext cx="1393825" cy="1527175"/>
          </a:xfrm>
          <a:custGeom>
            <a:rect b="b" l="l" r="r" t="t"/>
            <a:pathLst>
              <a:path extrusionOk="0" h="962" w="878">
                <a:moveTo>
                  <a:pt x="851" y="0"/>
                </a:moveTo>
                <a:lnTo>
                  <a:pt x="0" y="622"/>
                </a:lnTo>
                <a:lnTo>
                  <a:pt x="7" y="962"/>
                </a:lnTo>
                <a:lnTo>
                  <a:pt x="878" y="960"/>
                </a:lnTo>
                <a:lnTo>
                  <a:pt x="851" y="0"/>
                </a:lnTo>
                <a:close/>
              </a:path>
            </a:pathLst>
          </a:custGeom>
          <a:gradFill>
            <a:gsLst>
              <a:gs pos="0">
                <a:srgbClr val="DDDDDD"/>
              </a:gs>
              <a:gs pos="100000">
                <a:srgbClr val="FFFFFF"/>
              </a:gs>
            </a:gsLst>
            <a:lin ang="0" scaled="0"/>
          </a:gradFill>
          <a:ln cap="flat" cmpd="sng" w="9525">
            <a:solidFill>
              <a:srgbClr val="000000"/>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nvGrpSpPr>
          <p:cNvPr id="3774" name="Google Shape;3774;p72"/>
          <p:cNvGrpSpPr/>
          <p:nvPr/>
        </p:nvGrpSpPr>
        <p:grpSpPr>
          <a:xfrm>
            <a:off x="2552336" y="4178480"/>
            <a:ext cx="1300163" cy="1477962"/>
            <a:chOff x="921" y="797"/>
            <a:chExt cx="819" cy="931"/>
          </a:xfrm>
        </p:grpSpPr>
        <p:sp>
          <p:nvSpPr>
            <p:cNvPr id="3775" name="Google Shape;3775;p72"/>
            <p:cNvSpPr/>
            <p:nvPr/>
          </p:nvSpPr>
          <p:spPr>
            <a:xfrm>
              <a:off x="924" y="810"/>
              <a:ext cx="816" cy="864"/>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776" name="Google Shape;3776;p72"/>
            <p:cNvSpPr txBox="1"/>
            <p:nvPr/>
          </p:nvSpPr>
          <p:spPr>
            <a:xfrm>
              <a:off x="937" y="797"/>
              <a:ext cx="773" cy="9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application</a:t>
              </a:r>
              <a:endParaRPr/>
            </a:p>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transport</a:t>
              </a:r>
              <a:endParaRPr/>
            </a:p>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link</a:t>
              </a:r>
              <a:endParaRPr/>
            </a:p>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physical</a:t>
              </a:r>
              <a:endParaRPr/>
            </a:p>
          </p:txBody>
        </p:sp>
        <p:cxnSp>
          <p:nvCxnSpPr>
            <p:cNvPr id="3777" name="Google Shape;3777;p72"/>
            <p:cNvCxnSpPr/>
            <p:nvPr/>
          </p:nvCxnSpPr>
          <p:spPr>
            <a:xfrm>
              <a:off x="924" y="993"/>
              <a:ext cx="816" cy="0"/>
            </a:xfrm>
            <a:prstGeom prst="straightConnector1">
              <a:avLst/>
            </a:prstGeom>
            <a:noFill/>
            <a:ln cap="flat" cmpd="sng" w="9525">
              <a:solidFill>
                <a:srgbClr val="000000"/>
              </a:solidFill>
              <a:prstDash val="solid"/>
              <a:round/>
              <a:headEnd len="med" w="med" type="none"/>
              <a:tailEnd len="med" w="med" type="none"/>
            </a:ln>
          </p:spPr>
        </p:cxnSp>
        <p:cxnSp>
          <p:nvCxnSpPr>
            <p:cNvPr id="3778" name="Google Shape;3778;p72"/>
            <p:cNvCxnSpPr/>
            <p:nvPr/>
          </p:nvCxnSpPr>
          <p:spPr>
            <a:xfrm>
              <a:off x="924" y="1167"/>
              <a:ext cx="816" cy="0"/>
            </a:xfrm>
            <a:prstGeom prst="straightConnector1">
              <a:avLst/>
            </a:prstGeom>
            <a:noFill/>
            <a:ln cap="flat" cmpd="sng" w="9525">
              <a:solidFill>
                <a:srgbClr val="000000"/>
              </a:solidFill>
              <a:prstDash val="solid"/>
              <a:round/>
              <a:headEnd len="med" w="med" type="none"/>
              <a:tailEnd len="med" w="med" type="none"/>
            </a:ln>
          </p:spPr>
        </p:cxnSp>
        <p:cxnSp>
          <p:nvCxnSpPr>
            <p:cNvPr id="3779" name="Google Shape;3779;p72"/>
            <p:cNvCxnSpPr/>
            <p:nvPr/>
          </p:nvCxnSpPr>
          <p:spPr>
            <a:xfrm>
              <a:off x="921" y="1344"/>
              <a:ext cx="816" cy="0"/>
            </a:xfrm>
            <a:prstGeom prst="straightConnector1">
              <a:avLst/>
            </a:prstGeom>
            <a:noFill/>
            <a:ln cap="flat" cmpd="sng" w="9525">
              <a:solidFill>
                <a:srgbClr val="000000"/>
              </a:solidFill>
              <a:prstDash val="solid"/>
              <a:round/>
              <a:headEnd len="med" w="med" type="none"/>
              <a:tailEnd len="med" w="med" type="none"/>
            </a:ln>
          </p:spPr>
        </p:cxnSp>
        <p:cxnSp>
          <p:nvCxnSpPr>
            <p:cNvPr id="3780" name="Google Shape;3780;p72"/>
            <p:cNvCxnSpPr/>
            <p:nvPr/>
          </p:nvCxnSpPr>
          <p:spPr>
            <a:xfrm>
              <a:off x="926" y="1501"/>
              <a:ext cx="808" cy="3"/>
            </a:xfrm>
            <a:prstGeom prst="straightConnector1">
              <a:avLst/>
            </a:prstGeom>
            <a:noFill/>
            <a:ln cap="flat" cmpd="sng" w="9525">
              <a:solidFill>
                <a:srgbClr val="000000"/>
              </a:solidFill>
              <a:prstDash val="solid"/>
              <a:round/>
              <a:headEnd len="med" w="med" type="none"/>
              <a:tailEnd len="med" w="med" type="none"/>
            </a:ln>
          </p:spPr>
        </p:cxnSp>
        <p:cxnSp>
          <p:nvCxnSpPr>
            <p:cNvPr id="3781" name="Google Shape;3781;p72"/>
            <p:cNvCxnSpPr/>
            <p:nvPr/>
          </p:nvCxnSpPr>
          <p:spPr>
            <a:xfrm>
              <a:off x="926" y="1552"/>
              <a:ext cx="0" cy="106"/>
            </a:xfrm>
            <a:prstGeom prst="straightConnector1">
              <a:avLst/>
            </a:prstGeom>
            <a:noFill/>
            <a:ln cap="flat" cmpd="sng" w="9525">
              <a:solidFill>
                <a:srgbClr val="000000"/>
              </a:solidFill>
              <a:prstDash val="dash"/>
              <a:round/>
              <a:headEnd len="med" w="med" type="none"/>
              <a:tailEnd len="med" w="med" type="none"/>
            </a:ln>
          </p:spPr>
        </p:cxnSp>
        <p:cxnSp>
          <p:nvCxnSpPr>
            <p:cNvPr id="3782" name="Google Shape;3782;p72"/>
            <p:cNvCxnSpPr/>
            <p:nvPr/>
          </p:nvCxnSpPr>
          <p:spPr>
            <a:xfrm>
              <a:off x="1739" y="1541"/>
              <a:ext cx="0" cy="106"/>
            </a:xfrm>
            <a:prstGeom prst="straightConnector1">
              <a:avLst/>
            </a:prstGeom>
            <a:noFill/>
            <a:ln cap="flat" cmpd="sng" w="9525">
              <a:solidFill>
                <a:srgbClr val="000000"/>
              </a:solidFill>
              <a:prstDash val="dash"/>
              <a:round/>
              <a:headEnd len="med" w="med" type="none"/>
              <a:tailEnd len="med" w="med" type="none"/>
            </a:ln>
          </p:spPr>
        </p:cxnSp>
      </p:grpSp>
      <p:sp>
        <p:nvSpPr>
          <p:cNvPr id="3783" name="Google Shape;3783;p72"/>
          <p:cNvSpPr/>
          <p:nvPr/>
        </p:nvSpPr>
        <p:spPr>
          <a:xfrm>
            <a:off x="5205049" y="4008619"/>
            <a:ext cx="4195762" cy="1568450"/>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cxnSp>
        <p:nvCxnSpPr>
          <p:cNvPr id="3784" name="Google Shape;3784;p72"/>
          <p:cNvCxnSpPr/>
          <p:nvPr/>
        </p:nvCxnSpPr>
        <p:spPr>
          <a:xfrm>
            <a:off x="5219336" y="4673782"/>
            <a:ext cx="4178300" cy="0"/>
          </a:xfrm>
          <a:prstGeom prst="straightConnector1">
            <a:avLst/>
          </a:prstGeom>
          <a:noFill/>
          <a:ln cap="flat" cmpd="sng" w="9525">
            <a:solidFill>
              <a:srgbClr val="000000"/>
            </a:solidFill>
            <a:prstDash val="solid"/>
            <a:round/>
            <a:headEnd len="med" w="med" type="none"/>
            <a:tailEnd len="med" w="med" type="none"/>
          </a:ln>
        </p:spPr>
      </p:cxnSp>
      <p:sp>
        <p:nvSpPr>
          <p:cNvPr id="3785" name="Google Shape;3785;p72"/>
          <p:cNvSpPr txBox="1"/>
          <p:nvPr/>
        </p:nvSpPr>
        <p:spPr>
          <a:xfrm>
            <a:off x="6336078" y="4049894"/>
            <a:ext cx="1838453"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MAC protocol</a:t>
            </a:r>
            <a:endParaRPr/>
          </a:p>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and frame format</a:t>
            </a:r>
            <a:endParaRPr/>
          </a:p>
        </p:txBody>
      </p:sp>
      <p:sp>
        <p:nvSpPr>
          <p:cNvPr id="3786" name="Google Shape;3786;p72"/>
          <p:cNvSpPr txBox="1"/>
          <p:nvPr/>
        </p:nvSpPr>
        <p:spPr>
          <a:xfrm>
            <a:off x="5373324" y="4764269"/>
            <a:ext cx="1191352" cy="338554"/>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100BASE-TX</a:t>
            </a:r>
            <a:endParaRPr/>
          </a:p>
        </p:txBody>
      </p:sp>
      <p:sp>
        <p:nvSpPr>
          <p:cNvPr id="3787" name="Google Shape;3787;p72"/>
          <p:cNvSpPr txBox="1"/>
          <p:nvPr/>
        </p:nvSpPr>
        <p:spPr>
          <a:xfrm>
            <a:off x="5384436" y="5124632"/>
            <a:ext cx="1189749" cy="338554"/>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100BASE-T4</a:t>
            </a:r>
            <a:endParaRPr/>
          </a:p>
        </p:txBody>
      </p:sp>
      <p:sp>
        <p:nvSpPr>
          <p:cNvPr id="3788" name="Google Shape;3788;p72"/>
          <p:cNvSpPr txBox="1"/>
          <p:nvPr/>
        </p:nvSpPr>
        <p:spPr>
          <a:xfrm>
            <a:off x="8056199" y="4759507"/>
            <a:ext cx="1186543" cy="338554"/>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100BASE-FX</a:t>
            </a:r>
            <a:endParaRPr/>
          </a:p>
        </p:txBody>
      </p:sp>
      <p:sp>
        <p:nvSpPr>
          <p:cNvPr id="3789" name="Google Shape;3789;p72"/>
          <p:cNvSpPr/>
          <p:nvPr/>
        </p:nvSpPr>
        <p:spPr>
          <a:xfrm>
            <a:off x="3862024" y="4654732"/>
            <a:ext cx="1393825" cy="611187"/>
          </a:xfrm>
          <a:custGeom>
            <a:rect b="b" l="l" r="r" t="t"/>
            <a:pathLst>
              <a:path extrusionOk="0" h="385" w="878">
                <a:moveTo>
                  <a:pt x="0" y="385"/>
                </a:moveTo>
                <a:lnTo>
                  <a:pt x="878" y="0"/>
                </a:lnTo>
              </a:path>
            </a:pathLst>
          </a:custGeom>
          <a:noFill/>
          <a:ln cap="flat" cmpd="sng" w="9525">
            <a:solidFill>
              <a:srgbClr val="000000"/>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3790" name="Google Shape;3790;p72"/>
          <p:cNvSpPr txBox="1"/>
          <p:nvPr/>
        </p:nvSpPr>
        <p:spPr>
          <a:xfrm>
            <a:off x="6716349" y="4757919"/>
            <a:ext cx="1189749" cy="338554"/>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100BASE-T2</a:t>
            </a:r>
            <a:endParaRPr/>
          </a:p>
        </p:txBody>
      </p:sp>
      <p:sp>
        <p:nvSpPr>
          <p:cNvPr id="3791" name="Google Shape;3791;p72"/>
          <p:cNvSpPr txBox="1"/>
          <p:nvPr/>
        </p:nvSpPr>
        <p:spPr>
          <a:xfrm>
            <a:off x="6698886" y="5118282"/>
            <a:ext cx="1186543" cy="338554"/>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100BASE-SX</a:t>
            </a:r>
            <a:endParaRPr/>
          </a:p>
        </p:txBody>
      </p:sp>
      <p:sp>
        <p:nvSpPr>
          <p:cNvPr id="3792" name="Google Shape;3792;p72"/>
          <p:cNvSpPr txBox="1"/>
          <p:nvPr/>
        </p:nvSpPr>
        <p:spPr>
          <a:xfrm>
            <a:off x="8062549" y="5113519"/>
            <a:ext cx="1204176" cy="338554"/>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100BASE-BX</a:t>
            </a:r>
            <a:endParaRPr/>
          </a:p>
        </p:txBody>
      </p:sp>
      <p:grpSp>
        <p:nvGrpSpPr>
          <p:cNvPr id="3793" name="Google Shape;3793;p72"/>
          <p:cNvGrpSpPr/>
          <p:nvPr/>
        </p:nvGrpSpPr>
        <p:grpSpPr>
          <a:xfrm>
            <a:off x="6656025" y="4713470"/>
            <a:ext cx="2798763" cy="1595438"/>
            <a:chOff x="3579" y="2988"/>
            <a:chExt cx="1763" cy="1005"/>
          </a:xfrm>
        </p:grpSpPr>
        <p:sp>
          <p:nvSpPr>
            <p:cNvPr id="3794" name="Google Shape;3794;p72"/>
            <p:cNvSpPr/>
            <p:nvPr/>
          </p:nvSpPr>
          <p:spPr>
            <a:xfrm>
              <a:off x="3579" y="2988"/>
              <a:ext cx="1709" cy="489"/>
            </a:xfrm>
            <a:custGeom>
              <a:rect b="b" l="l" r="r" t="t"/>
              <a:pathLst>
                <a:path extrusionOk="0" h="489" w="1709">
                  <a:moveTo>
                    <a:pt x="842" y="0"/>
                  </a:moveTo>
                  <a:lnTo>
                    <a:pt x="843" y="239"/>
                  </a:lnTo>
                  <a:lnTo>
                    <a:pt x="5" y="239"/>
                  </a:lnTo>
                  <a:lnTo>
                    <a:pt x="0" y="489"/>
                  </a:lnTo>
                  <a:lnTo>
                    <a:pt x="1709" y="489"/>
                  </a:lnTo>
                  <a:cubicBezTo>
                    <a:pt x="1707" y="330"/>
                    <a:pt x="1706" y="159"/>
                    <a:pt x="1704" y="0"/>
                  </a:cubicBezTo>
                  <a:lnTo>
                    <a:pt x="842" y="0"/>
                  </a:lnTo>
                  <a:close/>
                </a:path>
              </a:pathLst>
            </a:custGeom>
            <a:noFill/>
            <a:ln cap="flat" cmpd="sng" w="1905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cxnSp>
          <p:nvCxnSpPr>
            <p:cNvPr id="3795" name="Google Shape;3795;p72"/>
            <p:cNvCxnSpPr/>
            <p:nvPr/>
          </p:nvCxnSpPr>
          <p:spPr>
            <a:xfrm>
              <a:off x="4410" y="3494"/>
              <a:ext cx="227" cy="291"/>
            </a:xfrm>
            <a:prstGeom prst="straightConnector1">
              <a:avLst/>
            </a:prstGeom>
            <a:noFill/>
            <a:ln cap="flat" cmpd="sng" w="28575">
              <a:solidFill>
                <a:srgbClr val="FF0000"/>
              </a:solidFill>
              <a:prstDash val="solid"/>
              <a:round/>
              <a:headEnd len="med" w="med" type="none"/>
              <a:tailEnd len="med" w="med" type="none"/>
            </a:ln>
          </p:spPr>
        </p:cxnSp>
        <p:sp>
          <p:nvSpPr>
            <p:cNvPr id="3796" name="Google Shape;3796;p72"/>
            <p:cNvSpPr txBox="1"/>
            <p:nvPr/>
          </p:nvSpPr>
          <p:spPr>
            <a:xfrm>
              <a:off x="4003" y="3741"/>
              <a:ext cx="1339" cy="2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000"/>
                <a:buFont typeface="Calibri"/>
                <a:buNone/>
              </a:pPr>
              <a:r>
                <a:rPr b="0" i="0" lang="en-US" sz="2000" u="none" cap="none" strike="noStrike">
                  <a:solidFill>
                    <a:srgbClr val="CC0000"/>
                  </a:solidFill>
                  <a:latin typeface="Calibri"/>
                  <a:ea typeface="Calibri"/>
                  <a:cs typeface="Calibri"/>
                  <a:sym typeface="Calibri"/>
                </a:rPr>
                <a:t>fiber physical layer</a:t>
              </a:r>
              <a:endParaRPr/>
            </a:p>
          </p:txBody>
        </p:sp>
      </p:grpSp>
      <p:grpSp>
        <p:nvGrpSpPr>
          <p:cNvPr id="3797" name="Google Shape;3797;p72"/>
          <p:cNvGrpSpPr/>
          <p:nvPr/>
        </p:nvGrpSpPr>
        <p:grpSpPr>
          <a:xfrm>
            <a:off x="2907936" y="4703945"/>
            <a:ext cx="5059363" cy="1628776"/>
            <a:chOff x="1218" y="2982"/>
            <a:chExt cx="3187" cy="1026"/>
          </a:xfrm>
        </p:grpSpPr>
        <p:sp>
          <p:nvSpPr>
            <p:cNvPr id="3798" name="Google Shape;3798;p72"/>
            <p:cNvSpPr/>
            <p:nvPr/>
          </p:nvSpPr>
          <p:spPr>
            <a:xfrm>
              <a:off x="2741" y="2982"/>
              <a:ext cx="1664" cy="495"/>
            </a:xfrm>
            <a:custGeom>
              <a:rect b="b" l="l" r="r" t="t"/>
              <a:pathLst>
                <a:path extrusionOk="0" h="495" w="1664">
                  <a:moveTo>
                    <a:pt x="1664" y="0"/>
                  </a:moveTo>
                  <a:lnTo>
                    <a:pt x="1652" y="233"/>
                  </a:lnTo>
                  <a:lnTo>
                    <a:pt x="820" y="233"/>
                  </a:lnTo>
                  <a:lnTo>
                    <a:pt x="814" y="495"/>
                  </a:lnTo>
                  <a:lnTo>
                    <a:pt x="0" y="495"/>
                  </a:lnTo>
                  <a:lnTo>
                    <a:pt x="0" y="0"/>
                  </a:lnTo>
                  <a:lnTo>
                    <a:pt x="1664" y="0"/>
                  </a:lnTo>
                  <a:close/>
                </a:path>
              </a:pathLst>
            </a:custGeom>
            <a:noFill/>
            <a:ln cap="flat" cmpd="sng" w="28575">
              <a:solidFill>
                <a:srgbClr val="3333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cxnSp>
          <p:nvCxnSpPr>
            <p:cNvPr id="3799" name="Google Shape;3799;p72"/>
            <p:cNvCxnSpPr/>
            <p:nvPr/>
          </p:nvCxnSpPr>
          <p:spPr>
            <a:xfrm flipH="1">
              <a:off x="2929" y="3503"/>
              <a:ext cx="227" cy="291"/>
            </a:xfrm>
            <a:prstGeom prst="straightConnector1">
              <a:avLst/>
            </a:prstGeom>
            <a:noFill/>
            <a:ln cap="flat" cmpd="sng" w="28575">
              <a:solidFill>
                <a:srgbClr val="3333CC"/>
              </a:solidFill>
              <a:prstDash val="solid"/>
              <a:round/>
              <a:headEnd len="med" w="med" type="none"/>
              <a:tailEnd len="med" w="med" type="none"/>
            </a:ln>
          </p:spPr>
        </p:cxnSp>
        <p:sp>
          <p:nvSpPr>
            <p:cNvPr id="3800" name="Google Shape;3800;p72"/>
            <p:cNvSpPr txBox="1"/>
            <p:nvPr/>
          </p:nvSpPr>
          <p:spPr>
            <a:xfrm>
              <a:off x="1218" y="3756"/>
              <a:ext cx="2453" cy="2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000"/>
                <a:buFont typeface="Calibri"/>
                <a:buNone/>
              </a:pPr>
              <a:r>
                <a:rPr b="0" i="0" lang="en-US" sz="2000" u="none" cap="none" strike="noStrike">
                  <a:solidFill>
                    <a:srgbClr val="000099"/>
                  </a:solidFill>
                  <a:latin typeface="Calibri"/>
                  <a:ea typeface="Calibri"/>
                  <a:cs typeface="Calibri"/>
                  <a:sym typeface="Calibri"/>
                </a:rPr>
                <a:t>copper (twister pair) physical layer</a:t>
              </a:r>
              <a:endParaRPr/>
            </a:p>
          </p:txBody>
        </p:sp>
      </p:grpSp>
      <p:sp>
        <p:nvSpPr>
          <p:cNvPr id="3801" name="Google Shape;3801;p72"/>
          <p:cNvSpPr txBox="1"/>
          <p:nvPr/>
        </p:nvSpPr>
        <p:spPr>
          <a:xfrm>
            <a:off x="438150" y="1611604"/>
            <a:ext cx="11684400" cy="1594583"/>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000099"/>
              </a:buClr>
              <a:buSzPts val="3200"/>
              <a:buFont typeface="Noto Sans Symbols"/>
              <a:buChar char="▪"/>
            </a:pPr>
            <a:r>
              <a:rPr b="0" i="1" lang="en-US" sz="3200" u="none" cap="none" strike="noStrike">
                <a:solidFill>
                  <a:srgbClr val="0000A8"/>
                </a:solidFill>
                <a:latin typeface="Calibri"/>
                <a:ea typeface="Calibri"/>
                <a:cs typeface="Calibri"/>
                <a:sym typeface="Calibri"/>
              </a:rPr>
              <a:t>many</a:t>
            </a:r>
            <a:r>
              <a:rPr b="0" i="0" lang="en-US" sz="3200" u="none" cap="none" strike="noStrike">
                <a:solidFill>
                  <a:srgbClr val="0000A8"/>
                </a:solidFill>
                <a:latin typeface="Calibri"/>
                <a:ea typeface="Calibri"/>
                <a:cs typeface="Calibri"/>
                <a:sym typeface="Calibri"/>
              </a:rPr>
              <a:t> </a:t>
            </a:r>
            <a:r>
              <a:rPr b="0" i="0" lang="en-US" sz="3200" u="none" cap="none" strike="noStrike">
                <a:solidFill>
                  <a:srgbClr val="000000"/>
                </a:solidFill>
                <a:latin typeface="Calibri"/>
                <a:ea typeface="Calibri"/>
                <a:cs typeface="Calibri"/>
                <a:sym typeface="Calibri"/>
              </a:rPr>
              <a:t>different Ethernet standards</a:t>
            </a:r>
            <a:endParaRPr/>
          </a:p>
          <a:p>
            <a:pPr indent="-284163" lvl="1" marL="522288" marR="0" rtl="0" algn="l">
              <a:lnSpc>
                <a:spcPct val="90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common MAC protocol and frame format</a:t>
            </a:r>
            <a:endParaRPr/>
          </a:p>
          <a:p>
            <a:pPr indent="-284163" lvl="1" marL="522288" marR="0" rtl="0" algn="l">
              <a:lnSpc>
                <a:spcPct val="90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different speeds: 2 Mbps, ... 100 Mbps, 1Gbps, 10 Gbps, 40 Gbps, 80 Gbps</a:t>
            </a:r>
            <a:endParaRPr/>
          </a:p>
          <a:p>
            <a:pPr indent="0" lvl="0" marL="0" marR="0" rtl="0" algn="l">
              <a:lnSpc>
                <a:spcPct val="90000"/>
              </a:lnSpc>
              <a:spcBef>
                <a:spcPts val="640"/>
              </a:spcBef>
              <a:spcAft>
                <a:spcPts val="0"/>
              </a:spcAft>
              <a:buClr>
                <a:srgbClr val="000099"/>
              </a:buClr>
              <a:buSzPts val="3200"/>
              <a:buFont typeface="Noto Sans Symbols"/>
              <a:buNone/>
            </a:pPr>
            <a:r>
              <a:t/>
            </a:r>
            <a:endParaRPr b="0" i="0" sz="3200" u="none" cap="none" strike="noStrike">
              <a:solidFill>
                <a:srgbClr val="000000"/>
              </a:solidFill>
              <a:latin typeface="Gill Sans"/>
              <a:ea typeface="Gill Sans"/>
              <a:cs typeface="Gill Sans"/>
              <a:sym typeface="Gill Sans"/>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97"/>
                                        </p:tgtEl>
                                        <p:attrNameLst>
                                          <p:attrName>style.visibility</p:attrName>
                                        </p:attrNameLst>
                                      </p:cBhvr>
                                      <p:to>
                                        <p:strVal val="visible"/>
                                      </p:to>
                                    </p:set>
                                  </p:childTnLst>
                                </p:cTn>
                              </p:par>
                              <p:par>
                                <p:cTn fill="hold" nodeType="withEffect" presetClass="entr" presetID="1" presetSubtype="0">
                                  <p:stCondLst>
                                    <p:cond delay="1500"/>
                                  </p:stCondLst>
                                  <p:childTnLst>
                                    <p:set>
                                      <p:cBhvr>
                                        <p:cTn dur="1" fill="hold">
                                          <p:stCondLst>
                                            <p:cond delay="0"/>
                                          </p:stCondLst>
                                        </p:cTn>
                                        <p:tgtEl>
                                          <p:spTgt spid="3793"/>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3772"/>
                                        </p:tgtEl>
                                        <p:attrNameLst>
                                          <p:attrName>style.visibility</p:attrName>
                                        </p:attrNameLst>
                                      </p:cBhvr>
                                      <p:to>
                                        <p:strVal val="visible"/>
                                      </p:to>
                                    </p:set>
                                    <p:animEffect filter="fade" transition="in">
                                      <p:cBhvr>
                                        <p:cTn dur="500"/>
                                        <p:tgtEl>
                                          <p:spTgt spid="37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6" name="Shape 3806"/>
        <p:cNvGrpSpPr/>
        <p:nvPr/>
      </p:nvGrpSpPr>
      <p:grpSpPr>
        <a:xfrm>
          <a:off x="0" y="0"/>
          <a:ext cx="0" cy="0"/>
          <a:chOff x="0" y="0"/>
          <a:chExt cx="0" cy="0"/>
        </a:xfrm>
      </p:grpSpPr>
      <p:sp>
        <p:nvSpPr>
          <p:cNvPr id="3807" name="Google Shape;3807;p73"/>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Link layer, LANs: roadmap</a:t>
            </a:r>
            <a:endParaRPr sz="4400"/>
          </a:p>
        </p:txBody>
      </p:sp>
      <p:pic>
        <p:nvPicPr>
          <p:cNvPr descr="A train crossing a bridge over a body of water&#10;&#10;Description automatically generated" id="3808" name="Google Shape;3808;p73"/>
          <p:cNvPicPr preferRelativeResize="0"/>
          <p:nvPr/>
        </p:nvPicPr>
        <p:blipFill rotWithShape="1">
          <a:blip r:embed="rId3">
            <a:alphaModFix/>
          </a:blip>
          <a:srcRect b="0" l="0" r="0" t="0"/>
          <a:stretch/>
        </p:blipFill>
        <p:spPr>
          <a:xfrm>
            <a:off x="7239434" y="1891814"/>
            <a:ext cx="3102316" cy="2326737"/>
          </a:xfrm>
          <a:prstGeom prst="rect">
            <a:avLst/>
          </a:prstGeom>
          <a:noFill/>
          <a:ln>
            <a:noFill/>
          </a:ln>
          <a:effectLst>
            <a:outerShdw blurRad="50800" rotWithShape="0" algn="bl" dir="18900000" dist="38100">
              <a:srgbClr val="000000">
                <a:alpha val="40000"/>
              </a:srgbClr>
            </a:outerShdw>
          </a:effectLst>
        </p:spPr>
      </p:pic>
      <p:sp>
        <p:nvSpPr>
          <p:cNvPr id="3809" name="Google Shape;3809;p73"/>
          <p:cNvSpPr txBox="1"/>
          <p:nvPr/>
        </p:nvSpPr>
        <p:spPr>
          <a:xfrm>
            <a:off x="6553857" y="4906563"/>
            <a:ext cx="5066531" cy="981619"/>
          </a:xfrm>
          <a:prstGeom prst="rect">
            <a:avLst/>
          </a:prstGeom>
          <a:noFill/>
          <a:ln>
            <a:noFill/>
          </a:ln>
        </p:spPr>
        <p:txBody>
          <a:bodyPr anchorCtr="0" anchor="t" bIns="45700" lIns="91425" spcFirstLastPara="1" rIns="91425" wrap="square" tIns="45700">
            <a:normAutofit/>
          </a:bodyPr>
          <a:lstStyle/>
          <a:p>
            <a:pPr indent="-333375" lvl="0" marL="457200" marR="0" rtl="0" algn="l">
              <a:lnSpc>
                <a:spcPct val="90000"/>
              </a:lnSpc>
              <a:spcBef>
                <a:spcPts val="0"/>
              </a:spcBef>
              <a:spcAft>
                <a:spcPts val="0"/>
              </a:spcAft>
              <a:buClr>
                <a:srgbClr val="BFBFBF"/>
              </a:buClr>
              <a:buSzPts val="2800"/>
              <a:buFont typeface="Noto Sans Symbols"/>
              <a:buChar char="▪"/>
            </a:pPr>
            <a:r>
              <a:rPr b="0" i="0" lang="en-US" sz="2800" u="none" cap="none" strike="noStrike">
                <a:solidFill>
                  <a:srgbClr val="BFBFBF"/>
                </a:solidFill>
                <a:latin typeface="Calibri"/>
                <a:ea typeface="Calibri"/>
                <a:cs typeface="Calibri"/>
                <a:sym typeface="Calibri"/>
              </a:rPr>
              <a:t>a day in the life of a web request</a:t>
            </a:r>
            <a:endParaRPr/>
          </a:p>
          <a:p>
            <a:pPr indent="-79375" lvl="1" marL="695325" marR="0" rtl="0" algn="l">
              <a:lnSpc>
                <a:spcPct val="90000"/>
              </a:lnSpc>
              <a:spcBef>
                <a:spcPts val="500"/>
              </a:spcBef>
              <a:spcAft>
                <a:spcPts val="0"/>
              </a:spcAft>
              <a:buClr>
                <a:srgbClr val="0000A8"/>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810" name="Google Shape;3810;p73"/>
          <p:cNvSpPr txBox="1"/>
          <p:nvPr/>
        </p:nvSpPr>
        <p:spPr>
          <a:xfrm>
            <a:off x="1006769" y="1374867"/>
            <a:ext cx="5571867" cy="5039185"/>
          </a:xfrm>
          <a:prstGeom prst="rect">
            <a:avLst/>
          </a:prstGeom>
          <a:noFill/>
          <a:ln>
            <a:noFill/>
          </a:ln>
        </p:spPr>
        <p:txBody>
          <a:bodyPr anchorCtr="0" anchor="t" bIns="45700" lIns="91425" spcFirstLastPara="1" rIns="91425" wrap="square" tIns="45700">
            <a:noAutofit/>
          </a:bodyPr>
          <a:lstStyle/>
          <a:p>
            <a:pPr indent="-274638" lvl="0" marL="285750" marR="0" rtl="0" algn="l">
              <a:lnSpc>
                <a:spcPct val="90000"/>
              </a:lnSpc>
              <a:spcBef>
                <a:spcPts val="0"/>
              </a:spcBef>
              <a:spcAft>
                <a:spcPts val="0"/>
              </a:spcAft>
              <a:buClr>
                <a:srgbClr val="BFBFBF"/>
              </a:buClr>
              <a:buSzPts val="2800"/>
              <a:buFont typeface="Noto Sans Symbols"/>
              <a:buChar char="▪"/>
            </a:pPr>
            <a:r>
              <a:rPr b="0" i="0" lang="en-US" sz="2800" u="none" cap="none" strike="noStrike">
                <a:solidFill>
                  <a:srgbClr val="BFBFBF"/>
                </a:solidFill>
                <a:latin typeface="Calibri"/>
                <a:ea typeface="Calibri"/>
                <a:cs typeface="Calibri"/>
                <a:sym typeface="Calibri"/>
              </a:rPr>
              <a:t>introduction</a:t>
            </a:r>
            <a:endParaRPr/>
          </a:p>
          <a:p>
            <a:pPr indent="-274638" lvl="0" marL="285750" marR="0" rtl="0" algn="l">
              <a:lnSpc>
                <a:spcPct val="90000"/>
              </a:lnSpc>
              <a:spcBef>
                <a:spcPts val="600"/>
              </a:spcBef>
              <a:spcAft>
                <a:spcPts val="0"/>
              </a:spcAft>
              <a:buClr>
                <a:srgbClr val="BFBFBF"/>
              </a:buClr>
              <a:buSzPts val="2800"/>
              <a:buFont typeface="Noto Sans Symbols"/>
              <a:buChar char="▪"/>
            </a:pPr>
            <a:r>
              <a:rPr b="0" i="0" lang="en-US" sz="2800" u="none" cap="none" strike="noStrike">
                <a:solidFill>
                  <a:srgbClr val="BFBFBF"/>
                </a:solidFill>
                <a:latin typeface="Calibri"/>
                <a:ea typeface="Calibri"/>
                <a:cs typeface="Calibri"/>
                <a:sym typeface="Calibri"/>
              </a:rPr>
              <a:t>error detection, correction </a:t>
            </a:r>
            <a:endParaRPr/>
          </a:p>
          <a:p>
            <a:pPr indent="-274638" lvl="0" marL="285750" marR="0" rtl="0" algn="l">
              <a:lnSpc>
                <a:spcPct val="90000"/>
              </a:lnSpc>
              <a:spcBef>
                <a:spcPts val="600"/>
              </a:spcBef>
              <a:spcAft>
                <a:spcPts val="0"/>
              </a:spcAft>
              <a:buClr>
                <a:srgbClr val="BFBFBF"/>
              </a:buClr>
              <a:buSzPts val="2800"/>
              <a:buFont typeface="Noto Sans Symbols"/>
              <a:buChar char="▪"/>
            </a:pPr>
            <a:r>
              <a:rPr b="0" i="0" lang="en-US" sz="2800" u="none" cap="none" strike="noStrike">
                <a:solidFill>
                  <a:srgbClr val="BFBFBF"/>
                </a:solidFill>
                <a:latin typeface="Calibri"/>
                <a:ea typeface="Calibri"/>
                <a:cs typeface="Calibri"/>
                <a:sym typeface="Calibri"/>
              </a:rPr>
              <a:t>multiple access protocols</a:t>
            </a:r>
            <a:endParaRPr/>
          </a:p>
          <a:p>
            <a:pPr indent="-274638" lvl="0" marL="285750" marR="0" rtl="0" algn="l">
              <a:lnSpc>
                <a:spcPct val="90000"/>
              </a:lnSpc>
              <a:spcBef>
                <a:spcPts val="600"/>
              </a:spcBef>
              <a:spcAft>
                <a:spcPts val="0"/>
              </a:spcAft>
              <a:buClr>
                <a:srgbClr val="0000A8"/>
              </a:buClr>
              <a:buSzPts val="3200"/>
              <a:buFont typeface="Noto Sans Symbols"/>
              <a:buChar char="▪"/>
            </a:pPr>
            <a:r>
              <a:rPr b="0" i="0" lang="en-US" sz="3200" u="none" cap="none" strike="noStrike">
                <a:solidFill>
                  <a:srgbClr val="C00000"/>
                </a:solidFill>
                <a:latin typeface="Calibri"/>
                <a:ea typeface="Calibri"/>
                <a:cs typeface="Calibri"/>
                <a:sym typeface="Calibri"/>
              </a:rPr>
              <a:t>LANs</a:t>
            </a:r>
            <a:endParaRPr/>
          </a:p>
          <a:p>
            <a:pPr indent="-274638" lvl="1" marL="628650" marR="0" rtl="0" algn="l">
              <a:lnSpc>
                <a:spcPct val="90000"/>
              </a:lnSpc>
              <a:spcBef>
                <a:spcPts val="6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addressing, ARP</a:t>
            </a:r>
            <a:endParaRPr/>
          </a:p>
          <a:p>
            <a:pPr indent="-274638" lvl="1" marL="628650" marR="0" rtl="0" algn="l">
              <a:lnSpc>
                <a:spcPct val="90000"/>
              </a:lnSpc>
              <a:spcBef>
                <a:spcPts val="6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Ethernet</a:t>
            </a:r>
            <a:endParaRPr/>
          </a:p>
          <a:p>
            <a:pPr indent="-274638" lvl="1" marL="628650" marR="0" rtl="0" algn="l">
              <a:lnSpc>
                <a:spcPct val="90000"/>
              </a:lnSpc>
              <a:spcBef>
                <a:spcPts val="600"/>
              </a:spcBef>
              <a:spcAft>
                <a:spcPts val="0"/>
              </a:spcAft>
              <a:buClr>
                <a:srgbClr val="0000A8"/>
              </a:buClr>
              <a:buSzPts val="2800"/>
              <a:buFont typeface="Arial"/>
              <a:buChar char="•"/>
            </a:pPr>
            <a:r>
              <a:rPr b="0" i="0" lang="en-US" sz="2800" u="none" cap="none" strike="noStrike">
                <a:solidFill>
                  <a:srgbClr val="C00000"/>
                </a:solidFill>
                <a:latin typeface="Calibri"/>
                <a:ea typeface="Calibri"/>
                <a:cs typeface="Calibri"/>
                <a:sym typeface="Calibri"/>
              </a:rPr>
              <a:t>switches</a:t>
            </a:r>
            <a:endParaRPr/>
          </a:p>
          <a:p>
            <a:pPr indent="-274638" lvl="1" marL="628650" marR="0" rtl="0" algn="l">
              <a:lnSpc>
                <a:spcPct val="90000"/>
              </a:lnSpc>
              <a:spcBef>
                <a:spcPts val="6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VLANs</a:t>
            </a:r>
            <a:endParaRPr/>
          </a:p>
          <a:p>
            <a:pPr indent="-274638" lvl="0" marL="285750" marR="0" rtl="0" algn="l">
              <a:lnSpc>
                <a:spcPct val="90000"/>
              </a:lnSpc>
              <a:spcBef>
                <a:spcPts val="600"/>
              </a:spcBef>
              <a:spcAft>
                <a:spcPts val="0"/>
              </a:spcAft>
              <a:buClr>
                <a:srgbClr val="BFBFBF"/>
              </a:buClr>
              <a:buSzPts val="2800"/>
              <a:buFont typeface="Noto Sans Symbols"/>
              <a:buChar char="▪"/>
            </a:pPr>
            <a:r>
              <a:rPr b="0" i="0" lang="en-US" sz="2800" u="none" cap="none" strike="noStrike">
                <a:solidFill>
                  <a:srgbClr val="BFBFBF"/>
                </a:solidFill>
                <a:latin typeface="Calibri"/>
                <a:ea typeface="Calibri"/>
                <a:cs typeface="Calibri"/>
                <a:sym typeface="Calibri"/>
              </a:rPr>
              <a:t>link virtualization: MPLS</a:t>
            </a:r>
            <a:endParaRPr/>
          </a:p>
          <a:p>
            <a:pPr indent="-274638" lvl="0" marL="285750" marR="0" rtl="0" algn="l">
              <a:lnSpc>
                <a:spcPct val="90000"/>
              </a:lnSpc>
              <a:spcBef>
                <a:spcPts val="600"/>
              </a:spcBef>
              <a:spcAft>
                <a:spcPts val="0"/>
              </a:spcAft>
              <a:buClr>
                <a:srgbClr val="BFBFBF"/>
              </a:buClr>
              <a:buSzPts val="2800"/>
              <a:buFont typeface="Noto Sans Symbols"/>
              <a:buChar char="▪"/>
            </a:pPr>
            <a:r>
              <a:rPr b="0" i="0" lang="en-US" sz="2800" u="none" cap="none" strike="noStrike">
                <a:solidFill>
                  <a:srgbClr val="BFBFBF"/>
                </a:solidFill>
                <a:latin typeface="Calibri"/>
                <a:ea typeface="Calibri"/>
                <a:cs typeface="Calibri"/>
                <a:sym typeface="Calibri"/>
              </a:rPr>
              <a:t>data center networking</a:t>
            </a:r>
            <a:endParaRPr/>
          </a:p>
          <a:p>
            <a:pPr indent="-71438" lvl="0" marL="285750" marR="0" rtl="0" algn="l">
              <a:lnSpc>
                <a:spcPct val="90000"/>
              </a:lnSpc>
              <a:spcBef>
                <a:spcPts val="600"/>
              </a:spcBef>
              <a:spcAft>
                <a:spcPts val="0"/>
              </a:spcAft>
              <a:buClr>
                <a:srgbClr val="0000A3"/>
              </a:buClr>
              <a:buSzPts val="3200"/>
              <a:buFont typeface="Noto Sans Symbols"/>
              <a:buNone/>
            </a:pPr>
            <a:r>
              <a:t/>
            </a:r>
            <a:endParaRPr b="0" i="0" sz="3200" u="none" cap="none" strike="noStrike">
              <a:solidFill>
                <a:srgbClr val="000000"/>
              </a:solidFill>
              <a:latin typeface="Calibri"/>
              <a:ea typeface="Calibri"/>
              <a:cs typeface="Calibri"/>
              <a:sym typeface="Calibri"/>
            </a:endParaRPr>
          </a:p>
          <a:p>
            <a:pPr indent="-96837" lvl="1" marL="628650" marR="0" rtl="0" algn="l">
              <a:lnSpc>
                <a:spcPct val="90000"/>
              </a:lnSpc>
              <a:spcBef>
                <a:spcPts val="600"/>
              </a:spcBef>
              <a:spcAft>
                <a:spcPts val="0"/>
              </a:spcAft>
              <a:buClr>
                <a:srgbClr val="0000A8"/>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3811" name="Google Shape;3811;p7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Link Layer: 6-</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6" name="Shape 3816"/>
        <p:cNvGrpSpPr/>
        <p:nvPr/>
      </p:nvGrpSpPr>
      <p:grpSpPr>
        <a:xfrm>
          <a:off x="0" y="0"/>
          <a:ext cx="0" cy="0"/>
          <a:chOff x="0" y="0"/>
          <a:chExt cx="0" cy="0"/>
        </a:xfrm>
      </p:grpSpPr>
      <p:sp>
        <p:nvSpPr>
          <p:cNvPr id="3817" name="Google Shape;3817;p74"/>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99"/>
              </a:buClr>
              <a:buSzPts val="4400"/>
              <a:buFont typeface="Calibri"/>
              <a:buNone/>
            </a:pPr>
            <a:r>
              <a:rPr b="0" lang="en-US">
                <a:solidFill>
                  <a:srgbClr val="000099"/>
                </a:solidFill>
                <a:latin typeface="Calibri"/>
                <a:ea typeface="Calibri"/>
                <a:cs typeface="Calibri"/>
                <a:sym typeface="Calibri"/>
              </a:rPr>
              <a:t>Ethernet switch</a:t>
            </a:r>
            <a:endParaRPr b="0" sz="4400">
              <a:latin typeface="Calibri"/>
              <a:ea typeface="Calibri"/>
              <a:cs typeface="Calibri"/>
              <a:sym typeface="Calibri"/>
            </a:endParaRPr>
          </a:p>
        </p:txBody>
      </p:sp>
      <p:sp>
        <p:nvSpPr>
          <p:cNvPr id="3818" name="Google Shape;3818;p7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Link Layer: 6-</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
        <p:nvSpPr>
          <p:cNvPr id="3819" name="Google Shape;3819;p74"/>
          <p:cNvSpPr txBox="1"/>
          <p:nvPr/>
        </p:nvSpPr>
        <p:spPr>
          <a:xfrm>
            <a:off x="846268" y="1386357"/>
            <a:ext cx="10756119" cy="4909512"/>
          </a:xfrm>
          <a:prstGeom prst="rect">
            <a:avLst/>
          </a:prstGeom>
          <a:noFill/>
          <a:ln>
            <a:noFill/>
          </a:ln>
        </p:spPr>
        <p:txBody>
          <a:bodyPr anchorCtr="0" anchor="t" bIns="45700" lIns="91425" spcFirstLastPara="1" rIns="91425" wrap="square" tIns="45700">
            <a:normAutofit/>
          </a:bodyPr>
          <a:lstStyle/>
          <a:p>
            <a:pPr indent="-273050" lvl="0" marL="403225" marR="0" rtl="0" algn="l">
              <a:lnSpc>
                <a:spcPct val="100000"/>
              </a:lnSpc>
              <a:spcBef>
                <a:spcPts val="0"/>
              </a:spcBef>
              <a:spcAft>
                <a:spcPts val="0"/>
              </a:spcAft>
              <a:buClr>
                <a:srgbClr val="0000A8"/>
              </a:buClr>
              <a:buSzPts val="3200"/>
              <a:buFont typeface="Noto Sans Symbols"/>
              <a:buChar char="▪"/>
            </a:pPr>
            <a:r>
              <a:rPr b="0" i="0" lang="en-US" sz="3200" u="none" cap="none" strike="noStrike">
                <a:solidFill>
                  <a:srgbClr val="000000"/>
                </a:solidFill>
                <a:latin typeface="Calibri"/>
                <a:ea typeface="Calibri"/>
                <a:cs typeface="Calibri"/>
                <a:sym typeface="Calibri"/>
              </a:rPr>
              <a:t>Switch is a </a:t>
            </a:r>
            <a:r>
              <a:rPr b="0" i="0" lang="en-US" sz="3200" u="none" cap="none" strike="noStrike">
                <a:solidFill>
                  <a:srgbClr val="C00000"/>
                </a:solidFill>
                <a:latin typeface="Calibri"/>
                <a:ea typeface="Calibri"/>
                <a:cs typeface="Calibri"/>
                <a:sym typeface="Calibri"/>
              </a:rPr>
              <a:t>link-layer</a:t>
            </a:r>
            <a:r>
              <a:rPr b="0" i="0" lang="en-US" sz="3200" u="none" cap="none" strike="noStrike">
                <a:solidFill>
                  <a:srgbClr val="000000"/>
                </a:solidFill>
                <a:latin typeface="Calibri"/>
                <a:ea typeface="Calibri"/>
                <a:cs typeface="Calibri"/>
                <a:sym typeface="Calibri"/>
              </a:rPr>
              <a:t> device: takes an </a:t>
            </a:r>
            <a:r>
              <a:rPr b="0" i="1" lang="en-US" sz="3200" u="none" cap="none" strike="noStrike">
                <a:solidFill>
                  <a:srgbClr val="0000A8"/>
                </a:solidFill>
                <a:latin typeface="Calibri"/>
                <a:ea typeface="Calibri"/>
                <a:cs typeface="Calibri"/>
                <a:sym typeface="Calibri"/>
              </a:rPr>
              <a:t>active</a:t>
            </a:r>
            <a:r>
              <a:rPr b="0" i="0" lang="en-US" sz="3200" u="none" cap="none" strike="noStrike">
                <a:solidFill>
                  <a:srgbClr val="000000"/>
                </a:solidFill>
                <a:latin typeface="Calibri"/>
                <a:ea typeface="Calibri"/>
                <a:cs typeface="Calibri"/>
                <a:sym typeface="Calibri"/>
              </a:rPr>
              <a:t> role</a:t>
            </a:r>
            <a:endParaRPr/>
          </a:p>
          <a:p>
            <a:pPr indent="-231775" lvl="1" marL="695325" marR="0" rtl="0" algn="l">
              <a:lnSpc>
                <a:spcPct val="10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store, forward Ethernet (or other type of) frames</a:t>
            </a:r>
            <a:endParaRPr/>
          </a:p>
          <a:p>
            <a:pPr indent="-231775" lvl="1" marL="695325" marR="0" rtl="0" algn="l">
              <a:lnSpc>
                <a:spcPct val="10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examine incoming frame’s MAC address, </a:t>
            </a:r>
            <a:r>
              <a:rPr b="0" i="1" lang="en-US" sz="2800" u="none" cap="none" strike="noStrike">
                <a:solidFill>
                  <a:srgbClr val="0000A8"/>
                </a:solidFill>
                <a:latin typeface="Calibri"/>
                <a:ea typeface="Calibri"/>
                <a:cs typeface="Calibri"/>
                <a:sym typeface="Calibri"/>
              </a:rPr>
              <a:t>selectively</a:t>
            </a:r>
            <a:r>
              <a:rPr b="0" i="0" lang="en-US" sz="2800" u="none" cap="none" strike="noStrike">
                <a:solidFill>
                  <a:srgbClr val="000000"/>
                </a:solidFill>
                <a:latin typeface="Calibri"/>
                <a:ea typeface="Calibri"/>
                <a:cs typeface="Calibri"/>
                <a:sym typeface="Calibri"/>
              </a:rPr>
              <a:t> forward  frame to one-or-more outgoing links when frame is to be forwarded on segment, uses CSMA/CD to access segment</a:t>
            </a:r>
            <a:endParaRPr/>
          </a:p>
          <a:p>
            <a:pPr indent="-273050" lvl="0" marL="403225" marR="0" rtl="0" algn="l">
              <a:lnSpc>
                <a:spcPct val="100000"/>
              </a:lnSpc>
              <a:spcBef>
                <a:spcPts val="1000"/>
              </a:spcBef>
              <a:spcAft>
                <a:spcPts val="0"/>
              </a:spcAft>
              <a:buClr>
                <a:srgbClr val="0000A8"/>
              </a:buClr>
              <a:buSzPts val="3200"/>
              <a:buFont typeface="Noto Sans Symbols"/>
              <a:buChar char="▪"/>
            </a:pPr>
            <a:r>
              <a:rPr b="0" i="0" lang="en-US" sz="3200" u="none" cap="none" strike="noStrike">
                <a:solidFill>
                  <a:srgbClr val="0000A8"/>
                </a:solidFill>
                <a:latin typeface="Calibri"/>
                <a:ea typeface="Calibri"/>
                <a:cs typeface="Calibri"/>
                <a:sym typeface="Calibri"/>
              </a:rPr>
              <a:t>transparent: </a:t>
            </a:r>
            <a:r>
              <a:rPr b="0" i="0" lang="en-US" sz="2800" u="none" cap="none" strike="noStrike">
                <a:solidFill>
                  <a:srgbClr val="000000"/>
                </a:solidFill>
                <a:latin typeface="Calibri"/>
                <a:ea typeface="Calibri"/>
                <a:cs typeface="Calibri"/>
                <a:sym typeface="Calibri"/>
              </a:rPr>
              <a:t>hosts </a:t>
            </a:r>
            <a:r>
              <a:rPr b="0" i="1" lang="en-US" sz="2800" u="none" cap="none" strike="noStrike">
                <a:solidFill>
                  <a:srgbClr val="000000"/>
                </a:solidFill>
                <a:latin typeface="Calibri"/>
                <a:ea typeface="Calibri"/>
                <a:cs typeface="Calibri"/>
                <a:sym typeface="Calibri"/>
              </a:rPr>
              <a:t>unaware</a:t>
            </a:r>
            <a:r>
              <a:rPr b="0" i="0" lang="en-US" sz="2800" u="none" cap="none" strike="noStrike">
                <a:solidFill>
                  <a:srgbClr val="000000"/>
                </a:solidFill>
                <a:latin typeface="Calibri"/>
                <a:ea typeface="Calibri"/>
                <a:cs typeface="Calibri"/>
                <a:sym typeface="Calibri"/>
              </a:rPr>
              <a:t> of presence of switches</a:t>
            </a:r>
            <a:endParaRPr/>
          </a:p>
          <a:p>
            <a:pPr indent="-273050" lvl="0" marL="403225" marR="0" rtl="0" algn="l">
              <a:lnSpc>
                <a:spcPct val="100000"/>
              </a:lnSpc>
              <a:spcBef>
                <a:spcPts val="1000"/>
              </a:spcBef>
              <a:spcAft>
                <a:spcPts val="0"/>
              </a:spcAft>
              <a:buClr>
                <a:srgbClr val="0000A8"/>
              </a:buClr>
              <a:buSzPts val="3200"/>
              <a:buFont typeface="Noto Sans Symbols"/>
              <a:buChar char="▪"/>
            </a:pPr>
            <a:r>
              <a:rPr b="0" i="0" lang="en-US" sz="3200" u="none" cap="none" strike="noStrike">
                <a:solidFill>
                  <a:srgbClr val="0000A8"/>
                </a:solidFill>
                <a:latin typeface="Calibri"/>
                <a:ea typeface="Calibri"/>
                <a:cs typeface="Calibri"/>
                <a:sym typeface="Calibri"/>
              </a:rPr>
              <a:t>plug-and-play, self-learning</a:t>
            </a:r>
            <a:endParaRPr/>
          </a:p>
          <a:p>
            <a:pPr indent="-231775" lvl="1" marL="695325" marR="0" rtl="0" algn="l">
              <a:lnSpc>
                <a:spcPct val="10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switches do not need to be configured</a:t>
            </a:r>
            <a:endParaRPr/>
          </a:p>
          <a:p>
            <a:pPr indent="-69850" lvl="0" marL="352425" marR="0" rtl="0" algn="l">
              <a:lnSpc>
                <a:spcPct val="90000"/>
              </a:lnSpc>
              <a:spcBef>
                <a:spcPts val="1000"/>
              </a:spcBef>
              <a:spcAft>
                <a:spcPts val="0"/>
              </a:spcAft>
              <a:buClr>
                <a:srgbClr val="0000A3"/>
              </a:buClr>
              <a:buSzPts val="2400"/>
              <a:buFont typeface="Noto Sans Symbols"/>
              <a:buNone/>
            </a:pPr>
            <a:r>
              <a:t/>
            </a:r>
            <a:endParaRPr b="0" i="0" sz="2400" u="none" cap="none" strike="noStrike">
              <a:solidFill>
                <a:srgbClr val="000000"/>
              </a:solidFill>
              <a:latin typeface="Gill Sans"/>
              <a:ea typeface="Gill Sans"/>
              <a:cs typeface="Gill Sans"/>
              <a:sym typeface="Gill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4" name="Shape 3824"/>
        <p:cNvGrpSpPr/>
        <p:nvPr/>
      </p:nvGrpSpPr>
      <p:grpSpPr>
        <a:xfrm>
          <a:off x="0" y="0"/>
          <a:ext cx="0" cy="0"/>
          <a:chOff x="0" y="0"/>
          <a:chExt cx="0" cy="0"/>
        </a:xfrm>
      </p:grpSpPr>
      <p:sp>
        <p:nvSpPr>
          <p:cNvPr id="3825" name="Google Shape;3825;p75"/>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99"/>
              </a:buClr>
              <a:buSzPts val="4400"/>
              <a:buFont typeface="Calibri"/>
              <a:buNone/>
            </a:pPr>
            <a:r>
              <a:rPr b="0" lang="en-US">
                <a:solidFill>
                  <a:srgbClr val="000099"/>
                </a:solidFill>
                <a:latin typeface="Calibri"/>
                <a:ea typeface="Calibri"/>
                <a:cs typeface="Calibri"/>
                <a:sym typeface="Calibri"/>
              </a:rPr>
              <a:t>Switch: multiple simultaneous transmissions</a:t>
            </a:r>
            <a:endParaRPr b="0" sz="4400">
              <a:latin typeface="Calibri"/>
              <a:ea typeface="Calibri"/>
              <a:cs typeface="Calibri"/>
              <a:sym typeface="Calibri"/>
            </a:endParaRPr>
          </a:p>
        </p:txBody>
      </p:sp>
      <p:sp>
        <p:nvSpPr>
          <p:cNvPr id="3826" name="Google Shape;3826;p7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Link Layer: 6-</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grpSp>
        <p:nvGrpSpPr>
          <p:cNvPr id="3827" name="Google Shape;3827;p75"/>
          <p:cNvGrpSpPr/>
          <p:nvPr/>
        </p:nvGrpSpPr>
        <p:grpSpPr>
          <a:xfrm>
            <a:off x="7160640" y="1920913"/>
            <a:ext cx="3884571" cy="3909974"/>
            <a:chOff x="7670306" y="1697644"/>
            <a:chExt cx="3884571" cy="3909974"/>
          </a:xfrm>
        </p:grpSpPr>
        <p:cxnSp>
          <p:nvCxnSpPr>
            <p:cNvPr id="3828" name="Google Shape;3828;p75"/>
            <p:cNvCxnSpPr/>
            <p:nvPr/>
          </p:nvCxnSpPr>
          <p:spPr>
            <a:xfrm>
              <a:off x="9587512" y="2387296"/>
              <a:ext cx="0" cy="1648110"/>
            </a:xfrm>
            <a:prstGeom prst="straightConnector1">
              <a:avLst/>
            </a:prstGeom>
            <a:noFill/>
            <a:ln cap="flat" cmpd="sng" w="12700">
              <a:solidFill>
                <a:schemeClr val="dk1"/>
              </a:solidFill>
              <a:prstDash val="solid"/>
              <a:miter lim="800000"/>
              <a:headEnd len="sm" w="sm" type="none"/>
              <a:tailEnd len="sm" w="sm" type="none"/>
            </a:ln>
          </p:spPr>
        </p:cxnSp>
        <p:sp>
          <p:nvSpPr>
            <p:cNvPr id="3829" name="Google Shape;3829;p75"/>
            <p:cNvSpPr txBox="1"/>
            <p:nvPr/>
          </p:nvSpPr>
          <p:spPr>
            <a:xfrm>
              <a:off x="8855012" y="4899732"/>
              <a:ext cx="2699865" cy="70788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switch with six interfaces (</a:t>
              </a:r>
              <a:r>
                <a:rPr b="0" i="0" lang="en-US" sz="2000" u="none" cap="none" strike="noStrike">
                  <a:solidFill>
                    <a:srgbClr val="FF0000"/>
                  </a:solidFill>
                  <a:latin typeface="Calibri"/>
                  <a:ea typeface="Calibri"/>
                  <a:cs typeface="Calibri"/>
                  <a:sym typeface="Calibri"/>
                </a:rPr>
                <a:t>1,2,3,4,5,6</a:t>
              </a:r>
              <a:r>
                <a:rPr b="0" i="0" lang="en-US" sz="2000" u="none" cap="none" strike="noStrike">
                  <a:solidFill>
                    <a:srgbClr val="000000"/>
                  </a:solidFill>
                  <a:latin typeface="Calibri"/>
                  <a:ea typeface="Calibri"/>
                  <a:cs typeface="Calibri"/>
                  <a:sym typeface="Calibri"/>
                </a:rPr>
                <a:t>)  </a:t>
              </a:r>
              <a:endParaRPr/>
            </a:p>
          </p:txBody>
        </p:sp>
        <p:sp>
          <p:nvSpPr>
            <p:cNvPr id="3830" name="Google Shape;3830;p75"/>
            <p:cNvSpPr txBox="1"/>
            <p:nvPr/>
          </p:nvSpPr>
          <p:spPr>
            <a:xfrm>
              <a:off x="9846148" y="1727551"/>
              <a:ext cx="36260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a:t>
              </a:r>
              <a:endParaRPr/>
            </a:p>
          </p:txBody>
        </p:sp>
        <p:sp>
          <p:nvSpPr>
            <p:cNvPr id="3831" name="Google Shape;3831;p75"/>
            <p:cNvSpPr txBox="1"/>
            <p:nvPr/>
          </p:nvSpPr>
          <p:spPr>
            <a:xfrm>
              <a:off x="9844697" y="4149731"/>
              <a:ext cx="43954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a:t>
              </a:r>
              <a:endParaRPr/>
            </a:p>
          </p:txBody>
        </p:sp>
        <p:sp>
          <p:nvSpPr>
            <p:cNvPr id="3832" name="Google Shape;3832;p75"/>
            <p:cNvSpPr txBox="1"/>
            <p:nvPr/>
          </p:nvSpPr>
          <p:spPr>
            <a:xfrm>
              <a:off x="10740738" y="2137677"/>
              <a:ext cx="35137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B</a:t>
              </a:r>
              <a:endParaRPr/>
            </a:p>
          </p:txBody>
        </p:sp>
        <p:sp>
          <p:nvSpPr>
            <p:cNvPr id="3833" name="Google Shape;3833;p75"/>
            <p:cNvSpPr txBox="1"/>
            <p:nvPr/>
          </p:nvSpPr>
          <p:spPr>
            <a:xfrm>
              <a:off x="8061935" y="3914988"/>
              <a:ext cx="42832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B’</a:t>
              </a:r>
              <a:endParaRPr/>
            </a:p>
          </p:txBody>
        </p:sp>
        <p:sp>
          <p:nvSpPr>
            <p:cNvPr id="3834" name="Google Shape;3834;p75"/>
            <p:cNvSpPr txBox="1"/>
            <p:nvPr/>
          </p:nvSpPr>
          <p:spPr>
            <a:xfrm>
              <a:off x="10739721" y="3994819"/>
              <a:ext cx="34817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C</a:t>
              </a:r>
              <a:endParaRPr/>
            </a:p>
          </p:txBody>
        </p:sp>
        <p:sp>
          <p:nvSpPr>
            <p:cNvPr id="3835" name="Google Shape;3835;p75"/>
            <p:cNvSpPr txBox="1"/>
            <p:nvPr/>
          </p:nvSpPr>
          <p:spPr>
            <a:xfrm>
              <a:off x="8044749" y="2060029"/>
              <a:ext cx="42511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C’</a:t>
              </a:r>
              <a:endParaRPr/>
            </a:p>
          </p:txBody>
        </p:sp>
        <p:grpSp>
          <p:nvGrpSpPr>
            <p:cNvPr id="3836" name="Google Shape;3836;p75"/>
            <p:cNvGrpSpPr/>
            <p:nvPr/>
          </p:nvGrpSpPr>
          <p:grpSpPr>
            <a:xfrm>
              <a:off x="7686715" y="2428791"/>
              <a:ext cx="833957" cy="690324"/>
              <a:chOff x="-44" y="1473"/>
              <a:chExt cx="981" cy="1105"/>
            </a:xfrm>
          </p:grpSpPr>
          <p:pic>
            <p:nvPicPr>
              <p:cNvPr descr="desktop_computer_stylized_medium" id="3837" name="Google Shape;3837;p7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838" name="Google Shape;3838;p7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839" name="Google Shape;3839;p75"/>
            <p:cNvGrpSpPr/>
            <p:nvPr/>
          </p:nvGrpSpPr>
          <p:grpSpPr>
            <a:xfrm>
              <a:off x="7670306" y="3312731"/>
              <a:ext cx="833957" cy="690324"/>
              <a:chOff x="-44" y="1473"/>
              <a:chExt cx="981" cy="1105"/>
            </a:xfrm>
          </p:grpSpPr>
          <p:pic>
            <p:nvPicPr>
              <p:cNvPr descr="desktop_computer_stylized_medium" id="3840" name="Google Shape;3840;p7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841" name="Google Shape;3841;p7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842" name="Google Shape;3842;p75"/>
            <p:cNvSpPr txBox="1"/>
            <p:nvPr/>
          </p:nvSpPr>
          <p:spPr>
            <a:xfrm>
              <a:off x="9340356" y="2722016"/>
              <a:ext cx="312737" cy="3698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Calibri"/>
                <a:buNone/>
              </a:pPr>
              <a:r>
                <a:rPr b="0" i="0" lang="en-US" sz="1800" u="none" cap="none" strike="noStrike">
                  <a:solidFill>
                    <a:srgbClr val="FF0000"/>
                  </a:solidFill>
                  <a:latin typeface="Calibri"/>
                  <a:ea typeface="Calibri"/>
                  <a:cs typeface="Calibri"/>
                  <a:sym typeface="Calibri"/>
                </a:rPr>
                <a:t>1</a:t>
              </a:r>
              <a:endParaRPr/>
            </a:p>
          </p:txBody>
        </p:sp>
        <p:sp>
          <p:nvSpPr>
            <p:cNvPr id="3843" name="Google Shape;3843;p75"/>
            <p:cNvSpPr txBox="1"/>
            <p:nvPr/>
          </p:nvSpPr>
          <p:spPr>
            <a:xfrm>
              <a:off x="9775745" y="2800425"/>
              <a:ext cx="30168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Calibri"/>
                <a:buNone/>
              </a:pPr>
              <a:r>
                <a:rPr b="0" i="0" lang="en-US" sz="1800" u="none" cap="none" strike="noStrike">
                  <a:solidFill>
                    <a:srgbClr val="FF0000"/>
                  </a:solidFill>
                  <a:latin typeface="Calibri"/>
                  <a:ea typeface="Calibri"/>
                  <a:cs typeface="Calibri"/>
                  <a:sym typeface="Calibri"/>
                </a:rPr>
                <a:t>2</a:t>
              </a:r>
              <a:endParaRPr/>
            </a:p>
          </p:txBody>
        </p:sp>
        <p:sp>
          <p:nvSpPr>
            <p:cNvPr id="3844" name="Google Shape;3844;p75"/>
            <p:cNvSpPr txBox="1"/>
            <p:nvPr/>
          </p:nvSpPr>
          <p:spPr>
            <a:xfrm>
              <a:off x="9922900" y="3225116"/>
              <a:ext cx="30168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Calibri"/>
                <a:buNone/>
              </a:pPr>
              <a:r>
                <a:rPr b="0" i="0" lang="en-US" sz="1800" u="none" cap="none" strike="noStrike">
                  <a:solidFill>
                    <a:srgbClr val="FF0000"/>
                  </a:solidFill>
                  <a:latin typeface="Calibri"/>
                  <a:ea typeface="Calibri"/>
                  <a:cs typeface="Calibri"/>
                  <a:sym typeface="Calibri"/>
                </a:rPr>
                <a:t>3</a:t>
              </a:r>
              <a:endParaRPr/>
            </a:p>
          </p:txBody>
        </p:sp>
        <p:sp>
          <p:nvSpPr>
            <p:cNvPr id="3845" name="Google Shape;3845;p75"/>
            <p:cNvSpPr txBox="1"/>
            <p:nvPr/>
          </p:nvSpPr>
          <p:spPr>
            <a:xfrm>
              <a:off x="9525472" y="3474353"/>
              <a:ext cx="30168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Calibri"/>
                <a:buNone/>
              </a:pPr>
              <a:r>
                <a:rPr b="0" i="0" lang="en-US" sz="1800" u="none" cap="none" strike="noStrike">
                  <a:solidFill>
                    <a:srgbClr val="FF0000"/>
                  </a:solidFill>
                  <a:latin typeface="Calibri"/>
                  <a:ea typeface="Calibri"/>
                  <a:cs typeface="Calibri"/>
                  <a:sym typeface="Calibri"/>
                </a:rPr>
                <a:t>4</a:t>
              </a:r>
              <a:endParaRPr/>
            </a:p>
          </p:txBody>
        </p:sp>
        <p:sp>
          <p:nvSpPr>
            <p:cNvPr id="3846" name="Google Shape;3846;p75"/>
            <p:cNvSpPr txBox="1"/>
            <p:nvPr/>
          </p:nvSpPr>
          <p:spPr>
            <a:xfrm>
              <a:off x="9061577" y="3440668"/>
              <a:ext cx="30168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Calibri"/>
                <a:buNone/>
              </a:pPr>
              <a:r>
                <a:rPr b="0" i="0" lang="en-US" sz="1800" u="none" cap="none" strike="noStrike">
                  <a:solidFill>
                    <a:srgbClr val="FF0000"/>
                  </a:solidFill>
                  <a:latin typeface="Calibri"/>
                  <a:ea typeface="Calibri"/>
                  <a:cs typeface="Calibri"/>
                  <a:sym typeface="Calibri"/>
                </a:rPr>
                <a:t>5</a:t>
              </a:r>
              <a:endParaRPr/>
            </a:p>
          </p:txBody>
        </p:sp>
        <p:sp>
          <p:nvSpPr>
            <p:cNvPr id="3847" name="Google Shape;3847;p75"/>
            <p:cNvSpPr txBox="1"/>
            <p:nvPr/>
          </p:nvSpPr>
          <p:spPr>
            <a:xfrm>
              <a:off x="8947484" y="3014530"/>
              <a:ext cx="319087" cy="3698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Calibri"/>
                <a:buNone/>
              </a:pPr>
              <a:r>
                <a:rPr b="0" i="0" lang="en-US" sz="1800" u="none" cap="none" strike="noStrike">
                  <a:solidFill>
                    <a:srgbClr val="FF0000"/>
                  </a:solidFill>
                  <a:latin typeface="Calibri"/>
                  <a:ea typeface="Calibri"/>
                  <a:cs typeface="Calibri"/>
                  <a:sym typeface="Calibri"/>
                </a:rPr>
                <a:t>6</a:t>
              </a:r>
              <a:endParaRPr/>
            </a:p>
          </p:txBody>
        </p:sp>
        <p:sp>
          <p:nvSpPr>
            <p:cNvPr id="3848" name="Google Shape;3848;p75"/>
            <p:cNvSpPr/>
            <p:nvPr/>
          </p:nvSpPr>
          <p:spPr>
            <a:xfrm rot="5400000">
              <a:off x="8461713" y="2732203"/>
              <a:ext cx="103894" cy="250450"/>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omic Sans MS"/>
                <a:buNone/>
              </a:pPr>
              <a:r>
                <a:rPr b="0" i="0" lang="en-US" sz="1800" u="none" cap="none" strike="noStrike">
                  <a:solidFill>
                    <a:srgbClr val="000000"/>
                  </a:solidFill>
                  <a:latin typeface="Comic Sans MS"/>
                  <a:ea typeface="Comic Sans MS"/>
                  <a:cs typeface="Comic Sans MS"/>
                  <a:sym typeface="Comic Sans MS"/>
                </a:rPr>
                <a:t> </a:t>
              </a:r>
              <a:endParaRPr/>
            </a:p>
          </p:txBody>
        </p:sp>
        <p:sp>
          <p:nvSpPr>
            <p:cNvPr id="3849" name="Google Shape;3849;p75"/>
            <p:cNvSpPr/>
            <p:nvPr/>
          </p:nvSpPr>
          <p:spPr>
            <a:xfrm rot="5400000">
              <a:off x="8476898" y="3630561"/>
              <a:ext cx="103894" cy="250450"/>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omic Sans MS"/>
                <a:buNone/>
              </a:pPr>
              <a:r>
                <a:rPr b="0" i="0" lang="en-US" sz="1800" u="none" cap="none" strike="noStrike">
                  <a:solidFill>
                    <a:srgbClr val="000000"/>
                  </a:solidFill>
                  <a:latin typeface="Comic Sans MS"/>
                  <a:ea typeface="Comic Sans MS"/>
                  <a:cs typeface="Comic Sans MS"/>
                  <a:sym typeface="Comic Sans MS"/>
                </a:rPr>
                <a:t> </a:t>
              </a:r>
              <a:endParaRPr/>
            </a:p>
          </p:txBody>
        </p:sp>
        <p:sp>
          <p:nvSpPr>
            <p:cNvPr id="3850" name="Google Shape;3850;p75"/>
            <p:cNvSpPr/>
            <p:nvPr/>
          </p:nvSpPr>
          <p:spPr>
            <a:xfrm rot="5400000">
              <a:off x="10579799" y="2734470"/>
              <a:ext cx="103894" cy="250450"/>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omic Sans MS"/>
                <a:buNone/>
              </a:pPr>
              <a:r>
                <a:rPr b="0" i="0" lang="en-US" sz="1800" u="none" cap="none" strike="noStrike">
                  <a:solidFill>
                    <a:srgbClr val="000000"/>
                  </a:solidFill>
                  <a:latin typeface="Comic Sans MS"/>
                  <a:ea typeface="Comic Sans MS"/>
                  <a:cs typeface="Comic Sans MS"/>
                  <a:sym typeface="Comic Sans MS"/>
                </a:rPr>
                <a:t> </a:t>
              </a:r>
              <a:endParaRPr/>
            </a:p>
          </p:txBody>
        </p:sp>
        <p:sp>
          <p:nvSpPr>
            <p:cNvPr id="3851" name="Google Shape;3851;p75"/>
            <p:cNvSpPr/>
            <p:nvPr/>
          </p:nvSpPr>
          <p:spPr>
            <a:xfrm rot="5400000">
              <a:off x="10594984" y="3632828"/>
              <a:ext cx="103894" cy="250450"/>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omic Sans MS"/>
                <a:buNone/>
              </a:pPr>
              <a:r>
                <a:rPr b="0" i="0" lang="en-US" sz="1800" u="none" cap="none" strike="noStrike">
                  <a:solidFill>
                    <a:srgbClr val="000000"/>
                  </a:solidFill>
                  <a:latin typeface="Comic Sans MS"/>
                  <a:ea typeface="Comic Sans MS"/>
                  <a:cs typeface="Comic Sans MS"/>
                  <a:sym typeface="Comic Sans MS"/>
                </a:rPr>
                <a:t> </a:t>
              </a:r>
              <a:endParaRPr/>
            </a:p>
          </p:txBody>
        </p:sp>
        <p:grpSp>
          <p:nvGrpSpPr>
            <p:cNvPr id="3852" name="Google Shape;3852;p75"/>
            <p:cNvGrpSpPr/>
            <p:nvPr/>
          </p:nvGrpSpPr>
          <p:grpSpPr>
            <a:xfrm>
              <a:off x="10416209" y="2517915"/>
              <a:ext cx="799548" cy="697947"/>
              <a:chOff x="-44" y="1473"/>
              <a:chExt cx="981" cy="1105"/>
            </a:xfrm>
          </p:grpSpPr>
          <p:pic>
            <p:nvPicPr>
              <p:cNvPr descr="desktop_computer_stylized_medium" id="3853" name="Google Shape;3853;p75"/>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3854" name="Google Shape;3854;p7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descr="desktop_computer_stylized_medium" id="3855" name="Google Shape;3855;p75"/>
            <p:cNvPicPr preferRelativeResize="0"/>
            <p:nvPr/>
          </p:nvPicPr>
          <p:blipFill rotWithShape="1">
            <a:blip r:embed="rId4">
              <a:alphaModFix/>
            </a:blip>
            <a:srcRect b="0" l="0" r="0" t="0"/>
            <a:stretch/>
          </p:blipFill>
          <p:spPr>
            <a:xfrm flipH="1">
              <a:off x="10395649" y="3398050"/>
              <a:ext cx="853270" cy="741697"/>
            </a:xfrm>
            <a:prstGeom prst="rect">
              <a:avLst/>
            </a:prstGeom>
            <a:noFill/>
            <a:ln>
              <a:noFill/>
            </a:ln>
          </p:spPr>
        </p:pic>
        <p:sp>
          <p:nvSpPr>
            <p:cNvPr id="3856" name="Google Shape;3856;p75"/>
            <p:cNvSpPr/>
            <p:nvPr/>
          </p:nvSpPr>
          <p:spPr>
            <a:xfrm flipH="1">
              <a:off x="10752102" y="3466315"/>
              <a:ext cx="414893" cy="339637"/>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3857" name="Google Shape;3857;p75"/>
            <p:cNvCxnSpPr>
              <a:stCxn id="3848" idx="0"/>
              <a:endCxn id="3851" idx="2"/>
            </p:cNvCxnSpPr>
            <p:nvPr/>
          </p:nvCxnSpPr>
          <p:spPr>
            <a:xfrm>
              <a:off x="8638885" y="2857428"/>
              <a:ext cx="1882800" cy="900600"/>
            </a:xfrm>
            <a:prstGeom prst="straightConnector1">
              <a:avLst/>
            </a:prstGeom>
            <a:noFill/>
            <a:ln cap="flat" cmpd="sng" w="12700">
              <a:solidFill>
                <a:schemeClr val="dk1"/>
              </a:solidFill>
              <a:prstDash val="solid"/>
              <a:miter lim="800000"/>
              <a:headEnd len="sm" w="sm" type="none"/>
              <a:tailEnd len="sm" w="sm" type="none"/>
            </a:ln>
          </p:spPr>
        </p:cxnSp>
        <p:cxnSp>
          <p:nvCxnSpPr>
            <p:cNvPr id="3858" name="Google Shape;3858;p75"/>
            <p:cNvCxnSpPr/>
            <p:nvPr/>
          </p:nvCxnSpPr>
          <p:spPr>
            <a:xfrm flipH="1" rot="10800000">
              <a:off x="8648700" y="2858184"/>
              <a:ext cx="1869638" cy="904433"/>
            </a:xfrm>
            <a:prstGeom prst="straightConnector1">
              <a:avLst/>
            </a:prstGeom>
            <a:noFill/>
            <a:ln cap="flat" cmpd="sng" w="12700">
              <a:solidFill>
                <a:schemeClr val="dk1"/>
              </a:solidFill>
              <a:prstDash val="solid"/>
              <a:miter lim="800000"/>
              <a:headEnd len="sm" w="sm" type="none"/>
              <a:tailEnd len="sm" w="sm" type="none"/>
            </a:ln>
          </p:spPr>
        </p:cxnSp>
        <p:sp>
          <p:nvSpPr>
            <p:cNvPr id="3859" name="Google Shape;3859;p75"/>
            <p:cNvSpPr/>
            <p:nvPr/>
          </p:nvSpPr>
          <p:spPr>
            <a:xfrm rot="10800000">
              <a:off x="9534072" y="2230527"/>
              <a:ext cx="103894" cy="250450"/>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omic Sans MS"/>
                <a:buNone/>
              </a:pPr>
              <a:r>
                <a:rPr b="0" i="0" lang="en-US" sz="1800" u="none" cap="none" strike="noStrike">
                  <a:solidFill>
                    <a:srgbClr val="000000"/>
                  </a:solidFill>
                  <a:latin typeface="Comic Sans MS"/>
                  <a:ea typeface="Comic Sans MS"/>
                  <a:cs typeface="Comic Sans MS"/>
                  <a:sym typeface="Comic Sans MS"/>
                </a:rPr>
                <a:t> </a:t>
              </a:r>
              <a:endParaRPr/>
            </a:p>
          </p:txBody>
        </p:sp>
        <p:sp>
          <p:nvSpPr>
            <p:cNvPr id="3860" name="Google Shape;3860;p75"/>
            <p:cNvSpPr/>
            <p:nvPr/>
          </p:nvSpPr>
          <p:spPr>
            <a:xfrm rot="10800000">
              <a:off x="9531052" y="3935912"/>
              <a:ext cx="103894" cy="250450"/>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omic Sans MS"/>
                <a:buNone/>
              </a:pPr>
              <a:r>
                <a:rPr b="0" i="0" lang="en-US" sz="1800" u="none" cap="none" strike="noStrike">
                  <a:solidFill>
                    <a:srgbClr val="000000"/>
                  </a:solidFill>
                  <a:latin typeface="Comic Sans MS"/>
                  <a:ea typeface="Comic Sans MS"/>
                  <a:cs typeface="Comic Sans MS"/>
                  <a:sym typeface="Comic Sans MS"/>
                </a:rPr>
                <a:t> </a:t>
              </a:r>
              <a:endParaRPr/>
            </a:p>
          </p:txBody>
        </p:sp>
        <p:grpSp>
          <p:nvGrpSpPr>
            <p:cNvPr id="3861" name="Google Shape;3861;p75"/>
            <p:cNvGrpSpPr/>
            <p:nvPr/>
          </p:nvGrpSpPr>
          <p:grpSpPr>
            <a:xfrm>
              <a:off x="9236687" y="3108787"/>
              <a:ext cx="711278" cy="420709"/>
              <a:chOff x="3668110" y="2448910"/>
              <a:chExt cx="3794234" cy="2165130"/>
            </a:xfrm>
          </p:grpSpPr>
          <p:sp>
            <p:nvSpPr>
              <p:cNvPr id="3862" name="Google Shape;3862;p75"/>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63" name="Google Shape;3863;p75"/>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3864" name="Google Shape;3864;p75"/>
              <p:cNvGrpSpPr/>
              <p:nvPr/>
            </p:nvGrpSpPr>
            <p:grpSpPr>
              <a:xfrm>
                <a:off x="3941378" y="2603243"/>
                <a:ext cx="3202061" cy="1066110"/>
                <a:chOff x="7939341" y="3037317"/>
                <a:chExt cx="897649" cy="353919"/>
              </a:xfrm>
            </p:grpSpPr>
            <p:sp>
              <p:nvSpPr>
                <p:cNvPr id="3865" name="Google Shape;3865;p75"/>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66" name="Google Shape;3866;p75"/>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67" name="Google Shape;3867;p75"/>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68" name="Google Shape;3868;p75"/>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869" name="Google Shape;3869;p75"/>
            <p:cNvGrpSpPr/>
            <p:nvPr/>
          </p:nvGrpSpPr>
          <p:grpSpPr>
            <a:xfrm>
              <a:off x="9011867" y="4020081"/>
              <a:ext cx="853270" cy="741697"/>
              <a:chOff x="-44" y="1473"/>
              <a:chExt cx="981" cy="1105"/>
            </a:xfrm>
          </p:grpSpPr>
          <p:pic>
            <p:nvPicPr>
              <p:cNvPr descr="desktop_computer_stylized_medium" id="3870" name="Google Shape;3870;p75"/>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3871" name="Google Shape;3871;p7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872" name="Google Shape;3872;p75"/>
            <p:cNvGrpSpPr/>
            <p:nvPr/>
          </p:nvGrpSpPr>
          <p:grpSpPr>
            <a:xfrm>
              <a:off x="9087713" y="1697644"/>
              <a:ext cx="853270" cy="741697"/>
              <a:chOff x="-44" y="1473"/>
              <a:chExt cx="981" cy="1105"/>
            </a:xfrm>
          </p:grpSpPr>
          <p:pic>
            <p:nvPicPr>
              <p:cNvPr descr="desktop_computer_stylized_medium" id="3873" name="Google Shape;3873;p75"/>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3874" name="Google Shape;3874;p7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sp>
        <p:nvSpPr>
          <p:cNvPr id="3875" name="Google Shape;3875;p75"/>
          <p:cNvSpPr txBox="1"/>
          <p:nvPr/>
        </p:nvSpPr>
        <p:spPr>
          <a:xfrm>
            <a:off x="929391" y="1533864"/>
            <a:ext cx="5846164" cy="3437382"/>
          </a:xfrm>
          <a:prstGeom prst="rect">
            <a:avLst/>
          </a:prstGeom>
          <a:noFill/>
          <a:ln>
            <a:noFill/>
          </a:ln>
        </p:spPr>
        <p:txBody>
          <a:bodyPr anchorCtr="0" anchor="t" bIns="45700" lIns="91425" spcFirstLastPara="1" rIns="91425" wrap="square" tIns="45700">
            <a:normAutofit lnSpcReduction="10000"/>
          </a:bodyPr>
          <a:lstStyle/>
          <a:p>
            <a:pPr indent="-293688" lvl="0" marL="352425" marR="0" rtl="0" algn="l">
              <a:lnSpc>
                <a:spcPct val="90000"/>
              </a:lnSpc>
              <a:spcBef>
                <a:spcPts val="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hosts have dedicated, direct connection to switch</a:t>
            </a:r>
            <a:endParaRPr/>
          </a:p>
          <a:p>
            <a:pPr indent="-293688" lvl="0" marL="352425" marR="0" rtl="0" algn="l">
              <a:lnSpc>
                <a:spcPct val="90000"/>
              </a:lnSpc>
              <a:spcBef>
                <a:spcPts val="10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switches buffer packets</a:t>
            </a:r>
            <a:endParaRPr/>
          </a:p>
          <a:p>
            <a:pPr indent="-293688" lvl="0" marL="352425" marR="0" rtl="0" algn="l">
              <a:lnSpc>
                <a:spcPct val="90000"/>
              </a:lnSpc>
              <a:spcBef>
                <a:spcPts val="10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Ethernet protocol used on </a:t>
            </a:r>
            <a:r>
              <a:rPr b="0" i="1" lang="en-US" sz="2800" u="none" cap="none" strike="noStrike">
                <a:solidFill>
                  <a:srgbClr val="000000"/>
                </a:solidFill>
                <a:latin typeface="Calibri"/>
                <a:ea typeface="Calibri"/>
                <a:cs typeface="Calibri"/>
                <a:sym typeface="Calibri"/>
              </a:rPr>
              <a:t>each</a:t>
            </a:r>
            <a:r>
              <a:rPr b="0" i="0" lang="en-US" sz="2800" u="none" cap="none" strike="noStrike">
                <a:solidFill>
                  <a:srgbClr val="000000"/>
                </a:solidFill>
                <a:latin typeface="Calibri"/>
                <a:ea typeface="Calibri"/>
                <a:cs typeface="Calibri"/>
                <a:sym typeface="Calibri"/>
              </a:rPr>
              <a:t> incoming link, so: </a:t>
            </a:r>
            <a:endParaRPr/>
          </a:p>
          <a:p>
            <a:pPr indent="-293688"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no collisions; full duplex</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each link is its own collision domain</a:t>
            </a:r>
            <a:endParaRPr/>
          </a:p>
        </p:txBody>
      </p:sp>
      <p:sp>
        <p:nvSpPr>
          <p:cNvPr id="3876" name="Google Shape;3876;p75"/>
          <p:cNvSpPr txBox="1"/>
          <p:nvPr/>
        </p:nvSpPr>
        <p:spPr>
          <a:xfrm>
            <a:off x="927244" y="4731250"/>
            <a:ext cx="6723621" cy="1489248"/>
          </a:xfrm>
          <a:prstGeom prst="rect">
            <a:avLst/>
          </a:prstGeom>
          <a:noFill/>
          <a:ln>
            <a:noFill/>
          </a:ln>
        </p:spPr>
        <p:txBody>
          <a:bodyPr anchorCtr="0" anchor="t" bIns="45700" lIns="91425" spcFirstLastPara="1" rIns="91425" wrap="square" tIns="45700">
            <a:normAutofit/>
          </a:bodyPr>
          <a:lstStyle/>
          <a:p>
            <a:pPr indent="-293688" lvl="0" marL="352425" marR="0" rtl="0" algn="l">
              <a:lnSpc>
                <a:spcPct val="90000"/>
              </a:lnSpc>
              <a:spcBef>
                <a:spcPts val="0"/>
              </a:spcBef>
              <a:spcAft>
                <a:spcPts val="0"/>
              </a:spcAft>
              <a:buClr>
                <a:srgbClr val="0000A8"/>
              </a:buClr>
              <a:buSzPts val="2800"/>
              <a:buFont typeface="Noto Sans Symbols"/>
              <a:buChar char="▪"/>
            </a:pPr>
            <a:r>
              <a:rPr b="0" i="0" lang="en-US" sz="2800" u="none" cap="none" strike="noStrike">
                <a:solidFill>
                  <a:srgbClr val="C00000"/>
                </a:solidFill>
                <a:latin typeface="Calibri"/>
                <a:ea typeface="Calibri"/>
                <a:cs typeface="Calibri"/>
                <a:sym typeface="Calibri"/>
              </a:rPr>
              <a:t>switching: </a:t>
            </a:r>
            <a:r>
              <a:rPr b="0" i="0" lang="en-US" sz="2800" u="none" cap="none" strike="noStrike">
                <a:solidFill>
                  <a:srgbClr val="000000"/>
                </a:solidFill>
                <a:latin typeface="Calibri"/>
                <a:ea typeface="Calibri"/>
                <a:cs typeface="Calibri"/>
                <a:sym typeface="Calibri"/>
              </a:rPr>
              <a:t>A-to-A’ and B-to-B’ can transmit simultaneously, without collisions</a:t>
            </a:r>
            <a:endParaRPr/>
          </a:p>
        </p:txBody>
      </p:sp>
      <p:sp>
        <p:nvSpPr>
          <p:cNvPr id="3877" name="Google Shape;3877;p75"/>
          <p:cNvSpPr/>
          <p:nvPr/>
        </p:nvSpPr>
        <p:spPr>
          <a:xfrm rot="5400000">
            <a:off x="8417537" y="3356139"/>
            <a:ext cx="1352278" cy="177922"/>
          </a:xfrm>
          <a:prstGeom prst="leftRightArrow">
            <a:avLst>
              <a:gd fmla="val 50000" name="adj1"/>
              <a:gd fmla="val 50000" name="adj2"/>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78" name="Google Shape;3878;p75"/>
          <p:cNvSpPr/>
          <p:nvPr/>
        </p:nvSpPr>
        <p:spPr>
          <a:xfrm rot="9282253">
            <a:off x="8060403" y="3378664"/>
            <a:ext cx="1986794" cy="199277"/>
          </a:xfrm>
          <a:prstGeom prst="leftRightArrow">
            <a:avLst>
              <a:gd fmla="val 50000" name="adj1"/>
              <a:gd fmla="val 50000" name="adj2"/>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76"/>
                                        </p:tgtEl>
                                        <p:attrNameLst>
                                          <p:attrName>style.visibility</p:attrName>
                                        </p:attrNameLst>
                                      </p:cBhvr>
                                      <p:to>
                                        <p:strVal val="visible"/>
                                      </p:to>
                                    </p:set>
                                    <p:animEffect filter="fade" transition="in">
                                      <p:cBhvr>
                                        <p:cTn dur="500"/>
                                        <p:tgtEl>
                                          <p:spTgt spid="387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877"/>
                                        </p:tgtEl>
                                        <p:attrNameLst>
                                          <p:attrName>style.visibility</p:attrName>
                                        </p:attrNameLst>
                                      </p:cBhvr>
                                      <p:to>
                                        <p:strVal val="visible"/>
                                      </p:to>
                                    </p:set>
                                    <p:animEffect filter="fade" transition="in">
                                      <p:cBhvr>
                                        <p:cTn dur="500"/>
                                        <p:tgtEl>
                                          <p:spTgt spid="387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878"/>
                                        </p:tgtEl>
                                        <p:attrNameLst>
                                          <p:attrName>style.visibility</p:attrName>
                                        </p:attrNameLst>
                                      </p:cBhvr>
                                      <p:to>
                                        <p:strVal val="visible"/>
                                      </p:to>
                                    </p:set>
                                    <p:animEffect filter="fade" transition="in">
                                      <p:cBhvr>
                                        <p:cTn dur="500"/>
                                        <p:tgtEl>
                                          <p:spTgt spid="38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3" name="Shape 3883"/>
        <p:cNvGrpSpPr/>
        <p:nvPr/>
      </p:nvGrpSpPr>
      <p:grpSpPr>
        <a:xfrm>
          <a:off x="0" y="0"/>
          <a:ext cx="0" cy="0"/>
          <a:chOff x="0" y="0"/>
          <a:chExt cx="0" cy="0"/>
        </a:xfrm>
      </p:grpSpPr>
      <p:sp>
        <p:nvSpPr>
          <p:cNvPr id="3884" name="Google Shape;3884;p76"/>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99"/>
              </a:buClr>
              <a:buSzPts val="4400"/>
              <a:buFont typeface="Calibri"/>
              <a:buNone/>
            </a:pPr>
            <a:r>
              <a:rPr b="0" lang="en-US">
                <a:solidFill>
                  <a:srgbClr val="000099"/>
                </a:solidFill>
                <a:latin typeface="Calibri"/>
                <a:ea typeface="Calibri"/>
                <a:cs typeface="Calibri"/>
                <a:sym typeface="Calibri"/>
              </a:rPr>
              <a:t>Switch: multiple simultaneous transmissions</a:t>
            </a:r>
            <a:endParaRPr b="0" sz="4400">
              <a:latin typeface="Calibri"/>
              <a:ea typeface="Calibri"/>
              <a:cs typeface="Calibri"/>
              <a:sym typeface="Calibri"/>
            </a:endParaRPr>
          </a:p>
        </p:txBody>
      </p:sp>
      <p:sp>
        <p:nvSpPr>
          <p:cNvPr id="3885" name="Google Shape;3885;p7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Link Layer: 6-</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grpSp>
        <p:nvGrpSpPr>
          <p:cNvPr id="3886" name="Google Shape;3886;p76"/>
          <p:cNvGrpSpPr/>
          <p:nvPr/>
        </p:nvGrpSpPr>
        <p:grpSpPr>
          <a:xfrm>
            <a:off x="7160640" y="1920913"/>
            <a:ext cx="3884571" cy="3909974"/>
            <a:chOff x="7670306" y="1697644"/>
            <a:chExt cx="3884571" cy="3909974"/>
          </a:xfrm>
        </p:grpSpPr>
        <p:cxnSp>
          <p:nvCxnSpPr>
            <p:cNvPr id="3887" name="Google Shape;3887;p76"/>
            <p:cNvCxnSpPr/>
            <p:nvPr/>
          </p:nvCxnSpPr>
          <p:spPr>
            <a:xfrm>
              <a:off x="9587512" y="2387296"/>
              <a:ext cx="0" cy="1648110"/>
            </a:xfrm>
            <a:prstGeom prst="straightConnector1">
              <a:avLst/>
            </a:prstGeom>
            <a:noFill/>
            <a:ln cap="flat" cmpd="sng" w="12700">
              <a:solidFill>
                <a:schemeClr val="dk1"/>
              </a:solidFill>
              <a:prstDash val="solid"/>
              <a:miter lim="800000"/>
              <a:headEnd len="sm" w="sm" type="none"/>
              <a:tailEnd len="sm" w="sm" type="none"/>
            </a:ln>
          </p:spPr>
        </p:cxnSp>
        <p:sp>
          <p:nvSpPr>
            <p:cNvPr id="3888" name="Google Shape;3888;p76"/>
            <p:cNvSpPr txBox="1"/>
            <p:nvPr/>
          </p:nvSpPr>
          <p:spPr>
            <a:xfrm>
              <a:off x="8855012" y="4899732"/>
              <a:ext cx="2699865" cy="70788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switch with six interfaces (</a:t>
              </a:r>
              <a:r>
                <a:rPr b="0" i="0" lang="en-US" sz="2000" u="none" cap="none" strike="noStrike">
                  <a:solidFill>
                    <a:srgbClr val="FF0000"/>
                  </a:solidFill>
                  <a:latin typeface="Calibri"/>
                  <a:ea typeface="Calibri"/>
                  <a:cs typeface="Calibri"/>
                  <a:sym typeface="Calibri"/>
                </a:rPr>
                <a:t>1,2,3,4,5,6</a:t>
              </a:r>
              <a:r>
                <a:rPr b="0" i="0" lang="en-US" sz="2000" u="none" cap="none" strike="noStrike">
                  <a:solidFill>
                    <a:srgbClr val="000000"/>
                  </a:solidFill>
                  <a:latin typeface="Calibri"/>
                  <a:ea typeface="Calibri"/>
                  <a:cs typeface="Calibri"/>
                  <a:sym typeface="Calibri"/>
                </a:rPr>
                <a:t>)  </a:t>
              </a:r>
              <a:endParaRPr/>
            </a:p>
          </p:txBody>
        </p:sp>
        <p:sp>
          <p:nvSpPr>
            <p:cNvPr id="3889" name="Google Shape;3889;p76"/>
            <p:cNvSpPr txBox="1"/>
            <p:nvPr/>
          </p:nvSpPr>
          <p:spPr>
            <a:xfrm>
              <a:off x="9846148" y="1727551"/>
              <a:ext cx="36260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a:t>
              </a:r>
              <a:endParaRPr/>
            </a:p>
          </p:txBody>
        </p:sp>
        <p:sp>
          <p:nvSpPr>
            <p:cNvPr id="3890" name="Google Shape;3890;p76"/>
            <p:cNvSpPr txBox="1"/>
            <p:nvPr/>
          </p:nvSpPr>
          <p:spPr>
            <a:xfrm>
              <a:off x="9844697" y="4149731"/>
              <a:ext cx="43954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a:t>
              </a:r>
              <a:endParaRPr/>
            </a:p>
          </p:txBody>
        </p:sp>
        <p:sp>
          <p:nvSpPr>
            <p:cNvPr id="3891" name="Google Shape;3891;p76"/>
            <p:cNvSpPr txBox="1"/>
            <p:nvPr/>
          </p:nvSpPr>
          <p:spPr>
            <a:xfrm>
              <a:off x="10740738" y="2137677"/>
              <a:ext cx="35137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B</a:t>
              </a:r>
              <a:endParaRPr/>
            </a:p>
          </p:txBody>
        </p:sp>
        <p:sp>
          <p:nvSpPr>
            <p:cNvPr id="3892" name="Google Shape;3892;p76"/>
            <p:cNvSpPr txBox="1"/>
            <p:nvPr/>
          </p:nvSpPr>
          <p:spPr>
            <a:xfrm>
              <a:off x="8061935" y="3914988"/>
              <a:ext cx="42832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B’</a:t>
              </a:r>
              <a:endParaRPr/>
            </a:p>
          </p:txBody>
        </p:sp>
        <p:sp>
          <p:nvSpPr>
            <p:cNvPr id="3893" name="Google Shape;3893;p76"/>
            <p:cNvSpPr txBox="1"/>
            <p:nvPr/>
          </p:nvSpPr>
          <p:spPr>
            <a:xfrm>
              <a:off x="10739721" y="3994819"/>
              <a:ext cx="34817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C</a:t>
              </a:r>
              <a:endParaRPr/>
            </a:p>
          </p:txBody>
        </p:sp>
        <p:sp>
          <p:nvSpPr>
            <p:cNvPr id="3894" name="Google Shape;3894;p76"/>
            <p:cNvSpPr txBox="1"/>
            <p:nvPr/>
          </p:nvSpPr>
          <p:spPr>
            <a:xfrm>
              <a:off x="8044749" y="2060029"/>
              <a:ext cx="42511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C’</a:t>
              </a:r>
              <a:endParaRPr/>
            </a:p>
          </p:txBody>
        </p:sp>
        <p:grpSp>
          <p:nvGrpSpPr>
            <p:cNvPr id="3895" name="Google Shape;3895;p76"/>
            <p:cNvGrpSpPr/>
            <p:nvPr/>
          </p:nvGrpSpPr>
          <p:grpSpPr>
            <a:xfrm>
              <a:off x="7686715" y="2428791"/>
              <a:ext cx="833957" cy="690324"/>
              <a:chOff x="-44" y="1473"/>
              <a:chExt cx="981" cy="1105"/>
            </a:xfrm>
          </p:grpSpPr>
          <p:pic>
            <p:nvPicPr>
              <p:cNvPr descr="desktop_computer_stylized_medium" id="3896" name="Google Shape;3896;p7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897" name="Google Shape;3897;p7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898" name="Google Shape;3898;p76"/>
            <p:cNvGrpSpPr/>
            <p:nvPr/>
          </p:nvGrpSpPr>
          <p:grpSpPr>
            <a:xfrm>
              <a:off x="7670306" y="3312731"/>
              <a:ext cx="833957" cy="690324"/>
              <a:chOff x="-44" y="1473"/>
              <a:chExt cx="981" cy="1105"/>
            </a:xfrm>
          </p:grpSpPr>
          <p:pic>
            <p:nvPicPr>
              <p:cNvPr descr="desktop_computer_stylized_medium" id="3899" name="Google Shape;3899;p7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900" name="Google Shape;3900;p7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901" name="Google Shape;3901;p76"/>
            <p:cNvSpPr txBox="1"/>
            <p:nvPr/>
          </p:nvSpPr>
          <p:spPr>
            <a:xfrm>
              <a:off x="9340356" y="2722016"/>
              <a:ext cx="312737" cy="3698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Calibri"/>
                <a:buNone/>
              </a:pPr>
              <a:r>
                <a:rPr b="0" i="0" lang="en-US" sz="1800" u="none" cap="none" strike="noStrike">
                  <a:solidFill>
                    <a:srgbClr val="FF0000"/>
                  </a:solidFill>
                  <a:latin typeface="Calibri"/>
                  <a:ea typeface="Calibri"/>
                  <a:cs typeface="Calibri"/>
                  <a:sym typeface="Calibri"/>
                </a:rPr>
                <a:t>1</a:t>
              </a:r>
              <a:endParaRPr/>
            </a:p>
          </p:txBody>
        </p:sp>
        <p:sp>
          <p:nvSpPr>
            <p:cNvPr id="3902" name="Google Shape;3902;p76"/>
            <p:cNvSpPr txBox="1"/>
            <p:nvPr/>
          </p:nvSpPr>
          <p:spPr>
            <a:xfrm>
              <a:off x="9775745" y="2800425"/>
              <a:ext cx="30168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Calibri"/>
                <a:buNone/>
              </a:pPr>
              <a:r>
                <a:rPr b="0" i="0" lang="en-US" sz="1800" u="none" cap="none" strike="noStrike">
                  <a:solidFill>
                    <a:srgbClr val="FF0000"/>
                  </a:solidFill>
                  <a:latin typeface="Calibri"/>
                  <a:ea typeface="Calibri"/>
                  <a:cs typeface="Calibri"/>
                  <a:sym typeface="Calibri"/>
                </a:rPr>
                <a:t>2</a:t>
              </a:r>
              <a:endParaRPr/>
            </a:p>
          </p:txBody>
        </p:sp>
        <p:sp>
          <p:nvSpPr>
            <p:cNvPr id="3903" name="Google Shape;3903;p76"/>
            <p:cNvSpPr txBox="1"/>
            <p:nvPr/>
          </p:nvSpPr>
          <p:spPr>
            <a:xfrm>
              <a:off x="9922900" y="3225116"/>
              <a:ext cx="30168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Calibri"/>
                <a:buNone/>
              </a:pPr>
              <a:r>
                <a:rPr b="0" i="0" lang="en-US" sz="1800" u="none" cap="none" strike="noStrike">
                  <a:solidFill>
                    <a:srgbClr val="FF0000"/>
                  </a:solidFill>
                  <a:latin typeface="Calibri"/>
                  <a:ea typeface="Calibri"/>
                  <a:cs typeface="Calibri"/>
                  <a:sym typeface="Calibri"/>
                </a:rPr>
                <a:t>3</a:t>
              </a:r>
              <a:endParaRPr/>
            </a:p>
          </p:txBody>
        </p:sp>
        <p:sp>
          <p:nvSpPr>
            <p:cNvPr id="3904" name="Google Shape;3904;p76"/>
            <p:cNvSpPr txBox="1"/>
            <p:nvPr/>
          </p:nvSpPr>
          <p:spPr>
            <a:xfrm>
              <a:off x="9525472" y="3474353"/>
              <a:ext cx="30168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Calibri"/>
                <a:buNone/>
              </a:pPr>
              <a:r>
                <a:rPr b="0" i="0" lang="en-US" sz="1800" u="none" cap="none" strike="noStrike">
                  <a:solidFill>
                    <a:srgbClr val="FF0000"/>
                  </a:solidFill>
                  <a:latin typeface="Calibri"/>
                  <a:ea typeface="Calibri"/>
                  <a:cs typeface="Calibri"/>
                  <a:sym typeface="Calibri"/>
                </a:rPr>
                <a:t>4</a:t>
              </a:r>
              <a:endParaRPr/>
            </a:p>
          </p:txBody>
        </p:sp>
        <p:sp>
          <p:nvSpPr>
            <p:cNvPr id="3905" name="Google Shape;3905;p76"/>
            <p:cNvSpPr txBox="1"/>
            <p:nvPr/>
          </p:nvSpPr>
          <p:spPr>
            <a:xfrm>
              <a:off x="9061577" y="3440668"/>
              <a:ext cx="30168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Calibri"/>
                <a:buNone/>
              </a:pPr>
              <a:r>
                <a:rPr b="0" i="0" lang="en-US" sz="1800" u="none" cap="none" strike="noStrike">
                  <a:solidFill>
                    <a:srgbClr val="FF0000"/>
                  </a:solidFill>
                  <a:latin typeface="Calibri"/>
                  <a:ea typeface="Calibri"/>
                  <a:cs typeface="Calibri"/>
                  <a:sym typeface="Calibri"/>
                </a:rPr>
                <a:t>5</a:t>
              </a:r>
              <a:endParaRPr/>
            </a:p>
          </p:txBody>
        </p:sp>
        <p:sp>
          <p:nvSpPr>
            <p:cNvPr id="3906" name="Google Shape;3906;p76"/>
            <p:cNvSpPr txBox="1"/>
            <p:nvPr/>
          </p:nvSpPr>
          <p:spPr>
            <a:xfrm>
              <a:off x="8947484" y="3014530"/>
              <a:ext cx="319087" cy="3698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Calibri"/>
                <a:buNone/>
              </a:pPr>
              <a:r>
                <a:rPr b="0" i="0" lang="en-US" sz="1800" u="none" cap="none" strike="noStrike">
                  <a:solidFill>
                    <a:srgbClr val="FF0000"/>
                  </a:solidFill>
                  <a:latin typeface="Calibri"/>
                  <a:ea typeface="Calibri"/>
                  <a:cs typeface="Calibri"/>
                  <a:sym typeface="Calibri"/>
                </a:rPr>
                <a:t>6</a:t>
              </a:r>
              <a:endParaRPr/>
            </a:p>
          </p:txBody>
        </p:sp>
        <p:sp>
          <p:nvSpPr>
            <p:cNvPr id="3907" name="Google Shape;3907;p76"/>
            <p:cNvSpPr/>
            <p:nvPr/>
          </p:nvSpPr>
          <p:spPr>
            <a:xfrm rot="5400000">
              <a:off x="8461713" y="2732203"/>
              <a:ext cx="103894" cy="250450"/>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omic Sans MS"/>
                <a:buNone/>
              </a:pPr>
              <a:r>
                <a:rPr b="0" i="0" lang="en-US" sz="1800" u="none" cap="none" strike="noStrike">
                  <a:solidFill>
                    <a:srgbClr val="000000"/>
                  </a:solidFill>
                  <a:latin typeface="Comic Sans MS"/>
                  <a:ea typeface="Comic Sans MS"/>
                  <a:cs typeface="Comic Sans MS"/>
                  <a:sym typeface="Comic Sans MS"/>
                </a:rPr>
                <a:t> </a:t>
              </a:r>
              <a:endParaRPr/>
            </a:p>
          </p:txBody>
        </p:sp>
        <p:sp>
          <p:nvSpPr>
            <p:cNvPr id="3908" name="Google Shape;3908;p76"/>
            <p:cNvSpPr/>
            <p:nvPr/>
          </p:nvSpPr>
          <p:spPr>
            <a:xfrm rot="5400000">
              <a:off x="8476898" y="3630561"/>
              <a:ext cx="103894" cy="250450"/>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omic Sans MS"/>
                <a:buNone/>
              </a:pPr>
              <a:r>
                <a:rPr b="0" i="0" lang="en-US" sz="1800" u="none" cap="none" strike="noStrike">
                  <a:solidFill>
                    <a:srgbClr val="000000"/>
                  </a:solidFill>
                  <a:latin typeface="Comic Sans MS"/>
                  <a:ea typeface="Comic Sans MS"/>
                  <a:cs typeface="Comic Sans MS"/>
                  <a:sym typeface="Comic Sans MS"/>
                </a:rPr>
                <a:t> </a:t>
              </a:r>
              <a:endParaRPr/>
            </a:p>
          </p:txBody>
        </p:sp>
        <p:sp>
          <p:nvSpPr>
            <p:cNvPr id="3909" name="Google Shape;3909;p76"/>
            <p:cNvSpPr/>
            <p:nvPr/>
          </p:nvSpPr>
          <p:spPr>
            <a:xfrm rot="5400000">
              <a:off x="10579799" y="2734470"/>
              <a:ext cx="103894" cy="250450"/>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omic Sans MS"/>
                <a:buNone/>
              </a:pPr>
              <a:r>
                <a:rPr b="0" i="0" lang="en-US" sz="1800" u="none" cap="none" strike="noStrike">
                  <a:solidFill>
                    <a:srgbClr val="000000"/>
                  </a:solidFill>
                  <a:latin typeface="Comic Sans MS"/>
                  <a:ea typeface="Comic Sans MS"/>
                  <a:cs typeface="Comic Sans MS"/>
                  <a:sym typeface="Comic Sans MS"/>
                </a:rPr>
                <a:t> </a:t>
              </a:r>
              <a:endParaRPr/>
            </a:p>
          </p:txBody>
        </p:sp>
        <p:sp>
          <p:nvSpPr>
            <p:cNvPr id="3910" name="Google Shape;3910;p76"/>
            <p:cNvSpPr/>
            <p:nvPr/>
          </p:nvSpPr>
          <p:spPr>
            <a:xfrm rot="5400000">
              <a:off x="10594984" y="3632828"/>
              <a:ext cx="103894" cy="250450"/>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omic Sans MS"/>
                <a:buNone/>
              </a:pPr>
              <a:r>
                <a:rPr b="0" i="0" lang="en-US" sz="1800" u="none" cap="none" strike="noStrike">
                  <a:solidFill>
                    <a:srgbClr val="000000"/>
                  </a:solidFill>
                  <a:latin typeface="Comic Sans MS"/>
                  <a:ea typeface="Comic Sans MS"/>
                  <a:cs typeface="Comic Sans MS"/>
                  <a:sym typeface="Comic Sans MS"/>
                </a:rPr>
                <a:t> </a:t>
              </a:r>
              <a:endParaRPr/>
            </a:p>
          </p:txBody>
        </p:sp>
        <p:grpSp>
          <p:nvGrpSpPr>
            <p:cNvPr id="3911" name="Google Shape;3911;p76"/>
            <p:cNvGrpSpPr/>
            <p:nvPr/>
          </p:nvGrpSpPr>
          <p:grpSpPr>
            <a:xfrm>
              <a:off x="10416209" y="2517915"/>
              <a:ext cx="799548" cy="697947"/>
              <a:chOff x="-44" y="1473"/>
              <a:chExt cx="981" cy="1105"/>
            </a:xfrm>
          </p:grpSpPr>
          <p:pic>
            <p:nvPicPr>
              <p:cNvPr descr="desktop_computer_stylized_medium" id="3912" name="Google Shape;3912;p76"/>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3913" name="Google Shape;3913;p7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descr="desktop_computer_stylized_medium" id="3914" name="Google Shape;3914;p76"/>
            <p:cNvPicPr preferRelativeResize="0"/>
            <p:nvPr/>
          </p:nvPicPr>
          <p:blipFill rotWithShape="1">
            <a:blip r:embed="rId4">
              <a:alphaModFix/>
            </a:blip>
            <a:srcRect b="0" l="0" r="0" t="0"/>
            <a:stretch/>
          </p:blipFill>
          <p:spPr>
            <a:xfrm flipH="1">
              <a:off x="10395649" y="3398050"/>
              <a:ext cx="853270" cy="741697"/>
            </a:xfrm>
            <a:prstGeom prst="rect">
              <a:avLst/>
            </a:prstGeom>
            <a:noFill/>
            <a:ln>
              <a:noFill/>
            </a:ln>
          </p:spPr>
        </p:pic>
        <p:sp>
          <p:nvSpPr>
            <p:cNvPr id="3915" name="Google Shape;3915;p76"/>
            <p:cNvSpPr/>
            <p:nvPr/>
          </p:nvSpPr>
          <p:spPr>
            <a:xfrm flipH="1">
              <a:off x="10752102" y="3466315"/>
              <a:ext cx="414893" cy="339637"/>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3916" name="Google Shape;3916;p76"/>
            <p:cNvCxnSpPr>
              <a:stCxn id="3907" idx="0"/>
              <a:endCxn id="3910" idx="2"/>
            </p:cNvCxnSpPr>
            <p:nvPr/>
          </p:nvCxnSpPr>
          <p:spPr>
            <a:xfrm>
              <a:off x="8638885" y="2857428"/>
              <a:ext cx="1882800" cy="900600"/>
            </a:xfrm>
            <a:prstGeom prst="straightConnector1">
              <a:avLst/>
            </a:prstGeom>
            <a:noFill/>
            <a:ln cap="flat" cmpd="sng" w="12700">
              <a:solidFill>
                <a:schemeClr val="dk1"/>
              </a:solidFill>
              <a:prstDash val="solid"/>
              <a:miter lim="800000"/>
              <a:headEnd len="sm" w="sm" type="none"/>
              <a:tailEnd len="sm" w="sm" type="none"/>
            </a:ln>
          </p:spPr>
        </p:cxnSp>
        <p:cxnSp>
          <p:nvCxnSpPr>
            <p:cNvPr id="3917" name="Google Shape;3917;p76"/>
            <p:cNvCxnSpPr/>
            <p:nvPr/>
          </p:nvCxnSpPr>
          <p:spPr>
            <a:xfrm flipH="1" rot="10800000">
              <a:off x="8648700" y="2858184"/>
              <a:ext cx="1869638" cy="904433"/>
            </a:xfrm>
            <a:prstGeom prst="straightConnector1">
              <a:avLst/>
            </a:prstGeom>
            <a:noFill/>
            <a:ln cap="flat" cmpd="sng" w="12700">
              <a:solidFill>
                <a:schemeClr val="dk1"/>
              </a:solidFill>
              <a:prstDash val="solid"/>
              <a:miter lim="800000"/>
              <a:headEnd len="sm" w="sm" type="none"/>
              <a:tailEnd len="sm" w="sm" type="none"/>
            </a:ln>
          </p:spPr>
        </p:cxnSp>
        <p:sp>
          <p:nvSpPr>
            <p:cNvPr id="3918" name="Google Shape;3918;p76"/>
            <p:cNvSpPr/>
            <p:nvPr/>
          </p:nvSpPr>
          <p:spPr>
            <a:xfrm rot="10800000">
              <a:off x="9534072" y="2230527"/>
              <a:ext cx="103894" cy="250450"/>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omic Sans MS"/>
                <a:buNone/>
              </a:pPr>
              <a:r>
                <a:rPr b="0" i="0" lang="en-US" sz="1800" u="none" cap="none" strike="noStrike">
                  <a:solidFill>
                    <a:srgbClr val="000000"/>
                  </a:solidFill>
                  <a:latin typeface="Comic Sans MS"/>
                  <a:ea typeface="Comic Sans MS"/>
                  <a:cs typeface="Comic Sans MS"/>
                  <a:sym typeface="Comic Sans MS"/>
                </a:rPr>
                <a:t> </a:t>
              </a:r>
              <a:endParaRPr/>
            </a:p>
          </p:txBody>
        </p:sp>
        <p:sp>
          <p:nvSpPr>
            <p:cNvPr id="3919" name="Google Shape;3919;p76"/>
            <p:cNvSpPr/>
            <p:nvPr/>
          </p:nvSpPr>
          <p:spPr>
            <a:xfrm rot="10800000">
              <a:off x="9531052" y="3935912"/>
              <a:ext cx="103894" cy="250450"/>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omic Sans MS"/>
                <a:buNone/>
              </a:pPr>
              <a:r>
                <a:rPr b="0" i="0" lang="en-US" sz="1800" u="none" cap="none" strike="noStrike">
                  <a:solidFill>
                    <a:srgbClr val="000000"/>
                  </a:solidFill>
                  <a:latin typeface="Comic Sans MS"/>
                  <a:ea typeface="Comic Sans MS"/>
                  <a:cs typeface="Comic Sans MS"/>
                  <a:sym typeface="Comic Sans MS"/>
                </a:rPr>
                <a:t> </a:t>
              </a:r>
              <a:endParaRPr/>
            </a:p>
          </p:txBody>
        </p:sp>
        <p:grpSp>
          <p:nvGrpSpPr>
            <p:cNvPr id="3920" name="Google Shape;3920;p76"/>
            <p:cNvGrpSpPr/>
            <p:nvPr/>
          </p:nvGrpSpPr>
          <p:grpSpPr>
            <a:xfrm>
              <a:off x="9236687" y="3108787"/>
              <a:ext cx="711278" cy="420709"/>
              <a:chOff x="3668110" y="2448910"/>
              <a:chExt cx="3794234" cy="2165130"/>
            </a:xfrm>
          </p:grpSpPr>
          <p:sp>
            <p:nvSpPr>
              <p:cNvPr id="3921" name="Google Shape;3921;p76"/>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22" name="Google Shape;3922;p76"/>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3923" name="Google Shape;3923;p76"/>
              <p:cNvGrpSpPr/>
              <p:nvPr/>
            </p:nvGrpSpPr>
            <p:grpSpPr>
              <a:xfrm>
                <a:off x="3941378" y="2603243"/>
                <a:ext cx="3202061" cy="1066110"/>
                <a:chOff x="7939341" y="3037317"/>
                <a:chExt cx="897649" cy="353919"/>
              </a:xfrm>
            </p:grpSpPr>
            <p:sp>
              <p:nvSpPr>
                <p:cNvPr id="3924" name="Google Shape;3924;p76"/>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25" name="Google Shape;3925;p76"/>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26" name="Google Shape;3926;p76"/>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27" name="Google Shape;3927;p76"/>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928" name="Google Shape;3928;p76"/>
            <p:cNvGrpSpPr/>
            <p:nvPr/>
          </p:nvGrpSpPr>
          <p:grpSpPr>
            <a:xfrm>
              <a:off x="9011867" y="4020081"/>
              <a:ext cx="853270" cy="741697"/>
              <a:chOff x="-44" y="1473"/>
              <a:chExt cx="981" cy="1105"/>
            </a:xfrm>
          </p:grpSpPr>
          <p:pic>
            <p:nvPicPr>
              <p:cNvPr descr="desktop_computer_stylized_medium" id="3929" name="Google Shape;3929;p76"/>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3930" name="Google Shape;3930;p7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931" name="Google Shape;3931;p76"/>
            <p:cNvGrpSpPr/>
            <p:nvPr/>
          </p:nvGrpSpPr>
          <p:grpSpPr>
            <a:xfrm>
              <a:off x="9087713" y="1697644"/>
              <a:ext cx="853270" cy="741697"/>
              <a:chOff x="-44" y="1473"/>
              <a:chExt cx="981" cy="1105"/>
            </a:xfrm>
          </p:grpSpPr>
          <p:pic>
            <p:nvPicPr>
              <p:cNvPr descr="desktop_computer_stylized_medium" id="3932" name="Google Shape;3932;p76"/>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3933" name="Google Shape;3933;p7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sp>
        <p:nvSpPr>
          <p:cNvPr id="3934" name="Google Shape;3934;p76"/>
          <p:cNvSpPr txBox="1"/>
          <p:nvPr/>
        </p:nvSpPr>
        <p:spPr>
          <a:xfrm>
            <a:off x="929391" y="1533864"/>
            <a:ext cx="5846164" cy="3437382"/>
          </a:xfrm>
          <a:prstGeom prst="rect">
            <a:avLst/>
          </a:prstGeom>
          <a:noFill/>
          <a:ln>
            <a:noFill/>
          </a:ln>
        </p:spPr>
        <p:txBody>
          <a:bodyPr anchorCtr="0" anchor="t" bIns="45700" lIns="91425" spcFirstLastPara="1" rIns="91425" wrap="square" tIns="45700">
            <a:normAutofit lnSpcReduction="10000"/>
          </a:bodyPr>
          <a:lstStyle/>
          <a:p>
            <a:pPr indent="-293688" lvl="0" marL="352425" marR="0" rtl="0" algn="l">
              <a:lnSpc>
                <a:spcPct val="90000"/>
              </a:lnSpc>
              <a:spcBef>
                <a:spcPts val="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hosts have dedicated, direct connection to switch</a:t>
            </a:r>
            <a:endParaRPr/>
          </a:p>
          <a:p>
            <a:pPr indent="-293688" lvl="0" marL="352425" marR="0" rtl="0" algn="l">
              <a:lnSpc>
                <a:spcPct val="90000"/>
              </a:lnSpc>
              <a:spcBef>
                <a:spcPts val="10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switches buffer packets</a:t>
            </a:r>
            <a:endParaRPr/>
          </a:p>
          <a:p>
            <a:pPr indent="-293688" lvl="0" marL="352425" marR="0" rtl="0" algn="l">
              <a:lnSpc>
                <a:spcPct val="90000"/>
              </a:lnSpc>
              <a:spcBef>
                <a:spcPts val="10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Ethernet protocol used on </a:t>
            </a:r>
            <a:r>
              <a:rPr b="0" i="1" lang="en-US" sz="2800" u="none" cap="none" strike="noStrike">
                <a:solidFill>
                  <a:srgbClr val="000000"/>
                </a:solidFill>
                <a:latin typeface="Calibri"/>
                <a:ea typeface="Calibri"/>
                <a:cs typeface="Calibri"/>
                <a:sym typeface="Calibri"/>
              </a:rPr>
              <a:t>each</a:t>
            </a:r>
            <a:r>
              <a:rPr b="0" i="0" lang="en-US" sz="2800" u="none" cap="none" strike="noStrike">
                <a:solidFill>
                  <a:srgbClr val="000000"/>
                </a:solidFill>
                <a:latin typeface="Calibri"/>
                <a:ea typeface="Calibri"/>
                <a:cs typeface="Calibri"/>
                <a:sym typeface="Calibri"/>
              </a:rPr>
              <a:t> incoming link, so: </a:t>
            </a:r>
            <a:endParaRPr/>
          </a:p>
          <a:p>
            <a:pPr indent="-293688"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no collisions; full duplex</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each link is its own collision domain</a:t>
            </a:r>
            <a:endParaRPr/>
          </a:p>
        </p:txBody>
      </p:sp>
      <p:sp>
        <p:nvSpPr>
          <p:cNvPr id="3935" name="Google Shape;3935;p76"/>
          <p:cNvSpPr txBox="1"/>
          <p:nvPr/>
        </p:nvSpPr>
        <p:spPr>
          <a:xfrm>
            <a:off x="927244" y="4731249"/>
            <a:ext cx="6723621" cy="1750573"/>
          </a:xfrm>
          <a:prstGeom prst="rect">
            <a:avLst/>
          </a:prstGeom>
          <a:noFill/>
          <a:ln>
            <a:noFill/>
          </a:ln>
        </p:spPr>
        <p:txBody>
          <a:bodyPr anchorCtr="0" anchor="t" bIns="45700" lIns="91425" spcFirstLastPara="1" rIns="91425" wrap="square" tIns="45700">
            <a:normAutofit/>
          </a:bodyPr>
          <a:lstStyle/>
          <a:p>
            <a:pPr indent="-293688" lvl="0" marL="352425" marR="0" rtl="0" algn="l">
              <a:lnSpc>
                <a:spcPct val="90000"/>
              </a:lnSpc>
              <a:spcBef>
                <a:spcPts val="0"/>
              </a:spcBef>
              <a:spcAft>
                <a:spcPts val="0"/>
              </a:spcAft>
              <a:buClr>
                <a:srgbClr val="0000A8"/>
              </a:buClr>
              <a:buSzPts val="2800"/>
              <a:buFont typeface="Noto Sans Symbols"/>
              <a:buChar char="▪"/>
            </a:pPr>
            <a:r>
              <a:rPr b="0" i="0" lang="en-US" sz="2800" u="none" cap="none" strike="noStrike">
                <a:solidFill>
                  <a:srgbClr val="C00000"/>
                </a:solidFill>
                <a:latin typeface="Calibri"/>
                <a:ea typeface="Calibri"/>
                <a:cs typeface="Calibri"/>
                <a:sym typeface="Calibri"/>
              </a:rPr>
              <a:t>switching: </a:t>
            </a:r>
            <a:r>
              <a:rPr b="0" i="0" lang="en-US" sz="2800" u="none" cap="none" strike="noStrike">
                <a:solidFill>
                  <a:srgbClr val="000000"/>
                </a:solidFill>
                <a:latin typeface="Calibri"/>
                <a:ea typeface="Calibri"/>
                <a:cs typeface="Calibri"/>
                <a:sym typeface="Calibri"/>
              </a:rPr>
              <a:t>A-to-A’ and B-to-B’ can transmit simultaneously, without collisions</a:t>
            </a:r>
            <a:endParaRPr/>
          </a:p>
          <a:p>
            <a:pPr indent="-293688"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but A-to-A’ and C to A’ can </a:t>
            </a:r>
            <a:r>
              <a:rPr b="0" i="1" lang="en-US" sz="2400" u="none" cap="none" strike="noStrike">
                <a:solidFill>
                  <a:srgbClr val="000000"/>
                </a:solidFill>
                <a:latin typeface="Calibri"/>
                <a:ea typeface="Calibri"/>
                <a:cs typeface="Calibri"/>
                <a:sym typeface="Calibri"/>
              </a:rPr>
              <a:t>not </a:t>
            </a:r>
            <a:r>
              <a:rPr b="0" i="0" lang="en-US" sz="2400" u="none" cap="none" strike="noStrike">
                <a:solidFill>
                  <a:srgbClr val="000000"/>
                </a:solidFill>
                <a:latin typeface="Calibri"/>
                <a:ea typeface="Calibri"/>
                <a:cs typeface="Calibri"/>
                <a:sym typeface="Calibri"/>
              </a:rPr>
              <a:t>happen simultaneously </a:t>
            </a:r>
            <a:endParaRPr/>
          </a:p>
        </p:txBody>
      </p:sp>
      <p:sp>
        <p:nvSpPr>
          <p:cNvPr id="3936" name="Google Shape;3936;p76"/>
          <p:cNvSpPr/>
          <p:nvPr/>
        </p:nvSpPr>
        <p:spPr>
          <a:xfrm rot="5400000">
            <a:off x="8324937" y="3356139"/>
            <a:ext cx="1352278" cy="177922"/>
          </a:xfrm>
          <a:prstGeom prst="leftRightArrow">
            <a:avLst>
              <a:gd fmla="val 50000" name="adj1"/>
              <a:gd fmla="val 50000" name="adj2"/>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37" name="Google Shape;3937;p76"/>
          <p:cNvSpPr/>
          <p:nvPr/>
        </p:nvSpPr>
        <p:spPr>
          <a:xfrm>
            <a:off x="9120852" y="3472405"/>
            <a:ext cx="185194" cy="752354"/>
          </a:xfrm>
          <a:prstGeom prst="downArrow">
            <a:avLst>
              <a:gd fmla="val 50000" name="adj1"/>
              <a:gd fmla="val 50000" name="adj2"/>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3938" name="Google Shape;3938;p76"/>
          <p:cNvCxnSpPr/>
          <p:nvPr/>
        </p:nvCxnSpPr>
        <p:spPr>
          <a:xfrm>
            <a:off x="9178725" y="3487837"/>
            <a:ext cx="717630" cy="366532"/>
          </a:xfrm>
          <a:prstGeom prst="straightConnector1">
            <a:avLst/>
          </a:prstGeom>
          <a:noFill/>
          <a:ln cap="flat" cmpd="sng" w="76200">
            <a:solidFill>
              <a:srgbClr val="C00000"/>
            </a:solidFill>
            <a:prstDash val="solid"/>
            <a:miter lim="800000"/>
            <a:headEnd len="sm" w="sm" type="none"/>
            <a:tailEnd len="sm" w="sm" type="none"/>
          </a:ln>
        </p:spPr>
      </p:cxnSp>
      <p:pic>
        <p:nvPicPr>
          <p:cNvPr descr="A picture containing drawing&#10;&#10;Description automatically generated" id="3939" name="Google Shape;3939;p76"/>
          <p:cNvPicPr preferRelativeResize="0"/>
          <p:nvPr/>
        </p:nvPicPr>
        <p:blipFill rotWithShape="1">
          <a:blip r:embed="rId5">
            <a:alphaModFix amt="81000"/>
          </a:blip>
          <a:srcRect b="0" l="0" r="0" t="0"/>
          <a:stretch/>
        </p:blipFill>
        <p:spPr>
          <a:xfrm>
            <a:off x="8310621" y="2697717"/>
            <a:ext cx="1577693" cy="169905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939"/>
                                        </p:tgtEl>
                                        <p:attrNameLst>
                                          <p:attrName>style.visibility</p:attrName>
                                        </p:attrNameLst>
                                      </p:cBhvr>
                                      <p:to>
                                        <p:strVal val="visible"/>
                                      </p:to>
                                    </p:set>
                                    <p:animEffect filter="fade" transition="in">
                                      <p:cBhvr>
                                        <p:cTn dur="500"/>
                                        <p:tgtEl>
                                          <p:spTgt spid="39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4" name="Shape 3944"/>
        <p:cNvGrpSpPr/>
        <p:nvPr/>
      </p:nvGrpSpPr>
      <p:grpSpPr>
        <a:xfrm>
          <a:off x="0" y="0"/>
          <a:ext cx="0" cy="0"/>
          <a:chOff x="0" y="0"/>
          <a:chExt cx="0" cy="0"/>
        </a:xfrm>
      </p:grpSpPr>
      <p:sp>
        <p:nvSpPr>
          <p:cNvPr id="3945" name="Google Shape;3945;p77"/>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99"/>
              </a:buClr>
              <a:buSzPts val="4400"/>
              <a:buFont typeface="Calibri"/>
              <a:buNone/>
            </a:pPr>
            <a:r>
              <a:rPr b="0" lang="en-US">
                <a:solidFill>
                  <a:srgbClr val="000099"/>
                </a:solidFill>
                <a:latin typeface="Calibri"/>
                <a:ea typeface="Calibri"/>
                <a:cs typeface="Calibri"/>
                <a:sym typeface="Calibri"/>
              </a:rPr>
              <a:t>Switch forwarding table</a:t>
            </a:r>
            <a:endParaRPr b="0" sz="4400">
              <a:latin typeface="Calibri"/>
              <a:ea typeface="Calibri"/>
              <a:cs typeface="Calibri"/>
              <a:sym typeface="Calibri"/>
            </a:endParaRPr>
          </a:p>
        </p:txBody>
      </p:sp>
      <p:sp>
        <p:nvSpPr>
          <p:cNvPr id="3946" name="Google Shape;3946;p7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Link Layer: 6-</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grpSp>
        <p:nvGrpSpPr>
          <p:cNvPr id="3947" name="Google Shape;3947;p77"/>
          <p:cNvGrpSpPr/>
          <p:nvPr/>
        </p:nvGrpSpPr>
        <p:grpSpPr>
          <a:xfrm>
            <a:off x="7160640" y="1916920"/>
            <a:ext cx="3578613" cy="3064134"/>
            <a:chOff x="7670306" y="1697644"/>
            <a:chExt cx="3578613" cy="3064134"/>
          </a:xfrm>
        </p:grpSpPr>
        <p:cxnSp>
          <p:nvCxnSpPr>
            <p:cNvPr id="3948" name="Google Shape;3948;p77"/>
            <p:cNvCxnSpPr/>
            <p:nvPr/>
          </p:nvCxnSpPr>
          <p:spPr>
            <a:xfrm>
              <a:off x="9587512" y="2387296"/>
              <a:ext cx="0" cy="1648110"/>
            </a:xfrm>
            <a:prstGeom prst="straightConnector1">
              <a:avLst/>
            </a:prstGeom>
            <a:noFill/>
            <a:ln cap="flat" cmpd="sng" w="12700">
              <a:solidFill>
                <a:schemeClr val="dk1"/>
              </a:solidFill>
              <a:prstDash val="solid"/>
              <a:miter lim="800000"/>
              <a:headEnd len="sm" w="sm" type="none"/>
              <a:tailEnd len="sm" w="sm" type="none"/>
            </a:ln>
          </p:spPr>
        </p:cxnSp>
        <p:sp>
          <p:nvSpPr>
            <p:cNvPr id="3949" name="Google Shape;3949;p77"/>
            <p:cNvSpPr txBox="1"/>
            <p:nvPr/>
          </p:nvSpPr>
          <p:spPr>
            <a:xfrm>
              <a:off x="9846148" y="1727551"/>
              <a:ext cx="36260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a:t>
              </a:r>
              <a:endParaRPr/>
            </a:p>
          </p:txBody>
        </p:sp>
        <p:sp>
          <p:nvSpPr>
            <p:cNvPr id="3950" name="Google Shape;3950;p77"/>
            <p:cNvSpPr txBox="1"/>
            <p:nvPr/>
          </p:nvSpPr>
          <p:spPr>
            <a:xfrm>
              <a:off x="9844697" y="4149731"/>
              <a:ext cx="43954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a:t>
              </a:r>
              <a:endParaRPr/>
            </a:p>
          </p:txBody>
        </p:sp>
        <p:sp>
          <p:nvSpPr>
            <p:cNvPr id="3951" name="Google Shape;3951;p77"/>
            <p:cNvSpPr txBox="1"/>
            <p:nvPr/>
          </p:nvSpPr>
          <p:spPr>
            <a:xfrm>
              <a:off x="10740738" y="2137677"/>
              <a:ext cx="35137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B</a:t>
              </a:r>
              <a:endParaRPr/>
            </a:p>
          </p:txBody>
        </p:sp>
        <p:sp>
          <p:nvSpPr>
            <p:cNvPr id="3952" name="Google Shape;3952;p77"/>
            <p:cNvSpPr txBox="1"/>
            <p:nvPr/>
          </p:nvSpPr>
          <p:spPr>
            <a:xfrm>
              <a:off x="8061935" y="3914988"/>
              <a:ext cx="42832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B’</a:t>
              </a:r>
              <a:endParaRPr/>
            </a:p>
          </p:txBody>
        </p:sp>
        <p:sp>
          <p:nvSpPr>
            <p:cNvPr id="3953" name="Google Shape;3953;p77"/>
            <p:cNvSpPr txBox="1"/>
            <p:nvPr/>
          </p:nvSpPr>
          <p:spPr>
            <a:xfrm>
              <a:off x="10739721" y="3994819"/>
              <a:ext cx="34817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C</a:t>
              </a:r>
              <a:endParaRPr/>
            </a:p>
          </p:txBody>
        </p:sp>
        <p:sp>
          <p:nvSpPr>
            <p:cNvPr id="3954" name="Google Shape;3954;p77"/>
            <p:cNvSpPr txBox="1"/>
            <p:nvPr/>
          </p:nvSpPr>
          <p:spPr>
            <a:xfrm>
              <a:off x="8044749" y="2060029"/>
              <a:ext cx="42511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C’</a:t>
              </a:r>
              <a:endParaRPr/>
            </a:p>
          </p:txBody>
        </p:sp>
        <p:grpSp>
          <p:nvGrpSpPr>
            <p:cNvPr id="3955" name="Google Shape;3955;p77"/>
            <p:cNvGrpSpPr/>
            <p:nvPr/>
          </p:nvGrpSpPr>
          <p:grpSpPr>
            <a:xfrm>
              <a:off x="7686715" y="2428791"/>
              <a:ext cx="833957" cy="690324"/>
              <a:chOff x="-44" y="1473"/>
              <a:chExt cx="981" cy="1105"/>
            </a:xfrm>
          </p:grpSpPr>
          <p:pic>
            <p:nvPicPr>
              <p:cNvPr descr="desktop_computer_stylized_medium" id="3956" name="Google Shape;3956;p7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957" name="Google Shape;3957;p7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958" name="Google Shape;3958;p77"/>
            <p:cNvGrpSpPr/>
            <p:nvPr/>
          </p:nvGrpSpPr>
          <p:grpSpPr>
            <a:xfrm>
              <a:off x="7670306" y="3312731"/>
              <a:ext cx="833957" cy="690324"/>
              <a:chOff x="-44" y="1473"/>
              <a:chExt cx="981" cy="1105"/>
            </a:xfrm>
          </p:grpSpPr>
          <p:pic>
            <p:nvPicPr>
              <p:cNvPr descr="desktop_computer_stylized_medium" id="3959" name="Google Shape;3959;p7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960" name="Google Shape;3960;p7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961" name="Google Shape;3961;p77"/>
            <p:cNvSpPr txBox="1"/>
            <p:nvPr/>
          </p:nvSpPr>
          <p:spPr>
            <a:xfrm>
              <a:off x="9340356" y="2722016"/>
              <a:ext cx="312737" cy="3698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Calibri"/>
                <a:buNone/>
              </a:pPr>
              <a:r>
                <a:rPr b="0" i="0" lang="en-US" sz="1800" u="none" cap="none" strike="noStrike">
                  <a:solidFill>
                    <a:srgbClr val="C00000"/>
                  </a:solidFill>
                  <a:latin typeface="Calibri"/>
                  <a:ea typeface="Calibri"/>
                  <a:cs typeface="Calibri"/>
                  <a:sym typeface="Calibri"/>
                </a:rPr>
                <a:t>1</a:t>
              </a:r>
              <a:endParaRPr/>
            </a:p>
          </p:txBody>
        </p:sp>
        <p:sp>
          <p:nvSpPr>
            <p:cNvPr id="3962" name="Google Shape;3962;p77"/>
            <p:cNvSpPr txBox="1"/>
            <p:nvPr/>
          </p:nvSpPr>
          <p:spPr>
            <a:xfrm>
              <a:off x="9775745" y="2800425"/>
              <a:ext cx="30168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Calibri"/>
                <a:buNone/>
              </a:pPr>
              <a:r>
                <a:rPr b="0" i="0" lang="en-US" sz="1800" u="none" cap="none" strike="noStrike">
                  <a:solidFill>
                    <a:srgbClr val="C00000"/>
                  </a:solidFill>
                  <a:latin typeface="Calibri"/>
                  <a:ea typeface="Calibri"/>
                  <a:cs typeface="Calibri"/>
                  <a:sym typeface="Calibri"/>
                </a:rPr>
                <a:t>2</a:t>
              </a:r>
              <a:endParaRPr/>
            </a:p>
          </p:txBody>
        </p:sp>
        <p:sp>
          <p:nvSpPr>
            <p:cNvPr id="3963" name="Google Shape;3963;p77"/>
            <p:cNvSpPr txBox="1"/>
            <p:nvPr/>
          </p:nvSpPr>
          <p:spPr>
            <a:xfrm>
              <a:off x="9922900" y="3225116"/>
              <a:ext cx="30168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Calibri"/>
                <a:buNone/>
              </a:pPr>
              <a:r>
                <a:rPr b="0" i="0" lang="en-US" sz="1800" u="none" cap="none" strike="noStrike">
                  <a:solidFill>
                    <a:srgbClr val="C00000"/>
                  </a:solidFill>
                  <a:latin typeface="Calibri"/>
                  <a:ea typeface="Calibri"/>
                  <a:cs typeface="Calibri"/>
                  <a:sym typeface="Calibri"/>
                </a:rPr>
                <a:t>3</a:t>
              </a:r>
              <a:endParaRPr/>
            </a:p>
          </p:txBody>
        </p:sp>
        <p:sp>
          <p:nvSpPr>
            <p:cNvPr id="3964" name="Google Shape;3964;p77"/>
            <p:cNvSpPr txBox="1"/>
            <p:nvPr/>
          </p:nvSpPr>
          <p:spPr>
            <a:xfrm>
              <a:off x="9525472" y="3474353"/>
              <a:ext cx="30168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Calibri"/>
                <a:buNone/>
              </a:pPr>
              <a:r>
                <a:rPr b="0" i="0" lang="en-US" sz="1800" u="none" cap="none" strike="noStrike">
                  <a:solidFill>
                    <a:srgbClr val="C00000"/>
                  </a:solidFill>
                  <a:latin typeface="Calibri"/>
                  <a:ea typeface="Calibri"/>
                  <a:cs typeface="Calibri"/>
                  <a:sym typeface="Calibri"/>
                </a:rPr>
                <a:t>4</a:t>
              </a:r>
              <a:endParaRPr/>
            </a:p>
          </p:txBody>
        </p:sp>
        <p:sp>
          <p:nvSpPr>
            <p:cNvPr id="3965" name="Google Shape;3965;p77"/>
            <p:cNvSpPr txBox="1"/>
            <p:nvPr/>
          </p:nvSpPr>
          <p:spPr>
            <a:xfrm>
              <a:off x="9061577" y="3440668"/>
              <a:ext cx="30168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Calibri"/>
                <a:buNone/>
              </a:pPr>
              <a:r>
                <a:rPr b="0" i="0" lang="en-US" sz="1800" u="none" cap="none" strike="noStrike">
                  <a:solidFill>
                    <a:srgbClr val="C00000"/>
                  </a:solidFill>
                  <a:latin typeface="Calibri"/>
                  <a:ea typeface="Calibri"/>
                  <a:cs typeface="Calibri"/>
                  <a:sym typeface="Calibri"/>
                </a:rPr>
                <a:t>5</a:t>
              </a:r>
              <a:endParaRPr/>
            </a:p>
          </p:txBody>
        </p:sp>
        <p:sp>
          <p:nvSpPr>
            <p:cNvPr id="3966" name="Google Shape;3966;p77"/>
            <p:cNvSpPr txBox="1"/>
            <p:nvPr/>
          </p:nvSpPr>
          <p:spPr>
            <a:xfrm>
              <a:off x="8947484" y="3014530"/>
              <a:ext cx="319087" cy="3698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Calibri"/>
                <a:buNone/>
              </a:pPr>
              <a:r>
                <a:rPr b="0" i="0" lang="en-US" sz="1800" u="none" cap="none" strike="noStrike">
                  <a:solidFill>
                    <a:srgbClr val="C00000"/>
                  </a:solidFill>
                  <a:latin typeface="Calibri"/>
                  <a:ea typeface="Calibri"/>
                  <a:cs typeface="Calibri"/>
                  <a:sym typeface="Calibri"/>
                </a:rPr>
                <a:t>6</a:t>
              </a:r>
              <a:endParaRPr/>
            </a:p>
          </p:txBody>
        </p:sp>
        <p:sp>
          <p:nvSpPr>
            <p:cNvPr id="3967" name="Google Shape;3967;p77"/>
            <p:cNvSpPr/>
            <p:nvPr/>
          </p:nvSpPr>
          <p:spPr>
            <a:xfrm rot="5400000">
              <a:off x="8461713" y="2732203"/>
              <a:ext cx="103894" cy="250450"/>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omic Sans MS"/>
                <a:buNone/>
              </a:pPr>
              <a:r>
                <a:rPr b="0" i="0" lang="en-US" sz="1800" u="none" cap="none" strike="noStrike">
                  <a:solidFill>
                    <a:srgbClr val="000000"/>
                  </a:solidFill>
                  <a:latin typeface="Comic Sans MS"/>
                  <a:ea typeface="Comic Sans MS"/>
                  <a:cs typeface="Comic Sans MS"/>
                  <a:sym typeface="Comic Sans MS"/>
                </a:rPr>
                <a:t> </a:t>
              </a:r>
              <a:endParaRPr/>
            </a:p>
          </p:txBody>
        </p:sp>
        <p:sp>
          <p:nvSpPr>
            <p:cNvPr id="3968" name="Google Shape;3968;p77"/>
            <p:cNvSpPr/>
            <p:nvPr/>
          </p:nvSpPr>
          <p:spPr>
            <a:xfrm rot="5400000">
              <a:off x="8476898" y="3630561"/>
              <a:ext cx="103894" cy="250450"/>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omic Sans MS"/>
                <a:buNone/>
              </a:pPr>
              <a:r>
                <a:rPr b="0" i="0" lang="en-US" sz="1800" u="none" cap="none" strike="noStrike">
                  <a:solidFill>
                    <a:srgbClr val="000000"/>
                  </a:solidFill>
                  <a:latin typeface="Comic Sans MS"/>
                  <a:ea typeface="Comic Sans MS"/>
                  <a:cs typeface="Comic Sans MS"/>
                  <a:sym typeface="Comic Sans MS"/>
                </a:rPr>
                <a:t> </a:t>
              </a:r>
              <a:endParaRPr/>
            </a:p>
          </p:txBody>
        </p:sp>
        <p:sp>
          <p:nvSpPr>
            <p:cNvPr id="3969" name="Google Shape;3969;p77"/>
            <p:cNvSpPr/>
            <p:nvPr/>
          </p:nvSpPr>
          <p:spPr>
            <a:xfrm rot="5400000">
              <a:off x="10579799" y="2734470"/>
              <a:ext cx="103894" cy="250450"/>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omic Sans MS"/>
                <a:buNone/>
              </a:pPr>
              <a:r>
                <a:rPr b="0" i="0" lang="en-US" sz="1800" u="none" cap="none" strike="noStrike">
                  <a:solidFill>
                    <a:srgbClr val="000000"/>
                  </a:solidFill>
                  <a:latin typeface="Comic Sans MS"/>
                  <a:ea typeface="Comic Sans MS"/>
                  <a:cs typeface="Comic Sans MS"/>
                  <a:sym typeface="Comic Sans MS"/>
                </a:rPr>
                <a:t> </a:t>
              </a:r>
              <a:endParaRPr/>
            </a:p>
          </p:txBody>
        </p:sp>
        <p:sp>
          <p:nvSpPr>
            <p:cNvPr id="3970" name="Google Shape;3970;p77"/>
            <p:cNvSpPr/>
            <p:nvPr/>
          </p:nvSpPr>
          <p:spPr>
            <a:xfrm rot="5400000">
              <a:off x="10594984" y="3632828"/>
              <a:ext cx="103894" cy="250450"/>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omic Sans MS"/>
                <a:buNone/>
              </a:pPr>
              <a:r>
                <a:rPr b="0" i="0" lang="en-US" sz="1800" u="none" cap="none" strike="noStrike">
                  <a:solidFill>
                    <a:srgbClr val="000000"/>
                  </a:solidFill>
                  <a:latin typeface="Comic Sans MS"/>
                  <a:ea typeface="Comic Sans MS"/>
                  <a:cs typeface="Comic Sans MS"/>
                  <a:sym typeface="Comic Sans MS"/>
                </a:rPr>
                <a:t> </a:t>
              </a:r>
              <a:endParaRPr/>
            </a:p>
          </p:txBody>
        </p:sp>
        <p:grpSp>
          <p:nvGrpSpPr>
            <p:cNvPr id="3971" name="Google Shape;3971;p77"/>
            <p:cNvGrpSpPr/>
            <p:nvPr/>
          </p:nvGrpSpPr>
          <p:grpSpPr>
            <a:xfrm>
              <a:off x="10416209" y="2517915"/>
              <a:ext cx="799548" cy="697947"/>
              <a:chOff x="-44" y="1473"/>
              <a:chExt cx="981" cy="1105"/>
            </a:xfrm>
          </p:grpSpPr>
          <p:pic>
            <p:nvPicPr>
              <p:cNvPr descr="desktop_computer_stylized_medium" id="3972" name="Google Shape;3972;p77"/>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3973" name="Google Shape;3973;p7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descr="desktop_computer_stylized_medium" id="3974" name="Google Shape;3974;p77"/>
            <p:cNvPicPr preferRelativeResize="0"/>
            <p:nvPr/>
          </p:nvPicPr>
          <p:blipFill rotWithShape="1">
            <a:blip r:embed="rId4">
              <a:alphaModFix/>
            </a:blip>
            <a:srcRect b="0" l="0" r="0" t="0"/>
            <a:stretch/>
          </p:blipFill>
          <p:spPr>
            <a:xfrm flipH="1">
              <a:off x="10395649" y="3398050"/>
              <a:ext cx="853270" cy="741697"/>
            </a:xfrm>
            <a:prstGeom prst="rect">
              <a:avLst/>
            </a:prstGeom>
            <a:noFill/>
            <a:ln>
              <a:noFill/>
            </a:ln>
          </p:spPr>
        </p:pic>
        <p:sp>
          <p:nvSpPr>
            <p:cNvPr id="3975" name="Google Shape;3975;p77"/>
            <p:cNvSpPr/>
            <p:nvPr/>
          </p:nvSpPr>
          <p:spPr>
            <a:xfrm flipH="1">
              <a:off x="10752102" y="3466315"/>
              <a:ext cx="414893" cy="339637"/>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3976" name="Google Shape;3976;p77"/>
            <p:cNvCxnSpPr>
              <a:stCxn id="3967" idx="0"/>
              <a:endCxn id="3970" idx="2"/>
            </p:cNvCxnSpPr>
            <p:nvPr/>
          </p:nvCxnSpPr>
          <p:spPr>
            <a:xfrm>
              <a:off x="8638885" y="2857428"/>
              <a:ext cx="1882800" cy="900600"/>
            </a:xfrm>
            <a:prstGeom prst="straightConnector1">
              <a:avLst/>
            </a:prstGeom>
            <a:noFill/>
            <a:ln cap="flat" cmpd="sng" w="12700">
              <a:solidFill>
                <a:schemeClr val="dk1"/>
              </a:solidFill>
              <a:prstDash val="solid"/>
              <a:miter lim="800000"/>
              <a:headEnd len="sm" w="sm" type="none"/>
              <a:tailEnd len="sm" w="sm" type="none"/>
            </a:ln>
          </p:spPr>
        </p:cxnSp>
        <p:cxnSp>
          <p:nvCxnSpPr>
            <p:cNvPr id="3977" name="Google Shape;3977;p77"/>
            <p:cNvCxnSpPr/>
            <p:nvPr/>
          </p:nvCxnSpPr>
          <p:spPr>
            <a:xfrm flipH="1" rot="10800000">
              <a:off x="8648700" y="2858184"/>
              <a:ext cx="1869638" cy="904433"/>
            </a:xfrm>
            <a:prstGeom prst="straightConnector1">
              <a:avLst/>
            </a:prstGeom>
            <a:noFill/>
            <a:ln cap="flat" cmpd="sng" w="12700">
              <a:solidFill>
                <a:schemeClr val="dk1"/>
              </a:solidFill>
              <a:prstDash val="solid"/>
              <a:miter lim="800000"/>
              <a:headEnd len="sm" w="sm" type="none"/>
              <a:tailEnd len="sm" w="sm" type="none"/>
            </a:ln>
          </p:spPr>
        </p:cxnSp>
        <p:sp>
          <p:nvSpPr>
            <p:cNvPr id="3978" name="Google Shape;3978;p77"/>
            <p:cNvSpPr/>
            <p:nvPr/>
          </p:nvSpPr>
          <p:spPr>
            <a:xfrm rot="10800000">
              <a:off x="9534072" y="2230527"/>
              <a:ext cx="103894" cy="250450"/>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omic Sans MS"/>
                <a:buNone/>
              </a:pPr>
              <a:r>
                <a:rPr b="0" i="0" lang="en-US" sz="1800" u="none" cap="none" strike="noStrike">
                  <a:solidFill>
                    <a:srgbClr val="000000"/>
                  </a:solidFill>
                  <a:latin typeface="Comic Sans MS"/>
                  <a:ea typeface="Comic Sans MS"/>
                  <a:cs typeface="Comic Sans MS"/>
                  <a:sym typeface="Comic Sans MS"/>
                </a:rPr>
                <a:t> </a:t>
              </a:r>
              <a:endParaRPr/>
            </a:p>
          </p:txBody>
        </p:sp>
        <p:sp>
          <p:nvSpPr>
            <p:cNvPr id="3979" name="Google Shape;3979;p77"/>
            <p:cNvSpPr/>
            <p:nvPr/>
          </p:nvSpPr>
          <p:spPr>
            <a:xfrm rot="10800000">
              <a:off x="9531052" y="3935912"/>
              <a:ext cx="103894" cy="250450"/>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omic Sans MS"/>
                <a:buNone/>
              </a:pPr>
              <a:r>
                <a:rPr b="0" i="0" lang="en-US" sz="1800" u="none" cap="none" strike="noStrike">
                  <a:solidFill>
                    <a:srgbClr val="000000"/>
                  </a:solidFill>
                  <a:latin typeface="Comic Sans MS"/>
                  <a:ea typeface="Comic Sans MS"/>
                  <a:cs typeface="Comic Sans MS"/>
                  <a:sym typeface="Comic Sans MS"/>
                </a:rPr>
                <a:t> </a:t>
              </a:r>
              <a:endParaRPr/>
            </a:p>
          </p:txBody>
        </p:sp>
        <p:grpSp>
          <p:nvGrpSpPr>
            <p:cNvPr id="3980" name="Google Shape;3980;p77"/>
            <p:cNvGrpSpPr/>
            <p:nvPr/>
          </p:nvGrpSpPr>
          <p:grpSpPr>
            <a:xfrm>
              <a:off x="9236687" y="3108787"/>
              <a:ext cx="711278" cy="420709"/>
              <a:chOff x="3668110" y="2448910"/>
              <a:chExt cx="3794234" cy="2165130"/>
            </a:xfrm>
          </p:grpSpPr>
          <p:sp>
            <p:nvSpPr>
              <p:cNvPr id="3981" name="Google Shape;3981;p77"/>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82" name="Google Shape;3982;p77"/>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3983" name="Google Shape;3983;p77"/>
              <p:cNvGrpSpPr/>
              <p:nvPr/>
            </p:nvGrpSpPr>
            <p:grpSpPr>
              <a:xfrm>
                <a:off x="3941378" y="2603243"/>
                <a:ext cx="3202061" cy="1066110"/>
                <a:chOff x="7939341" y="3037317"/>
                <a:chExt cx="897649" cy="353919"/>
              </a:xfrm>
            </p:grpSpPr>
            <p:sp>
              <p:nvSpPr>
                <p:cNvPr id="3984" name="Google Shape;3984;p77"/>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85" name="Google Shape;3985;p77"/>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86" name="Google Shape;3986;p77"/>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87" name="Google Shape;3987;p77"/>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988" name="Google Shape;3988;p77"/>
            <p:cNvGrpSpPr/>
            <p:nvPr/>
          </p:nvGrpSpPr>
          <p:grpSpPr>
            <a:xfrm>
              <a:off x="9011867" y="4020081"/>
              <a:ext cx="853270" cy="741697"/>
              <a:chOff x="-44" y="1473"/>
              <a:chExt cx="981" cy="1105"/>
            </a:xfrm>
          </p:grpSpPr>
          <p:pic>
            <p:nvPicPr>
              <p:cNvPr descr="desktop_computer_stylized_medium" id="3989" name="Google Shape;3989;p77"/>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3990" name="Google Shape;3990;p7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991" name="Google Shape;3991;p77"/>
            <p:cNvGrpSpPr/>
            <p:nvPr/>
          </p:nvGrpSpPr>
          <p:grpSpPr>
            <a:xfrm>
              <a:off x="9087713" y="1697644"/>
              <a:ext cx="853270" cy="741697"/>
              <a:chOff x="-44" y="1473"/>
              <a:chExt cx="981" cy="1105"/>
            </a:xfrm>
          </p:grpSpPr>
          <p:pic>
            <p:nvPicPr>
              <p:cNvPr descr="desktop_computer_stylized_medium" id="3992" name="Google Shape;3992;p77"/>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3993" name="Google Shape;3993;p7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sp>
        <p:nvSpPr>
          <p:cNvPr id="3994" name="Google Shape;3994;p77"/>
          <p:cNvSpPr txBox="1"/>
          <p:nvPr/>
        </p:nvSpPr>
        <p:spPr>
          <a:xfrm>
            <a:off x="789457" y="1563480"/>
            <a:ext cx="6960458" cy="1374592"/>
          </a:xfrm>
          <a:prstGeom prst="rect">
            <a:avLst/>
          </a:prstGeom>
          <a:noFill/>
          <a:ln>
            <a:noFill/>
          </a:ln>
        </p:spPr>
        <p:txBody>
          <a:bodyPr anchorCtr="0" anchor="t" bIns="45700" lIns="91425" spcFirstLastPara="1" rIns="91425" wrap="square" tIns="45700">
            <a:normAutofit/>
          </a:bodyPr>
          <a:lstStyle/>
          <a:p>
            <a:pPr indent="-388938" lvl="0" marL="403225" marR="0" rtl="0" algn="l">
              <a:lnSpc>
                <a:spcPct val="107142"/>
              </a:lnSpc>
              <a:spcBef>
                <a:spcPts val="0"/>
              </a:spcBef>
              <a:spcAft>
                <a:spcPts val="0"/>
              </a:spcAft>
              <a:buClr>
                <a:srgbClr val="0000A3"/>
              </a:buClr>
              <a:buSzPts val="2800"/>
              <a:buFont typeface="Noto Sans Symbols"/>
              <a:buNone/>
            </a:pPr>
            <a:r>
              <a:rPr b="0" i="1" lang="en-US" sz="2800" u="sng" cap="none" strike="noStrike">
                <a:solidFill>
                  <a:srgbClr val="CC0000"/>
                </a:solidFill>
                <a:latin typeface="Calibri"/>
                <a:ea typeface="Calibri"/>
                <a:cs typeface="Calibri"/>
                <a:sym typeface="Calibri"/>
              </a:rPr>
              <a:t>Q:</a:t>
            </a:r>
            <a:r>
              <a:rPr b="0" i="0" lang="en-US" sz="2800" u="none" cap="none" strike="noStrike">
                <a:solidFill>
                  <a:srgbClr val="CC0000"/>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how does switch know A’ reachable via interface 4, B’ reachable via interface 5?</a:t>
            </a:r>
            <a:endParaRPr/>
          </a:p>
        </p:txBody>
      </p:sp>
      <p:sp>
        <p:nvSpPr>
          <p:cNvPr id="3995" name="Google Shape;3995;p77"/>
          <p:cNvSpPr txBox="1"/>
          <p:nvPr/>
        </p:nvSpPr>
        <p:spPr>
          <a:xfrm>
            <a:off x="1152393" y="2506650"/>
            <a:ext cx="5892981" cy="2132012"/>
          </a:xfrm>
          <a:prstGeom prst="rect">
            <a:avLst/>
          </a:prstGeom>
          <a:noFill/>
          <a:ln>
            <a:noFill/>
          </a:ln>
        </p:spPr>
        <p:txBody>
          <a:bodyPr anchorCtr="0" anchor="t" bIns="45700" lIns="91425" spcFirstLastPara="1" rIns="91425" wrap="square" tIns="45700">
            <a:noAutofit/>
          </a:bodyPr>
          <a:lstStyle/>
          <a:p>
            <a:pPr indent="0" lvl="0" marL="0" marR="0" rtl="0" algn="l">
              <a:lnSpc>
                <a:spcPct val="107142"/>
              </a:lnSpc>
              <a:spcBef>
                <a:spcPts val="0"/>
              </a:spcBef>
              <a:spcAft>
                <a:spcPts val="0"/>
              </a:spcAft>
              <a:buClr>
                <a:srgbClr val="000099"/>
              </a:buClr>
              <a:buSzPts val="2800"/>
              <a:buFont typeface="Noto Sans Symbols"/>
              <a:buNone/>
            </a:pPr>
            <a:r>
              <a:rPr b="0" i="1" lang="en-US" sz="2800" u="sng" cap="none" strike="noStrike">
                <a:solidFill>
                  <a:srgbClr val="CC0000"/>
                </a:solidFill>
                <a:latin typeface="Calibri"/>
                <a:ea typeface="Calibri"/>
                <a:cs typeface="Calibri"/>
                <a:sym typeface="Calibri"/>
              </a:rPr>
              <a:t>A:</a:t>
            </a:r>
            <a:r>
              <a:rPr b="0" i="1" lang="en-US" sz="2800" u="none" cap="none" strike="noStrike">
                <a:solidFill>
                  <a:srgbClr val="CC0000"/>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each switch has a </a:t>
            </a:r>
            <a:r>
              <a:rPr b="0" i="0" lang="en-US" sz="2800" u="none" cap="none" strike="noStrike">
                <a:solidFill>
                  <a:srgbClr val="CC0000"/>
                </a:solidFill>
                <a:latin typeface="Calibri"/>
                <a:ea typeface="Calibri"/>
                <a:cs typeface="Calibri"/>
                <a:sym typeface="Calibri"/>
              </a:rPr>
              <a:t>switch table,</a:t>
            </a:r>
            <a:r>
              <a:rPr b="0" i="0" lang="en-US" sz="2800" u="none" cap="none" strike="noStrike">
                <a:solidFill>
                  <a:srgbClr val="FF0000"/>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each entry:</a:t>
            </a:r>
            <a:endParaRPr/>
          </a:p>
          <a:p>
            <a:pPr indent="-284163" lvl="1" marL="522288" marR="0" rtl="0" algn="l">
              <a:lnSpc>
                <a:spcPct val="100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(MAC address of host, interface to reach host, time stamp)</a:t>
            </a:r>
            <a:endParaRPr/>
          </a:p>
          <a:p>
            <a:pPr indent="-284163" lvl="1" marL="522288" marR="0" rtl="0" algn="l">
              <a:lnSpc>
                <a:spcPct val="100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looks like a routing table!</a:t>
            </a:r>
            <a:endParaRPr/>
          </a:p>
        </p:txBody>
      </p:sp>
      <p:sp>
        <p:nvSpPr>
          <p:cNvPr id="3996" name="Google Shape;3996;p77"/>
          <p:cNvSpPr txBox="1"/>
          <p:nvPr/>
        </p:nvSpPr>
        <p:spPr>
          <a:xfrm>
            <a:off x="719530" y="4863228"/>
            <a:ext cx="6100996" cy="1687473"/>
          </a:xfrm>
          <a:prstGeom prst="rect">
            <a:avLst/>
          </a:prstGeom>
          <a:noFill/>
          <a:ln>
            <a:noFill/>
          </a:ln>
        </p:spPr>
        <p:txBody>
          <a:bodyPr anchorCtr="0" anchor="t" bIns="45700" lIns="91425" spcFirstLastPara="1" rIns="91425" wrap="square" tIns="45700">
            <a:noAutofit/>
          </a:bodyPr>
          <a:lstStyle/>
          <a:p>
            <a:pPr indent="-403224" lvl="0" marL="461963" marR="0" rtl="0" algn="l">
              <a:lnSpc>
                <a:spcPct val="90000"/>
              </a:lnSpc>
              <a:spcBef>
                <a:spcPts val="0"/>
              </a:spcBef>
              <a:spcAft>
                <a:spcPts val="0"/>
              </a:spcAft>
              <a:buClr>
                <a:srgbClr val="000099"/>
              </a:buClr>
              <a:buSzPts val="2080"/>
              <a:buFont typeface="Noto Sans Symbols"/>
              <a:buNone/>
            </a:pPr>
            <a:r>
              <a:rPr b="0" i="1" lang="en-US" sz="3200" u="sng" cap="none" strike="noStrike">
                <a:solidFill>
                  <a:srgbClr val="CC0000"/>
                </a:solidFill>
                <a:latin typeface="Calibri"/>
                <a:ea typeface="Calibri"/>
                <a:cs typeface="Calibri"/>
                <a:sym typeface="Calibri"/>
              </a:rPr>
              <a:t>Q:</a:t>
            </a:r>
            <a:r>
              <a:rPr b="0" i="1" lang="en-US" sz="3200" u="none" cap="none" strike="noStrike">
                <a:solidFill>
                  <a:srgbClr val="CC0000"/>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how are entries created, maintained in switch table? </a:t>
            </a:r>
            <a:endParaRPr b="0" i="0" sz="3200" u="none" cap="none" strike="noStrike">
              <a:solidFill>
                <a:srgbClr val="000000"/>
              </a:solidFill>
              <a:latin typeface="Calibri"/>
              <a:ea typeface="Calibri"/>
              <a:cs typeface="Calibri"/>
              <a:sym typeface="Calibri"/>
            </a:endParaRPr>
          </a:p>
          <a:p>
            <a:pPr indent="-284163" lvl="1" marL="806450" marR="0" rtl="0" algn="l">
              <a:lnSpc>
                <a:spcPct val="100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something like a routing protocol?</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1" name="Shape 4001"/>
        <p:cNvGrpSpPr/>
        <p:nvPr/>
      </p:nvGrpSpPr>
      <p:grpSpPr>
        <a:xfrm>
          <a:off x="0" y="0"/>
          <a:ext cx="0" cy="0"/>
          <a:chOff x="0" y="0"/>
          <a:chExt cx="0" cy="0"/>
        </a:xfrm>
      </p:grpSpPr>
      <p:sp>
        <p:nvSpPr>
          <p:cNvPr id="4002" name="Google Shape;4002;p78"/>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99"/>
              </a:buClr>
              <a:buSzPts val="4400"/>
              <a:buFont typeface="Calibri"/>
              <a:buNone/>
            </a:pPr>
            <a:r>
              <a:rPr b="0" lang="en-US">
                <a:solidFill>
                  <a:srgbClr val="000099"/>
                </a:solidFill>
                <a:latin typeface="Calibri"/>
                <a:ea typeface="Calibri"/>
                <a:cs typeface="Calibri"/>
                <a:sym typeface="Calibri"/>
              </a:rPr>
              <a:t>Switch: self-learning</a:t>
            </a:r>
            <a:endParaRPr b="0" sz="4400">
              <a:latin typeface="Calibri"/>
              <a:ea typeface="Calibri"/>
              <a:cs typeface="Calibri"/>
              <a:sym typeface="Calibri"/>
            </a:endParaRPr>
          </a:p>
        </p:txBody>
      </p:sp>
      <p:sp>
        <p:nvSpPr>
          <p:cNvPr id="4003" name="Google Shape;4003;p7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Link Layer: 6-</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grpSp>
        <p:nvGrpSpPr>
          <p:cNvPr id="4004" name="Google Shape;4004;p78"/>
          <p:cNvGrpSpPr/>
          <p:nvPr/>
        </p:nvGrpSpPr>
        <p:grpSpPr>
          <a:xfrm>
            <a:off x="7160640" y="1916920"/>
            <a:ext cx="3578613" cy="3064134"/>
            <a:chOff x="7670306" y="1697644"/>
            <a:chExt cx="3578613" cy="3064134"/>
          </a:xfrm>
        </p:grpSpPr>
        <p:cxnSp>
          <p:nvCxnSpPr>
            <p:cNvPr id="4005" name="Google Shape;4005;p78"/>
            <p:cNvCxnSpPr/>
            <p:nvPr/>
          </p:nvCxnSpPr>
          <p:spPr>
            <a:xfrm>
              <a:off x="9587512" y="2387296"/>
              <a:ext cx="0" cy="1648110"/>
            </a:xfrm>
            <a:prstGeom prst="straightConnector1">
              <a:avLst/>
            </a:prstGeom>
            <a:noFill/>
            <a:ln cap="flat" cmpd="sng" w="12700">
              <a:solidFill>
                <a:schemeClr val="dk1"/>
              </a:solidFill>
              <a:prstDash val="solid"/>
              <a:miter lim="800000"/>
              <a:headEnd len="sm" w="sm" type="none"/>
              <a:tailEnd len="sm" w="sm" type="none"/>
            </a:ln>
          </p:spPr>
        </p:cxnSp>
        <p:sp>
          <p:nvSpPr>
            <p:cNvPr id="4006" name="Google Shape;4006;p78"/>
            <p:cNvSpPr txBox="1"/>
            <p:nvPr/>
          </p:nvSpPr>
          <p:spPr>
            <a:xfrm>
              <a:off x="9846148" y="1727551"/>
              <a:ext cx="36260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a:t>
              </a:r>
              <a:endParaRPr/>
            </a:p>
          </p:txBody>
        </p:sp>
        <p:sp>
          <p:nvSpPr>
            <p:cNvPr id="4007" name="Google Shape;4007;p78"/>
            <p:cNvSpPr txBox="1"/>
            <p:nvPr/>
          </p:nvSpPr>
          <p:spPr>
            <a:xfrm>
              <a:off x="9844697" y="4149731"/>
              <a:ext cx="43954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a:t>
              </a:r>
              <a:endParaRPr/>
            </a:p>
          </p:txBody>
        </p:sp>
        <p:sp>
          <p:nvSpPr>
            <p:cNvPr id="4008" name="Google Shape;4008;p78"/>
            <p:cNvSpPr txBox="1"/>
            <p:nvPr/>
          </p:nvSpPr>
          <p:spPr>
            <a:xfrm>
              <a:off x="10740738" y="2137677"/>
              <a:ext cx="35137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B</a:t>
              </a:r>
              <a:endParaRPr/>
            </a:p>
          </p:txBody>
        </p:sp>
        <p:sp>
          <p:nvSpPr>
            <p:cNvPr id="4009" name="Google Shape;4009;p78"/>
            <p:cNvSpPr txBox="1"/>
            <p:nvPr/>
          </p:nvSpPr>
          <p:spPr>
            <a:xfrm>
              <a:off x="8061935" y="3914988"/>
              <a:ext cx="42832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B’</a:t>
              </a:r>
              <a:endParaRPr/>
            </a:p>
          </p:txBody>
        </p:sp>
        <p:sp>
          <p:nvSpPr>
            <p:cNvPr id="4010" name="Google Shape;4010;p78"/>
            <p:cNvSpPr txBox="1"/>
            <p:nvPr/>
          </p:nvSpPr>
          <p:spPr>
            <a:xfrm>
              <a:off x="10739721" y="3994819"/>
              <a:ext cx="34817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C</a:t>
              </a:r>
              <a:endParaRPr/>
            </a:p>
          </p:txBody>
        </p:sp>
        <p:sp>
          <p:nvSpPr>
            <p:cNvPr id="4011" name="Google Shape;4011;p78"/>
            <p:cNvSpPr txBox="1"/>
            <p:nvPr/>
          </p:nvSpPr>
          <p:spPr>
            <a:xfrm>
              <a:off x="8044749" y="2060029"/>
              <a:ext cx="42511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C’</a:t>
              </a:r>
              <a:endParaRPr/>
            </a:p>
          </p:txBody>
        </p:sp>
        <p:grpSp>
          <p:nvGrpSpPr>
            <p:cNvPr id="4012" name="Google Shape;4012;p78"/>
            <p:cNvGrpSpPr/>
            <p:nvPr/>
          </p:nvGrpSpPr>
          <p:grpSpPr>
            <a:xfrm>
              <a:off x="7686715" y="2428791"/>
              <a:ext cx="833957" cy="690324"/>
              <a:chOff x="-44" y="1473"/>
              <a:chExt cx="981" cy="1105"/>
            </a:xfrm>
          </p:grpSpPr>
          <p:pic>
            <p:nvPicPr>
              <p:cNvPr descr="desktop_computer_stylized_medium" id="4013" name="Google Shape;4013;p7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014" name="Google Shape;4014;p7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4015" name="Google Shape;4015;p78"/>
            <p:cNvGrpSpPr/>
            <p:nvPr/>
          </p:nvGrpSpPr>
          <p:grpSpPr>
            <a:xfrm>
              <a:off x="7670306" y="3312731"/>
              <a:ext cx="833957" cy="690324"/>
              <a:chOff x="-44" y="1473"/>
              <a:chExt cx="981" cy="1105"/>
            </a:xfrm>
          </p:grpSpPr>
          <p:pic>
            <p:nvPicPr>
              <p:cNvPr descr="desktop_computer_stylized_medium" id="4016" name="Google Shape;4016;p7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017" name="Google Shape;4017;p7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4018" name="Google Shape;4018;p78"/>
            <p:cNvSpPr txBox="1"/>
            <p:nvPr/>
          </p:nvSpPr>
          <p:spPr>
            <a:xfrm>
              <a:off x="9340356" y="2722016"/>
              <a:ext cx="312737" cy="3698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Calibri"/>
                <a:buNone/>
              </a:pPr>
              <a:r>
                <a:rPr b="0" i="0" lang="en-US" sz="1800" u="none" cap="none" strike="noStrike">
                  <a:solidFill>
                    <a:srgbClr val="C00000"/>
                  </a:solidFill>
                  <a:latin typeface="Calibri"/>
                  <a:ea typeface="Calibri"/>
                  <a:cs typeface="Calibri"/>
                  <a:sym typeface="Calibri"/>
                </a:rPr>
                <a:t>1</a:t>
              </a:r>
              <a:endParaRPr/>
            </a:p>
          </p:txBody>
        </p:sp>
        <p:sp>
          <p:nvSpPr>
            <p:cNvPr id="4019" name="Google Shape;4019;p78"/>
            <p:cNvSpPr txBox="1"/>
            <p:nvPr/>
          </p:nvSpPr>
          <p:spPr>
            <a:xfrm>
              <a:off x="9775745" y="2800425"/>
              <a:ext cx="30168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Calibri"/>
                <a:buNone/>
              </a:pPr>
              <a:r>
                <a:rPr b="0" i="0" lang="en-US" sz="1800" u="none" cap="none" strike="noStrike">
                  <a:solidFill>
                    <a:srgbClr val="C00000"/>
                  </a:solidFill>
                  <a:latin typeface="Calibri"/>
                  <a:ea typeface="Calibri"/>
                  <a:cs typeface="Calibri"/>
                  <a:sym typeface="Calibri"/>
                </a:rPr>
                <a:t>2</a:t>
              </a:r>
              <a:endParaRPr/>
            </a:p>
          </p:txBody>
        </p:sp>
        <p:sp>
          <p:nvSpPr>
            <p:cNvPr id="4020" name="Google Shape;4020;p78"/>
            <p:cNvSpPr txBox="1"/>
            <p:nvPr/>
          </p:nvSpPr>
          <p:spPr>
            <a:xfrm>
              <a:off x="9922900" y="3225116"/>
              <a:ext cx="30168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Calibri"/>
                <a:buNone/>
              </a:pPr>
              <a:r>
                <a:rPr b="0" i="0" lang="en-US" sz="1800" u="none" cap="none" strike="noStrike">
                  <a:solidFill>
                    <a:srgbClr val="C00000"/>
                  </a:solidFill>
                  <a:latin typeface="Calibri"/>
                  <a:ea typeface="Calibri"/>
                  <a:cs typeface="Calibri"/>
                  <a:sym typeface="Calibri"/>
                </a:rPr>
                <a:t>3</a:t>
              </a:r>
              <a:endParaRPr/>
            </a:p>
          </p:txBody>
        </p:sp>
        <p:sp>
          <p:nvSpPr>
            <p:cNvPr id="4021" name="Google Shape;4021;p78"/>
            <p:cNvSpPr txBox="1"/>
            <p:nvPr/>
          </p:nvSpPr>
          <p:spPr>
            <a:xfrm>
              <a:off x="9525472" y="3474353"/>
              <a:ext cx="30168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Calibri"/>
                <a:buNone/>
              </a:pPr>
              <a:r>
                <a:rPr b="0" i="0" lang="en-US" sz="1800" u="none" cap="none" strike="noStrike">
                  <a:solidFill>
                    <a:srgbClr val="C00000"/>
                  </a:solidFill>
                  <a:latin typeface="Calibri"/>
                  <a:ea typeface="Calibri"/>
                  <a:cs typeface="Calibri"/>
                  <a:sym typeface="Calibri"/>
                </a:rPr>
                <a:t>4</a:t>
              </a:r>
              <a:endParaRPr/>
            </a:p>
          </p:txBody>
        </p:sp>
        <p:sp>
          <p:nvSpPr>
            <p:cNvPr id="4022" name="Google Shape;4022;p78"/>
            <p:cNvSpPr txBox="1"/>
            <p:nvPr/>
          </p:nvSpPr>
          <p:spPr>
            <a:xfrm>
              <a:off x="9061577" y="3440668"/>
              <a:ext cx="30168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Calibri"/>
                <a:buNone/>
              </a:pPr>
              <a:r>
                <a:rPr b="0" i="0" lang="en-US" sz="1800" u="none" cap="none" strike="noStrike">
                  <a:solidFill>
                    <a:srgbClr val="C00000"/>
                  </a:solidFill>
                  <a:latin typeface="Calibri"/>
                  <a:ea typeface="Calibri"/>
                  <a:cs typeface="Calibri"/>
                  <a:sym typeface="Calibri"/>
                </a:rPr>
                <a:t>5</a:t>
              </a:r>
              <a:endParaRPr/>
            </a:p>
          </p:txBody>
        </p:sp>
        <p:sp>
          <p:nvSpPr>
            <p:cNvPr id="4023" name="Google Shape;4023;p78"/>
            <p:cNvSpPr txBox="1"/>
            <p:nvPr/>
          </p:nvSpPr>
          <p:spPr>
            <a:xfrm>
              <a:off x="8947484" y="3014530"/>
              <a:ext cx="319087" cy="3698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Calibri"/>
                <a:buNone/>
              </a:pPr>
              <a:r>
                <a:rPr b="0" i="0" lang="en-US" sz="1800" u="none" cap="none" strike="noStrike">
                  <a:solidFill>
                    <a:srgbClr val="C00000"/>
                  </a:solidFill>
                  <a:latin typeface="Calibri"/>
                  <a:ea typeface="Calibri"/>
                  <a:cs typeface="Calibri"/>
                  <a:sym typeface="Calibri"/>
                </a:rPr>
                <a:t>6</a:t>
              </a:r>
              <a:endParaRPr/>
            </a:p>
          </p:txBody>
        </p:sp>
        <p:sp>
          <p:nvSpPr>
            <p:cNvPr id="4024" name="Google Shape;4024;p78"/>
            <p:cNvSpPr/>
            <p:nvPr/>
          </p:nvSpPr>
          <p:spPr>
            <a:xfrm rot="5400000">
              <a:off x="8461713" y="2732203"/>
              <a:ext cx="103894" cy="250450"/>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omic Sans MS"/>
                <a:buNone/>
              </a:pPr>
              <a:r>
                <a:rPr b="0" i="0" lang="en-US" sz="1800" u="none" cap="none" strike="noStrike">
                  <a:solidFill>
                    <a:srgbClr val="000000"/>
                  </a:solidFill>
                  <a:latin typeface="Comic Sans MS"/>
                  <a:ea typeface="Comic Sans MS"/>
                  <a:cs typeface="Comic Sans MS"/>
                  <a:sym typeface="Comic Sans MS"/>
                </a:rPr>
                <a:t> </a:t>
              </a:r>
              <a:endParaRPr/>
            </a:p>
          </p:txBody>
        </p:sp>
        <p:sp>
          <p:nvSpPr>
            <p:cNvPr id="4025" name="Google Shape;4025;p78"/>
            <p:cNvSpPr/>
            <p:nvPr/>
          </p:nvSpPr>
          <p:spPr>
            <a:xfrm rot="5400000">
              <a:off x="8476898" y="3630561"/>
              <a:ext cx="103894" cy="250450"/>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omic Sans MS"/>
                <a:buNone/>
              </a:pPr>
              <a:r>
                <a:rPr b="0" i="0" lang="en-US" sz="1800" u="none" cap="none" strike="noStrike">
                  <a:solidFill>
                    <a:srgbClr val="000000"/>
                  </a:solidFill>
                  <a:latin typeface="Comic Sans MS"/>
                  <a:ea typeface="Comic Sans MS"/>
                  <a:cs typeface="Comic Sans MS"/>
                  <a:sym typeface="Comic Sans MS"/>
                </a:rPr>
                <a:t> </a:t>
              </a:r>
              <a:endParaRPr/>
            </a:p>
          </p:txBody>
        </p:sp>
        <p:sp>
          <p:nvSpPr>
            <p:cNvPr id="4026" name="Google Shape;4026;p78"/>
            <p:cNvSpPr/>
            <p:nvPr/>
          </p:nvSpPr>
          <p:spPr>
            <a:xfrm rot="5400000">
              <a:off x="10579799" y="2734470"/>
              <a:ext cx="103894" cy="250450"/>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omic Sans MS"/>
                <a:buNone/>
              </a:pPr>
              <a:r>
                <a:rPr b="0" i="0" lang="en-US" sz="1800" u="none" cap="none" strike="noStrike">
                  <a:solidFill>
                    <a:srgbClr val="000000"/>
                  </a:solidFill>
                  <a:latin typeface="Comic Sans MS"/>
                  <a:ea typeface="Comic Sans MS"/>
                  <a:cs typeface="Comic Sans MS"/>
                  <a:sym typeface="Comic Sans MS"/>
                </a:rPr>
                <a:t> </a:t>
              </a:r>
              <a:endParaRPr/>
            </a:p>
          </p:txBody>
        </p:sp>
        <p:sp>
          <p:nvSpPr>
            <p:cNvPr id="4027" name="Google Shape;4027;p78"/>
            <p:cNvSpPr/>
            <p:nvPr/>
          </p:nvSpPr>
          <p:spPr>
            <a:xfrm rot="5400000">
              <a:off x="10594984" y="3632828"/>
              <a:ext cx="103894" cy="250450"/>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omic Sans MS"/>
                <a:buNone/>
              </a:pPr>
              <a:r>
                <a:rPr b="0" i="0" lang="en-US" sz="1800" u="none" cap="none" strike="noStrike">
                  <a:solidFill>
                    <a:srgbClr val="000000"/>
                  </a:solidFill>
                  <a:latin typeface="Comic Sans MS"/>
                  <a:ea typeface="Comic Sans MS"/>
                  <a:cs typeface="Comic Sans MS"/>
                  <a:sym typeface="Comic Sans MS"/>
                </a:rPr>
                <a:t> </a:t>
              </a:r>
              <a:endParaRPr/>
            </a:p>
          </p:txBody>
        </p:sp>
        <p:grpSp>
          <p:nvGrpSpPr>
            <p:cNvPr id="4028" name="Google Shape;4028;p78"/>
            <p:cNvGrpSpPr/>
            <p:nvPr/>
          </p:nvGrpSpPr>
          <p:grpSpPr>
            <a:xfrm>
              <a:off x="10416209" y="2517915"/>
              <a:ext cx="799548" cy="697947"/>
              <a:chOff x="-44" y="1473"/>
              <a:chExt cx="981" cy="1105"/>
            </a:xfrm>
          </p:grpSpPr>
          <p:pic>
            <p:nvPicPr>
              <p:cNvPr descr="desktop_computer_stylized_medium" id="4029" name="Google Shape;4029;p78"/>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4030" name="Google Shape;4030;p7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descr="desktop_computer_stylized_medium" id="4031" name="Google Shape;4031;p78"/>
            <p:cNvPicPr preferRelativeResize="0"/>
            <p:nvPr/>
          </p:nvPicPr>
          <p:blipFill rotWithShape="1">
            <a:blip r:embed="rId4">
              <a:alphaModFix/>
            </a:blip>
            <a:srcRect b="0" l="0" r="0" t="0"/>
            <a:stretch/>
          </p:blipFill>
          <p:spPr>
            <a:xfrm flipH="1">
              <a:off x="10395649" y="3398050"/>
              <a:ext cx="853270" cy="741697"/>
            </a:xfrm>
            <a:prstGeom prst="rect">
              <a:avLst/>
            </a:prstGeom>
            <a:noFill/>
            <a:ln>
              <a:noFill/>
            </a:ln>
          </p:spPr>
        </p:pic>
        <p:sp>
          <p:nvSpPr>
            <p:cNvPr id="4032" name="Google Shape;4032;p78"/>
            <p:cNvSpPr/>
            <p:nvPr/>
          </p:nvSpPr>
          <p:spPr>
            <a:xfrm flipH="1">
              <a:off x="10752102" y="3466315"/>
              <a:ext cx="414893" cy="339637"/>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4033" name="Google Shape;4033;p78"/>
            <p:cNvCxnSpPr>
              <a:stCxn id="4024" idx="0"/>
              <a:endCxn id="4027" idx="2"/>
            </p:cNvCxnSpPr>
            <p:nvPr/>
          </p:nvCxnSpPr>
          <p:spPr>
            <a:xfrm>
              <a:off x="8638885" y="2857428"/>
              <a:ext cx="1882800" cy="900600"/>
            </a:xfrm>
            <a:prstGeom prst="straightConnector1">
              <a:avLst/>
            </a:prstGeom>
            <a:noFill/>
            <a:ln cap="flat" cmpd="sng" w="12700">
              <a:solidFill>
                <a:schemeClr val="dk1"/>
              </a:solidFill>
              <a:prstDash val="solid"/>
              <a:miter lim="800000"/>
              <a:headEnd len="sm" w="sm" type="none"/>
              <a:tailEnd len="sm" w="sm" type="none"/>
            </a:ln>
          </p:spPr>
        </p:cxnSp>
        <p:cxnSp>
          <p:nvCxnSpPr>
            <p:cNvPr id="4034" name="Google Shape;4034;p78"/>
            <p:cNvCxnSpPr/>
            <p:nvPr/>
          </p:nvCxnSpPr>
          <p:spPr>
            <a:xfrm flipH="1" rot="10800000">
              <a:off x="8648700" y="2858184"/>
              <a:ext cx="1869638" cy="904433"/>
            </a:xfrm>
            <a:prstGeom prst="straightConnector1">
              <a:avLst/>
            </a:prstGeom>
            <a:noFill/>
            <a:ln cap="flat" cmpd="sng" w="12700">
              <a:solidFill>
                <a:schemeClr val="dk1"/>
              </a:solidFill>
              <a:prstDash val="solid"/>
              <a:miter lim="800000"/>
              <a:headEnd len="sm" w="sm" type="none"/>
              <a:tailEnd len="sm" w="sm" type="none"/>
            </a:ln>
          </p:spPr>
        </p:cxnSp>
        <p:sp>
          <p:nvSpPr>
            <p:cNvPr id="4035" name="Google Shape;4035;p78"/>
            <p:cNvSpPr/>
            <p:nvPr/>
          </p:nvSpPr>
          <p:spPr>
            <a:xfrm rot="10800000">
              <a:off x="9534072" y="2230527"/>
              <a:ext cx="103894" cy="250450"/>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omic Sans MS"/>
                <a:buNone/>
              </a:pPr>
              <a:r>
                <a:rPr b="0" i="0" lang="en-US" sz="1800" u="none" cap="none" strike="noStrike">
                  <a:solidFill>
                    <a:srgbClr val="000000"/>
                  </a:solidFill>
                  <a:latin typeface="Comic Sans MS"/>
                  <a:ea typeface="Comic Sans MS"/>
                  <a:cs typeface="Comic Sans MS"/>
                  <a:sym typeface="Comic Sans MS"/>
                </a:rPr>
                <a:t> </a:t>
              </a:r>
              <a:endParaRPr/>
            </a:p>
          </p:txBody>
        </p:sp>
        <p:sp>
          <p:nvSpPr>
            <p:cNvPr id="4036" name="Google Shape;4036;p78"/>
            <p:cNvSpPr/>
            <p:nvPr/>
          </p:nvSpPr>
          <p:spPr>
            <a:xfrm rot="10800000">
              <a:off x="9531052" y="3935912"/>
              <a:ext cx="103894" cy="250450"/>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omic Sans MS"/>
                <a:buNone/>
              </a:pPr>
              <a:r>
                <a:rPr b="0" i="0" lang="en-US" sz="1800" u="none" cap="none" strike="noStrike">
                  <a:solidFill>
                    <a:srgbClr val="000000"/>
                  </a:solidFill>
                  <a:latin typeface="Comic Sans MS"/>
                  <a:ea typeface="Comic Sans MS"/>
                  <a:cs typeface="Comic Sans MS"/>
                  <a:sym typeface="Comic Sans MS"/>
                </a:rPr>
                <a:t> </a:t>
              </a:r>
              <a:endParaRPr/>
            </a:p>
          </p:txBody>
        </p:sp>
        <p:grpSp>
          <p:nvGrpSpPr>
            <p:cNvPr id="4037" name="Google Shape;4037;p78"/>
            <p:cNvGrpSpPr/>
            <p:nvPr/>
          </p:nvGrpSpPr>
          <p:grpSpPr>
            <a:xfrm>
              <a:off x="9236687" y="3108787"/>
              <a:ext cx="711278" cy="420709"/>
              <a:chOff x="3668110" y="2448910"/>
              <a:chExt cx="3794234" cy="2165130"/>
            </a:xfrm>
          </p:grpSpPr>
          <p:sp>
            <p:nvSpPr>
              <p:cNvPr id="4038" name="Google Shape;4038;p78"/>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039" name="Google Shape;4039;p78"/>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4040" name="Google Shape;4040;p78"/>
              <p:cNvGrpSpPr/>
              <p:nvPr/>
            </p:nvGrpSpPr>
            <p:grpSpPr>
              <a:xfrm>
                <a:off x="3941378" y="2603243"/>
                <a:ext cx="3202061" cy="1066110"/>
                <a:chOff x="7939341" y="3037317"/>
                <a:chExt cx="897649" cy="353919"/>
              </a:xfrm>
            </p:grpSpPr>
            <p:sp>
              <p:nvSpPr>
                <p:cNvPr id="4041" name="Google Shape;4041;p78"/>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042" name="Google Shape;4042;p78"/>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043" name="Google Shape;4043;p78"/>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044" name="Google Shape;4044;p78"/>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045" name="Google Shape;4045;p78"/>
            <p:cNvGrpSpPr/>
            <p:nvPr/>
          </p:nvGrpSpPr>
          <p:grpSpPr>
            <a:xfrm>
              <a:off x="9011867" y="4020081"/>
              <a:ext cx="853270" cy="741697"/>
              <a:chOff x="-44" y="1473"/>
              <a:chExt cx="981" cy="1105"/>
            </a:xfrm>
          </p:grpSpPr>
          <p:pic>
            <p:nvPicPr>
              <p:cNvPr descr="desktop_computer_stylized_medium" id="4046" name="Google Shape;4046;p78"/>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4047" name="Google Shape;4047;p7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4048" name="Google Shape;4048;p78"/>
            <p:cNvGrpSpPr/>
            <p:nvPr/>
          </p:nvGrpSpPr>
          <p:grpSpPr>
            <a:xfrm>
              <a:off x="9087713" y="1697644"/>
              <a:ext cx="853270" cy="741697"/>
              <a:chOff x="-44" y="1473"/>
              <a:chExt cx="981" cy="1105"/>
            </a:xfrm>
          </p:grpSpPr>
          <p:pic>
            <p:nvPicPr>
              <p:cNvPr descr="desktop_computer_stylized_medium" id="4049" name="Google Shape;4049;p78"/>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4050" name="Google Shape;4050;p7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sp>
        <p:nvSpPr>
          <p:cNvPr id="4051" name="Google Shape;4051;p78"/>
          <p:cNvSpPr txBox="1"/>
          <p:nvPr/>
        </p:nvSpPr>
        <p:spPr>
          <a:xfrm>
            <a:off x="976536" y="1261672"/>
            <a:ext cx="5123322" cy="4956019"/>
          </a:xfrm>
          <a:prstGeom prst="rect">
            <a:avLst/>
          </a:prstGeom>
          <a:noFill/>
          <a:ln>
            <a:noFill/>
          </a:ln>
        </p:spPr>
        <p:txBody>
          <a:bodyPr anchorCtr="0" anchor="t" bIns="45700" lIns="91425" spcFirstLastPara="1" rIns="91425" wrap="square" tIns="45700">
            <a:normAutofit/>
          </a:bodyPr>
          <a:lstStyle/>
          <a:p>
            <a:pPr indent="-231775" lvl="0" marL="231775" marR="0" rtl="0" algn="l">
              <a:lnSpc>
                <a:spcPct val="10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switch</a:t>
            </a:r>
            <a:r>
              <a:rPr b="0" i="0" lang="en-US" sz="3200" u="none" cap="none" strike="noStrike">
                <a:solidFill>
                  <a:srgbClr val="FF0000"/>
                </a:solidFill>
                <a:latin typeface="Calibri"/>
                <a:ea typeface="Calibri"/>
                <a:cs typeface="Calibri"/>
                <a:sym typeface="Calibri"/>
              </a:rPr>
              <a:t> </a:t>
            </a:r>
            <a:r>
              <a:rPr b="0" i="1" lang="en-US" sz="3200" u="none" cap="none" strike="noStrike">
                <a:solidFill>
                  <a:srgbClr val="CC0000"/>
                </a:solidFill>
                <a:latin typeface="Calibri"/>
                <a:ea typeface="Calibri"/>
                <a:cs typeface="Calibri"/>
                <a:sym typeface="Calibri"/>
              </a:rPr>
              <a:t>learns</a:t>
            </a:r>
            <a:r>
              <a:rPr b="0" i="0" lang="en-US" sz="3200" u="none" cap="none" strike="noStrike">
                <a:solidFill>
                  <a:srgbClr val="CC0000"/>
                </a:solidFill>
                <a:latin typeface="Calibri"/>
                <a:ea typeface="Calibri"/>
                <a:cs typeface="Calibri"/>
                <a:sym typeface="Calibri"/>
              </a:rPr>
              <a:t> </a:t>
            </a:r>
            <a:r>
              <a:rPr b="0" i="0" lang="en-US" sz="3200" u="none" cap="none" strike="noStrike">
                <a:solidFill>
                  <a:srgbClr val="000000"/>
                </a:solidFill>
                <a:latin typeface="Calibri"/>
                <a:ea typeface="Calibri"/>
                <a:cs typeface="Calibri"/>
                <a:sym typeface="Calibri"/>
              </a:rPr>
              <a:t>which hosts can be reached through which interfaces</a:t>
            </a:r>
            <a:endParaRPr/>
          </a:p>
        </p:txBody>
      </p:sp>
      <p:grpSp>
        <p:nvGrpSpPr>
          <p:cNvPr id="4052" name="Google Shape;4052;p78"/>
          <p:cNvGrpSpPr/>
          <p:nvPr/>
        </p:nvGrpSpPr>
        <p:grpSpPr>
          <a:xfrm>
            <a:off x="9401904" y="1700213"/>
            <a:ext cx="1428750" cy="369887"/>
            <a:chOff x="1750" y="3514"/>
            <a:chExt cx="900" cy="233"/>
          </a:xfrm>
        </p:grpSpPr>
        <p:sp>
          <p:nvSpPr>
            <p:cNvPr id="4053" name="Google Shape;4053;p78"/>
            <p:cNvSpPr/>
            <p:nvPr/>
          </p:nvSpPr>
          <p:spPr>
            <a:xfrm>
              <a:off x="1771" y="3542"/>
              <a:ext cx="879" cy="166"/>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054" name="Google Shape;4054;p78"/>
            <p:cNvSpPr txBox="1"/>
            <p:nvPr/>
          </p:nvSpPr>
          <p:spPr>
            <a:xfrm>
              <a:off x="1750" y="3514"/>
              <a:ext cx="356" cy="23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A A’</a:t>
              </a:r>
              <a:endParaRPr b="0" i="0" sz="1800" u="none" cap="none" strike="noStrike">
                <a:solidFill>
                  <a:srgbClr val="FFFFFF"/>
                </a:solidFill>
                <a:latin typeface="Arial"/>
                <a:ea typeface="Arial"/>
                <a:cs typeface="Arial"/>
                <a:sym typeface="Arial"/>
              </a:endParaRPr>
            </a:p>
          </p:txBody>
        </p:sp>
        <p:cxnSp>
          <p:nvCxnSpPr>
            <p:cNvPr id="4055" name="Google Shape;4055;p78"/>
            <p:cNvCxnSpPr/>
            <p:nvPr/>
          </p:nvCxnSpPr>
          <p:spPr>
            <a:xfrm>
              <a:off x="1936" y="3545"/>
              <a:ext cx="0" cy="166"/>
            </a:xfrm>
            <a:prstGeom prst="straightConnector1">
              <a:avLst/>
            </a:prstGeom>
            <a:noFill/>
            <a:ln cap="flat" cmpd="sng" w="9525">
              <a:solidFill>
                <a:srgbClr val="000000"/>
              </a:solidFill>
              <a:prstDash val="solid"/>
              <a:round/>
              <a:headEnd len="med" w="med" type="none"/>
              <a:tailEnd len="med" w="med" type="none"/>
            </a:ln>
          </p:spPr>
        </p:cxnSp>
        <p:cxnSp>
          <p:nvCxnSpPr>
            <p:cNvPr id="4056" name="Google Shape;4056;p78"/>
            <p:cNvCxnSpPr/>
            <p:nvPr/>
          </p:nvCxnSpPr>
          <p:spPr>
            <a:xfrm>
              <a:off x="2116" y="3540"/>
              <a:ext cx="0" cy="166"/>
            </a:xfrm>
            <a:prstGeom prst="straightConnector1">
              <a:avLst/>
            </a:prstGeom>
            <a:noFill/>
            <a:ln cap="flat" cmpd="sng" w="9525">
              <a:solidFill>
                <a:srgbClr val="000000"/>
              </a:solidFill>
              <a:prstDash val="solid"/>
              <a:round/>
              <a:headEnd len="med" w="med" type="none"/>
              <a:tailEnd len="med" w="med" type="none"/>
            </a:ln>
          </p:spPr>
        </p:cxnSp>
      </p:grpSp>
      <p:grpSp>
        <p:nvGrpSpPr>
          <p:cNvPr id="4057" name="Google Shape;4057;p78"/>
          <p:cNvGrpSpPr/>
          <p:nvPr/>
        </p:nvGrpSpPr>
        <p:grpSpPr>
          <a:xfrm>
            <a:off x="9617804" y="1001713"/>
            <a:ext cx="1450975" cy="714375"/>
            <a:chOff x="4406" y="331"/>
            <a:chExt cx="914" cy="450"/>
          </a:xfrm>
        </p:grpSpPr>
        <p:cxnSp>
          <p:nvCxnSpPr>
            <p:cNvPr id="4058" name="Google Shape;4058;p78"/>
            <p:cNvCxnSpPr/>
            <p:nvPr/>
          </p:nvCxnSpPr>
          <p:spPr>
            <a:xfrm flipH="1" rot="10800000">
              <a:off x="4406" y="439"/>
              <a:ext cx="252" cy="339"/>
            </a:xfrm>
            <a:prstGeom prst="straightConnector1">
              <a:avLst/>
            </a:prstGeom>
            <a:noFill/>
            <a:ln cap="flat" cmpd="sng" w="9525">
              <a:solidFill>
                <a:srgbClr val="000000"/>
              </a:solidFill>
              <a:prstDash val="solid"/>
              <a:round/>
              <a:headEnd len="med" w="med" type="triangle"/>
              <a:tailEnd len="med" w="med" type="none"/>
            </a:ln>
          </p:spPr>
        </p:cxnSp>
        <p:cxnSp>
          <p:nvCxnSpPr>
            <p:cNvPr id="4059" name="Google Shape;4059;p78"/>
            <p:cNvCxnSpPr/>
            <p:nvPr/>
          </p:nvCxnSpPr>
          <p:spPr>
            <a:xfrm flipH="1" rot="10800000">
              <a:off x="4524" y="594"/>
              <a:ext cx="137" cy="187"/>
            </a:xfrm>
            <a:prstGeom prst="straightConnector1">
              <a:avLst/>
            </a:prstGeom>
            <a:noFill/>
            <a:ln cap="flat" cmpd="sng" w="9525">
              <a:solidFill>
                <a:srgbClr val="000000"/>
              </a:solidFill>
              <a:prstDash val="solid"/>
              <a:round/>
              <a:headEnd len="med" w="med" type="triangle"/>
              <a:tailEnd len="med" w="med" type="none"/>
            </a:ln>
          </p:spPr>
        </p:cxnSp>
        <p:sp>
          <p:nvSpPr>
            <p:cNvPr id="4060" name="Google Shape;4060;p78"/>
            <p:cNvSpPr txBox="1"/>
            <p:nvPr/>
          </p:nvSpPr>
          <p:spPr>
            <a:xfrm>
              <a:off x="4643" y="331"/>
              <a:ext cx="677" cy="2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Source: A</a:t>
              </a:r>
              <a:endParaRPr/>
            </a:p>
          </p:txBody>
        </p:sp>
        <p:sp>
          <p:nvSpPr>
            <p:cNvPr id="4061" name="Google Shape;4061;p78"/>
            <p:cNvSpPr txBox="1"/>
            <p:nvPr/>
          </p:nvSpPr>
          <p:spPr>
            <a:xfrm>
              <a:off x="4660" y="492"/>
              <a:ext cx="598" cy="2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Dest: A’</a:t>
              </a:r>
              <a:endParaRPr b="0" i="0" sz="1600" u="none" cap="none" strike="noStrike">
                <a:solidFill>
                  <a:srgbClr val="000000"/>
                </a:solidFill>
                <a:latin typeface="Arial"/>
                <a:ea typeface="Arial"/>
                <a:cs typeface="Arial"/>
                <a:sym typeface="Arial"/>
              </a:endParaRPr>
            </a:p>
          </p:txBody>
        </p:sp>
      </p:grpSp>
      <p:grpSp>
        <p:nvGrpSpPr>
          <p:cNvPr id="4062" name="Google Shape;4062;p78"/>
          <p:cNvGrpSpPr/>
          <p:nvPr/>
        </p:nvGrpSpPr>
        <p:grpSpPr>
          <a:xfrm>
            <a:off x="6859613" y="5161978"/>
            <a:ext cx="3017838" cy="1444625"/>
            <a:chOff x="3441" y="3154"/>
            <a:chExt cx="1901" cy="910"/>
          </a:xfrm>
        </p:grpSpPr>
        <p:sp>
          <p:nvSpPr>
            <p:cNvPr id="4063" name="Google Shape;4063;p78"/>
            <p:cNvSpPr/>
            <p:nvPr/>
          </p:nvSpPr>
          <p:spPr>
            <a:xfrm>
              <a:off x="3449" y="3154"/>
              <a:ext cx="1893" cy="907"/>
            </a:xfrm>
            <a:prstGeom prst="rect">
              <a:avLst/>
            </a:prstGeom>
            <a:solidFill>
              <a:schemeClr val="lt1"/>
            </a:solidFill>
            <a:ln cap="flat" cmpd="sng" w="9525">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064" name="Google Shape;4064;p78"/>
            <p:cNvSpPr txBox="1"/>
            <p:nvPr/>
          </p:nvSpPr>
          <p:spPr>
            <a:xfrm>
              <a:off x="3441" y="3175"/>
              <a:ext cx="1867" cy="23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MAC addr   interface    TTL</a:t>
              </a:r>
              <a:endParaRPr/>
            </a:p>
          </p:txBody>
        </p:sp>
        <p:cxnSp>
          <p:nvCxnSpPr>
            <p:cNvPr id="4065" name="Google Shape;4065;p78"/>
            <p:cNvCxnSpPr/>
            <p:nvPr/>
          </p:nvCxnSpPr>
          <p:spPr>
            <a:xfrm>
              <a:off x="4226" y="3154"/>
              <a:ext cx="0" cy="907"/>
            </a:xfrm>
            <a:prstGeom prst="straightConnector1">
              <a:avLst/>
            </a:prstGeom>
            <a:noFill/>
            <a:ln cap="flat" cmpd="sng" w="9525">
              <a:solidFill>
                <a:schemeClr val="dk1"/>
              </a:solidFill>
              <a:prstDash val="solid"/>
              <a:round/>
              <a:headEnd len="med" w="med" type="none"/>
              <a:tailEnd len="med" w="med" type="none"/>
            </a:ln>
          </p:spPr>
        </p:cxnSp>
        <p:cxnSp>
          <p:nvCxnSpPr>
            <p:cNvPr id="4066" name="Google Shape;4066;p78"/>
            <p:cNvCxnSpPr/>
            <p:nvPr/>
          </p:nvCxnSpPr>
          <p:spPr>
            <a:xfrm>
              <a:off x="4963" y="3157"/>
              <a:ext cx="0" cy="907"/>
            </a:xfrm>
            <a:prstGeom prst="straightConnector1">
              <a:avLst/>
            </a:prstGeom>
            <a:noFill/>
            <a:ln cap="flat" cmpd="sng" w="9525">
              <a:solidFill>
                <a:schemeClr val="dk1"/>
              </a:solidFill>
              <a:prstDash val="solid"/>
              <a:round/>
              <a:headEnd len="med" w="med" type="none"/>
              <a:tailEnd len="med" w="med" type="none"/>
            </a:ln>
          </p:spPr>
        </p:cxnSp>
        <p:cxnSp>
          <p:nvCxnSpPr>
            <p:cNvPr id="4067" name="Google Shape;4067;p78"/>
            <p:cNvCxnSpPr/>
            <p:nvPr/>
          </p:nvCxnSpPr>
          <p:spPr>
            <a:xfrm>
              <a:off x="3452" y="3397"/>
              <a:ext cx="1886" cy="0"/>
            </a:xfrm>
            <a:prstGeom prst="straightConnector1">
              <a:avLst/>
            </a:prstGeom>
            <a:noFill/>
            <a:ln cap="flat" cmpd="sng" w="9525">
              <a:solidFill>
                <a:schemeClr val="dk1"/>
              </a:solidFill>
              <a:prstDash val="solid"/>
              <a:round/>
              <a:headEnd len="med" w="med" type="none"/>
              <a:tailEnd len="med" w="med" type="none"/>
            </a:ln>
          </p:spPr>
        </p:cxnSp>
      </p:grpSp>
      <p:sp>
        <p:nvSpPr>
          <p:cNvPr id="4068" name="Google Shape;4068;p78"/>
          <p:cNvSpPr txBox="1"/>
          <p:nvPr/>
        </p:nvSpPr>
        <p:spPr>
          <a:xfrm>
            <a:off x="9971998" y="5026261"/>
            <a:ext cx="1724025" cy="6461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1" lang="en-US" sz="1800" u="none" cap="none" strike="noStrike">
                <a:solidFill>
                  <a:srgbClr val="000000"/>
                </a:solidFill>
                <a:latin typeface="Arial"/>
                <a:ea typeface="Arial"/>
                <a:cs typeface="Arial"/>
                <a:sym typeface="Arial"/>
              </a:rPr>
              <a:t>Switch table </a:t>
            </a:r>
            <a:endParaRPr/>
          </a:p>
          <a:p>
            <a:pPr indent="0" lvl="0" marL="0" marR="0" rtl="0" algn="ctr">
              <a:lnSpc>
                <a:spcPct val="100000"/>
              </a:lnSpc>
              <a:spcBef>
                <a:spcPts val="0"/>
              </a:spcBef>
              <a:spcAft>
                <a:spcPts val="0"/>
              </a:spcAft>
              <a:buClr>
                <a:srgbClr val="000000"/>
              </a:buClr>
              <a:buSzPts val="1800"/>
              <a:buFont typeface="Arial"/>
              <a:buNone/>
            </a:pPr>
            <a:r>
              <a:rPr b="0" i="1" lang="en-US" sz="1800" u="none" cap="none" strike="noStrike">
                <a:solidFill>
                  <a:srgbClr val="000000"/>
                </a:solidFill>
                <a:latin typeface="Arial"/>
                <a:ea typeface="Arial"/>
                <a:cs typeface="Arial"/>
                <a:sym typeface="Arial"/>
              </a:rPr>
              <a:t>(initially empty)</a:t>
            </a:r>
            <a:endParaRPr/>
          </a:p>
        </p:txBody>
      </p:sp>
      <p:grpSp>
        <p:nvGrpSpPr>
          <p:cNvPr id="4069" name="Google Shape;4069;p78"/>
          <p:cNvGrpSpPr/>
          <p:nvPr/>
        </p:nvGrpSpPr>
        <p:grpSpPr>
          <a:xfrm>
            <a:off x="7294588" y="5595366"/>
            <a:ext cx="2471738" cy="376237"/>
            <a:chOff x="2376" y="3383"/>
            <a:chExt cx="1557" cy="237"/>
          </a:xfrm>
        </p:grpSpPr>
        <p:sp>
          <p:nvSpPr>
            <p:cNvPr id="4070" name="Google Shape;4070;p78"/>
            <p:cNvSpPr txBox="1"/>
            <p:nvPr/>
          </p:nvSpPr>
          <p:spPr>
            <a:xfrm>
              <a:off x="2376" y="3388"/>
              <a:ext cx="221"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rgbClr val="000000"/>
                  </a:solidFill>
                  <a:latin typeface="Arial"/>
                  <a:ea typeface="Arial"/>
                  <a:cs typeface="Arial"/>
                  <a:sym typeface="Arial"/>
                </a:rPr>
                <a:t>A</a:t>
              </a:r>
              <a:endParaRPr/>
            </a:p>
          </p:txBody>
        </p:sp>
        <p:sp>
          <p:nvSpPr>
            <p:cNvPr id="4071" name="Google Shape;4071;p78"/>
            <p:cNvSpPr txBox="1"/>
            <p:nvPr/>
          </p:nvSpPr>
          <p:spPr>
            <a:xfrm>
              <a:off x="3133" y="3387"/>
              <a:ext cx="197" cy="23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rgbClr val="000000"/>
                  </a:solidFill>
                  <a:latin typeface="Arial"/>
                  <a:ea typeface="Arial"/>
                  <a:cs typeface="Arial"/>
                  <a:sym typeface="Arial"/>
                </a:rPr>
                <a:t>1</a:t>
              </a:r>
              <a:endParaRPr/>
            </a:p>
          </p:txBody>
        </p:sp>
        <p:sp>
          <p:nvSpPr>
            <p:cNvPr id="4072" name="Google Shape;4072;p78"/>
            <p:cNvSpPr txBox="1"/>
            <p:nvPr/>
          </p:nvSpPr>
          <p:spPr>
            <a:xfrm>
              <a:off x="3655" y="3383"/>
              <a:ext cx="278" cy="23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rgbClr val="000000"/>
                  </a:solidFill>
                  <a:latin typeface="Arial"/>
                  <a:ea typeface="Arial"/>
                  <a:cs typeface="Arial"/>
                  <a:sym typeface="Arial"/>
                </a:rPr>
                <a:t>60</a:t>
              </a:r>
              <a:endParaRPr/>
            </a:p>
          </p:txBody>
        </p:sp>
      </p:grpSp>
      <p:sp>
        <p:nvSpPr>
          <p:cNvPr id="4073" name="Google Shape;4073;p78"/>
          <p:cNvSpPr txBox="1"/>
          <p:nvPr/>
        </p:nvSpPr>
        <p:spPr>
          <a:xfrm>
            <a:off x="770121" y="2803034"/>
            <a:ext cx="5123322" cy="1410151"/>
          </a:xfrm>
          <a:prstGeom prst="rect">
            <a:avLst/>
          </a:prstGeom>
          <a:noFill/>
          <a:ln>
            <a:noFill/>
          </a:ln>
        </p:spPr>
        <p:txBody>
          <a:bodyPr anchorCtr="0" anchor="t" bIns="45700" lIns="91425" spcFirstLastPara="1" rIns="91425" wrap="square" tIns="45700">
            <a:normAutofit/>
          </a:bodyPr>
          <a:lstStyle/>
          <a:p>
            <a:pPr indent="-223837" lvl="1" marL="681038" marR="0" rtl="0" algn="l">
              <a:lnSpc>
                <a:spcPct val="100000"/>
              </a:lnSpc>
              <a:spcBef>
                <a:spcPts val="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when frame received, switch “learns”  location of sender: incoming LAN segment</a:t>
            </a:r>
            <a:endParaRPr/>
          </a:p>
        </p:txBody>
      </p:sp>
      <p:sp>
        <p:nvSpPr>
          <p:cNvPr id="4074" name="Google Shape;4074;p78"/>
          <p:cNvSpPr txBox="1"/>
          <p:nvPr/>
        </p:nvSpPr>
        <p:spPr>
          <a:xfrm>
            <a:off x="783624" y="4101328"/>
            <a:ext cx="5123322" cy="1037831"/>
          </a:xfrm>
          <a:prstGeom prst="rect">
            <a:avLst/>
          </a:prstGeom>
          <a:noFill/>
          <a:ln>
            <a:noFill/>
          </a:ln>
        </p:spPr>
        <p:txBody>
          <a:bodyPr anchorCtr="0" anchor="t" bIns="45700" lIns="91425" spcFirstLastPara="1" rIns="91425" wrap="square" tIns="45700">
            <a:normAutofit/>
          </a:bodyPr>
          <a:lstStyle/>
          <a:p>
            <a:pPr indent="-223837" lvl="1" marL="681038" marR="0" rtl="0" algn="l">
              <a:lnSpc>
                <a:spcPct val="100000"/>
              </a:lnSpc>
              <a:spcBef>
                <a:spcPts val="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records sender/location pair in switch table</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52"/>
                                        </p:tgtEl>
                                        <p:attrNameLst>
                                          <p:attrName>style.visibility</p:attrName>
                                        </p:attrNameLst>
                                      </p:cBhvr>
                                      <p:to>
                                        <p:strVal val="visible"/>
                                      </p:to>
                                    </p:set>
                                    <p:animEffect filter="fade" transition="in">
                                      <p:cBhvr>
                                        <p:cTn dur="500"/>
                                        <p:tgtEl>
                                          <p:spTgt spid="4052"/>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40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2"/>
                                        </p:tgtEl>
                                        <p:attrNameLst>
                                          <p:attrName>style.visibility</p:attrName>
                                        </p:attrNameLst>
                                      </p:cBhvr>
                                      <p:to>
                                        <p:strVal val="visible"/>
                                      </p:to>
                                    </p:set>
                                    <p:animEffect filter="fade" transition="in">
                                      <p:cBhvr>
                                        <p:cTn dur="500"/>
                                        <p:tgtEl>
                                          <p:spTgt spid="4062"/>
                                        </p:tgtEl>
                                      </p:cBhvr>
                                    </p:animEffect>
                                  </p:childTnLst>
                                </p:cTn>
                              </p:par>
                              <p:par>
                                <p:cTn fill="hold" nodeType="withEffect" presetClass="entr" presetID="10" presetSubtype="0">
                                  <p:stCondLst>
                                    <p:cond delay="0"/>
                                  </p:stCondLst>
                                  <p:childTnLst>
                                    <p:set>
                                      <p:cBhvr>
                                        <p:cTn dur="1" fill="hold">
                                          <p:stCondLst>
                                            <p:cond delay="0"/>
                                          </p:stCondLst>
                                        </p:cTn>
                                        <p:tgtEl>
                                          <p:spTgt spid="4068"/>
                                        </p:tgtEl>
                                        <p:attrNameLst>
                                          <p:attrName>style.visibility</p:attrName>
                                        </p:attrNameLst>
                                      </p:cBhvr>
                                      <p:to>
                                        <p:strVal val="visible"/>
                                      </p:to>
                                    </p:set>
                                    <p:animEffect filter="fade" transition="in">
                                      <p:cBhvr>
                                        <p:cTn dur="500"/>
                                        <p:tgtEl>
                                          <p:spTgt spid="40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4057"/>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4073"/>
                                        </p:tgtEl>
                                        <p:attrNameLst>
                                          <p:attrName>style.visibility</p:attrName>
                                        </p:attrNameLst>
                                      </p:cBhvr>
                                      <p:to>
                                        <p:strVal val="visible"/>
                                      </p:to>
                                    </p:set>
                                    <p:animEffect filter="fade" transition="in">
                                      <p:cBhvr>
                                        <p:cTn dur="500"/>
                                        <p:tgtEl>
                                          <p:spTgt spid="40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9"/>
                                        </p:tgtEl>
                                        <p:attrNameLst>
                                          <p:attrName>style.visibility</p:attrName>
                                        </p:attrNameLst>
                                      </p:cBhvr>
                                      <p:to>
                                        <p:strVal val="visible"/>
                                      </p:to>
                                    </p:set>
                                    <p:animEffect filter="fade" transition="in">
                                      <p:cBhvr>
                                        <p:cTn dur="500"/>
                                        <p:tgtEl>
                                          <p:spTgt spid="4069"/>
                                        </p:tgtEl>
                                      </p:cBhvr>
                                    </p:animEffect>
                                  </p:childTnLst>
                                </p:cTn>
                              </p:par>
                              <p:par>
                                <p:cTn fill="hold" nodeType="withEffect" presetClass="entr" presetID="10" presetSubtype="0">
                                  <p:stCondLst>
                                    <p:cond delay="0"/>
                                  </p:stCondLst>
                                  <p:childTnLst>
                                    <p:set>
                                      <p:cBhvr>
                                        <p:cTn dur="1" fill="hold">
                                          <p:stCondLst>
                                            <p:cond delay="0"/>
                                          </p:stCondLst>
                                        </p:cTn>
                                        <p:tgtEl>
                                          <p:spTgt spid="4074"/>
                                        </p:tgtEl>
                                        <p:attrNameLst>
                                          <p:attrName>style.visibility</p:attrName>
                                        </p:attrNameLst>
                                      </p:cBhvr>
                                      <p:to>
                                        <p:strVal val="visible"/>
                                      </p:to>
                                    </p:set>
                                    <p:animEffect filter="fade" transition="in">
                                      <p:cBhvr>
                                        <p:cTn dur="500"/>
                                        <p:tgtEl>
                                          <p:spTgt spid="40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9" name="Shape 4079"/>
        <p:cNvGrpSpPr/>
        <p:nvPr/>
      </p:nvGrpSpPr>
      <p:grpSpPr>
        <a:xfrm>
          <a:off x="0" y="0"/>
          <a:ext cx="0" cy="0"/>
          <a:chOff x="0" y="0"/>
          <a:chExt cx="0" cy="0"/>
        </a:xfrm>
      </p:grpSpPr>
      <p:sp>
        <p:nvSpPr>
          <p:cNvPr id="4080" name="Google Shape;4080;p79"/>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99"/>
              </a:buClr>
              <a:buSzPts val="4400"/>
              <a:buFont typeface="Calibri"/>
              <a:buNone/>
            </a:pPr>
            <a:r>
              <a:rPr b="0" lang="en-US">
                <a:solidFill>
                  <a:srgbClr val="000099"/>
                </a:solidFill>
                <a:latin typeface="Calibri"/>
                <a:ea typeface="Calibri"/>
                <a:cs typeface="Calibri"/>
                <a:sym typeface="Calibri"/>
              </a:rPr>
              <a:t>Switch: frame filtering/forwarding</a:t>
            </a:r>
            <a:endParaRPr b="0" sz="4400">
              <a:latin typeface="Calibri"/>
              <a:ea typeface="Calibri"/>
              <a:cs typeface="Calibri"/>
              <a:sym typeface="Calibri"/>
            </a:endParaRPr>
          </a:p>
        </p:txBody>
      </p:sp>
      <p:sp>
        <p:nvSpPr>
          <p:cNvPr id="4081" name="Google Shape;4081;p7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Link Layer: 6-</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
        <p:nvSpPr>
          <p:cNvPr id="4082" name="Google Shape;4082;p79"/>
          <p:cNvSpPr txBox="1"/>
          <p:nvPr/>
        </p:nvSpPr>
        <p:spPr>
          <a:xfrm>
            <a:off x="630237" y="1370013"/>
            <a:ext cx="10867219" cy="5095875"/>
          </a:xfrm>
          <a:prstGeom prst="rect">
            <a:avLst/>
          </a:prstGeom>
          <a:noFill/>
          <a:ln>
            <a:noFill/>
          </a:ln>
        </p:spPr>
        <p:txBody>
          <a:bodyPr anchorCtr="0" anchor="t" bIns="45700" lIns="91425" spcFirstLastPara="1" rIns="91425" wrap="square" tIns="45700">
            <a:noAutofit/>
          </a:bodyPr>
          <a:lstStyle/>
          <a:p>
            <a:pPr indent="-222250" lvl="0" marL="352425"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000000"/>
                </a:solidFill>
                <a:latin typeface="Calibri"/>
                <a:ea typeface="Calibri"/>
                <a:cs typeface="Calibri"/>
                <a:sym typeface="Calibri"/>
              </a:rPr>
              <a:t>when  frame received at switch:</a:t>
            </a:r>
            <a:endParaRPr b="0" i="0" sz="2800" u="none" cap="none" strike="noStrike">
              <a:solidFill>
                <a:srgbClr val="000000"/>
              </a:solidFill>
              <a:latin typeface="Calibri"/>
              <a:ea typeface="Calibri"/>
              <a:cs typeface="Calibri"/>
              <a:sym typeface="Calibri"/>
            </a:endParaRPr>
          </a:p>
          <a:p>
            <a:pPr indent="-231775" lvl="1" marL="695325" marR="0" rtl="0" algn="l">
              <a:lnSpc>
                <a:spcPct val="90000"/>
              </a:lnSpc>
              <a:spcBef>
                <a:spcPts val="1500"/>
              </a:spcBef>
              <a:spcAft>
                <a:spcPts val="0"/>
              </a:spcAft>
              <a:buClr>
                <a:srgbClr val="0000A8"/>
              </a:buClr>
              <a:buSzPts val="2400"/>
              <a:buFont typeface="Noto Sans Symbols"/>
              <a:buNone/>
            </a:pPr>
            <a:r>
              <a:rPr b="0" i="0" lang="en-US" sz="2400" u="none" cap="none" strike="noStrike">
                <a:solidFill>
                  <a:srgbClr val="000000"/>
                </a:solidFill>
                <a:latin typeface="Calibri"/>
                <a:ea typeface="Calibri"/>
                <a:cs typeface="Calibri"/>
                <a:sym typeface="Calibri"/>
              </a:rPr>
              <a:t>1. </a:t>
            </a:r>
            <a:r>
              <a:rPr b="0" i="0" lang="en-US" sz="2800" u="none" cap="none" strike="noStrike">
                <a:solidFill>
                  <a:srgbClr val="000000"/>
                </a:solidFill>
                <a:latin typeface="Calibri"/>
                <a:ea typeface="Calibri"/>
                <a:cs typeface="Calibri"/>
                <a:sym typeface="Calibri"/>
              </a:rPr>
              <a:t>record incoming link, MAC address of sending host</a:t>
            </a:r>
            <a:endParaRPr/>
          </a:p>
          <a:p>
            <a:pPr indent="-231775" lvl="1" marL="695325" marR="0" rtl="0" algn="l">
              <a:lnSpc>
                <a:spcPct val="90000"/>
              </a:lnSpc>
              <a:spcBef>
                <a:spcPts val="500"/>
              </a:spcBef>
              <a:spcAft>
                <a:spcPts val="0"/>
              </a:spcAft>
              <a:buClr>
                <a:srgbClr val="0000A8"/>
              </a:buClr>
              <a:buSzPts val="2800"/>
              <a:buFont typeface="Noto Sans Symbols"/>
              <a:buNone/>
            </a:pPr>
            <a:r>
              <a:rPr b="0" i="0" lang="en-US" sz="2800" u="none" cap="none" strike="noStrike">
                <a:solidFill>
                  <a:srgbClr val="000000"/>
                </a:solidFill>
                <a:latin typeface="Calibri"/>
                <a:ea typeface="Calibri"/>
                <a:cs typeface="Calibri"/>
                <a:sym typeface="Calibri"/>
              </a:rPr>
              <a:t>2. index switch table using MAC destination address</a:t>
            </a:r>
            <a:endParaRPr b="1" i="0" sz="2800" u="none" cap="none" strike="noStrike">
              <a:solidFill>
                <a:srgbClr val="ED7D31"/>
              </a:solidFill>
              <a:latin typeface="Calibri"/>
              <a:ea typeface="Calibri"/>
              <a:cs typeface="Calibri"/>
              <a:sym typeface="Calibri"/>
            </a:endParaRPr>
          </a:p>
          <a:p>
            <a:pPr indent="-231775" lvl="1" marL="695325" marR="0" rtl="0" algn="l">
              <a:lnSpc>
                <a:spcPct val="90000"/>
              </a:lnSpc>
              <a:spcBef>
                <a:spcPts val="500"/>
              </a:spcBef>
              <a:spcAft>
                <a:spcPts val="0"/>
              </a:spcAft>
              <a:buClr>
                <a:srgbClr val="0000A8"/>
              </a:buClr>
              <a:buSzPts val="2800"/>
              <a:buFont typeface="Noto Sans Symbols"/>
              <a:buNone/>
            </a:pPr>
            <a:r>
              <a:rPr b="0" i="0" lang="en-US" sz="2800" u="none" cap="none" strike="noStrike">
                <a:solidFill>
                  <a:srgbClr val="000099"/>
                </a:solidFill>
                <a:latin typeface="Calibri"/>
                <a:ea typeface="Calibri"/>
                <a:cs typeface="Calibri"/>
                <a:sym typeface="Calibri"/>
              </a:rPr>
              <a:t>3. if</a:t>
            </a:r>
            <a:r>
              <a:rPr b="1" i="0" lang="en-US" sz="2800" u="none" cap="none" strike="noStrike">
                <a:solidFill>
                  <a:srgbClr val="ED7D31"/>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entry found for destination</a:t>
            </a:r>
            <a:br>
              <a:rPr b="0" i="0" lang="en-US" sz="2800" u="none" cap="none" strike="noStrike">
                <a:solidFill>
                  <a:srgbClr val="000000"/>
                </a:solidFill>
                <a:latin typeface="Calibri"/>
                <a:ea typeface="Calibri"/>
                <a:cs typeface="Calibri"/>
                <a:sym typeface="Calibri"/>
              </a:rPr>
            </a:br>
            <a:r>
              <a:rPr b="0" i="0" lang="en-US" sz="2800" u="none" cap="none" strike="noStrike">
                <a:solidFill>
                  <a:srgbClr val="000000"/>
                </a:solidFill>
                <a:latin typeface="Calibri"/>
                <a:ea typeface="Calibri"/>
                <a:cs typeface="Calibri"/>
                <a:sym typeface="Calibri"/>
              </a:rPr>
              <a:t>  </a:t>
            </a:r>
            <a:r>
              <a:rPr b="0" i="0" lang="en-US" sz="2800" u="none" cap="none" strike="noStrike">
                <a:solidFill>
                  <a:srgbClr val="000099"/>
                </a:solidFill>
                <a:latin typeface="Calibri"/>
                <a:ea typeface="Calibri"/>
                <a:cs typeface="Calibri"/>
                <a:sym typeface="Calibri"/>
              </a:rPr>
              <a:t>then {</a:t>
            </a:r>
            <a:endParaRPr/>
          </a:p>
          <a:p>
            <a:pPr indent="-231775" lvl="1" marL="695325" marR="0" rtl="0" algn="l">
              <a:lnSpc>
                <a:spcPct val="90000"/>
              </a:lnSpc>
              <a:spcBef>
                <a:spcPts val="500"/>
              </a:spcBef>
              <a:spcAft>
                <a:spcPts val="0"/>
              </a:spcAft>
              <a:buClr>
                <a:srgbClr val="0000A8"/>
              </a:buClr>
              <a:buSzPts val="2800"/>
              <a:buFont typeface="Noto Sans Symbols"/>
              <a:buNone/>
            </a:pPr>
            <a:r>
              <a:rPr b="1" i="0" lang="en-US" sz="2800" u="none" cap="none" strike="noStrike">
                <a:solidFill>
                  <a:srgbClr val="000099"/>
                </a:solidFill>
                <a:latin typeface="Calibri"/>
                <a:ea typeface="Calibri"/>
                <a:cs typeface="Calibri"/>
                <a:sym typeface="Calibri"/>
              </a:rPr>
              <a:t>     </a:t>
            </a:r>
            <a:r>
              <a:rPr b="0" i="0" lang="en-US" sz="2800" u="none" cap="none" strike="noStrike">
                <a:solidFill>
                  <a:srgbClr val="000099"/>
                </a:solidFill>
                <a:latin typeface="Calibri"/>
                <a:ea typeface="Calibri"/>
                <a:cs typeface="Calibri"/>
                <a:sym typeface="Calibri"/>
              </a:rPr>
              <a:t>if</a:t>
            </a:r>
            <a:r>
              <a:rPr b="1" i="0" lang="en-US" sz="2800" u="none" cap="none" strike="noStrike">
                <a:solidFill>
                  <a:srgbClr val="ED7D31"/>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destination on segment from which frame arrived</a:t>
            </a:r>
            <a:br>
              <a:rPr b="0" i="0" lang="en-US" sz="2800" u="none" cap="none" strike="noStrike">
                <a:solidFill>
                  <a:srgbClr val="000000"/>
                </a:solidFill>
                <a:latin typeface="Calibri"/>
                <a:ea typeface="Calibri"/>
                <a:cs typeface="Calibri"/>
                <a:sym typeface="Calibri"/>
              </a:rPr>
            </a:br>
            <a:r>
              <a:rPr b="0" i="0" lang="en-US" sz="2800" u="none" cap="none" strike="noStrike">
                <a:solidFill>
                  <a:srgbClr val="000000"/>
                </a:solidFill>
                <a:latin typeface="Calibri"/>
                <a:ea typeface="Calibri"/>
                <a:cs typeface="Calibri"/>
                <a:sym typeface="Calibri"/>
              </a:rPr>
              <a:t>       </a:t>
            </a:r>
            <a:r>
              <a:rPr b="0" i="0" lang="en-US" sz="2800" u="none" cap="none" strike="noStrike">
                <a:solidFill>
                  <a:srgbClr val="000099"/>
                </a:solidFill>
                <a:latin typeface="Calibri"/>
                <a:ea typeface="Calibri"/>
                <a:cs typeface="Calibri"/>
                <a:sym typeface="Calibri"/>
              </a:rPr>
              <a:t>then</a:t>
            </a:r>
            <a:r>
              <a:rPr b="0" i="0" lang="en-US" sz="2800" u="none" cap="none" strike="noStrike">
                <a:solidFill>
                  <a:srgbClr val="000000"/>
                </a:solidFill>
                <a:latin typeface="Calibri"/>
                <a:ea typeface="Calibri"/>
                <a:cs typeface="Calibri"/>
                <a:sym typeface="Calibri"/>
              </a:rPr>
              <a:t> drop frame</a:t>
            </a:r>
            <a:endParaRPr/>
          </a:p>
          <a:p>
            <a:pPr indent="-231775" lvl="1" marL="695325" marR="0" rtl="0" algn="l">
              <a:lnSpc>
                <a:spcPct val="90000"/>
              </a:lnSpc>
              <a:spcBef>
                <a:spcPts val="500"/>
              </a:spcBef>
              <a:spcAft>
                <a:spcPts val="0"/>
              </a:spcAft>
              <a:buClr>
                <a:srgbClr val="0000A8"/>
              </a:buClr>
              <a:buSzPts val="2800"/>
              <a:buFont typeface="Noto Sans Symbols"/>
              <a:buNone/>
            </a:pPr>
            <a:r>
              <a:rPr b="0" i="0" lang="en-US" sz="2800" u="none" cap="none" strike="noStrike">
                <a:solidFill>
                  <a:srgbClr val="000000"/>
                </a:solidFill>
                <a:latin typeface="Calibri"/>
                <a:ea typeface="Calibri"/>
                <a:cs typeface="Calibri"/>
                <a:sym typeface="Calibri"/>
              </a:rPr>
              <a:t>           </a:t>
            </a:r>
            <a:r>
              <a:rPr b="0" i="0" lang="en-US" sz="2800" u="none" cap="none" strike="noStrike">
                <a:solidFill>
                  <a:srgbClr val="000099"/>
                </a:solidFill>
                <a:latin typeface="Calibri"/>
                <a:ea typeface="Calibri"/>
                <a:cs typeface="Calibri"/>
                <a:sym typeface="Calibri"/>
              </a:rPr>
              <a:t>else</a:t>
            </a:r>
            <a:r>
              <a:rPr b="0" i="0" lang="en-US" sz="2800" u="none" cap="none" strike="noStrike">
                <a:solidFill>
                  <a:srgbClr val="000000"/>
                </a:solidFill>
                <a:latin typeface="Calibri"/>
                <a:ea typeface="Calibri"/>
                <a:cs typeface="Calibri"/>
                <a:sym typeface="Calibri"/>
              </a:rPr>
              <a:t> forward frame on interface indicated by entry</a:t>
            </a:r>
            <a:endParaRPr/>
          </a:p>
          <a:p>
            <a:pPr indent="-231775" lvl="1" marL="695325" marR="0" rtl="0" algn="l">
              <a:lnSpc>
                <a:spcPct val="90000"/>
              </a:lnSpc>
              <a:spcBef>
                <a:spcPts val="500"/>
              </a:spcBef>
              <a:spcAft>
                <a:spcPts val="0"/>
              </a:spcAft>
              <a:buClr>
                <a:srgbClr val="0000A8"/>
              </a:buClr>
              <a:buSzPts val="2800"/>
              <a:buFont typeface="Noto Sans Symbols"/>
              <a:buNone/>
            </a:pPr>
            <a:r>
              <a:rPr b="0" i="0" lang="en-US" sz="2800" u="none" cap="none" strike="noStrike">
                <a:solidFill>
                  <a:srgbClr val="000000"/>
                </a:solidFill>
                <a:latin typeface="Calibri"/>
                <a:ea typeface="Calibri"/>
                <a:cs typeface="Calibri"/>
                <a:sym typeface="Calibri"/>
              </a:rPr>
              <a:t>     </a:t>
            </a:r>
            <a:r>
              <a:rPr b="1" i="0" lang="en-US" sz="2800" u="none" cap="none" strike="noStrike">
                <a:solidFill>
                  <a:srgbClr val="ED7D31"/>
                </a:solidFill>
                <a:latin typeface="Calibri"/>
                <a:ea typeface="Calibri"/>
                <a:cs typeface="Calibri"/>
                <a:sym typeface="Calibri"/>
              </a:rPr>
              <a:t>  </a:t>
            </a:r>
            <a:r>
              <a:rPr b="0" i="0" lang="en-US" sz="2800" u="none" cap="none" strike="noStrike">
                <a:solidFill>
                  <a:srgbClr val="000099"/>
                </a:solidFill>
                <a:latin typeface="Calibri"/>
                <a:ea typeface="Calibri"/>
                <a:cs typeface="Calibri"/>
                <a:sym typeface="Calibri"/>
              </a:rPr>
              <a:t>}</a:t>
            </a:r>
            <a:r>
              <a:rPr b="1" i="0" lang="en-US" sz="2800" u="none" cap="none" strike="noStrike">
                <a:solidFill>
                  <a:srgbClr val="ED7D31"/>
                </a:solidFill>
                <a:latin typeface="Calibri"/>
                <a:ea typeface="Calibri"/>
                <a:cs typeface="Calibri"/>
                <a:sym typeface="Calibri"/>
              </a:rPr>
              <a:t>   </a:t>
            </a:r>
            <a:endParaRPr b="0" i="0" sz="2800" u="none" cap="none" strike="noStrike">
              <a:solidFill>
                <a:srgbClr val="000000"/>
              </a:solidFill>
              <a:latin typeface="Calibri"/>
              <a:ea typeface="Calibri"/>
              <a:cs typeface="Calibri"/>
              <a:sym typeface="Calibri"/>
            </a:endParaRPr>
          </a:p>
          <a:p>
            <a:pPr indent="-231775" lvl="1" marL="695325" marR="0" rtl="0" algn="l">
              <a:lnSpc>
                <a:spcPct val="90000"/>
              </a:lnSpc>
              <a:spcBef>
                <a:spcPts val="500"/>
              </a:spcBef>
              <a:spcAft>
                <a:spcPts val="0"/>
              </a:spcAft>
              <a:buClr>
                <a:srgbClr val="0000A8"/>
              </a:buClr>
              <a:buSzPts val="2800"/>
              <a:buFont typeface="Noto Sans Symbols"/>
              <a:buNone/>
            </a:pPr>
            <a:r>
              <a:rPr b="0" i="0" lang="en-US" sz="2800" u="none" cap="none" strike="noStrike">
                <a:solidFill>
                  <a:srgbClr val="000000"/>
                </a:solidFill>
                <a:latin typeface="Calibri"/>
                <a:ea typeface="Calibri"/>
                <a:cs typeface="Calibri"/>
                <a:sym typeface="Calibri"/>
              </a:rPr>
              <a:t>      </a:t>
            </a:r>
            <a:r>
              <a:rPr b="0" i="0" lang="en-US" sz="2800" u="none" cap="none" strike="noStrike">
                <a:solidFill>
                  <a:srgbClr val="000099"/>
                </a:solidFill>
                <a:latin typeface="Calibri"/>
                <a:ea typeface="Calibri"/>
                <a:cs typeface="Calibri"/>
                <a:sym typeface="Calibri"/>
              </a:rPr>
              <a:t>else</a:t>
            </a:r>
            <a:r>
              <a:rPr b="0" i="0" lang="en-US" sz="2800" u="none" cap="none" strike="noStrike">
                <a:solidFill>
                  <a:srgbClr val="000000"/>
                </a:solidFill>
                <a:latin typeface="Calibri"/>
                <a:ea typeface="Calibri"/>
                <a:cs typeface="Calibri"/>
                <a:sym typeface="Calibri"/>
              </a:rPr>
              <a:t> flood  /* forward on all interfaces except arriving interface */</a:t>
            </a:r>
            <a:endParaRPr/>
          </a:p>
          <a:p>
            <a:pPr indent="-228600" lvl="3" marL="1600200" marR="0" rtl="0" algn="l">
              <a:lnSpc>
                <a:spcPct val="90000"/>
              </a:lnSpc>
              <a:spcBef>
                <a:spcPts val="500"/>
              </a:spcBef>
              <a:spcAft>
                <a:spcPts val="0"/>
              </a:spcAft>
              <a:buClr>
                <a:srgbClr val="000000"/>
              </a:buClr>
              <a:buSzPts val="2400"/>
              <a:buFont typeface="Arial"/>
              <a:buNone/>
            </a:pPr>
            <a:r>
              <a:rPr b="0" i="0" lang="en-US" sz="2400" u="none" cap="none" strike="noStrike">
                <a:solidFill>
                  <a:srgbClr val="000000"/>
                </a:solidFill>
                <a:latin typeface="Calibri"/>
                <a:ea typeface="Calibri"/>
                <a:cs typeface="Calibri"/>
                <a:sym typeface="Calibri"/>
              </a:rPr>
              <a:t>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7" name="Shape 4087"/>
        <p:cNvGrpSpPr/>
        <p:nvPr/>
      </p:nvGrpSpPr>
      <p:grpSpPr>
        <a:xfrm>
          <a:off x="0" y="0"/>
          <a:ext cx="0" cy="0"/>
          <a:chOff x="0" y="0"/>
          <a:chExt cx="0" cy="0"/>
        </a:xfrm>
      </p:grpSpPr>
      <p:grpSp>
        <p:nvGrpSpPr>
          <p:cNvPr id="4088" name="Google Shape;4088;p80"/>
          <p:cNvGrpSpPr/>
          <p:nvPr/>
        </p:nvGrpSpPr>
        <p:grpSpPr>
          <a:xfrm>
            <a:off x="6860837" y="1886940"/>
            <a:ext cx="3578613" cy="3064134"/>
            <a:chOff x="7670306" y="1697644"/>
            <a:chExt cx="3578613" cy="3064134"/>
          </a:xfrm>
        </p:grpSpPr>
        <p:cxnSp>
          <p:nvCxnSpPr>
            <p:cNvPr id="4089" name="Google Shape;4089;p80"/>
            <p:cNvCxnSpPr/>
            <p:nvPr/>
          </p:nvCxnSpPr>
          <p:spPr>
            <a:xfrm>
              <a:off x="9587512" y="2387296"/>
              <a:ext cx="0" cy="1648110"/>
            </a:xfrm>
            <a:prstGeom prst="straightConnector1">
              <a:avLst/>
            </a:prstGeom>
            <a:noFill/>
            <a:ln cap="flat" cmpd="sng" w="12700">
              <a:solidFill>
                <a:schemeClr val="dk1"/>
              </a:solidFill>
              <a:prstDash val="solid"/>
              <a:miter lim="800000"/>
              <a:headEnd len="sm" w="sm" type="none"/>
              <a:tailEnd len="sm" w="sm" type="none"/>
            </a:ln>
          </p:spPr>
        </p:cxnSp>
        <p:sp>
          <p:nvSpPr>
            <p:cNvPr id="4090" name="Google Shape;4090;p80"/>
            <p:cNvSpPr txBox="1"/>
            <p:nvPr/>
          </p:nvSpPr>
          <p:spPr>
            <a:xfrm>
              <a:off x="9846148" y="1727551"/>
              <a:ext cx="36260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a:t>
              </a:r>
              <a:endParaRPr/>
            </a:p>
          </p:txBody>
        </p:sp>
        <p:sp>
          <p:nvSpPr>
            <p:cNvPr id="4091" name="Google Shape;4091;p80"/>
            <p:cNvSpPr txBox="1"/>
            <p:nvPr/>
          </p:nvSpPr>
          <p:spPr>
            <a:xfrm>
              <a:off x="9844697" y="4149731"/>
              <a:ext cx="43954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a:t>
              </a:r>
              <a:endParaRPr/>
            </a:p>
          </p:txBody>
        </p:sp>
        <p:sp>
          <p:nvSpPr>
            <p:cNvPr id="4092" name="Google Shape;4092;p80"/>
            <p:cNvSpPr txBox="1"/>
            <p:nvPr/>
          </p:nvSpPr>
          <p:spPr>
            <a:xfrm>
              <a:off x="10740738" y="2137677"/>
              <a:ext cx="35137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B</a:t>
              </a:r>
              <a:endParaRPr/>
            </a:p>
          </p:txBody>
        </p:sp>
        <p:sp>
          <p:nvSpPr>
            <p:cNvPr id="4093" name="Google Shape;4093;p80"/>
            <p:cNvSpPr txBox="1"/>
            <p:nvPr/>
          </p:nvSpPr>
          <p:spPr>
            <a:xfrm>
              <a:off x="8061935" y="3914988"/>
              <a:ext cx="42832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B’</a:t>
              </a:r>
              <a:endParaRPr/>
            </a:p>
          </p:txBody>
        </p:sp>
        <p:sp>
          <p:nvSpPr>
            <p:cNvPr id="4094" name="Google Shape;4094;p80"/>
            <p:cNvSpPr txBox="1"/>
            <p:nvPr/>
          </p:nvSpPr>
          <p:spPr>
            <a:xfrm>
              <a:off x="10739721" y="3994819"/>
              <a:ext cx="34817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C</a:t>
              </a:r>
              <a:endParaRPr/>
            </a:p>
          </p:txBody>
        </p:sp>
        <p:sp>
          <p:nvSpPr>
            <p:cNvPr id="4095" name="Google Shape;4095;p80"/>
            <p:cNvSpPr txBox="1"/>
            <p:nvPr/>
          </p:nvSpPr>
          <p:spPr>
            <a:xfrm>
              <a:off x="8044749" y="2060029"/>
              <a:ext cx="42511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C’</a:t>
              </a:r>
              <a:endParaRPr/>
            </a:p>
          </p:txBody>
        </p:sp>
        <p:grpSp>
          <p:nvGrpSpPr>
            <p:cNvPr id="4096" name="Google Shape;4096;p80"/>
            <p:cNvGrpSpPr/>
            <p:nvPr/>
          </p:nvGrpSpPr>
          <p:grpSpPr>
            <a:xfrm>
              <a:off x="7686715" y="2428791"/>
              <a:ext cx="833957" cy="690324"/>
              <a:chOff x="-44" y="1473"/>
              <a:chExt cx="981" cy="1105"/>
            </a:xfrm>
          </p:grpSpPr>
          <p:pic>
            <p:nvPicPr>
              <p:cNvPr descr="desktop_computer_stylized_medium" id="4097" name="Google Shape;4097;p8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098" name="Google Shape;4098;p8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4099" name="Google Shape;4099;p80"/>
            <p:cNvGrpSpPr/>
            <p:nvPr/>
          </p:nvGrpSpPr>
          <p:grpSpPr>
            <a:xfrm>
              <a:off x="7670306" y="3312731"/>
              <a:ext cx="833957" cy="690324"/>
              <a:chOff x="-44" y="1473"/>
              <a:chExt cx="981" cy="1105"/>
            </a:xfrm>
          </p:grpSpPr>
          <p:pic>
            <p:nvPicPr>
              <p:cNvPr descr="desktop_computer_stylized_medium" id="4100" name="Google Shape;4100;p8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101" name="Google Shape;4101;p8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4102" name="Google Shape;4102;p80"/>
            <p:cNvSpPr txBox="1"/>
            <p:nvPr/>
          </p:nvSpPr>
          <p:spPr>
            <a:xfrm>
              <a:off x="9340356" y="2722016"/>
              <a:ext cx="312737" cy="3698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Calibri"/>
                <a:buNone/>
              </a:pPr>
              <a:r>
                <a:rPr b="0" i="0" lang="en-US" sz="1800" u="none" cap="none" strike="noStrike">
                  <a:solidFill>
                    <a:srgbClr val="FF0000"/>
                  </a:solidFill>
                  <a:latin typeface="Calibri"/>
                  <a:ea typeface="Calibri"/>
                  <a:cs typeface="Calibri"/>
                  <a:sym typeface="Calibri"/>
                </a:rPr>
                <a:t>1</a:t>
              </a:r>
              <a:endParaRPr/>
            </a:p>
          </p:txBody>
        </p:sp>
        <p:sp>
          <p:nvSpPr>
            <p:cNvPr id="4103" name="Google Shape;4103;p80"/>
            <p:cNvSpPr txBox="1"/>
            <p:nvPr/>
          </p:nvSpPr>
          <p:spPr>
            <a:xfrm>
              <a:off x="9775745" y="2800425"/>
              <a:ext cx="30168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Calibri"/>
                <a:buNone/>
              </a:pPr>
              <a:r>
                <a:rPr b="0" i="0" lang="en-US" sz="1800" u="none" cap="none" strike="noStrike">
                  <a:solidFill>
                    <a:srgbClr val="FF0000"/>
                  </a:solidFill>
                  <a:latin typeface="Calibri"/>
                  <a:ea typeface="Calibri"/>
                  <a:cs typeface="Calibri"/>
                  <a:sym typeface="Calibri"/>
                </a:rPr>
                <a:t>2</a:t>
              </a:r>
              <a:endParaRPr/>
            </a:p>
          </p:txBody>
        </p:sp>
        <p:sp>
          <p:nvSpPr>
            <p:cNvPr id="4104" name="Google Shape;4104;p80"/>
            <p:cNvSpPr txBox="1"/>
            <p:nvPr/>
          </p:nvSpPr>
          <p:spPr>
            <a:xfrm>
              <a:off x="9922900" y="3225116"/>
              <a:ext cx="30168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Calibri"/>
                <a:buNone/>
              </a:pPr>
              <a:r>
                <a:rPr b="0" i="0" lang="en-US" sz="1800" u="none" cap="none" strike="noStrike">
                  <a:solidFill>
                    <a:srgbClr val="FF0000"/>
                  </a:solidFill>
                  <a:latin typeface="Calibri"/>
                  <a:ea typeface="Calibri"/>
                  <a:cs typeface="Calibri"/>
                  <a:sym typeface="Calibri"/>
                </a:rPr>
                <a:t>3</a:t>
              </a:r>
              <a:endParaRPr/>
            </a:p>
          </p:txBody>
        </p:sp>
        <p:sp>
          <p:nvSpPr>
            <p:cNvPr id="4105" name="Google Shape;4105;p80"/>
            <p:cNvSpPr txBox="1"/>
            <p:nvPr/>
          </p:nvSpPr>
          <p:spPr>
            <a:xfrm>
              <a:off x="9525472" y="3474353"/>
              <a:ext cx="30168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Calibri"/>
                <a:buNone/>
              </a:pPr>
              <a:r>
                <a:rPr b="0" i="0" lang="en-US" sz="1800" u="none" cap="none" strike="noStrike">
                  <a:solidFill>
                    <a:srgbClr val="FF0000"/>
                  </a:solidFill>
                  <a:latin typeface="Calibri"/>
                  <a:ea typeface="Calibri"/>
                  <a:cs typeface="Calibri"/>
                  <a:sym typeface="Calibri"/>
                </a:rPr>
                <a:t>4</a:t>
              </a:r>
              <a:endParaRPr/>
            </a:p>
          </p:txBody>
        </p:sp>
        <p:sp>
          <p:nvSpPr>
            <p:cNvPr id="4106" name="Google Shape;4106;p80"/>
            <p:cNvSpPr txBox="1"/>
            <p:nvPr/>
          </p:nvSpPr>
          <p:spPr>
            <a:xfrm>
              <a:off x="9061577" y="3440668"/>
              <a:ext cx="30168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Calibri"/>
                <a:buNone/>
              </a:pPr>
              <a:r>
                <a:rPr b="0" i="0" lang="en-US" sz="1800" u="none" cap="none" strike="noStrike">
                  <a:solidFill>
                    <a:srgbClr val="FF0000"/>
                  </a:solidFill>
                  <a:latin typeface="Calibri"/>
                  <a:ea typeface="Calibri"/>
                  <a:cs typeface="Calibri"/>
                  <a:sym typeface="Calibri"/>
                </a:rPr>
                <a:t>5</a:t>
              </a:r>
              <a:endParaRPr/>
            </a:p>
          </p:txBody>
        </p:sp>
        <p:sp>
          <p:nvSpPr>
            <p:cNvPr id="4107" name="Google Shape;4107;p80"/>
            <p:cNvSpPr txBox="1"/>
            <p:nvPr/>
          </p:nvSpPr>
          <p:spPr>
            <a:xfrm>
              <a:off x="8947484" y="3014530"/>
              <a:ext cx="319087" cy="3698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Calibri"/>
                <a:buNone/>
              </a:pPr>
              <a:r>
                <a:rPr b="0" i="0" lang="en-US" sz="1800" u="none" cap="none" strike="noStrike">
                  <a:solidFill>
                    <a:srgbClr val="FF0000"/>
                  </a:solidFill>
                  <a:latin typeface="Calibri"/>
                  <a:ea typeface="Calibri"/>
                  <a:cs typeface="Calibri"/>
                  <a:sym typeface="Calibri"/>
                </a:rPr>
                <a:t>6</a:t>
              </a:r>
              <a:endParaRPr/>
            </a:p>
          </p:txBody>
        </p:sp>
        <p:sp>
          <p:nvSpPr>
            <p:cNvPr id="4108" name="Google Shape;4108;p80"/>
            <p:cNvSpPr/>
            <p:nvPr/>
          </p:nvSpPr>
          <p:spPr>
            <a:xfrm rot="5400000">
              <a:off x="8461713" y="2732203"/>
              <a:ext cx="103894" cy="250450"/>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omic Sans MS"/>
                <a:buNone/>
              </a:pPr>
              <a:r>
                <a:rPr b="0" i="0" lang="en-US" sz="1800" u="none" cap="none" strike="noStrike">
                  <a:solidFill>
                    <a:srgbClr val="000000"/>
                  </a:solidFill>
                  <a:latin typeface="Comic Sans MS"/>
                  <a:ea typeface="Comic Sans MS"/>
                  <a:cs typeface="Comic Sans MS"/>
                  <a:sym typeface="Comic Sans MS"/>
                </a:rPr>
                <a:t> </a:t>
              </a:r>
              <a:endParaRPr/>
            </a:p>
          </p:txBody>
        </p:sp>
        <p:sp>
          <p:nvSpPr>
            <p:cNvPr id="4109" name="Google Shape;4109;p80"/>
            <p:cNvSpPr/>
            <p:nvPr/>
          </p:nvSpPr>
          <p:spPr>
            <a:xfrm rot="5400000">
              <a:off x="8476898" y="3630561"/>
              <a:ext cx="103894" cy="250450"/>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omic Sans MS"/>
                <a:buNone/>
              </a:pPr>
              <a:r>
                <a:rPr b="0" i="0" lang="en-US" sz="1800" u="none" cap="none" strike="noStrike">
                  <a:solidFill>
                    <a:srgbClr val="000000"/>
                  </a:solidFill>
                  <a:latin typeface="Comic Sans MS"/>
                  <a:ea typeface="Comic Sans MS"/>
                  <a:cs typeface="Comic Sans MS"/>
                  <a:sym typeface="Comic Sans MS"/>
                </a:rPr>
                <a:t> </a:t>
              </a:r>
              <a:endParaRPr/>
            </a:p>
          </p:txBody>
        </p:sp>
        <p:sp>
          <p:nvSpPr>
            <p:cNvPr id="4110" name="Google Shape;4110;p80"/>
            <p:cNvSpPr/>
            <p:nvPr/>
          </p:nvSpPr>
          <p:spPr>
            <a:xfrm rot="5400000">
              <a:off x="10579799" y="2734470"/>
              <a:ext cx="103894" cy="250450"/>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omic Sans MS"/>
                <a:buNone/>
              </a:pPr>
              <a:r>
                <a:rPr b="0" i="0" lang="en-US" sz="1800" u="none" cap="none" strike="noStrike">
                  <a:solidFill>
                    <a:srgbClr val="000000"/>
                  </a:solidFill>
                  <a:latin typeface="Comic Sans MS"/>
                  <a:ea typeface="Comic Sans MS"/>
                  <a:cs typeface="Comic Sans MS"/>
                  <a:sym typeface="Comic Sans MS"/>
                </a:rPr>
                <a:t> </a:t>
              </a:r>
              <a:endParaRPr/>
            </a:p>
          </p:txBody>
        </p:sp>
        <p:sp>
          <p:nvSpPr>
            <p:cNvPr id="4111" name="Google Shape;4111;p80"/>
            <p:cNvSpPr/>
            <p:nvPr/>
          </p:nvSpPr>
          <p:spPr>
            <a:xfrm rot="5400000">
              <a:off x="10594984" y="3632828"/>
              <a:ext cx="103894" cy="250450"/>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omic Sans MS"/>
                <a:buNone/>
              </a:pPr>
              <a:r>
                <a:rPr b="0" i="0" lang="en-US" sz="1800" u="none" cap="none" strike="noStrike">
                  <a:solidFill>
                    <a:srgbClr val="000000"/>
                  </a:solidFill>
                  <a:latin typeface="Comic Sans MS"/>
                  <a:ea typeface="Comic Sans MS"/>
                  <a:cs typeface="Comic Sans MS"/>
                  <a:sym typeface="Comic Sans MS"/>
                </a:rPr>
                <a:t> </a:t>
              </a:r>
              <a:endParaRPr/>
            </a:p>
          </p:txBody>
        </p:sp>
        <p:grpSp>
          <p:nvGrpSpPr>
            <p:cNvPr id="4112" name="Google Shape;4112;p80"/>
            <p:cNvGrpSpPr/>
            <p:nvPr/>
          </p:nvGrpSpPr>
          <p:grpSpPr>
            <a:xfrm>
              <a:off x="10416209" y="2517915"/>
              <a:ext cx="799548" cy="697947"/>
              <a:chOff x="-44" y="1473"/>
              <a:chExt cx="981" cy="1105"/>
            </a:xfrm>
          </p:grpSpPr>
          <p:pic>
            <p:nvPicPr>
              <p:cNvPr descr="desktop_computer_stylized_medium" id="4113" name="Google Shape;4113;p80"/>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4114" name="Google Shape;4114;p8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descr="desktop_computer_stylized_medium" id="4115" name="Google Shape;4115;p80"/>
            <p:cNvPicPr preferRelativeResize="0"/>
            <p:nvPr/>
          </p:nvPicPr>
          <p:blipFill rotWithShape="1">
            <a:blip r:embed="rId4">
              <a:alphaModFix/>
            </a:blip>
            <a:srcRect b="0" l="0" r="0" t="0"/>
            <a:stretch/>
          </p:blipFill>
          <p:spPr>
            <a:xfrm flipH="1">
              <a:off x="10395649" y="3398050"/>
              <a:ext cx="853270" cy="741697"/>
            </a:xfrm>
            <a:prstGeom prst="rect">
              <a:avLst/>
            </a:prstGeom>
            <a:noFill/>
            <a:ln>
              <a:noFill/>
            </a:ln>
          </p:spPr>
        </p:pic>
        <p:sp>
          <p:nvSpPr>
            <p:cNvPr id="4116" name="Google Shape;4116;p80"/>
            <p:cNvSpPr/>
            <p:nvPr/>
          </p:nvSpPr>
          <p:spPr>
            <a:xfrm flipH="1">
              <a:off x="10752102" y="3466315"/>
              <a:ext cx="414893" cy="339637"/>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4117" name="Google Shape;4117;p80"/>
            <p:cNvCxnSpPr>
              <a:stCxn id="4108" idx="0"/>
              <a:endCxn id="4111" idx="2"/>
            </p:cNvCxnSpPr>
            <p:nvPr/>
          </p:nvCxnSpPr>
          <p:spPr>
            <a:xfrm>
              <a:off x="8638885" y="2857428"/>
              <a:ext cx="1882800" cy="900600"/>
            </a:xfrm>
            <a:prstGeom prst="straightConnector1">
              <a:avLst/>
            </a:prstGeom>
            <a:noFill/>
            <a:ln cap="flat" cmpd="sng" w="12700">
              <a:solidFill>
                <a:schemeClr val="dk1"/>
              </a:solidFill>
              <a:prstDash val="solid"/>
              <a:miter lim="800000"/>
              <a:headEnd len="sm" w="sm" type="none"/>
              <a:tailEnd len="sm" w="sm" type="none"/>
            </a:ln>
          </p:spPr>
        </p:cxnSp>
        <p:cxnSp>
          <p:nvCxnSpPr>
            <p:cNvPr id="4118" name="Google Shape;4118;p80"/>
            <p:cNvCxnSpPr/>
            <p:nvPr/>
          </p:nvCxnSpPr>
          <p:spPr>
            <a:xfrm flipH="1" rot="10800000">
              <a:off x="8648700" y="2858184"/>
              <a:ext cx="1869638" cy="904433"/>
            </a:xfrm>
            <a:prstGeom prst="straightConnector1">
              <a:avLst/>
            </a:prstGeom>
            <a:noFill/>
            <a:ln cap="flat" cmpd="sng" w="12700">
              <a:solidFill>
                <a:schemeClr val="dk1"/>
              </a:solidFill>
              <a:prstDash val="solid"/>
              <a:miter lim="800000"/>
              <a:headEnd len="sm" w="sm" type="none"/>
              <a:tailEnd len="sm" w="sm" type="none"/>
            </a:ln>
          </p:spPr>
        </p:cxnSp>
        <p:sp>
          <p:nvSpPr>
            <p:cNvPr id="4119" name="Google Shape;4119;p80"/>
            <p:cNvSpPr/>
            <p:nvPr/>
          </p:nvSpPr>
          <p:spPr>
            <a:xfrm rot="10800000">
              <a:off x="9534072" y="2230527"/>
              <a:ext cx="103894" cy="250450"/>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omic Sans MS"/>
                <a:buNone/>
              </a:pPr>
              <a:r>
                <a:rPr b="0" i="0" lang="en-US" sz="1800" u="none" cap="none" strike="noStrike">
                  <a:solidFill>
                    <a:srgbClr val="000000"/>
                  </a:solidFill>
                  <a:latin typeface="Comic Sans MS"/>
                  <a:ea typeface="Comic Sans MS"/>
                  <a:cs typeface="Comic Sans MS"/>
                  <a:sym typeface="Comic Sans MS"/>
                </a:rPr>
                <a:t> </a:t>
              </a:r>
              <a:endParaRPr/>
            </a:p>
          </p:txBody>
        </p:sp>
        <p:sp>
          <p:nvSpPr>
            <p:cNvPr id="4120" name="Google Shape;4120;p80"/>
            <p:cNvSpPr/>
            <p:nvPr/>
          </p:nvSpPr>
          <p:spPr>
            <a:xfrm rot="10800000">
              <a:off x="9531052" y="3935912"/>
              <a:ext cx="103894" cy="250450"/>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omic Sans MS"/>
                <a:buNone/>
              </a:pPr>
              <a:r>
                <a:rPr b="0" i="0" lang="en-US" sz="1800" u="none" cap="none" strike="noStrike">
                  <a:solidFill>
                    <a:srgbClr val="000000"/>
                  </a:solidFill>
                  <a:latin typeface="Comic Sans MS"/>
                  <a:ea typeface="Comic Sans MS"/>
                  <a:cs typeface="Comic Sans MS"/>
                  <a:sym typeface="Comic Sans MS"/>
                </a:rPr>
                <a:t> </a:t>
              </a:r>
              <a:endParaRPr/>
            </a:p>
          </p:txBody>
        </p:sp>
        <p:grpSp>
          <p:nvGrpSpPr>
            <p:cNvPr id="4121" name="Google Shape;4121;p80"/>
            <p:cNvGrpSpPr/>
            <p:nvPr/>
          </p:nvGrpSpPr>
          <p:grpSpPr>
            <a:xfrm>
              <a:off x="9236687" y="3108787"/>
              <a:ext cx="711278" cy="420709"/>
              <a:chOff x="3668110" y="2448910"/>
              <a:chExt cx="3794234" cy="2165130"/>
            </a:xfrm>
          </p:grpSpPr>
          <p:sp>
            <p:nvSpPr>
              <p:cNvPr id="4122" name="Google Shape;4122;p80"/>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123" name="Google Shape;4123;p80"/>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4124" name="Google Shape;4124;p80"/>
              <p:cNvGrpSpPr/>
              <p:nvPr/>
            </p:nvGrpSpPr>
            <p:grpSpPr>
              <a:xfrm>
                <a:off x="3941378" y="2603243"/>
                <a:ext cx="3202061" cy="1066110"/>
                <a:chOff x="7939341" y="3037317"/>
                <a:chExt cx="897649" cy="353919"/>
              </a:xfrm>
            </p:grpSpPr>
            <p:sp>
              <p:nvSpPr>
                <p:cNvPr id="4125" name="Google Shape;4125;p80"/>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126" name="Google Shape;4126;p80"/>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127" name="Google Shape;4127;p80"/>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128" name="Google Shape;4128;p80"/>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129" name="Google Shape;4129;p80"/>
            <p:cNvGrpSpPr/>
            <p:nvPr/>
          </p:nvGrpSpPr>
          <p:grpSpPr>
            <a:xfrm>
              <a:off x="9011867" y="4020081"/>
              <a:ext cx="853270" cy="741697"/>
              <a:chOff x="-44" y="1473"/>
              <a:chExt cx="981" cy="1105"/>
            </a:xfrm>
          </p:grpSpPr>
          <p:pic>
            <p:nvPicPr>
              <p:cNvPr descr="desktop_computer_stylized_medium" id="4130" name="Google Shape;4130;p80"/>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4131" name="Google Shape;4131;p8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4132" name="Google Shape;4132;p80"/>
            <p:cNvGrpSpPr/>
            <p:nvPr/>
          </p:nvGrpSpPr>
          <p:grpSpPr>
            <a:xfrm>
              <a:off x="9087713" y="1697644"/>
              <a:ext cx="853270" cy="741697"/>
              <a:chOff x="-44" y="1473"/>
              <a:chExt cx="981" cy="1105"/>
            </a:xfrm>
          </p:grpSpPr>
          <p:pic>
            <p:nvPicPr>
              <p:cNvPr descr="desktop_computer_stylized_medium" id="4133" name="Google Shape;4133;p80"/>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4134" name="Google Shape;4134;p8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sp>
        <p:nvSpPr>
          <p:cNvPr id="4135" name="Google Shape;4135;p80"/>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99"/>
              </a:buClr>
              <a:buSzPts val="4400"/>
              <a:buFont typeface="Calibri"/>
              <a:buNone/>
            </a:pPr>
            <a:r>
              <a:rPr b="0" lang="en-US">
                <a:solidFill>
                  <a:srgbClr val="000099"/>
                </a:solidFill>
                <a:latin typeface="Calibri"/>
                <a:ea typeface="Calibri"/>
                <a:cs typeface="Calibri"/>
                <a:sym typeface="Calibri"/>
              </a:rPr>
              <a:t>Self-learning, forwarding: example</a:t>
            </a:r>
            <a:endParaRPr b="0" sz="4400">
              <a:latin typeface="Calibri"/>
              <a:ea typeface="Calibri"/>
              <a:cs typeface="Calibri"/>
              <a:sym typeface="Calibri"/>
            </a:endParaRPr>
          </a:p>
        </p:txBody>
      </p:sp>
      <p:sp>
        <p:nvSpPr>
          <p:cNvPr id="4136" name="Google Shape;4136;p8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Link Layer: 6-</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grpSp>
        <p:nvGrpSpPr>
          <p:cNvPr id="4137" name="Google Shape;4137;p80"/>
          <p:cNvGrpSpPr/>
          <p:nvPr/>
        </p:nvGrpSpPr>
        <p:grpSpPr>
          <a:xfrm>
            <a:off x="9177051" y="1598718"/>
            <a:ext cx="1428750" cy="369887"/>
            <a:chOff x="1750" y="3514"/>
            <a:chExt cx="900" cy="233"/>
          </a:xfrm>
        </p:grpSpPr>
        <p:sp>
          <p:nvSpPr>
            <p:cNvPr id="4138" name="Google Shape;4138;p80"/>
            <p:cNvSpPr/>
            <p:nvPr/>
          </p:nvSpPr>
          <p:spPr>
            <a:xfrm>
              <a:off x="1771" y="3542"/>
              <a:ext cx="879" cy="166"/>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139" name="Google Shape;4139;p80"/>
            <p:cNvSpPr txBox="1"/>
            <p:nvPr/>
          </p:nvSpPr>
          <p:spPr>
            <a:xfrm>
              <a:off x="1750" y="3514"/>
              <a:ext cx="356" cy="23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A A’</a:t>
              </a:r>
              <a:endParaRPr b="0" i="0" sz="1800" u="none" cap="none" strike="noStrike">
                <a:solidFill>
                  <a:srgbClr val="FFFFFF"/>
                </a:solidFill>
                <a:latin typeface="Arial"/>
                <a:ea typeface="Arial"/>
                <a:cs typeface="Arial"/>
                <a:sym typeface="Arial"/>
              </a:endParaRPr>
            </a:p>
          </p:txBody>
        </p:sp>
        <p:cxnSp>
          <p:nvCxnSpPr>
            <p:cNvPr id="4140" name="Google Shape;4140;p80"/>
            <p:cNvCxnSpPr/>
            <p:nvPr/>
          </p:nvCxnSpPr>
          <p:spPr>
            <a:xfrm>
              <a:off x="1936" y="3541"/>
              <a:ext cx="0" cy="166"/>
            </a:xfrm>
            <a:prstGeom prst="straightConnector1">
              <a:avLst/>
            </a:prstGeom>
            <a:noFill/>
            <a:ln cap="flat" cmpd="sng" w="9525">
              <a:solidFill>
                <a:srgbClr val="000000"/>
              </a:solidFill>
              <a:prstDash val="solid"/>
              <a:round/>
              <a:headEnd len="med" w="med" type="none"/>
              <a:tailEnd len="med" w="med" type="none"/>
            </a:ln>
          </p:spPr>
        </p:cxnSp>
        <p:cxnSp>
          <p:nvCxnSpPr>
            <p:cNvPr id="4141" name="Google Shape;4141;p80"/>
            <p:cNvCxnSpPr/>
            <p:nvPr/>
          </p:nvCxnSpPr>
          <p:spPr>
            <a:xfrm>
              <a:off x="2116" y="3540"/>
              <a:ext cx="0" cy="166"/>
            </a:xfrm>
            <a:prstGeom prst="straightConnector1">
              <a:avLst/>
            </a:prstGeom>
            <a:noFill/>
            <a:ln cap="flat" cmpd="sng" w="9525">
              <a:solidFill>
                <a:srgbClr val="000000"/>
              </a:solidFill>
              <a:prstDash val="solid"/>
              <a:round/>
              <a:headEnd len="med" w="med" type="none"/>
              <a:tailEnd len="med" w="med" type="none"/>
            </a:ln>
          </p:spPr>
        </p:cxnSp>
      </p:grpSp>
      <p:grpSp>
        <p:nvGrpSpPr>
          <p:cNvPr id="4142" name="Google Shape;4142;p80"/>
          <p:cNvGrpSpPr/>
          <p:nvPr/>
        </p:nvGrpSpPr>
        <p:grpSpPr>
          <a:xfrm>
            <a:off x="9392951" y="900218"/>
            <a:ext cx="1450975" cy="714375"/>
            <a:chOff x="4406" y="331"/>
            <a:chExt cx="914" cy="450"/>
          </a:xfrm>
        </p:grpSpPr>
        <p:cxnSp>
          <p:nvCxnSpPr>
            <p:cNvPr id="4143" name="Google Shape;4143;p80"/>
            <p:cNvCxnSpPr/>
            <p:nvPr/>
          </p:nvCxnSpPr>
          <p:spPr>
            <a:xfrm flipH="1" rot="10800000">
              <a:off x="4406" y="439"/>
              <a:ext cx="252" cy="339"/>
            </a:xfrm>
            <a:prstGeom prst="straightConnector1">
              <a:avLst/>
            </a:prstGeom>
            <a:noFill/>
            <a:ln cap="flat" cmpd="sng" w="9525">
              <a:solidFill>
                <a:srgbClr val="000000"/>
              </a:solidFill>
              <a:prstDash val="solid"/>
              <a:round/>
              <a:headEnd len="med" w="med" type="triangle"/>
              <a:tailEnd len="med" w="med" type="none"/>
            </a:ln>
          </p:spPr>
        </p:cxnSp>
        <p:cxnSp>
          <p:nvCxnSpPr>
            <p:cNvPr id="4144" name="Google Shape;4144;p80"/>
            <p:cNvCxnSpPr/>
            <p:nvPr/>
          </p:nvCxnSpPr>
          <p:spPr>
            <a:xfrm flipH="1" rot="10800000">
              <a:off x="4524" y="594"/>
              <a:ext cx="137" cy="187"/>
            </a:xfrm>
            <a:prstGeom prst="straightConnector1">
              <a:avLst/>
            </a:prstGeom>
            <a:noFill/>
            <a:ln cap="flat" cmpd="sng" w="9525">
              <a:solidFill>
                <a:srgbClr val="000000"/>
              </a:solidFill>
              <a:prstDash val="solid"/>
              <a:round/>
              <a:headEnd len="med" w="med" type="triangle"/>
              <a:tailEnd len="med" w="med" type="none"/>
            </a:ln>
          </p:spPr>
        </p:cxnSp>
        <p:sp>
          <p:nvSpPr>
            <p:cNvPr id="4145" name="Google Shape;4145;p80"/>
            <p:cNvSpPr txBox="1"/>
            <p:nvPr/>
          </p:nvSpPr>
          <p:spPr>
            <a:xfrm>
              <a:off x="4643" y="331"/>
              <a:ext cx="677" cy="2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Source: A</a:t>
              </a:r>
              <a:endParaRPr/>
            </a:p>
          </p:txBody>
        </p:sp>
        <p:sp>
          <p:nvSpPr>
            <p:cNvPr id="4146" name="Google Shape;4146;p80"/>
            <p:cNvSpPr txBox="1"/>
            <p:nvPr/>
          </p:nvSpPr>
          <p:spPr>
            <a:xfrm>
              <a:off x="4660" y="492"/>
              <a:ext cx="598" cy="2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Dest: A’</a:t>
              </a:r>
              <a:endParaRPr b="0" i="0" sz="1600" u="none" cap="none" strike="noStrike">
                <a:solidFill>
                  <a:srgbClr val="000000"/>
                </a:solidFill>
                <a:latin typeface="Arial"/>
                <a:ea typeface="Arial"/>
                <a:cs typeface="Arial"/>
                <a:sym typeface="Arial"/>
              </a:endParaRPr>
            </a:p>
          </p:txBody>
        </p:sp>
      </p:grpSp>
      <p:grpSp>
        <p:nvGrpSpPr>
          <p:cNvPr id="4147" name="Google Shape;4147;p80"/>
          <p:cNvGrpSpPr/>
          <p:nvPr/>
        </p:nvGrpSpPr>
        <p:grpSpPr>
          <a:xfrm>
            <a:off x="6664038" y="5116671"/>
            <a:ext cx="3017838" cy="1444625"/>
            <a:chOff x="3441" y="3154"/>
            <a:chExt cx="1901" cy="910"/>
          </a:xfrm>
        </p:grpSpPr>
        <p:sp>
          <p:nvSpPr>
            <p:cNvPr id="4148" name="Google Shape;4148;p80"/>
            <p:cNvSpPr/>
            <p:nvPr/>
          </p:nvSpPr>
          <p:spPr>
            <a:xfrm>
              <a:off x="3449" y="3154"/>
              <a:ext cx="1893" cy="907"/>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149" name="Google Shape;4149;p80"/>
            <p:cNvSpPr txBox="1"/>
            <p:nvPr/>
          </p:nvSpPr>
          <p:spPr>
            <a:xfrm>
              <a:off x="3441" y="3175"/>
              <a:ext cx="1867" cy="23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MAC addr   interface    TTL</a:t>
              </a:r>
              <a:endParaRPr/>
            </a:p>
          </p:txBody>
        </p:sp>
        <p:cxnSp>
          <p:nvCxnSpPr>
            <p:cNvPr id="4150" name="Google Shape;4150;p80"/>
            <p:cNvCxnSpPr/>
            <p:nvPr/>
          </p:nvCxnSpPr>
          <p:spPr>
            <a:xfrm>
              <a:off x="4226" y="3154"/>
              <a:ext cx="0" cy="907"/>
            </a:xfrm>
            <a:prstGeom prst="straightConnector1">
              <a:avLst/>
            </a:prstGeom>
            <a:noFill/>
            <a:ln cap="flat" cmpd="sng" w="9525">
              <a:solidFill>
                <a:srgbClr val="000000"/>
              </a:solidFill>
              <a:prstDash val="solid"/>
              <a:round/>
              <a:headEnd len="med" w="med" type="none"/>
              <a:tailEnd len="med" w="med" type="none"/>
            </a:ln>
          </p:spPr>
        </p:cxnSp>
        <p:cxnSp>
          <p:nvCxnSpPr>
            <p:cNvPr id="4151" name="Google Shape;4151;p80"/>
            <p:cNvCxnSpPr/>
            <p:nvPr/>
          </p:nvCxnSpPr>
          <p:spPr>
            <a:xfrm>
              <a:off x="4963" y="3157"/>
              <a:ext cx="0" cy="907"/>
            </a:xfrm>
            <a:prstGeom prst="straightConnector1">
              <a:avLst/>
            </a:prstGeom>
            <a:noFill/>
            <a:ln cap="flat" cmpd="sng" w="9525">
              <a:solidFill>
                <a:srgbClr val="000000"/>
              </a:solidFill>
              <a:prstDash val="solid"/>
              <a:round/>
              <a:headEnd len="med" w="med" type="none"/>
              <a:tailEnd len="med" w="med" type="none"/>
            </a:ln>
          </p:spPr>
        </p:cxnSp>
        <p:cxnSp>
          <p:nvCxnSpPr>
            <p:cNvPr id="4152" name="Google Shape;4152;p80"/>
            <p:cNvCxnSpPr/>
            <p:nvPr/>
          </p:nvCxnSpPr>
          <p:spPr>
            <a:xfrm>
              <a:off x="3452" y="3397"/>
              <a:ext cx="1886" cy="0"/>
            </a:xfrm>
            <a:prstGeom prst="straightConnector1">
              <a:avLst/>
            </a:prstGeom>
            <a:noFill/>
            <a:ln cap="flat" cmpd="sng" w="9525">
              <a:solidFill>
                <a:srgbClr val="000000"/>
              </a:solidFill>
              <a:prstDash val="solid"/>
              <a:round/>
              <a:headEnd len="med" w="med" type="none"/>
              <a:tailEnd len="med" w="med" type="none"/>
            </a:ln>
          </p:spPr>
        </p:cxnSp>
      </p:grpSp>
      <p:sp>
        <p:nvSpPr>
          <p:cNvPr id="4153" name="Google Shape;4153;p80"/>
          <p:cNvSpPr txBox="1"/>
          <p:nvPr/>
        </p:nvSpPr>
        <p:spPr>
          <a:xfrm>
            <a:off x="9764426" y="5505609"/>
            <a:ext cx="1778000" cy="6461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1" lang="en-US" sz="1800" u="none" cap="none" strike="noStrike">
                <a:solidFill>
                  <a:srgbClr val="000000"/>
                </a:solidFill>
                <a:latin typeface="Arial"/>
                <a:ea typeface="Arial"/>
                <a:cs typeface="Arial"/>
                <a:sym typeface="Arial"/>
              </a:rPr>
              <a:t>switch table </a:t>
            </a:r>
            <a:endParaRPr/>
          </a:p>
          <a:p>
            <a:pPr indent="0" lvl="0" marL="0" marR="0" rtl="0" algn="ctr">
              <a:lnSpc>
                <a:spcPct val="100000"/>
              </a:lnSpc>
              <a:spcBef>
                <a:spcPts val="0"/>
              </a:spcBef>
              <a:spcAft>
                <a:spcPts val="0"/>
              </a:spcAft>
              <a:buClr>
                <a:srgbClr val="000000"/>
              </a:buClr>
              <a:buSzPts val="1800"/>
              <a:buFont typeface="Arial"/>
              <a:buNone/>
            </a:pPr>
            <a:r>
              <a:rPr b="0" i="1" lang="en-US" sz="1800" u="none" cap="none" strike="noStrike">
                <a:solidFill>
                  <a:srgbClr val="000000"/>
                </a:solidFill>
                <a:latin typeface="Arial"/>
                <a:ea typeface="Arial"/>
                <a:cs typeface="Arial"/>
                <a:sym typeface="Arial"/>
              </a:rPr>
              <a:t>(initially empty)</a:t>
            </a:r>
            <a:endParaRPr/>
          </a:p>
        </p:txBody>
      </p:sp>
      <p:grpSp>
        <p:nvGrpSpPr>
          <p:cNvPr id="4154" name="Google Shape;4154;p80"/>
          <p:cNvGrpSpPr/>
          <p:nvPr/>
        </p:nvGrpSpPr>
        <p:grpSpPr>
          <a:xfrm>
            <a:off x="7099013" y="5550059"/>
            <a:ext cx="2471738" cy="376237"/>
            <a:chOff x="2376" y="3383"/>
            <a:chExt cx="1557" cy="237"/>
          </a:xfrm>
        </p:grpSpPr>
        <p:sp>
          <p:nvSpPr>
            <p:cNvPr id="4155" name="Google Shape;4155;p80"/>
            <p:cNvSpPr txBox="1"/>
            <p:nvPr/>
          </p:nvSpPr>
          <p:spPr>
            <a:xfrm>
              <a:off x="2376" y="3388"/>
              <a:ext cx="221"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rgbClr val="000000"/>
                  </a:solidFill>
                  <a:latin typeface="Arial"/>
                  <a:ea typeface="Arial"/>
                  <a:cs typeface="Arial"/>
                  <a:sym typeface="Arial"/>
                </a:rPr>
                <a:t>A</a:t>
              </a:r>
              <a:endParaRPr/>
            </a:p>
          </p:txBody>
        </p:sp>
        <p:sp>
          <p:nvSpPr>
            <p:cNvPr id="4156" name="Google Shape;4156;p80"/>
            <p:cNvSpPr txBox="1"/>
            <p:nvPr/>
          </p:nvSpPr>
          <p:spPr>
            <a:xfrm>
              <a:off x="3133" y="3387"/>
              <a:ext cx="197" cy="23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rgbClr val="000000"/>
                  </a:solidFill>
                  <a:latin typeface="Arial"/>
                  <a:ea typeface="Arial"/>
                  <a:cs typeface="Arial"/>
                  <a:sym typeface="Arial"/>
                </a:rPr>
                <a:t>1</a:t>
              </a:r>
              <a:endParaRPr/>
            </a:p>
          </p:txBody>
        </p:sp>
        <p:sp>
          <p:nvSpPr>
            <p:cNvPr id="4157" name="Google Shape;4157;p80"/>
            <p:cNvSpPr txBox="1"/>
            <p:nvPr/>
          </p:nvSpPr>
          <p:spPr>
            <a:xfrm>
              <a:off x="3655" y="3383"/>
              <a:ext cx="278" cy="23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rgbClr val="000000"/>
                  </a:solidFill>
                  <a:latin typeface="Arial"/>
                  <a:ea typeface="Arial"/>
                  <a:cs typeface="Arial"/>
                  <a:sym typeface="Arial"/>
                </a:rPr>
                <a:t>60</a:t>
              </a:r>
              <a:endParaRPr/>
            </a:p>
          </p:txBody>
        </p:sp>
      </p:grpSp>
      <p:grpSp>
        <p:nvGrpSpPr>
          <p:cNvPr id="4158" name="Google Shape;4158;p80"/>
          <p:cNvGrpSpPr/>
          <p:nvPr/>
        </p:nvGrpSpPr>
        <p:grpSpPr>
          <a:xfrm>
            <a:off x="8197564" y="3256068"/>
            <a:ext cx="1428750" cy="369887"/>
            <a:chOff x="1750" y="3514"/>
            <a:chExt cx="900" cy="233"/>
          </a:xfrm>
        </p:grpSpPr>
        <p:sp>
          <p:nvSpPr>
            <p:cNvPr id="4159" name="Google Shape;4159;p80"/>
            <p:cNvSpPr/>
            <p:nvPr/>
          </p:nvSpPr>
          <p:spPr>
            <a:xfrm>
              <a:off x="1771" y="3542"/>
              <a:ext cx="879" cy="166"/>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160" name="Google Shape;4160;p80"/>
            <p:cNvSpPr txBox="1"/>
            <p:nvPr/>
          </p:nvSpPr>
          <p:spPr>
            <a:xfrm>
              <a:off x="1750" y="3514"/>
              <a:ext cx="356" cy="23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A A’</a:t>
              </a:r>
              <a:endParaRPr b="0" i="0" sz="1800" u="none" cap="none" strike="noStrike">
                <a:solidFill>
                  <a:srgbClr val="FFFFFF"/>
                </a:solidFill>
                <a:latin typeface="Arial"/>
                <a:ea typeface="Arial"/>
                <a:cs typeface="Arial"/>
                <a:sym typeface="Arial"/>
              </a:endParaRPr>
            </a:p>
          </p:txBody>
        </p:sp>
        <p:cxnSp>
          <p:nvCxnSpPr>
            <p:cNvPr id="4161" name="Google Shape;4161;p80"/>
            <p:cNvCxnSpPr/>
            <p:nvPr/>
          </p:nvCxnSpPr>
          <p:spPr>
            <a:xfrm>
              <a:off x="1936" y="3535"/>
              <a:ext cx="0" cy="166"/>
            </a:xfrm>
            <a:prstGeom prst="straightConnector1">
              <a:avLst/>
            </a:prstGeom>
            <a:noFill/>
            <a:ln cap="flat" cmpd="sng" w="9525">
              <a:solidFill>
                <a:srgbClr val="000000"/>
              </a:solidFill>
              <a:prstDash val="solid"/>
              <a:round/>
              <a:headEnd len="med" w="med" type="none"/>
              <a:tailEnd len="med" w="med" type="none"/>
            </a:ln>
          </p:spPr>
        </p:cxnSp>
        <p:cxnSp>
          <p:nvCxnSpPr>
            <p:cNvPr id="4162" name="Google Shape;4162;p80"/>
            <p:cNvCxnSpPr/>
            <p:nvPr/>
          </p:nvCxnSpPr>
          <p:spPr>
            <a:xfrm>
              <a:off x="2116" y="3540"/>
              <a:ext cx="0" cy="166"/>
            </a:xfrm>
            <a:prstGeom prst="straightConnector1">
              <a:avLst/>
            </a:prstGeom>
            <a:noFill/>
            <a:ln cap="flat" cmpd="sng" w="9525">
              <a:solidFill>
                <a:srgbClr val="000000"/>
              </a:solidFill>
              <a:prstDash val="solid"/>
              <a:round/>
              <a:headEnd len="med" w="med" type="none"/>
              <a:tailEnd len="med" w="med" type="none"/>
            </a:ln>
          </p:spPr>
        </p:cxnSp>
      </p:grpSp>
      <p:grpSp>
        <p:nvGrpSpPr>
          <p:cNvPr id="4163" name="Google Shape;4163;p80"/>
          <p:cNvGrpSpPr/>
          <p:nvPr/>
        </p:nvGrpSpPr>
        <p:grpSpPr>
          <a:xfrm>
            <a:off x="8197564" y="3254480"/>
            <a:ext cx="1428750" cy="369888"/>
            <a:chOff x="1750" y="3514"/>
            <a:chExt cx="900" cy="233"/>
          </a:xfrm>
        </p:grpSpPr>
        <p:sp>
          <p:nvSpPr>
            <p:cNvPr id="4164" name="Google Shape;4164;p80"/>
            <p:cNvSpPr/>
            <p:nvPr/>
          </p:nvSpPr>
          <p:spPr>
            <a:xfrm>
              <a:off x="1771" y="3542"/>
              <a:ext cx="879" cy="166"/>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165" name="Google Shape;4165;p80"/>
            <p:cNvSpPr txBox="1"/>
            <p:nvPr/>
          </p:nvSpPr>
          <p:spPr>
            <a:xfrm>
              <a:off x="1750" y="3514"/>
              <a:ext cx="356" cy="23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A A’</a:t>
              </a:r>
              <a:endParaRPr b="0" i="0" sz="1800" u="none" cap="none" strike="noStrike">
                <a:solidFill>
                  <a:srgbClr val="FFFFFF"/>
                </a:solidFill>
                <a:latin typeface="Arial"/>
                <a:ea typeface="Arial"/>
                <a:cs typeface="Arial"/>
                <a:sym typeface="Arial"/>
              </a:endParaRPr>
            </a:p>
          </p:txBody>
        </p:sp>
        <p:cxnSp>
          <p:nvCxnSpPr>
            <p:cNvPr id="4166" name="Google Shape;4166;p80"/>
            <p:cNvCxnSpPr/>
            <p:nvPr/>
          </p:nvCxnSpPr>
          <p:spPr>
            <a:xfrm>
              <a:off x="1936" y="3535"/>
              <a:ext cx="0" cy="166"/>
            </a:xfrm>
            <a:prstGeom prst="straightConnector1">
              <a:avLst/>
            </a:prstGeom>
            <a:noFill/>
            <a:ln cap="flat" cmpd="sng" w="9525">
              <a:solidFill>
                <a:srgbClr val="000000"/>
              </a:solidFill>
              <a:prstDash val="solid"/>
              <a:round/>
              <a:headEnd len="med" w="med" type="none"/>
              <a:tailEnd len="med" w="med" type="none"/>
            </a:ln>
          </p:spPr>
        </p:cxnSp>
        <p:cxnSp>
          <p:nvCxnSpPr>
            <p:cNvPr id="4167" name="Google Shape;4167;p80"/>
            <p:cNvCxnSpPr/>
            <p:nvPr/>
          </p:nvCxnSpPr>
          <p:spPr>
            <a:xfrm>
              <a:off x="2116" y="3540"/>
              <a:ext cx="0" cy="166"/>
            </a:xfrm>
            <a:prstGeom prst="straightConnector1">
              <a:avLst/>
            </a:prstGeom>
            <a:noFill/>
            <a:ln cap="flat" cmpd="sng" w="9525">
              <a:solidFill>
                <a:srgbClr val="000000"/>
              </a:solidFill>
              <a:prstDash val="solid"/>
              <a:round/>
              <a:headEnd len="med" w="med" type="none"/>
              <a:tailEnd len="med" w="med" type="none"/>
            </a:ln>
          </p:spPr>
        </p:cxnSp>
      </p:grpSp>
      <p:grpSp>
        <p:nvGrpSpPr>
          <p:cNvPr id="4168" name="Google Shape;4168;p80"/>
          <p:cNvGrpSpPr/>
          <p:nvPr/>
        </p:nvGrpSpPr>
        <p:grpSpPr>
          <a:xfrm>
            <a:off x="8197564" y="3257655"/>
            <a:ext cx="1428750" cy="369888"/>
            <a:chOff x="1750" y="3514"/>
            <a:chExt cx="900" cy="233"/>
          </a:xfrm>
        </p:grpSpPr>
        <p:sp>
          <p:nvSpPr>
            <p:cNvPr id="4169" name="Google Shape;4169;p80"/>
            <p:cNvSpPr/>
            <p:nvPr/>
          </p:nvSpPr>
          <p:spPr>
            <a:xfrm>
              <a:off x="1771" y="3542"/>
              <a:ext cx="879" cy="166"/>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170" name="Google Shape;4170;p80"/>
            <p:cNvSpPr txBox="1"/>
            <p:nvPr/>
          </p:nvSpPr>
          <p:spPr>
            <a:xfrm>
              <a:off x="1750" y="3514"/>
              <a:ext cx="356" cy="23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A A’</a:t>
              </a:r>
              <a:endParaRPr b="0" i="0" sz="1800" u="none" cap="none" strike="noStrike">
                <a:solidFill>
                  <a:srgbClr val="FFFFFF"/>
                </a:solidFill>
                <a:latin typeface="Arial"/>
                <a:ea typeface="Arial"/>
                <a:cs typeface="Arial"/>
                <a:sym typeface="Arial"/>
              </a:endParaRPr>
            </a:p>
          </p:txBody>
        </p:sp>
        <p:cxnSp>
          <p:nvCxnSpPr>
            <p:cNvPr id="4171" name="Google Shape;4171;p80"/>
            <p:cNvCxnSpPr/>
            <p:nvPr/>
          </p:nvCxnSpPr>
          <p:spPr>
            <a:xfrm>
              <a:off x="1936" y="3535"/>
              <a:ext cx="0" cy="166"/>
            </a:xfrm>
            <a:prstGeom prst="straightConnector1">
              <a:avLst/>
            </a:prstGeom>
            <a:noFill/>
            <a:ln cap="flat" cmpd="sng" w="9525">
              <a:solidFill>
                <a:srgbClr val="000000"/>
              </a:solidFill>
              <a:prstDash val="solid"/>
              <a:round/>
              <a:headEnd len="med" w="med" type="none"/>
              <a:tailEnd len="med" w="med" type="none"/>
            </a:ln>
          </p:spPr>
        </p:cxnSp>
        <p:cxnSp>
          <p:nvCxnSpPr>
            <p:cNvPr id="4172" name="Google Shape;4172;p80"/>
            <p:cNvCxnSpPr/>
            <p:nvPr/>
          </p:nvCxnSpPr>
          <p:spPr>
            <a:xfrm>
              <a:off x="2116" y="3540"/>
              <a:ext cx="0" cy="166"/>
            </a:xfrm>
            <a:prstGeom prst="straightConnector1">
              <a:avLst/>
            </a:prstGeom>
            <a:noFill/>
            <a:ln cap="flat" cmpd="sng" w="9525">
              <a:solidFill>
                <a:srgbClr val="000000"/>
              </a:solidFill>
              <a:prstDash val="solid"/>
              <a:round/>
              <a:headEnd len="med" w="med" type="none"/>
              <a:tailEnd len="med" w="med" type="none"/>
            </a:ln>
          </p:spPr>
        </p:cxnSp>
      </p:grpSp>
      <p:grpSp>
        <p:nvGrpSpPr>
          <p:cNvPr id="4173" name="Google Shape;4173;p80"/>
          <p:cNvGrpSpPr/>
          <p:nvPr/>
        </p:nvGrpSpPr>
        <p:grpSpPr>
          <a:xfrm>
            <a:off x="8197564" y="3257655"/>
            <a:ext cx="1428750" cy="369888"/>
            <a:chOff x="1750" y="3514"/>
            <a:chExt cx="900" cy="233"/>
          </a:xfrm>
        </p:grpSpPr>
        <p:sp>
          <p:nvSpPr>
            <p:cNvPr id="4174" name="Google Shape;4174;p80"/>
            <p:cNvSpPr/>
            <p:nvPr/>
          </p:nvSpPr>
          <p:spPr>
            <a:xfrm>
              <a:off x="1771" y="3542"/>
              <a:ext cx="879" cy="166"/>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175" name="Google Shape;4175;p80"/>
            <p:cNvSpPr txBox="1"/>
            <p:nvPr/>
          </p:nvSpPr>
          <p:spPr>
            <a:xfrm>
              <a:off x="1750" y="3514"/>
              <a:ext cx="356" cy="23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A A’</a:t>
              </a:r>
              <a:endParaRPr b="0" i="0" sz="1800" u="none" cap="none" strike="noStrike">
                <a:solidFill>
                  <a:srgbClr val="FFFFFF"/>
                </a:solidFill>
                <a:latin typeface="Arial"/>
                <a:ea typeface="Arial"/>
                <a:cs typeface="Arial"/>
                <a:sym typeface="Arial"/>
              </a:endParaRPr>
            </a:p>
          </p:txBody>
        </p:sp>
        <p:cxnSp>
          <p:nvCxnSpPr>
            <p:cNvPr id="4176" name="Google Shape;4176;p80"/>
            <p:cNvCxnSpPr/>
            <p:nvPr/>
          </p:nvCxnSpPr>
          <p:spPr>
            <a:xfrm>
              <a:off x="1936" y="3535"/>
              <a:ext cx="0" cy="166"/>
            </a:xfrm>
            <a:prstGeom prst="straightConnector1">
              <a:avLst/>
            </a:prstGeom>
            <a:noFill/>
            <a:ln cap="flat" cmpd="sng" w="9525">
              <a:solidFill>
                <a:srgbClr val="000000"/>
              </a:solidFill>
              <a:prstDash val="solid"/>
              <a:round/>
              <a:headEnd len="med" w="med" type="none"/>
              <a:tailEnd len="med" w="med" type="none"/>
            </a:ln>
          </p:spPr>
        </p:cxnSp>
        <p:cxnSp>
          <p:nvCxnSpPr>
            <p:cNvPr id="4177" name="Google Shape;4177;p80"/>
            <p:cNvCxnSpPr/>
            <p:nvPr/>
          </p:nvCxnSpPr>
          <p:spPr>
            <a:xfrm>
              <a:off x="2116" y="3540"/>
              <a:ext cx="0" cy="166"/>
            </a:xfrm>
            <a:prstGeom prst="straightConnector1">
              <a:avLst/>
            </a:prstGeom>
            <a:noFill/>
            <a:ln cap="flat" cmpd="sng" w="9525">
              <a:solidFill>
                <a:srgbClr val="000000"/>
              </a:solidFill>
              <a:prstDash val="solid"/>
              <a:round/>
              <a:headEnd len="med" w="med" type="none"/>
              <a:tailEnd len="med" w="med" type="none"/>
            </a:ln>
          </p:spPr>
        </p:cxnSp>
      </p:grpSp>
      <p:grpSp>
        <p:nvGrpSpPr>
          <p:cNvPr id="4178" name="Google Shape;4178;p80"/>
          <p:cNvGrpSpPr/>
          <p:nvPr/>
        </p:nvGrpSpPr>
        <p:grpSpPr>
          <a:xfrm>
            <a:off x="8194389" y="3254480"/>
            <a:ext cx="1428750" cy="369888"/>
            <a:chOff x="1750" y="3514"/>
            <a:chExt cx="900" cy="233"/>
          </a:xfrm>
        </p:grpSpPr>
        <p:sp>
          <p:nvSpPr>
            <p:cNvPr id="4179" name="Google Shape;4179;p80"/>
            <p:cNvSpPr/>
            <p:nvPr/>
          </p:nvSpPr>
          <p:spPr>
            <a:xfrm>
              <a:off x="1771" y="3542"/>
              <a:ext cx="879" cy="166"/>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180" name="Google Shape;4180;p80"/>
            <p:cNvSpPr txBox="1"/>
            <p:nvPr/>
          </p:nvSpPr>
          <p:spPr>
            <a:xfrm>
              <a:off x="1750" y="3514"/>
              <a:ext cx="356" cy="23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A A’</a:t>
              </a:r>
              <a:endParaRPr b="0" i="0" sz="1800" u="none" cap="none" strike="noStrike">
                <a:solidFill>
                  <a:srgbClr val="FFFFFF"/>
                </a:solidFill>
                <a:latin typeface="Arial"/>
                <a:ea typeface="Arial"/>
                <a:cs typeface="Arial"/>
                <a:sym typeface="Arial"/>
              </a:endParaRPr>
            </a:p>
          </p:txBody>
        </p:sp>
        <p:cxnSp>
          <p:nvCxnSpPr>
            <p:cNvPr id="4181" name="Google Shape;4181;p80"/>
            <p:cNvCxnSpPr/>
            <p:nvPr/>
          </p:nvCxnSpPr>
          <p:spPr>
            <a:xfrm>
              <a:off x="1936" y="3535"/>
              <a:ext cx="0" cy="166"/>
            </a:xfrm>
            <a:prstGeom prst="straightConnector1">
              <a:avLst/>
            </a:prstGeom>
            <a:noFill/>
            <a:ln cap="flat" cmpd="sng" w="9525">
              <a:solidFill>
                <a:srgbClr val="000000"/>
              </a:solidFill>
              <a:prstDash val="solid"/>
              <a:round/>
              <a:headEnd len="med" w="med" type="none"/>
              <a:tailEnd len="med" w="med" type="none"/>
            </a:ln>
          </p:spPr>
        </p:cxnSp>
        <p:cxnSp>
          <p:nvCxnSpPr>
            <p:cNvPr id="4182" name="Google Shape;4182;p80"/>
            <p:cNvCxnSpPr/>
            <p:nvPr/>
          </p:nvCxnSpPr>
          <p:spPr>
            <a:xfrm>
              <a:off x="2116" y="3540"/>
              <a:ext cx="0" cy="166"/>
            </a:xfrm>
            <a:prstGeom prst="straightConnector1">
              <a:avLst/>
            </a:prstGeom>
            <a:noFill/>
            <a:ln cap="flat" cmpd="sng" w="9525">
              <a:solidFill>
                <a:srgbClr val="000000"/>
              </a:solidFill>
              <a:prstDash val="solid"/>
              <a:round/>
              <a:headEnd len="med" w="med" type="none"/>
              <a:tailEnd len="med" w="med" type="none"/>
            </a:ln>
          </p:spPr>
        </p:cxnSp>
      </p:grpSp>
      <p:grpSp>
        <p:nvGrpSpPr>
          <p:cNvPr id="4183" name="Google Shape;4183;p80"/>
          <p:cNvGrpSpPr/>
          <p:nvPr/>
        </p:nvGrpSpPr>
        <p:grpSpPr>
          <a:xfrm>
            <a:off x="8529351" y="4356205"/>
            <a:ext cx="1428750" cy="369888"/>
            <a:chOff x="730" y="2472"/>
            <a:chExt cx="900" cy="233"/>
          </a:xfrm>
        </p:grpSpPr>
        <p:sp>
          <p:nvSpPr>
            <p:cNvPr id="4184" name="Google Shape;4184;p80"/>
            <p:cNvSpPr/>
            <p:nvPr/>
          </p:nvSpPr>
          <p:spPr>
            <a:xfrm>
              <a:off x="751" y="2500"/>
              <a:ext cx="879" cy="166"/>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185" name="Google Shape;4185;p80"/>
            <p:cNvSpPr txBox="1"/>
            <p:nvPr/>
          </p:nvSpPr>
          <p:spPr>
            <a:xfrm>
              <a:off x="730" y="2472"/>
              <a:ext cx="359" cy="23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A’ A</a:t>
              </a:r>
              <a:endParaRPr/>
            </a:p>
          </p:txBody>
        </p:sp>
        <p:cxnSp>
          <p:nvCxnSpPr>
            <p:cNvPr id="4186" name="Google Shape;4186;p80"/>
            <p:cNvCxnSpPr/>
            <p:nvPr/>
          </p:nvCxnSpPr>
          <p:spPr>
            <a:xfrm>
              <a:off x="937" y="2499"/>
              <a:ext cx="0" cy="166"/>
            </a:xfrm>
            <a:prstGeom prst="straightConnector1">
              <a:avLst/>
            </a:prstGeom>
            <a:noFill/>
            <a:ln cap="flat" cmpd="sng" w="9525">
              <a:solidFill>
                <a:srgbClr val="000000"/>
              </a:solidFill>
              <a:prstDash val="solid"/>
              <a:round/>
              <a:headEnd len="med" w="med" type="none"/>
              <a:tailEnd len="med" w="med" type="none"/>
            </a:ln>
          </p:spPr>
        </p:cxnSp>
        <p:cxnSp>
          <p:nvCxnSpPr>
            <p:cNvPr id="4187" name="Google Shape;4187;p80"/>
            <p:cNvCxnSpPr/>
            <p:nvPr/>
          </p:nvCxnSpPr>
          <p:spPr>
            <a:xfrm>
              <a:off x="1096" y="2498"/>
              <a:ext cx="0" cy="166"/>
            </a:xfrm>
            <a:prstGeom prst="straightConnector1">
              <a:avLst/>
            </a:prstGeom>
            <a:noFill/>
            <a:ln cap="flat" cmpd="sng" w="9525">
              <a:solidFill>
                <a:srgbClr val="000000"/>
              </a:solidFill>
              <a:prstDash val="solid"/>
              <a:round/>
              <a:headEnd len="med" w="med" type="none"/>
              <a:tailEnd len="med" w="med" type="none"/>
            </a:ln>
          </p:spPr>
        </p:cxnSp>
      </p:grpSp>
      <p:grpSp>
        <p:nvGrpSpPr>
          <p:cNvPr id="4188" name="Google Shape;4188;p80"/>
          <p:cNvGrpSpPr/>
          <p:nvPr/>
        </p:nvGrpSpPr>
        <p:grpSpPr>
          <a:xfrm>
            <a:off x="7095838" y="5835809"/>
            <a:ext cx="2471738" cy="374650"/>
            <a:chOff x="2376" y="3383"/>
            <a:chExt cx="1557" cy="236"/>
          </a:xfrm>
        </p:grpSpPr>
        <p:sp>
          <p:nvSpPr>
            <p:cNvPr id="4189" name="Google Shape;4189;p80"/>
            <p:cNvSpPr txBox="1"/>
            <p:nvPr/>
          </p:nvSpPr>
          <p:spPr>
            <a:xfrm>
              <a:off x="2376" y="3388"/>
              <a:ext cx="247"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rgbClr val="000000"/>
                  </a:solidFill>
                  <a:latin typeface="Arial"/>
                  <a:ea typeface="Arial"/>
                  <a:cs typeface="Arial"/>
                  <a:sym typeface="Arial"/>
                </a:rPr>
                <a:t>A’</a:t>
              </a:r>
              <a:endParaRPr b="0" i="1" sz="1800" u="none" cap="none" strike="noStrike">
                <a:solidFill>
                  <a:srgbClr val="000000"/>
                </a:solidFill>
                <a:latin typeface="Arial"/>
                <a:ea typeface="Arial"/>
                <a:cs typeface="Arial"/>
                <a:sym typeface="Arial"/>
              </a:endParaRPr>
            </a:p>
          </p:txBody>
        </p:sp>
        <p:sp>
          <p:nvSpPr>
            <p:cNvPr id="4190" name="Google Shape;4190;p80"/>
            <p:cNvSpPr txBox="1"/>
            <p:nvPr/>
          </p:nvSpPr>
          <p:spPr>
            <a:xfrm>
              <a:off x="3133" y="3387"/>
              <a:ext cx="204"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rgbClr val="000000"/>
                  </a:solidFill>
                  <a:latin typeface="Arial"/>
                  <a:ea typeface="Arial"/>
                  <a:cs typeface="Arial"/>
                  <a:sym typeface="Arial"/>
                </a:rPr>
                <a:t>4</a:t>
              </a:r>
              <a:endParaRPr/>
            </a:p>
          </p:txBody>
        </p:sp>
        <p:sp>
          <p:nvSpPr>
            <p:cNvPr id="4191" name="Google Shape;4191;p80"/>
            <p:cNvSpPr txBox="1"/>
            <p:nvPr/>
          </p:nvSpPr>
          <p:spPr>
            <a:xfrm>
              <a:off x="3655" y="3383"/>
              <a:ext cx="278" cy="23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rgbClr val="000000"/>
                  </a:solidFill>
                  <a:latin typeface="Arial"/>
                  <a:ea typeface="Arial"/>
                  <a:cs typeface="Arial"/>
                  <a:sym typeface="Arial"/>
                </a:rPr>
                <a:t>60</a:t>
              </a:r>
              <a:endParaRPr/>
            </a:p>
          </p:txBody>
        </p:sp>
      </p:grpSp>
      <p:sp>
        <p:nvSpPr>
          <p:cNvPr id="4192" name="Google Shape;4192;p80"/>
          <p:cNvSpPr txBox="1"/>
          <p:nvPr/>
        </p:nvSpPr>
        <p:spPr>
          <a:xfrm>
            <a:off x="870366" y="1583075"/>
            <a:ext cx="4044950" cy="944563"/>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frame destination, A’, location unknown:</a:t>
            </a:r>
            <a:endParaRPr b="0" i="1" sz="2800" u="none" cap="none" strike="noStrike">
              <a:solidFill>
                <a:srgbClr val="000000"/>
              </a:solidFill>
              <a:latin typeface="Calibri"/>
              <a:ea typeface="Calibri"/>
              <a:cs typeface="Calibri"/>
              <a:sym typeface="Calibri"/>
            </a:endParaRPr>
          </a:p>
        </p:txBody>
      </p:sp>
      <p:sp>
        <p:nvSpPr>
          <p:cNvPr id="4193" name="Google Shape;4193;p80"/>
          <p:cNvSpPr txBox="1"/>
          <p:nvPr/>
        </p:nvSpPr>
        <p:spPr>
          <a:xfrm>
            <a:off x="4024181" y="1937790"/>
            <a:ext cx="942887"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800"/>
              <a:buFont typeface="Calibri"/>
              <a:buNone/>
            </a:pPr>
            <a:r>
              <a:rPr b="0" i="0" lang="en-US" sz="2800" u="none" cap="none" strike="noStrike">
                <a:solidFill>
                  <a:srgbClr val="CC0000"/>
                </a:solidFill>
                <a:latin typeface="Calibri"/>
                <a:ea typeface="Calibri"/>
                <a:cs typeface="Calibri"/>
                <a:sym typeface="Calibri"/>
              </a:rPr>
              <a:t>flood</a:t>
            </a:r>
            <a:endParaRPr/>
          </a:p>
        </p:txBody>
      </p:sp>
      <p:sp>
        <p:nvSpPr>
          <p:cNvPr id="4194" name="Google Shape;4194;p80"/>
          <p:cNvSpPr/>
          <p:nvPr/>
        </p:nvSpPr>
        <p:spPr>
          <a:xfrm>
            <a:off x="884654" y="2500650"/>
            <a:ext cx="4044950" cy="944563"/>
          </a:xfrm>
          <a:prstGeom prst="rect">
            <a:avLst/>
          </a:prstGeom>
          <a:noFill/>
          <a:ln>
            <a:noFill/>
          </a:ln>
        </p:spPr>
        <p:txBody>
          <a:bodyPr anchorCtr="0" anchor="t" bIns="45700" lIns="91425" spcFirstLastPara="1" rIns="91425" wrap="square" tIns="45700">
            <a:noAutofit/>
          </a:bodyPr>
          <a:lstStyle/>
          <a:p>
            <a:pPr indent="-279400" lvl="0" marL="279400" marR="0" rtl="0" algn="l">
              <a:lnSpc>
                <a:spcPct val="100000"/>
              </a:lnSpc>
              <a:spcBef>
                <a:spcPts val="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destination A location known:</a:t>
            </a:r>
            <a:endParaRPr b="0" i="0" sz="2800" u="none" cap="none" strike="noStrike">
              <a:solidFill>
                <a:srgbClr val="FF0000"/>
              </a:solidFill>
              <a:latin typeface="Calibri"/>
              <a:ea typeface="Calibri"/>
              <a:cs typeface="Calibri"/>
              <a:sym typeface="Calibri"/>
            </a:endParaRPr>
          </a:p>
        </p:txBody>
      </p:sp>
      <p:sp>
        <p:nvSpPr>
          <p:cNvPr id="4195" name="Google Shape;4195;p80"/>
          <p:cNvSpPr/>
          <p:nvPr/>
        </p:nvSpPr>
        <p:spPr>
          <a:xfrm>
            <a:off x="1053835" y="2974429"/>
            <a:ext cx="4417575" cy="1252798"/>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7142"/>
              </a:lnSpc>
              <a:spcBef>
                <a:spcPts val="0"/>
              </a:spcBef>
              <a:spcAft>
                <a:spcPts val="0"/>
              </a:spcAft>
              <a:buClr>
                <a:srgbClr val="000099"/>
              </a:buClr>
              <a:buSzPts val="1820"/>
              <a:buFont typeface="Noto Sans Symbols"/>
              <a:buNone/>
            </a:pPr>
            <a:r>
              <a:rPr b="0" i="0" lang="en-US" sz="2800" u="none" cap="none" strike="noStrike">
                <a:solidFill>
                  <a:srgbClr val="CC0000"/>
                </a:solidFill>
                <a:latin typeface="Calibri"/>
                <a:ea typeface="Calibri"/>
                <a:cs typeface="Calibri"/>
                <a:sym typeface="Calibri"/>
              </a:rPr>
              <a:t>                selectively send </a:t>
            </a:r>
            <a:endParaRPr/>
          </a:p>
          <a:p>
            <a:pPr indent="-342900" lvl="0" marL="342900" marR="0" rtl="0" algn="l">
              <a:lnSpc>
                <a:spcPct val="107142"/>
              </a:lnSpc>
              <a:spcBef>
                <a:spcPts val="560"/>
              </a:spcBef>
              <a:spcAft>
                <a:spcPts val="0"/>
              </a:spcAft>
              <a:buClr>
                <a:srgbClr val="000099"/>
              </a:buClr>
              <a:buSzPts val="1820"/>
              <a:buFont typeface="Noto Sans Symbols"/>
              <a:buNone/>
            </a:pPr>
            <a:r>
              <a:rPr b="0" i="0" lang="en-US" sz="2800" u="none" cap="none" strike="noStrike">
                <a:solidFill>
                  <a:srgbClr val="CC0000"/>
                </a:solidFill>
                <a:latin typeface="Calibri"/>
                <a:ea typeface="Calibri"/>
                <a:cs typeface="Calibri"/>
                <a:sym typeface="Calibri"/>
              </a:rPr>
              <a:t>on just one link</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37"/>
                                        </p:tgtEl>
                                        <p:attrNameLst>
                                          <p:attrName>style.visibility</p:attrName>
                                        </p:attrNameLst>
                                      </p:cBhvr>
                                      <p:to>
                                        <p:strVal val="visible"/>
                                      </p:to>
                                    </p:set>
                                    <p:animEffect filter="fade" transition="in">
                                      <p:cBhvr>
                                        <p:cTn dur="500"/>
                                        <p:tgtEl>
                                          <p:spTgt spid="4137"/>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41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47"/>
                                        </p:tgtEl>
                                        <p:attrNameLst>
                                          <p:attrName>style.visibility</p:attrName>
                                        </p:attrNameLst>
                                      </p:cBhvr>
                                      <p:to>
                                        <p:strVal val="visible"/>
                                      </p:to>
                                    </p:set>
                                    <p:animEffect filter="fade" transition="in">
                                      <p:cBhvr>
                                        <p:cTn dur="500"/>
                                        <p:tgtEl>
                                          <p:spTgt spid="4147"/>
                                        </p:tgtEl>
                                      </p:cBhvr>
                                    </p:animEffect>
                                  </p:childTnLst>
                                </p:cTn>
                              </p:par>
                              <p:par>
                                <p:cTn fill="hold" nodeType="withEffect" presetClass="entr" presetID="10" presetSubtype="0">
                                  <p:stCondLst>
                                    <p:cond delay="0"/>
                                  </p:stCondLst>
                                  <p:childTnLst>
                                    <p:set>
                                      <p:cBhvr>
                                        <p:cTn dur="1" fill="hold">
                                          <p:stCondLst>
                                            <p:cond delay="0"/>
                                          </p:stCondLst>
                                        </p:cTn>
                                        <p:tgtEl>
                                          <p:spTgt spid="4153"/>
                                        </p:tgtEl>
                                        <p:attrNameLst>
                                          <p:attrName>style.visibility</p:attrName>
                                        </p:attrNameLst>
                                      </p:cBhvr>
                                      <p:to>
                                        <p:strVal val="visible"/>
                                      </p:to>
                                    </p:set>
                                    <p:animEffect filter="fade" transition="in">
                                      <p:cBhvr>
                                        <p:cTn dur="500"/>
                                        <p:tgtEl>
                                          <p:spTgt spid="41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4142"/>
                                        </p:tgtEl>
                                        <p:attrNameLst>
                                          <p:attrName>style.visibility</p:attrName>
                                        </p:attrNameLst>
                                      </p:cBhvr>
                                      <p:to>
                                        <p:strVal val="hidden"/>
                                      </p:to>
                                    </p:set>
                                  </p:childTnLst>
                                </p:cTn>
                              </p:par>
                            </p:childTnLst>
                          </p:cTn>
                        </p:par>
                        <p:par>
                          <p:cTn fill="hold">
                            <p:stCondLst>
                              <p:cond delay="1"/>
                            </p:stCondLst>
                            <p:childTnLst>
                              <p:par>
                                <p:cTn fill="hold" nodeType="afterEffect" presetClass="entr" presetID="10" presetSubtype="0">
                                  <p:stCondLst>
                                    <p:cond delay="0"/>
                                  </p:stCondLst>
                                  <p:childTnLst>
                                    <p:set>
                                      <p:cBhvr>
                                        <p:cTn dur="1" fill="hold">
                                          <p:stCondLst>
                                            <p:cond delay="0"/>
                                          </p:stCondLst>
                                        </p:cTn>
                                        <p:tgtEl>
                                          <p:spTgt spid="4154"/>
                                        </p:tgtEl>
                                        <p:attrNameLst>
                                          <p:attrName>style.visibility</p:attrName>
                                        </p:attrNameLst>
                                      </p:cBhvr>
                                      <p:to>
                                        <p:strVal val="visible"/>
                                      </p:to>
                                    </p:set>
                                    <p:animEffect filter="fade" transition="in">
                                      <p:cBhvr>
                                        <p:cTn dur="500"/>
                                        <p:tgtEl>
                                          <p:spTgt spid="4154"/>
                                        </p:tgtEl>
                                      </p:cBhvr>
                                    </p:animEffect>
                                  </p:childTnLst>
                                </p:cTn>
                              </p:par>
                            </p:childTnLst>
                          </p:cTn>
                        </p:par>
                        <p:par>
                          <p:cTn fill="hold">
                            <p:stCondLst>
                              <p:cond delay="501"/>
                            </p:stCondLst>
                            <p:childTnLst>
                              <p:par>
                                <p:cTn fill="hold" nodeType="afterEffect" presetClass="entr" presetID="1" presetSubtype="0">
                                  <p:stCondLst>
                                    <p:cond delay="0"/>
                                  </p:stCondLst>
                                  <p:childTnLst>
                                    <p:set>
                                      <p:cBhvr>
                                        <p:cTn dur="1" fill="hold">
                                          <p:stCondLst>
                                            <p:cond delay="0"/>
                                          </p:stCondLst>
                                        </p:cTn>
                                        <p:tgtEl>
                                          <p:spTgt spid="419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93"/>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1"/>
                                          </p:stCondLst>
                                        </p:cTn>
                                        <p:tgtEl>
                                          <p:spTgt spid="4137"/>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41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78"/>
                                        </p:tgtEl>
                                        <p:attrNameLst>
                                          <p:attrName>style.visibility</p:attrName>
                                        </p:attrNameLst>
                                      </p:cBhvr>
                                      <p:to>
                                        <p:strVal val="visible"/>
                                      </p:to>
                                    </p:set>
                                  </p:childTnLst>
                                </p:cTn>
                              </p:par>
                            </p:childTnLst>
                          </p:cTn>
                        </p:par>
                        <p:par>
                          <p:cTn fill="hold">
                            <p:stCondLst>
                              <p:cond delay="1"/>
                            </p:stCondLst>
                            <p:childTnLst>
                              <p:par>
                                <p:cTn fill="hold" nodeType="afterEffect" presetClass="exit" presetID="1" presetSubtype="0">
                                  <p:stCondLst>
                                    <p:cond delay="0"/>
                                  </p:stCondLst>
                                  <p:childTnLst>
                                    <p:set>
                                      <p:cBhvr>
                                        <p:cTn dur="1" fill="hold">
                                          <p:stCondLst>
                                            <p:cond delay="1"/>
                                          </p:stCondLst>
                                        </p:cTn>
                                        <p:tgtEl>
                                          <p:spTgt spid="4178"/>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4173"/>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4168"/>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4163"/>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415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83"/>
                                        </p:tgtEl>
                                        <p:attrNameLst>
                                          <p:attrName>style.visibility</p:attrName>
                                        </p:attrNameLst>
                                      </p:cBhvr>
                                      <p:to>
                                        <p:strVal val="visible"/>
                                      </p:to>
                                    </p:set>
                                    <p:animEffect filter="fade" transition="in">
                                      <p:cBhvr>
                                        <p:cTn dur="500"/>
                                        <p:tgtEl>
                                          <p:spTgt spid="4183"/>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419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9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95">
                                            <p:txEl>
                                              <p:pRg end="1" st="1"/>
                                            </p:txEl>
                                          </p:spTgt>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4188"/>
                                        </p:tgtEl>
                                        <p:attrNameLst>
                                          <p:attrName>style.visibility</p:attrName>
                                        </p:attrNameLst>
                                      </p:cBhvr>
                                      <p:to>
                                        <p:strVal val="visible"/>
                                      </p:to>
                                    </p:set>
                                    <p:animEffect filter="fade" transition="in">
                                      <p:cBhvr>
                                        <p:cTn dur="500"/>
                                        <p:tgtEl>
                                          <p:spTgt spid="41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0" name="Shape 4200"/>
        <p:cNvGrpSpPr/>
        <p:nvPr/>
      </p:nvGrpSpPr>
      <p:grpSpPr>
        <a:xfrm>
          <a:off x="0" y="0"/>
          <a:ext cx="0" cy="0"/>
          <a:chOff x="0" y="0"/>
          <a:chExt cx="0" cy="0"/>
        </a:xfrm>
      </p:grpSpPr>
      <p:sp>
        <p:nvSpPr>
          <p:cNvPr id="4201" name="Google Shape;4201;p81"/>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99"/>
              </a:buClr>
              <a:buSzPts val="4400"/>
              <a:buFont typeface="Calibri"/>
              <a:buNone/>
            </a:pPr>
            <a:r>
              <a:rPr b="0" lang="en-US">
                <a:solidFill>
                  <a:srgbClr val="000099"/>
                </a:solidFill>
                <a:latin typeface="Calibri"/>
                <a:ea typeface="Calibri"/>
                <a:cs typeface="Calibri"/>
                <a:sym typeface="Calibri"/>
              </a:rPr>
              <a:t>Interconnecting switches</a:t>
            </a:r>
            <a:endParaRPr b="0" sz="4400">
              <a:latin typeface="Calibri"/>
              <a:ea typeface="Calibri"/>
              <a:cs typeface="Calibri"/>
              <a:sym typeface="Calibri"/>
            </a:endParaRPr>
          </a:p>
        </p:txBody>
      </p:sp>
      <p:sp>
        <p:nvSpPr>
          <p:cNvPr id="4202" name="Google Shape;4202;p8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Link Layer: 6-</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
        <p:nvSpPr>
          <p:cNvPr id="4203" name="Google Shape;4203;p81"/>
          <p:cNvSpPr txBox="1"/>
          <p:nvPr/>
        </p:nvSpPr>
        <p:spPr>
          <a:xfrm>
            <a:off x="1058264" y="1335790"/>
            <a:ext cx="7881938" cy="682625"/>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99"/>
              </a:buClr>
              <a:buSzPts val="2800"/>
              <a:buFont typeface="Noto Sans Symbols"/>
              <a:buNone/>
            </a:pPr>
            <a:r>
              <a:rPr b="0" i="0" lang="en-US" sz="2800" u="none" cap="none" strike="noStrike">
                <a:solidFill>
                  <a:srgbClr val="000000"/>
                </a:solidFill>
                <a:latin typeface="Calibri"/>
                <a:ea typeface="Calibri"/>
                <a:cs typeface="Calibri"/>
                <a:sym typeface="Calibri"/>
              </a:rPr>
              <a:t>self-learning switches can be connected together:</a:t>
            </a:r>
            <a:endParaRPr/>
          </a:p>
        </p:txBody>
      </p:sp>
      <p:sp>
        <p:nvSpPr>
          <p:cNvPr id="4204" name="Google Shape;4204;p81"/>
          <p:cNvSpPr/>
          <p:nvPr/>
        </p:nvSpPr>
        <p:spPr>
          <a:xfrm>
            <a:off x="1080308" y="4550478"/>
            <a:ext cx="10746932" cy="1676400"/>
          </a:xfrm>
          <a:prstGeom prst="rect">
            <a:avLst/>
          </a:prstGeom>
          <a:noFill/>
          <a:ln>
            <a:noFill/>
          </a:ln>
        </p:spPr>
        <p:txBody>
          <a:bodyPr anchorCtr="0" anchor="t" bIns="45700" lIns="91425" spcFirstLastPara="1" rIns="91425" wrap="square" tIns="45700">
            <a:noAutofit/>
          </a:bodyPr>
          <a:lstStyle/>
          <a:p>
            <a:pPr indent="-396875" lvl="0" marL="460375" marR="0" rtl="0" algn="l">
              <a:lnSpc>
                <a:spcPct val="85000"/>
              </a:lnSpc>
              <a:spcBef>
                <a:spcPts val="0"/>
              </a:spcBef>
              <a:spcAft>
                <a:spcPts val="0"/>
              </a:spcAft>
              <a:buClr>
                <a:srgbClr val="000099"/>
              </a:buClr>
              <a:buSzPts val="1820"/>
              <a:buFont typeface="Calibri"/>
              <a:buNone/>
            </a:pPr>
            <a:r>
              <a:rPr b="0" i="1" lang="en-US" sz="2800" u="sng" cap="none" strike="noStrike">
                <a:solidFill>
                  <a:srgbClr val="CC0000"/>
                </a:solidFill>
                <a:latin typeface="Calibri"/>
                <a:ea typeface="Calibri"/>
                <a:cs typeface="Calibri"/>
                <a:sym typeface="Calibri"/>
              </a:rPr>
              <a:t>Q:</a:t>
            </a:r>
            <a:r>
              <a:rPr b="0" i="1" lang="en-US" sz="2800" u="none" cap="none" strike="noStrike">
                <a:solidFill>
                  <a:srgbClr val="000000"/>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sending from A to G - how does S</a:t>
            </a:r>
            <a:r>
              <a:rPr b="0" baseline="-25000" i="0" lang="en-US" sz="2800" u="none" cap="none" strike="noStrike">
                <a:solidFill>
                  <a:srgbClr val="000000"/>
                </a:solidFill>
                <a:latin typeface="Calibri"/>
                <a:ea typeface="Calibri"/>
                <a:cs typeface="Calibri"/>
                <a:sym typeface="Calibri"/>
              </a:rPr>
              <a:t>1</a:t>
            </a:r>
            <a:r>
              <a:rPr b="0" i="0" lang="en-US" sz="2800" u="none" cap="none" strike="noStrike">
                <a:solidFill>
                  <a:srgbClr val="000000"/>
                </a:solidFill>
                <a:latin typeface="Calibri"/>
                <a:ea typeface="Calibri"/>
                <a:cs typeface="Calibri"/>
                <a:sym typeface="Calibri"/>
              </a:rPr>
              <a:t> know to forward frame destined to G via S</a:t>
            </a:r>
            <a:r>
              <a:rPr b="0" baseline="-25000" i="0" lang="en-US" sz="2800" u="none" cap="none" strike="noStrike">
                <a:solidFill>
                  <a:srgbClr val="000000"/>
                </a:solidFill>
                <a:latin typeface="Calibri"/>
                <a:ea typeface="Calibri"/>
                <a:cs typeface="Calibri"/>
                <a:sym typeface="Calibri"/>
              </a:rPr>
              <a:t>4</a:t>
            </a:r>
            <a:r>
              <a:rPr b="0" i="0" lang="en-US" sz="2800" u="none" cap="none" strike="noStrike">
                <a:solidFill>
                  <a:srgbClr val="000000"/>
                </a:solidFill>
                <a:latin typeface="Calibri"/>
                <a:ea typeface="Calibri"/>
                <a:cs typeface="Calibri"/>
                <a:sym typeface="Calibri"/>
              </a:rPr>
              <a:t> and S</a:t>
            </a:r>
            <a:r>
              <a:rPr b="0" baseline="-25000" i="0" lang="en-US" sz="2800" u="none" cap="none" strike="noStrike">
                <a:solidFill>
                  <a:srgbClr val="000000"/>
                </a:solidFill>
                <a:latin typeface="Calibri"/>
                <a:ea typeface="Calibri"/>
                <a:cs typeface="Calibri"/>
                <a:sym typeface="Calibri"/>
              </a:rPr>
              <a:t>3</a:t>
            </a:r>
            <a:r>
              <a:rPr b="0" i="0" lang="en-US" sz="2800" u="none" cap="none" strike="noStrike">
                <a:solidFill>
                  <a:srgbClr val="000000"/>
                </a:solidFill>
                <a:latin typeface="Calibri"/>
                <a:ea typeface="Calibri"/>
                <a:cs typeface="Calibri"/>
                <a:sym typeface="Calibri"/>
              </a:rPr>
              <a:t>?</a:t>
            </a:r>
            <a:endParaRPr/>
          </a:p>
          <a:p>
            <a:pPr indent="-287338" lvl="0" marL="457200" marR="0" rtl="0" algn="l">
              <a:lnSpc>
                <a:spcPct val="85000"/>
              </a:lnSpc>
              <a:spcBef>
                <a:spcPts val="560"/>
              </a:spcBef>
              <a:spcAft>
                <a:spcPts val="0"/>
              </a:spcAft>
              <a:buClr>
                <a:srgbClr val="000099"/>
              </a:buClr>
              <a:buSzPts val="2800"/>
              <a:buFont typeface="Noto Sans Symbols"/>
              <a:buChar char="▪"/>
            </a:pPr>
            <a:r>
              <a:rPr b="0" i="1" lang="en-US" sz="2800" u="sng" cap="none" strike="noStrike">
                <a:solidFill>
                  <a:srgbClr val="CC0000"/>
                </a:solidFill>
                <a:latin typeface="Calibri"/>
                <a:ea typeface="Calibri"/>
                <a:cs typeface="Calibri"/>
                <a:sym typeface="Calibri"/>
              </a:rPr>
              <a:t>A:</a:t>
            </a:r>
            <a:r>
              <a:rPr b="0" i="1" lang="en-US" sz="2800" u="none" cap="none" strike="noStrike">
                <a:solidFill>
                  <a:srgbClr val="CC0000"/>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self learning! (works exactly the same as in single-switch case!)</a:t>
            </a:r>
            <a:endParaRPr/>
          </a:p>
        </p:txBody>
      </p:sp>
      <p:grpSp>
        <p:nvGrpSpPr>
          <p:cNvPr id="4205" name="Google Shape;4205;p81"/>
          <p:cNvGrpSpPr/>
          <p:nvPr/>
        </p:nvGrpSpPr>
        <p:grpSpPr>
          <a:xfrm>
            <a:off x="2517827" y="2654612"/>
            <a:ext cx="2005135" cy="1358900"/>
            <a:chOff x="958850" y="2444750"/>
            <a:chExt cx="2005665" cy="1358710"/>
          </a:xfrm>
        </p:grpSpPr>
        <p:cxnSp>
          <p:nvCxnSpPr>
            <p:cNvPr id="4206" name="Google Shape;4206;p81"/>
            <p:cNvCxnSpPr/>
            <p:nvPr/>
          </p:nvCxnSpPr>
          <p:spPr>
            <a:xfrm rot="10800000">
              <a:off x="1582903" y="3030456"/>
              <a:ext cx="555772" cy="0"/>
            </a:xfrm>
            <a:prstGeom prst="straightConnector1">
              <a:avLst/>
            </a:prstGeom>
            <a:noFill/>
            <a:ln cap="flat" cmpd="sng" w="9525">
              <a:solidFill>
                <a:srgbClr val="000000"/>
              </a:solidFill>
              <a:prstDash val="solid"/>
              <a:round/>
              <a:headEnd len="med" w="med" type="none"/>
              <a:tailEnd len="med" w="med" type="none"/>
            </a:ln>
          </p:spPr>
        </p:cxnSp>
        <p:cxnSp>
          <p:nvCxnSpPr>
            <p:cNvPr id="4207" name="Google Shape;4207;p81"/>
            <p:cNvCxnSpPr/>
            <p:nvPr/>
          </p:nvCxnSpPr>
          <p:spPr>
            <a:xfrm flipH="1">
              <a:off x="1970355" y="3078074"/>
              <a:ext cx="271534" cy="314281"/>
            </a:xfrm>
            <a:prstGeom prst="straightConnector1">
              <a:avLst/>
            </a:prstGeom>
            <a:noFill/>
            <a:ln cap="flat" cmpd="sng" w="9525">
              <a:solidFill>
                <a:srgbClr val="000000"/>
              </a:solidFill>
              <a:prstDash val="solid"/>
              <a:round/>
              <a:headEnd len="med" w="med" type="none"/>
              <a:tailEnd len="med" w="med" type="none"/>
            </a:ln>
          </p:spPr>
        </p:cxnSp>
        <p:cxnSp>
          <p:nvCxnSpPr>
            <p:cNvPr id="4208" name="Google Shape;4208;p81"/>
            <p:cNvCxnSpPr/>
            <p:nvPr/>
          </p:nvCxnSpPr>
          <p:spPr>
            <a:xfrm>
              <a:off x="2389566" y="3106645"/>
              <a:ext cx="73044" cy="295234"/>
            </a:xfrm>
            <a:prstGeom prst="straightConnector1">
              <a:avLst/>
            </a:prstGeom>
            <a:noFill/>
            <a:ln cap="flat" cmpd="sng" w="9525">
              <a:solidFill>
                <a:srgbClr val="000000"/>
              </a:solidFill>
              <a:prstDash val="solid"/>
              <a:round/>
              <a:headEnd len="med" w="med" type="none"/>
              <a:tailEnd len="med" w="med" type="none"/>
            </a:ln>
          </p:spPr>
        </p:cxnSp>
        <p:sp>
          <p:nvSpPr>
            <p:cNvPr id="4209" name="Google Shape;4209;p81"/>
            <p:cNvSpPr txBox="1"/>
            <p:nvPr/>
          </p:nvSpPr>
          <p:spPr>
            <a:xfrm>
              <a:off x="958850" y="2844744"/>
              <a:ext cx="317800" cy="3692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a:t>
              </a:r>
              <a:endParaRPr/>
            </a:p>
          </p:txBody>
        </p:sp>
        <p:sp>
          <p:nvSpPr>
            <p:cNvPr id="4210" name="Google Shape;4210;p81"/>
            <p:cNvSpPr txBox="1"/>
            <p:nvPr/>
          </p:nvSpPr>
          <p:spPr>
            <a:xfrm>
              <a:off x="1408232" y="3306642"/>
              <a:ext cx="309782" cy="3692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B</a:t>
              </a:r>
              <a:endParaRPr/>
            </a:p>
          </p:txBody>
        </p:sp>
        <p:sp>
          <p:nvSpPr>
            <p:cNvPr id="4211" name="Google Shape;4211;p81"/>
            <p:cNvSpPr txBox="1"/>
            <p:nvPr/>
          </p:nvSpPr>
          <p:spPr>
            <a:xfrm>
              <a:off x="2181548" y="2444750"/>
              <a:ext cx="369109" cy="3692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a:t>
              </a:r>
              <a:r>
                <a:rPr b="0" baseline="-25000" i="0" lang="en-US" sz="1800" u="none" cap="none" strike="noStrike">
                  <a:solidFill>
                    <a:srgbClr val="000000"/>
                  </a:solidFill>
                  <a:latin typeface="Calibri"/>
                  <a:ea typeface="Calibri"/>
                  <a:cs typeface="Calibri"/>
                  <a:sym typeface="Calibri"/>
                </a:rPr>
                <a:t>1</a:t>
              </a:r>
              <a:endParaRPr/>
            </a:p>
          </p:txBody>
        </p:sp>
        <p:sp>
          <p:nvSpPr>
            <p:cNvPr id="4212" name="Google Shape;4212;p81"/>
            <p:cNvSpPr txBox="1"/>
            <p:nvPr/>
          </p:nvSpPr>
          <p:spPr>
            <a:xfrm>
              <a:off x="2656336" y="3298706"/>
              <a:ext cx="308179" cy="3692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C</a:t>
              </a:r>
              <a:endParaRPr/>
            </a:p>
          </p:txBody>
        </p:sp>
        <p:grpSp>
          <p:nvGrpSpPr>
            <p:cNvPr id="4213" name="Google Shape;4213;p81"/>
            <p:cNvGrpSpPr/>
            <p:nvPr/>
          </p:nvGrpSpPr>
          <p:grpSpPr>
            <a:xfrm>
              <a:off x="1127760" y="2834640"/>
              <a:ext cx="568960" cy="481140"/>
              <a:chOff x="-44" y="1473"/>
              <a:chExt cx="981" cy="1105"/>
            </a:xfrm>
          </p:grpSpPr>
          <p:pic>
            <p:nvPicPr>
              <p:cNvPr descr="desktop_computer_stylized_medium" id="4214" name="Google Shape;4214;p8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215" name="Google Shape;4215;p8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4216" name="Google Shape;4216;p81"/>
            <p:cNvGrpSpPr/>
            <p:nvPr/>
          </p:nvGrpSpPr>
          <p:grpSpPr>
            <a:xfrm>
              <a:off x="1534160" y="3291840"/>
              <a:ext cx="568960" cy="481140"/>
              <a:chOff x="-44" y="1473"/>
              <a:chExt cx="981" cy="1105"/>
            </a:xfrm>
          </p:grpSpPr>
          <p:pic>
            <p:nvPicPr>
              <p:cNvPr descr="desktop_computer_stylized_medium" id="4217" name="Google Shape;4217;p8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218" name="Google Shape;4218;p8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4219" name="Google Shape;4219;p81"/>
            <p:cNvGrpSpPr/>
            <p:nvPr/>
          </p:nvGrpSpPr>
          <p:grpSpPr>
            <a:xfrm>
              <a:off x="2062480" y="3322320"/>
              <a:ext cx="568960" cy="481140"/>
              <a:chOff x="-44" y="1473"/>
              <a:chExt cx="981" cy="1105"/>
            </a:xfrm>
          </p:grpSpPr>
          <p:pic>
            <p:nvPicPr>
              <p:cNvPr descr="desktop_computer_stylized_medium" id="4220" name="Google Shape;4220;p8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221" name="Google Shape;4221;p8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id="4222" name="Google Shape;4222;p81"/>
            <p:cNvPicPr preferRelativeResize="0"/>
            <p:nvPr/>
          </p:nvPicPr>
          <p:blipFill rotWithShape="1">
            <a:blip r:embed="rId4">
              <a:alphaModFix/>
            </a:blip>
            <a:srcRect b="0" l="0" r="0" t="0"/>
            <a:stretch/>
          </p:blipFill>
          <p:spPr>
            <a:xfrm>
              <a:off x="2014817" y="2879664"/>
              <a:ext cx="678041" cy="299996"/>
            </a:xfrm>
            <a:prstGeom prst="rect">
              <a:avLst/>
            </a:prstGeom>
            <a:noFill/>
            <a:ln>
              <a:noFill/>
            </a:ln>
          </p:spPr>
        </p:pic>
      </p:grpSp>
      <p:grpSp>
        <p:nvGrpSpPr>
          <p:cNvPr id="4223" name="Google Shape;4223;p81"/>
          <p:cNvGrpSpPr/>
          <p:nvPr/>
        </p:nvGrpSpPr>
        <p:grpSpPr>
          <a:xfrm>
            <a:off x="3950752" y="2194237"/>
            <a:ext cx="4856162" cy="2044145"/>
            <a:chOff x="3950752" y="2194237"/>
            <a:chExt cx="4856162" cy="2044145"/>
          </a:xfrm>
        </p:grpSpPr>
        <p:grpSp>
          <p:nvGrpSpPr>
            <p:cNvPr id="4224" name="Google Shape;4224;p81"/>
            <p:cNvGrpSpPr/>
            <p:nvPr/>
          </p:nvGrpSpPr>
          <p:grpSpPr>
            <a:xfrm>
              <a:off x="3950752" y="2194237"/>
              <a:ext cx="4856162" cy="2044145"/>
              <a:chOff x="2379663" y="1984375"/>
              <a:chExt cx="4855711" cy="2043590"/>
            </a:xfrm>
          </p:grpSpPr>
          <p:cxnSp>
            <p:nvCxnSpPr>
              <p:cNvPr id="4225" name="Google Shape;4225;p81"/>
              <p:cNvCxnSpPr/>
              <p:nvPr/>
            </p:nvCxnSpPr>
            <p:spPr>
              <a:xfrm flipH="1">
                <a:off x="3635258" y="3068344"/>
                <a:ext cx="346043" cy="215841"/>
              </a:xfrm>
              <a:prstGeom prst="straightConnector1">
                <a:avLst/>
              </a:prstGeom>
              <a:noFill/>
              <a:ln cap="flat" cmpd="sng" w="9525">
                <a:solidFill>
                  <a:srgbClr val="000000"/>
                </a:solidFill>
                <a:prstDash val="solid"/>
                <a:round/>
                <a:headEnd len="med" w="med" type="none"/>
                <a:tailEnd len="med" w="med" type="none"/>
              </a:ln>
            </p:spPr>
          </p:cxnSp>
          <p:cxnSp>
            <p:nvCxnSpPr>
              <p:cNvPr id="4226" name="Google Shape;4226;p81"/>
              <p:cNvCxnSpPr/>
              <p:nvPr/>
            </p:nvCxnSpPr>
            <p:spPr>
              <a:xfrm flipH="1">
                <a:off x="3949554" y="3087389"/>
                <a:ext cx="125401" cy="587216"/>
              </a:xfrm>
              <a:prstGeom prst="straightConnector1">
                <a:avLst/>
              </a:prstGeom>
              <a:noFill/>
              <a:ln cap="flat" cmpd="sng" w="9525">
                <a:solidFill>
                  <a:srgbClr val="000000"/>
                </a:solidFill>
                <a:prstDash val="solid"/>
                <a:round/>
                <a:headEnd len="med" w="med" type="none"/>
                <a:tailEnd len="med" w="med" type="none"/>
              </a:ln>
            </p:spPr>
          </p:cxnSp>
          <p:cxnSp>
            <p:nvCxnSpPr>
              <p:cNvPr id="4227" name="Google Shape;4227;p81"/>
              <p:cNvCxnSpPr/>
              <p:nvPr/>
            </p:nvCxnSpPr>
            <p:spPr>
              <a:xfrm>
                <a:off x="4254326" y="3030254"/>
                <a:ext cx="230167" cy="361852"/>
              </a:xfrm>
              <a:prstGeom prst="straightConnector1">
                <a:avLst/>
              </a:prstGeom>
              <a:noFill/>
              <a:ln cap="flat" cmpd="sng" w="9525">
                <a:solidFill>
                  <a:srgbClr val="000000"/>
                </a:solidFill>
                <a:prstDash val="solid"/>
                <a:round/>
                <a:headEnd len="med" w="med" type="none"/>
                <a:tailEnd len="med" w="med" type="none"/>
              </a:ln>
            </p:spPr>
          </p:cxnSp>
          <p:cxnSp>
            <p:nvCxnSpPr>
              <p:cNvPr id="4228" name="Google Shape;4228;p81"/>
              <p:cNvCxnSpPr/>
              <p:nvPr/>
            </p:nvCxnSpPr>
            <p:spPr>
              <a:xfrm flipH="1">
                <a:off x="5532145" y="3106433"/>
                <a:ext cx="428585" cy="244409"/>
              </a:xfrm>
              <a:prstGeom prst="straightConnector1">
                <a:avLst/>
              </a:prstGeom>
              <a:noFill/>
              <a:ln cap="flat" cmpd="sng" w="9525">
                <a:solidFill>
                  <a:srgbClr val="000000"/>
                </a:solidFill>
                <a:prstDash val="solid"/>
                <a:round/>
                <a:headEnd len="med" w="med" type="none"/>
                <a:tailEnd len="med" w="med" type="none"/>
              </a:ln>
            </p:spPr>
          </p:cxnSp>
          <p:cxnSp>
            <p:nvCxnSpPr>
              <p:cNvPr id="4229" name="Google Shape;4229;p81"/>
              <p:cNvCxnSpPr/>
              <p:nvPr/>
            </p:nvCxnSpPr>
            <p:spPr>
              <a:xfrm flipH="1">
                <a:off x="6035335" y="3077866"/>
                <a:ext cx="9524" cy="469772"/>
              </a:xfrm>
              <a:prstGeom prst="straightConnector1">
                <a:avLst/>
              </a:prstGeom>
              <a:noFill/>
              <a:ln cap="flat" cmpd="sng" w="9525">
                <a:solidFill>
                  <a:srgbClr val="000000"/>
                </a:solidFill>
                <a:prstDash val="solid"/>
                <a:round/>
                <a:headEnd len="med" w="med" type="none"/>
                <a:tailEnd len="med" w="med" type="none"/>
              </a:ln>
            </p:spPr>
          </p:cxnSp>
          <p:cxnSp>
            <p:nvCxnSpPr>
              <p:cNvPr id="4230" name="Google Shape;4230;p81"/>
              <p:cNvCxnSpPr/>
              <p:nvPr/>
            </p:nvCxnSpPr>
            <p:spPr>
              <a:xfrm flipH="1">
                <a:off x="2379663" y="2355749"/>
                <a:ext cx="1517509" cy="536429"/>
              </a:xfrm>
              <a:prstGeom prst="straightConnector1">
                <a:avLst/>
              </a:prstGeom>
              <a:noFill/>
              <a:ln cap="flat" cmpd="sng" w="9525">
                <a:solidFill>
                  <a:srgbClr val="000000"/>
                </a:solidFill>
                <a:prstDash val="solid"/>
                <a:round/>
                <a:headEnd len="med" w="med" type="none"/>
                <a:tailEnd len="med" w="med" type="none"/>
              </a:ln>
            </p:spPr>
          </p:cxnSp>
          <p:cxnSp>
            <p:nvCxnSpPr>
              <p:cNvPr id="4231" name="Google Shape;4231;p81"/>
              <p:cNvCxnSpPr/>
              <p:nvPr/>
            </p:nvCxnSpPr>
            <p:spPr>
              <a:xfrm>
                <a:off x="4200356" y="2322421"/>
                <a:ext cx="0" cy="599912"/>
              </a:xfrm>
              <a:prstGeom prst="straightConnector1">
                <a:avLst/>
              </a:prstGeom>
              <a:noFill/>
              <a:ln cap="flat" cmpd="sng" w="9525">
                <a:solidFill>
                  <a:srgbClr val="000000"/>
                </a:solidFill>
                <a:prstDash val="solid"/>
                <a:round/>
                <a:headEnd len="med" w="med" type="none"/>
                <a:tailEnd len="med" w="med" type="none"/>
              </a:ln>
            </p:spPr>
          </p:cxnSp>
          <p:cxnSp>
            <p:nvCxnSpPr>
              <p:cNvPr id="4232" name="Google Shape;4232;p81"/>
              <p:cNvCxnSpPr/>
              <p:nvPr/>
            </p:nvCxnSpPr>
            <p:spPr>
              <a:xfrm rot="10800000">
                <a:off x="4449571" y="2306551"/>
                <a:ext cx="1406394" cy="684026"/>
              </a:xfrm>
              <a:prstGeom prst="straightConnector1">
                <a:avLst/>
              </a:prstGeom>
              <a:noFill/>
              <a:ln cap="flat" cmpd="sng" w="9525">
                <a:solidFill>
                  <a:srgbClr val="000000"/>
                </a:solidFill>
                <a:prstDash val="solid"/>
                <a:round/>
                <a:headEnd len="med" w="med" type="none"/>
                <a:tailEnd len="med" w="med" type="none"/>
              </a:ln>
            </p:spPr>
          </p:cxnSp>
          <p:cxnSp>
            <p:nvCxnSpPr>
              <p:cNvPr id="4233" name="Google Shape;4233;p81"/>
              <p:cNvCxnSpPr/>
              <p:nvPr/>
            </p:nvCxnSpPr>
            <p:spPr>
              <a:xfrm>
                <a:off x="6411539" y="3131826"/>
                <a:ext cx="285723" cy="158707"/>
              </a:xfrm>
              <a:prstGeom prst="straightConnector1">
                <a:avLst/>
              </a:prstGeom>
              <a:noFill/>
              <a:ln cap="flat" cmpd="sng" w="9525">
                <a:solidFill>
                  <a:srgbClr val="000000"/>
                </a:solidFill>
                <a:prstDash val="solid"/>
                <a:round/>
                <a:headEnd len="med" w="med" type="none"/>
                <a:tailEnd len="med" w="med" type="none"/>
              </a:ln>
            </p:spPr>
          </p:cxnSp>
          <p:sp>
            <p:nvSpPr>
              <p:cNvPr id="4234" name="Google Shape;4234;p81"/>
              <p:cNvSpPr txBox="1"/>
              <p:nvPr/>
            </p:nvSpPr>
            <p:spPr>
              <a:xfrm>
                <a:off x="3620973" y="3222289"/>
                <a:ext cx="327304" cy="3692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D</a:t>
                </a:r>
                <a:endParaRPr/>
              </a:p>
            </p:txBody>
          </p:sp>
          <p:sp>
            <p:nvSpPr>
              <p:cNvPr id="4235" name="Google Shape;4235;p81"/>
              <p:cNvSpPr txBox="1"/>
              <p:nvPr/>
            </p:nvSpPr>
            <p:spPr>
              <a:xfrm>
                <a:off x="4094004" y="3658733"/>
                <a:ext cx="296848" cy="3692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E</a:t>
                </a:r>
                <a:endParaRPr/>
              </a:p>
            </p:txBody>
          </p:sp>
          <p:sp>
            <p:nvSpPr>
              <p:cNvPr id="4236" name="Google Shape;4236;p81"/>
              <p:cNvSpPr txBox="1"/>
              <p:nvPr/>
            </p:nvSpPr>
            <p:spPr>
              <a:xfrm>
                <a:off x="4567035" y="3057234"/>
                <a:ext cx="290437" cy="3692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F</a:t>
                </a:r>
                <a:endParaRPr/>
              </a:p>
            </p:txBody>
          </p:sp>
          <p:sp>
            <p:nvSpPr>
              <p:cNvPr id="4237" name="Google Shape;4237;p81"/>
              <p:cNvSpPr txBox="1"/>
              <p:nvPr/>
            </p:nvSpPr>
            <p:spPr>
              <a:xfrm>
                <a:off x="3408267" y="2768387"/>
                <a:ext cx="368978" cy="3692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a:t>
                </a:r>
                <a:r>
                  <a:rPr b="0" baseline="-25000" i="0" lang="en-US" sz="1800" u="none" cap="none" strike="noStrike">
                    <a:solidFill>
                      <a:srgbClr val="000000"/>
                    </a:solidFill>
                    <a:latin typeface="Calibri"/>
                    <a:ea typeface="Calibri"/>
                    <a:cs typeface="Calibri"/>
                    <a:sym typeface="Calibri"/>
                  </a:rPr>
                  <a:t>2</a:t>
                </a:r>
                <a:endParaRPr/>
              </a:p>
            </p:txBody>
          </p:sp>
          <p:sp>
            <p:nvSpPr>
              <p:cNvPr id="4238" name="Google Shape;4238;p81"/>
              <p:cNvSpPr txBox="1"/>
              <p:nvPr/>
            </p:nvSpPr>
            <p:spPr>
              <a:xfrm>
                <a:off x="4635290" y="1984375"/>
                <a:ext cx="368978" cy="3692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a:t>
                </a:r>
                <a:r>
                  <a:rPr b="0" baseline="-25000" i="0" lang="en-US" sz="1800" u="none" cap="none" strike="noStrike">
                    <a:solidFill>
                      <a:srgbClr val="000000"/>
                    </a:solidFill>
                    <a:latin typeface="Calibri"/>
                    <a:ea typeface="Calibri"/>
                    <a:cs typeface="Calibri"/>
                    <a:sym typeface="Calibri"/>
                  </a:rPr>
                  <a:t>4</a:t>
                </a:r>
                <a:endParaRPr/>
              </a:p>
            </p:txBody>
          </p:sp>
          <p:sp>
            <p:nvSpPr>
              <p:cNvPr id="4239" name="Google Shape;4239;p81"/>
              <p:cNvSpPr txBox="1"/>
              <p:nvPr/>
            </p:nvSpPr>
            <p:spPr>
              <a:xfrm>
                <a:off x="6009938" y="2570004"/>
                <a:ext cx="368978" cy="3692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a:t>
                </a:r>
                <a:r>
                  <a:rPr b="0" baseline="-25000" i="0" lang="en-US" sz="1800" u="none" cap="none" strike="noStrike">
                    <a:solidFill>
                      <a:srgbClr val="000000"/>
                    </a:solidFill>
                    <a:latin typeface="Calibri"/>
                    <a:ea typeface="Calibri"/>
                    <a:cs typeface="Calibri"/>
                    <a:sym typeface="Calibri"/>
                  </a:rPr>
                  <a:t>3</a:t>
                </a:r>
                <a:endParaRPr/>
              </a:p>
            </p:txBody>
          </p:sp>
          <p:sp>
            <p:nvSpPr>
              <p:cNvPr id="4240" name="Google Shape;4240;p81"/>
              <p:cNvSpPr txBox="1"/>
              <p:nvPr/>
            </p:nvSpPr>
            <p:spPr>
              <a:xfrm>
                <a:off x="6240104" y="3541290"/>
                <a:ext cx="328905" cy="3692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a:t>
                </a:r>
                <a:endParaRPr/>
              </a:p>
            </p:txBody>
          </p:sp>
          <p:sp>
            <p:nvSpPr>
              <p:cNvPr id="4241" name="Google Shape;4241;p81"/>
              <p:cNvSpPr txBox="1"/>
              <p:nvPr/>
            </p:nvSpPr>
            <p:spPr>
              <a:xfrm>
                <a:off x="6986160" y="3179439"/>
                <a:ext cx="249214" cy="3697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I</a:t>
                </a:r>
                <a:endParaRPr/>
              </a:p>
            </p:txBody>
          </p:sp>
          <p:sp>
            <p:nvSpPr>
              <p:cNvPr id="4242" name="Google Shape;4242;p81"/>
              <p:cNvSpPr txBox="1"/>
              <p:nvPr/>
            </p:nvSpPr>
            <p:spPr>
              <a:xfrm>
                <a:off x="5103560" y="3595251"/>
                <a:ext cx="330509" cy="3692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G</a:t>
                </a:r>
                <a:endParaRPr/>
              </a:p>
            </p:txBody>
          </p:sp>
          <p:pic>
            <p:nvPicPr>
              <p:cNvPr id="4243" name="Google Shape;4243;p81"/>
              <p:cNvPicPr preferRelativeResize="0"/>
              <p:nvPr/>
            </p:nvPicPr>
            <p:blipFill rotWithShape="1">
              <a:blip r:embed="rId4">
                <a:alphaModFix/>
              </a:blip>
              <a:srcRect b="0" l="0" r="0" t="0"/>
              <a:stretch/>
            </p:blipFill>
            <p:spPr>
              <a:xfrm>
                <a:off x="5763899" y="2930268"/>
                <a:ext cx="677799" cy="299957"/>
              </a:xfrm>
              <a:prstGeom prst="rect">
                <a:avLst/>
              </a:prstGeom>
              <a:noFill/>
              <a:ln>
                <a:noFill/>
              </a:ln>
            </p:spPr>
          </p:pic>
          <p:grpSp>
            <p:nvGrpSpPr>
              <p:cNvPr id="4244" name="Google Shape;4244;p81"/>
              <p:cNvGrpSpPr/>
              <p:nvPr/>
            </p:nvGrpSpPr>
            <p:grpSpPr>
              <a:xfrm>
                <a:off x="3139440" y="3180080"/>
                <a:ext cx="568960" cy="481140"/>
                <a:chOff x="-44" y="1473"/>
                <a:chExt cx="981" cy="1105"/>
              </a:xfrm>
            </p:grpSpPr>
            <p:pic>
              <p:nvPicPr>
                <p:cNvPr descr="desktop_computer_stylized_medium" id="4245" name="Google Shape;4245;p8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246" name="Google Shape;4246;p8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4247" name="Google Shape;4247;p81"/>
              <p:cNvGrpSpPr/>
              <p:nvPr/>
            </p:nvGrpSpPr>
            <p:grpSpPr>
              <a:xfrm>
                <a:off x="3576320" y="3525520"/>
                <a:ext cx="568960" cy="481140"/>
                <a:chOff x="-44" y="1473"/>
                <a:chExt cx="981" cy="1105"/>
              </a:xfrm>
            </p:grpSpPr>
            <p:pic>
              <p:nvPicPr>
                <p:cNvPr descr="desktop_computer_stylized_medium" id="4248" name="Google Shape;4248;p8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249" name="Google Shape;4249;p8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4250" name="Google Shape;4250;p81"/>
              <p:cNvGrpSpPr/>
              <p:nvPr/>
            </p:nvGrpSpPr>
            <p:grpSpPr>
              <a:xfrm>
                <a:off x="4135120" y="3281680"/>
                <a:ext cx="568960" cy="481140"/>
                <a:chOff x="-44" y="1473"/>
                <a:chExt cx="981" cy="1105"/>
              </a:xfrm>
            </p:grpSpPr>
            <p:pic>
              <p:nvPicPr>
                <p:cNvPr descr="desktop_computer_stylized_medium" id="4251" name="Google Shape;4251;p8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252" name="Google Shape;4252;p8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4253" name="Google Shape;4253;p81"/>
              <p:cNvGrpSpPr/>
              <p:nvPr/>
            </p:nvGrpSpPr>
            <p:grpSpPr>
              <a:xfrm>
                <a:off x="5049520" y="3261360"/>
                <a:ext cx="568960" cy="481140"/>
                <a:chOff x="-44" y="1473"/>
                <a:chExt cx="981" cy="1105"/>
              </a:xfrm>
            </p:grpSpPr>
            <p:pic>
              <p:nvPicPr>
                <p:cNvPr descr="desktop_computer_stylized_medium" id="4254" name="Google Shape;4254;p8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255" name="Google Shape;4255;p8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4256" name="Google Shape;4256;p81"/>
              <p:cNvGrpSpPr/>
              <p:nvPr/>
            </p:nvGrpSpPr>
            <p:grpSpPr>
              <a:xfrm>
                <a:off x="5588000" y="3434080"/>
                <a:ext cx="568960" cy="481140"/>
                <a:chOff x="-44" y="1473"/>
                <a:chExt cx="981" cy="1105"/>
              </a:xfrm>
            </p:grpSpPr>
            <p:pic>
              <p:nvPicPr>
                <p:cNvPr descr="desktop_computer_stylized_medium" id="4257" name="Google Shape;4257;p8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258" name="Google Shape;4258;p8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4259" name="Google Shape;4259;p81"/>
              <p:cNvGrpSpPr/>
              <p:nvPr/>
            </p:nvGrpSpPr>
            <p:grpSpPr>
              <a:xfrm>
                <a:off x="6380480" y="3149600"/>
                <a:ext cx="568960" cy="481140"/>
                <a:chOff x="-44" y="1473"/>
                <a:chExt cx="981" cy="1105"/>
              </a:xfrm>
            </p:grpSpPr>
            <p:pic>
              <p:nvPicPr>
                <p:cNvPr descr="desktop_computer_stylized_medium" id="4260" name="Google Shape;4260;p8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261" name="Google Shape;4261;p8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id="4262" name="Google Shape;4262;p81"/>
              <p:cNvPicPr preferRelativeResize="0"/>
              <p:nvPr/>
            </p:nvPicPr>
            <p:blipFill rotWithShape="1">
              <a:blip r:embed="rId4">
                <a:alphaModFix/>
              </a:blip>
              <a:srcRect b="0" l="0" r="0" t="0"/>
              <a:stretch/>
            </p:blipFill>
            <p:spPr>
              <a:xfrm>
                <a:off x="3854313" y="2847741"/>
                <a:ext cx="677800" cy="301543"/>
              </a:xfrm>
              <a:prstGeom prst="rect">
                <a:avLst/>
              </a:prstGeom>
              <a:noFill/>
              <a:ln>
                <a:noFill/>
              </a:ln>
            </p:spPr>
          </p:pic>
          <p:pic>
            <p:nvPicPr>
              <p:cNvPr id="4263" name="Google Shape;4263;p81"/>
              <p:cNvPicPr preferRelativeResize="0"/>
              <p:nvPr/>
            </p:nvPicPr>
            <p:blipFill rotWithShape="1">
              <a:blip r:embed="rId4">
                <a:alphaModFix/>
              </a:blip>
              <a:srcRect b="0" l="0" r="0" t="0"/>
              <a:stretch/>
            </p:blipFill>
            <p:spPr>
              <a:xfrm>
                <a:off x="3874949" y="2116102"/>
                <a:ext cx="676212" cy="301543"/>
              </a:xfrm>
              <a:prstGeom prst="rect">
                <a:avLst/>
              </a:prstGeom>
              <a:noFill/>
              <a:ln>
                <a:noFill/>
              </a:ln>
            </p:spPr>
          </p:pic>
        </p:grpSp>
        <p:grpSp>
          <p:nvGrpSpPr>
            <p:cNvPr id="4264" name="Google Shape;4264;p81"/>
            <p:cNvGrpSpPr/>
            <p:nvPr/>
          </p:nvGrpSpPr>
          <p:grpSpPr>
            <a:xfrm>
              <a:off x="5398824" y="2310984"/>
              <a:ext cx="746763" cy="344773"/>
              <a:chOff x="3668110" y="2448910"/>
              <a:chExt cx="3794234" cy="2165130"/>
            </a:xfrm>
          </p:grpSpPr>
          <p:sp>
            <p:nvSpPr>
              <p:cNvPr id="4265" name="Google Shape;4265;p81"/>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266" name="Google Shape;4266;p81"/>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4267" name="Google Shape;4267;p81"/>
              <p:cNvGrpSpPr/>
              <p:nvPr/>
            </p:nvGrpSpPr>
            <p:grpSpPr>
              <a:xfrm>
                <a:off x="3941378" y="2603243"/>
                <a:ext cx="3202061" cy="1066110"/>
                <a:chOff x="7939341" y="3037317"/>
                <a:chExt cx="897649" cy="353919"/>
              </a:xfrm>
            </p:grpSpPr>
            <p:sp>
              <p:nvSpPr>
                <p:cNvPr id="4268" name="Google Shape;4268;p81"/>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269" name="Google Shape;4269;p81"/>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270" name="Google Shape;4270;p81"/>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271" name="Google Shape;4271;p81"/>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272" name="Google Shape;4272;p81"/>
            <p:cNvGrpSpPr/>
            <p:nvPr/>
          </p:nvGrpSpPr>
          <p:grpSpPr>
            <a:xfrm>
              <a:off x="7290083" y="3122951"/>
              <a:ext cx="746763" cy="344773"/>
              <a:chOff x="3668110" y="2448910"/>
              <a:chExt cx="3794234" cy="2165130"/>
            </a:xfrm>
          </p:grpSpPr>
          <p:sp>
            <p:nvSpPr>
              <p:cNvPr id="4273" name="Google Shape;4273;p81"/>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274" name="Google Shape;4274;p81"/>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4275" name="Google Shape;4275;p81"/>
              <p:cNvGrpSpPr/>
              <p:nvPr/>
            </p:nvGrpSpPr>
            <p:grpSpPr>
              <a:xfrm>
                <a:off x="3941378" y="2603243"/>
                <a:ext cx="3202061" cy="1066110"/>
                <a:chOff x="7939341" y="3037317"/>
                <a:chExt cx="897649" cy="353919"/>
              </a:xfrm>
            </p:grpSpPr>
            <p:sp>
              <p:nvSpPr>
                <p:cNvPr id="4276" name="Google Shape;4276;p81"/>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277" name="Google Shape;4277;p81"/>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278" name="Google Shape;4278;p81"/>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279" name="Google Shape;4279;p81"/>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280" name="Google Shape;4280;p81"/>
            <p:cNvGrpSpPr/>
            <p:nvPr/>
          </p:nvGrpSpPr>
          <p:grpSpPr>
            <a:xfrm>
              <a:off x="5371262" y="3020518"/>
              <a:ext cx="746763" cy="344773"/>
              <a:chOff x="3668110" y="2448910"/>
              <a:chExt cx="3794234" cy="2165130"/>
            </a:xfrm>
          </p:grpSpPr>
          <p:sp>
            <p:nvSpPr>
              <p:cNvPr id="4281" name="Google Shape;4281;p81"/>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282" name="Google Shape;4282;p81"/>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4283" name="Google Shape;4283;p81"/>
              <p:cNvGrpSpPr/>
              <p:nvPr/>
            </p:nvGrpSpPr>
            <p:grpSpPr>
              <a:xfrm>
                <a:off x="3941378" y="2603243"/>
                <a:ext cx="3202061" cy="1066110"/>
                <a:chOff x="7939341" y="3037317"/>
                <a:chExt cx="897649" cy="353919"/>
              </a:xfrm>
            </p:grpSpPr>
            <p:sp>
              <p:nvSpPr>
                <p:cNvPr id="4284" name="Google Shape;4284;p81"/>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285" name="Google Shape;4285;p81"/>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286" name="Google Shape;4286;p81"/>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287" name="Google Shape;4287;p81"/>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nvGrpSpPr>
          <p:cNvPr id="4288" name="Google Shape;4288;p81"/>
          <p:cNvGrpSpPr/>
          <p:nvPr/>
        </p:nvGrpSpPr>
        <p:grpSpPr>
          <a:xfrm>
            <a:off x="3510443" y="3070406"/>
            <a:ext cx="746763" cy="344773"/>
            <a:chOff x="3668110" y="2448910"/>
            <a:chExt cx="3794234" cy="2165130"/>
          </a:xfrm>
        </p:grpSpPr>
        <p:sp>
          <p:nvSpPr>
            <p:cNvPr id="4289" name="Google Shape;4289;p81"/>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290" name="Google Shape;4290;p81"/>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4291" name="Google Shape;4291;p81"/>
            <p:cNvGrpSpPr/>
            <p:nvPr/>
          </p:nvGrpSpPr>
          <p:grpSpPr>
            <a:xfrm>
              <a:off x="3941378" y="2603243"/>
              <a:ext cx="3202061" cy="1066110"/>
              <a:chOff x="7939341" y="3037317"/>
              <a:chExt cx="897649" cy="353919"/>
            </a:xfrm>
          </p:grpSpPr>
          <p:sp>
            <p:nvSpPr>
              <p:cNvPr id="4292" name="Google Shape;4292;p81"/>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293" name="Google Shape;4293;p81"/>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294" name="Google Shape;4294;p81"/>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295" name="Google Shape;4295;p81"/>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23"/>
                                        </p:tgtEl>
                                        <p:attrNameLst>
                                          <p:attrName>style.visibility</p:attrName>
                                        </p:attrNameLst>
                                      </p:cBhvr>
                                      <p:to>
                                        <p:strVal val="visible"/>
                                      </p:to>
                                    </p:set>
                                    <p:animEffect filter="fade" transition="in">
                                      <p:cBhvr>
                                        <p:cTn dur="500"/>
                                        <p:tgtEl>
                                          <p:spTgt spid="42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0" name="Shape 4300"/>
        <p:cNvGrpSpPr/>
        <p:nvPr/>
      </p:nvGrpSpPr>
      <p:grpSpPr>
        <a:xfrm>
          <a:off x="0" y="0"/>
          <a:ext cx="0" cy="0"/>
          <a:chOff x="0" y="0"/>
          <a:chExt cx="0" cy="0"/>
        </a:xfrm>
      </p:grpSpPr>
      <p:sp>
        <p:nvSpPr>
          <p:cNvPr id="4301" name="Google Shape;4301;p82"/>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b="0" lang="en-US">
                <a:latin typeface="Calibri"/>
                <a:ea typeface="Calibri"/>
                <a:cs typeface="Calibri"/>
                <a:sym typeface="Calibri"/>
              </a:rPr>
              <a:t>Self-learning multi-switch example</a:t>
            </a:r>
            <a:endParaRPr b="0" sz="4400">
              <a:latin typeface="Calibri"/>
              <a:ea typeface="Calibri"/>
              <a:cs typeface="Calibri"/>
              <a:sym typeface="Calibri"/>
            </a:endParaRPr>
          </a:p>
        </p:txBody>
      </p:sp>
      <p:sp>
        <p:nvSpPr>
          <p:cNvPr id="4302" name="Google Shape;4302;p8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Link Layer: 6-</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
        <p:nvSpPr>
          <p:cNvPr id="4303" name="Google Shape;4303;p82"/>
          <p:cNvSpPr txBox="1"/>
          <p:nvPr/>
        </p:nvSpPr>
        <p:spPr>
          <a:xfrm>
            <a:off x="1060528" y="1364678"/>
            <a:ext cx="8743038" cy="808896"/>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000000"/>
                </a:solidFill>
                <a:latin typeface="Calibri"/>
                <a:ea typeface="Calibri"/>
                <a:cs typeface="Calibri"/>
                <a:sym typeface="Calibri"/>
              </a:rPr>
              <a:t>Suppose C sends frame to I, I responds to C</a:t>
            </a:r>
            <a:endParaRPr b="0" i="0" sz="3600" u="none" cap="none" strike="noStrike">
              <a:solidFill>
                <a:srgbClr val="000000"/>
              </a:solidFill>
              <a:latin typeface="Calibri"/>
              <a:ea typeface="Calibri"/>
              <a:cs typeface="Calibri"/>
              <a:sym typeface="Calibri"/>
            </a:endParaRPr>
          </a:p>
        </p:txBody>
      </p:sp>
      <p:sp>
        <p:nvSpPr>
          <p:cNvPr id="4304" name="Google Shape;4304;p82"/>
          <p:cNvSpPr/>
          <p:nvPr/>
        </p:nvSpPr>
        <p:spPr>
          <a:xfrm>
            <a:off x="1239030" y="4858947"/>
            <a:ext cx="10952969" cy="1843088"/>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99"/>
              </a:buClr>
              <a:buSzPts val="3200"/>
              <a:buFont typeface="Calibri"/>
              <a:buNone/>
            </a:pPr>
            <a:r>
              <a:rPr b="0" i="0" lang="en-US" sz="3200" u="sng" cap="none" strike="noStrike">
                <a:solidFill>
                  <a:srgbClr val="CC0000"/>
                </a:solidFill>
                <a:latin typeface="Calibri"/>
                <a:ea typeface="Calibri"/>
                <a:cs typeface="Calibri"/>
                <a:sym typeface="Calibri"/>
              </a:rPr>
              <a:t>Q:</a:t>
            </a:r>
            <a:r>
              <a:rPr b="0" i="0" lang="en-US" sz="3200" u="none" cap="none" strike="noStrike">
                <a:solidFill>
                  <a:srgbClr val="CC0000"/>
                </a:solidFill>
                <a:latin typeface="Calibri"/>
                <a:ea typeface="Calibri"/>
                <a:cs typeface="Calibri"/>
                <a:sym typeface="Calibri"/>
              </a:rPr>
              <a:t> </a:t>
            </a:r>
            <a:r>
              <a:rPr b="0" i="0" lang="en-US" sz="3200" u="none" cap="none" strike="noStrike">
                <a:solidFill>
                  <a:srgbClr val="000000"/>
                </a:solidFill>
                <a:latin typeface="Calibri"/>
                <a:ea typeface="Calibri"/>
                <a:cs typeface="Calibri"/>
                <a:sym typeface="Calibri"/>
              </a:rPr>
              <a:t>show switch tables and packet forwarding in S</a:t>
            </a:r>
            <a:r>
              <a:rPr b="0" baseline="-25000" i="0" lang="en-US" sz="3200" u="none" cap="none" strike="noStrike">
                <a:solidFill>
                  <a:srgbClr val="000000"/>
                </a:solidFill>
                <a:latin typeface="Calibri"/>
                <a:ea typeface="Calibri"/>
                <a:cs typeface="Calibri"/>
                <a:sym typeface="Calibri"/>
              </a:rPr>
              <a:t>1</a:t>
            </a:r>
            <a:r>
              <a:rPr b="0" i="0" lang="en-US" sz="3200" u="none" cap="none" strike="noStrike">
                <a:solidFill>
                  <a:srgbClr val="000000"/>
                </a:solidFill>
                <a:latin typeface="Calibri"/>
                <a:ea typeface="Calibri"/>
                <a:cs typeface="Calibri"/>
                <a:sym typeface="Calibri"/>
              </a:rPr>
              <a:t>, S</a:t>
            </a:r>
            <a:r>
              <a:rPr b="0" baseline="-25000" i="0" lang="en-US" sz="3200" u="none" cap="none" strike="noStrike">
                <a:solidFill>
                  <a:srgbClr val="000000"/>
                </a:solidFill>
                <a:latin typeface="Calibri"/>
                <a:ea typeface="Calibri"/>
                <a:cs typeface="Calibri"/>
                <a:sym typeface="Calibri"/>
              </a:rPr>
              <a:t>2</a:t>
            </a:r>
            <a:r>
              <a:rPr b="0" i="0" lang="en-US" sz="3200" u="none" cap="none" strike="noStrike">
                <a:solidFill>
                  <a:srgbClr val="000000"/>
                </a:solidFill>
                <a:latin typeface="Calibri"/>
                <a:ea typeface="Calibri"/>
                <a:cs typeface="Calibri"/>
                <a:sym typeface="Calibri"/>
              </a:rPr>
              <a:t>, S</a:t>
            </a:r>
            <a:r>
              <a:rPr b="0" baseline="-25000" i="0" lang="en-US" sz="3200" u="none" cap="none" strike="noStrike">
                <a:solidFill>
                  <a:srgbClr val="000000"/>
                </a:solidFill>
                <a:latin typeface="Calibri"/>
                <a:ea typeface="Calibri"/>
                <a:cs typeface="Calibri"/>
                <a:sym typeface="Calibri"/>
              </a:rPr>
              <a:t>3</a:t>
            </a:r>
            <a:r>
              <a:rPr b="0" i="0" lang="en-US" sz="3200" u="none" cap="none" strike="noStrike">
                <a:solidFill>
                  <a:srgbClr val="000000"/>
                </a:solidFill>
                <a:latin typeface="Calibri"/>
                <a:ea typeface="Calibri"/>
                <a:cs typeface="Calibri"/>
                <a:sym typeface="Calibri"/>
              </a:rPr>
              <a:t>, S</a:t>
            </a:r>
            <a:r>
              <a:rPr b="0" baseline="-25000" i="0" lang="en-US" sz="3200" u="none" cap="none" strike="noStrike">
                <a:solidFill>
                  <a:srgbClr val="000000"/>
                </a:solidFill>
                <a:latin typeface="Calibri"/>
                <a:ea typeface="Calibri"/>
                <a:cs typeface="Calibri"/>
                <a:sym typeface="Calibri"/>
              </a:rPr>
              <a:t>4</a:t>
            </a:r>
            <a:r>
              <a:rPr b="0" i="0" lang="en-US" sz="3200" u="none" cap="none" strike="noStrike">
                <a:solidFill>
                  <a:srgbClr val="000000"/>
                </a:solidFill>
                <a:latin typeface="Calibri"/>
                <a:ea typeface="Calibri"/>
                <a:cs typeface="Calibri"/>
                <a:sym typeface="Calibri"/>
              </a:rPr>
              <a:t> </a:t>
            </a:r>
            <a:endParaRPr/>
          </a:p>
        </p:txBody>
      </p:sp>
      <p:grpSp>
        <p:nvGrpSpPr>
          <p:cNvPr id="4305" name="Google Shape;4305;p82"/>
          <p:cNvGrpSpPr/>
          <p:nvPr/>
        </p:nvGrpSpPr>
        <p:grpSpPr>
          <a:xfrm>
            <a:off x="2517827" y="2194237"/>
            <a:ext cx="6289087" cy="2044145"/>
            <a:chOff x="2517827" y="2194237"/>
            <a:chExt cx="6289087" cy="2044145"/>
          </a:xfrm>
        </p:grpSpPr>
        <p:grpSp>
          <p:nvGrpSpPr>
            <p:cNvPr id="4306" name="Google Shape;4306;p82"/>
            <p:cNvGrpSpPr/>
            <p:nvPr/>
          </p:nvGrpSpPr>
          <p:grpSpPr>
            <a:xfrm>
              <a:off x="2517827" y="2654612"/>
              <a:ext cx="2005135" cy="1358900"/>
              <a:chOff x="958850" y="2444750"/>
              <a:chExt cx="2005665" cy="1358710"/>
            </a:xfrm>
          </p:grpSpPr>
          <p:cxnSp>
            <p:nvCxnSpPr>
              <p:cNvPr id="4307" name="Google Shape;4307;p82"/>
              <p:cNvCxnSpPr/>
              <p:nvPr/>
            </p:nvCxnSpPr>
            <p:spPr>
              <a:xfrm rot="10800000">
                <a:off x="1582903" y="3030456"/>
                <a:ext cx="555772" cy="0"/>
              </a:xfrm>
              <a:prstGeom prst="straightConnector1">
                <a:avLst/>
              </a:prstGeom>
              <a:noFill/>
              <a:ln cap="flat" cmpd="sng" w="9525">
                <a:solidFill>
                  <a:srgbClr val="000000"/>
                </a:solidFill>
                <a:prstDash val="solid"/>
                <a:round/>
                <a:headEnd len="med" w="med" type="none"/>
                <a:tailEnd len="med" w="med" type="none"/>
              </a:ln>
            </p:spPr>
          </p:cxnSp>
          <p:cxnSp>
            <p:nvCxnSpPr>
              <p:cNvPr id="4308" name="Google Shape;4308;p82"/>
              <p:cNvCxnSpPr/>
              <p:nvPr/>
            </p:nvCxnSpPr>
            <p:spPr>
              <a:xfrm flipH="1">
                <a:off x="1970355" y="3078074"/>
                <a:ext cx="271534" cy="314281"/>
              </a:xfrm>
              <a:prstGeom prst="straightConnector1">
                <a:avLst/>
              </a:prstGeom>
              <a:noFill/>
              <a:ln cap="flat" cmpd="sng" w="9525">
                <a:solidFill>
                  <a:srgbClr val="000000"/>
                </a:solidFill>
                <a:prstDash val="solid"/>
                <a:round/>
                <a:headEnd len="med" w="med" type="none"/>
                <a:tailEnd len="med" w="med" type="none"/>
              </a:ln>
            </p:spPr>
          </p:cxnSp>
          <p:cxnSp>
            <p:nvCxnSpPr>
              <p:cNvPr id="4309" name="Google Shape;4309;p82"/>
              <p:cNvCxnSpPr/>
              <p:nvPr/>
            </p:nvCxnSpPr>
            <p:spPr>
              <a:xfrm>
                <a:off x="2389566" y="3106645"/>
                <a:ext cx="73044" cy="295234"/>
              </a:xfrm>
              <a:prstGeom prst="straightConnector1">
                <a:avLst/>
              </a:prstGeom>
              <a:noFill/>
              <a:ln cap="flat" cmpd="sng" w="9525">
                <a:solidFill>
                  <a:srgbClr val="000000"/>
                </a:solidFill>
                <a:prstDash val="solid"/>
                <a:round/>
                <a:headEnd len="med" w="med" type="none"/>
                <a:tailEnd len="med" w="med" type="none"/>
              </a:ln>
            </p:spPr>
          </p:cxnSp>
          <p:sp>
            <p:nvSpPr>
              <p:cNvPr id="4310" name="Google Shape;4310;p82"/>
              <p:cNvSpPr txBox="1"/>
              <p:nvPr/>
            </p:nvSpPr>
            <p:spPr>
              <a:xfrm>
                <a:off x="958850" y="2844744"/>
                <a:ext cx="317800" cy="3692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a:t>
                </a:r>
                <a:endParaRPr/>
              </a:p>
            </p:txBody>
          </p:sp>
          <p:sp>
            <p:nvSpPr>
              <p:cNvPr id="4311" name="Google Shape;4311;p82"/>
              <p:cNvSpPr txBox="1"/>
              <p:nvPr/>
            </p:nvSpPr>
            <p:spPr>
              <a:xfrm>
                <a:off x="1408232" y="3306642"/>
                <a:ext cx="309782" cy="3692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B</a:t>
                </a:r>
                <a:endParaRPr/>
              </a:p>
            </p:txBody>
          </p:sp>
          <p:sp>
            <p:nvSpPr>
              <p:cNvPr id="4312" name="Google Shape;4312;p82"/>
              <p:cNvSpPr txBox="1"/>
              <p:nvPr/>
            </p:nvSpPr>
            <p:spPr>
              <a:xfrm>
                <a:off x="2181548" y="2444750"/>
                <a:ext cx="369109" cy="3692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a:t>
                </a:r>
                <a:r>
                  <a:rPr b="0" baseline="-25000" i="0" lang="en-US" sz="1800" u="none" cap="none" strike="noStrike">
                    <a:solidFill>
                      <a:srgbClr val="000000"/>
                    </a:solidFill>
                    <a:latin typeface="Calibri"/>
                    <a:ea typeface="Calibri"/>
                    <a:cs typeface="Calibri"/>
                    <a:sym typeface="Calibri"/>
                  </a:rPr>
                  <a:t>1</a:t>
                </a:r>
                <a:endParaRPr/>
              </a:p>
            </p:txBody>
          </p:sp>
          <p:sp>
            <p:nvSpPr>
              <p:cNvPr id="4313" name="Google Shape;4313;p82"/>
              <p:cNvSpPr txBox="1"/>
              <p:nvPr/>
            </p:nvSpPr>
            <p:spPr>
              <a:xfrm>
                <a:off x="2656336" y="3298706"/>
                <a:ext cx="308179" cy="3692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C</a:t>
                </a:r>
                <a:endParaRPr/>
              </a:p>
            </p:txBody>
          </p:sp>
          <p:grpSp>
            <p:nvGrpSpPr>
              <p:cNvPr id="4314" name="Google Shape;4314;p82"/>
              <p:cNvGrpSpPr/>
              <p:nvPr/>
            </p:nvGrpSpPr>
            <p:grpSpPr>
              <a:xfrm>
                <a:off x="1127760" y="2834640"/>
                <a:ext cx="568960" cy="481140"/>
                <a:chOff x="-44" y="1473"/>
                <a:chExt cx="981" cy="1105"/>
              </a:xfrm>
            </p:grpSpPr>
            <p:pic>
              <p:nvPicPr>
                <p:cNvPr descr="desktop_computer_stylized_medium" id="4315" name="Google Shape;4315;p8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316" name="Google Shape;4316;p8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4317" name="Google Shape;4317;p82"/>
              <p:cNvGrpSpPr/>
              <p:nvPr/>
            </p:nvGrpSpPr>
            <p:grpSpPr>
              <a:xfrm>
                <a:off x="1534160" y="3291840"/>
                <a:ext cx="568960" cy="481140"/>
                <a:chOff x="-44" y="1473"/>
                <a:chExt cx="981" cy="1105"/>
              </a:xfrm>
            </p:grpSpPr>
            <p:pic>
              <p:nvPicPr>
                <p:cNvPr descr="desktop_computer_stylized_medium" id="4318" name="Google Shape;4318;p8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319" name="Google Shape;4319;p8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4320" name="Google Shape;4320;p82"/>
              <p:cNvGrpSpPr/>
              <p:nvPr/>
            </p:nvGrpSpPr>
            <p:grpSpPr>
              <a:xfrm>
                <a:off x="2062480" y="3322320"/>
                <a:ext cx="568960" cy="481140"/>
                <a:chOff x="-44" y="1473"/>
                <a:chExt cx="981" cy="1105"/>
              </a:xfrm>
            </p:grpSpPr>
            <p:pic>
              <p:nvPicPr>
                <p:cNvPr descr="desktop_computer_stylized_medium" id="4321" name="Google Shape;4321;p8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322" name="Google Shape;4322;p8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id="4323" name="Google Shape;4323;p82"/>
              <p:cNvPicPr preferRelativeResize="0"/>
              <p:nvPr/>
            </p:nvPicPr>
            <p:blipFill rotWithShape="1">
              <a:blip r:embed="rId4">
                <a:alphaModFix/>
              </a:blip>
              <a:srcRect b="0" l="0" r="0" t="0"/>
              <a:stretch/>
            </p:blipFill>
            <p:spPr>
              <a:xfrm>
                <a:off x="2014817" y="2879664"/>
                <a:ext cx="678041" cy="299996"/>
              </a:xfrm>
              <a:prstGeom prst="rect">
                <a:avLst/>
              </a:prstGeom>
              <a:noFill/>
              <a:ln>
                <a:noFill/>
              </a:ln>
            </p:spPr>
          </p:pic>
        </p:grpSp>
        <p:grpSp>
          <p:nvGrpSpPr>
            <p:cNvPr id="4324" name="Google Shape;4324;p82"/>
            <p:cNvGrpSpPr/>
            <p:nvPr/>
          </p:nvGrpSpPr>
          <p:grpSpPr>
            <a:xfrm>
              <a:off x="3950752" y="2194237"/>
              <a:ext cx="4856162" cy="2044145"/>
              <a:chOff x="3950752" y="2194237"/>
              <a:chExt cx="4856162" cy="2044145"/>
            </a:xfrm>
          </p:grpSpPr>
          <p:grpSp>
            <p:nvGrpSpPr>
              <p:cNvPr id="4325" name="Google Shape;4325;p82"/>
              <p:cNvGrpSpPr/>
              <p:nvPr/>
            </p:nvGrpSpPr>
            <p:grpSpPr>
              <a:xfrm>
                <a:off x="3950752" y="2194237"/>
                <a:ext cx="4856162" cy="2044145"/>
                <a:chOff x="2379663" y="1984375"/>
                <a:chExt cx="4855711" cy="2043590"/>
              </a:xfrm>
            </p:grpSpPr>
            <p:cxnSp>
              <p:nvCxnSpPr>
                <p:cNvPr id="4326" name="Google Shape;4326;p82"/>
                <p:cNvCxnSpPr/>
                <p:nvPr/>
              </p:nvCxnSpPr>
              <p:spPr>
                <a:xfrm flipH="1">
                  <a:off x="3635258" y="3068344"/>
                  <a:ext cx="346043" cy="215841"/>
                </a:xfrm>
                <a:prstGeom prst="straightConnector1">
                  <a:avLst/>
                </a:prstGeom>
                <a:noFill/>
                <a:ln cap="flat" cmpd="sng" w="9525">
                  <a:solidFill>
                    <a:srgbClr val="000000"/>
                  </a:solidFill>
                  <a:prstDash val="solid"/>
                  <a:round/>
                  <a:headEnd len="med" w="med" type="none"/>
                  <a:tailEnd len="med" w="med" type="none"/>
                </a:ln>
              </p:spPr>
            </p:cxnSp>
            <p:cxnSp>
              <p:nvCxnSpPr>
                <p:cNvPr id="4327" name="Google Shape;4327;p82"/>
                <p:cNvCxnSpPr/>
                <p:nvPr/>
              </p:nvCxnSpPr>
              <p:spPr>
                <a:xfrm flipH="1">
                  <a:off x="3949554" y="3087389"/>
                  <a:ext cx="125401" cy="587216"/>
                </a:xfrm>
                <a:prstGeom prst="straightConnector1">
                  <a:avLst/>
                </a:prstGeom>
                <a:noFill/>
                <a:ln cap="flat" cmpd="sng" w="9525">
                  <a:solidFill>
                    <a:srgbClr val="000000"/>
                  </a:solidFill>
                  <a:prstDash val="solid"/>
                  <a:round/>
                  <a:headEnd len="med" w="med" type="none"/>
                  <a:tailEnd len="med" w="med" type="none"/>
                </a:ln>
              </p:spPr>
            </p:cxnSp>
            <p:cxnSp>
              <p:nvCxnSpPr>
                <p:cNvPr id="4328" name="Google Shape;4328;p82"/>
                <p:cNvCxnSpPr/>
                <p:nvPr/>
              </p:nvCxnSpPr>
              <p:spPr>
                <a:xfrm>
                  <a:off x="4254326" y="3030254"/>
                  <a:ext cx="230167" cy="361852"/>
                </a:xfrm>
                <a:prstGeom prst="straightConnector1">
                  <a:avLst/>
                </a:prstGeom>
                <a:noFill/>
                <a:ln cap="flat" cmpd="sng" w="9525">
                  <a:solidFill>
                    <a:srgbClr val="000000"/>
                  </a:solidFill>
                  <a:prstDash val="solid"/>
                  <a:round/>
                  <a:headEnd len="med" w="med" type="none"/>
                  <a:tailEnd len="med" w="med" type="none"/>
                </a:ln>
              </p:spPr>
            </p:cxnSp>
            <p:cxnSp>
              <p:nvCxnSpPr>
                <p:cNvPr id="4329" name="Google Shape;4329;p82"/>
                <p:cNvCxnSpPr/>
                <p:nvPr/>
              </p:nvCxnSpPr>
              <p:spPr>
                <a:xfrm flipH="1">
                  <a:off x="5532145" y="3106433"/>
                  <a:ext cx="428585" cy="244409"/>
                </a:xfrm>
                <a:prstGeom prst="straightConnector1">
                  <a:avLst/>
                </a:prstGeom>
                <a:noFill/>
                <a:ln cap="flat" cmpd="sng" w="9525">
                  <a:solidFill>
                    <a:srgbClr val="000000"/>
                  </a:solidFill>
                  <a:prstDash val="solid"/>
                  <a:round/>
                  <a:headEnd len="med" w="med" type="none"/>
                  <a:tailEnd len="med" w="med" type="none"/>
                </a:ln>
              </p:spPr>
            </p:cxnSp>
            <p:cxnSp>
              <p:nvCxnSpPr>
                <p:cNvPr id="4330" name="Google Shape;4330;p82"/>
                <p:cNvCxnSpPr/>
                <p:nvPr/>
              </p:nvCxnSpPr>
              <p:spPr>
                <a:xfrm flipH="1">
                  <a:off x="6035335" y="3077866"/>
                  <a:ext cx="9524" cy="469772"/>
                </a:xfrm>
                <a:prstGeom prst="straightConnector1">
                  <a:avLst/>
                </a:prstGeom>
                <a:noFill/>
                <a:ln cap="flat" cmpd="sng" w="9525">
                  <a:solidFill>
                    <a:srgbClr val="000000"/>
                  </a:solidFill>
                  <a:prstDash val="solid"/>
                  <a:round/>
                  <a:headEnd len="med" w="med" type="none"/>
                  <a:tailEnd len="med" w="med" type="none"/>
                </a:ln>
              </p:spPr>
            </p:cxnSp>
            <p:cxnSp>
              <p:nvCxnSpPr>
                <p:cNvPr id="4331" name="Google Shape;4331;p82"/>
                <p:cNvCxnSpPr/>
                <p:nvPr/>
              </p:nvCxnSpPr>
              <p:spPr>
                <a:xfrm flipH="1">
                  <a:off x="2379663" y="2355749"/>
                  <a:ext cx="1517509" cy="536429"/>
                </a:xfrm>
                <a:prstGeom prst="straightConnector1">
                  <a:avLst/>
                </a:prstGeom>
                <a:noFill/>
                <a:ln cap="flat" cmpd="sng" w="9525">
                  <a:solidFill>
                    <a:srgbClr val="000000"/>
                  </a:solidFill>
                  <a:prstDash val="solid"/>
                  <a:round/>
                  <a:headEnd len="med" w="med" type="none"/>
                  <a:tailEnd len="med" w="med" type="none"/>
                </a:ln>
              </p:spPr>
            </p:cxnSp>
            <p:cxnSp>
              <p:nvCxnSpPr>
                <p:cNvPr id="4332" name="Google Shape;4332;p82"/>
                <p:cNvCxnSpPr/>
                <p:nvPr/>
              </p:nvCxnSpPr>
              <p:spPr>
                <a:xfrm>
                  <a:off x="4200356" y="2322421"/>
                  <a:ext cx="0" cy="599912"/>
                </a:xfrm>
                <a:prstGeom prst="straightConnector1">
                  <a:avLst/>
                </a:prstGeom>
                <a:noFill/>
                <a:ln cap="flat" cmpd="sng" w="9525">
                  <a:solidFill>
                    <a:srgbClr val="000000"/>
                  </a:solidFill>
                  <a:prstDash val="solid"/>
                  <a:round/>
                  <a:headEnd len="med" w="med" type="none"/>
                  <a:tailEnd len="med" w="med" type="none"/>
                </a:ln>
              </p:spPr>
            </p:cxnSp>
            <p:cxnSp>
              <p:nvCxnSpPr>
                <p:cNvPr id="4333" name="Google Shape;4333;p82"/>
                <p:cNvCxnSpPr/>
                <p:nvPr/>
              </p:nvCxnSpPr>
              <p:spPr>
                <a:xfrm rot="10800000">
                  <a:off x="4449571" y="2306551"/>
                  <a:ext cx="1406394" cy="684026"/>
                </a:xfrm>
                <a:prstGeom prst="straightConnector1">
                  <a:avLst/>
                </a:prstGeom>
                <a:noFill/>
                <a:ln cap="flat" cmpd="sng" w="9525">
                  <a:solidFill>
                    <a:srgbClr val="000000"/>
                  </a:solidFill>
                  <a:prstDash val="solid"/>
                  <a:round/>
                  <a:headEnd len="med" w="med" type="none"/>
                  <a:tailEnd len="med" w="med" type="none"/>
                </a:ln>
              </p:spPr>
            </p:cxnSp>
            <p:cxnSp>
              <p:nvCxnSpPr>
                <p:cNvPr id="4334" name="Google Shape;4334;p82"/>
                <p:cNvCxnSpPr/>
                <p:nvPr/>
              </p:nvCxnSpPr>
              <p:spPr>
                <a:xfrm>
                  <a:off x="6411539" y="3131826"/>
                  <a:ext cx="285723" cy="158707"/>
                </a:xfrm>
                <a:prstGeom prst="straightConnector1">
                  <a:avLst/>
                </a:prstGeom>
                <a:noFill/>
                <a:ln cap="flat" cmpd="sng" w="9525">
                  <a:solidFill>
                    <a:srgbClr val="000000"/>
                  </a:solidFill>
                  <a:prstDash val="solid"/>
                  <a:round/>
                  <a:headEnd len="med" w="med" type="none"/>
                  <a:tailEnd len="med" w="med" type="none"/>
                </a:ln>
              </p:spPr>
            </p:cxnSp>
            <p:sp>
              <p:nvSpPr>
                <p:cNvPr id="4335" name="Google Shape;4335;p82"/>
                <p:cNvSpPr txBox="1"/>
                <p:nvPr/>
              </p:nvSpPr>
              <p:spPr>
                <a:xfrm>
                  <a:off x="3620973" y="3222289"/>
                  <a:ext cx="327304" cy="3692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D</a:t>
                  </a:r>
                  <a:endParaRPr/>
                </a:p>
              </p:txBody>
            </p:sp>
            <p:sp>
              <p:nvSpPr>
                <p:cNvPr id="4336" name="Google Shape;4336;p82"/>
                <p:cNvSpPr txBox="1"/>
                <p:nvPr/>
              </p:nvSpPr>
              <p:spPr>
                <a:xfrm>
                  <a:off x="4094004" y="3658733"/>
                  <a:ext cx="296848" cy="3692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E</a:t>
                  </a:r>
                  <a:endParaRPr/>
                </a:p>
              </p:txBody>
            </p:sp>
            <p:sp>
              <p:nvSpPr>
                <p:cNvPr id="4337" name="Google Shape;4337;p82"/>
                <p:cNvSpPr txBox="1"/>
                <p:nvPr/>
              </p:nvSpPr>
              <p:spPr>
                <a:xfrm>
                  <a:off x="4567035" y="3057234"/>
                  <a:ext cx="290437" cy="3692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F</a:t>
                  </a:r>
                  <a:endParaRPr/>
                </a:p>
              </p:txBody>
            </p:sp>
            <p:sp>
              <p:nvSpPr>
                <p:cNvPr id="4338" name="Google Shape;4338;p82"/>
                <p:cNvSpPr txBox="1"/>
                <p:nvPr/>
              </p:nvSpPr>
              <p:spPr>
                <a:xfrm>
                  <a:off x="3408267" y="2768387"/>
                  <a:ext cx="368978" cy="3692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a:t>
                  </a:r>
                  <a:r>
                    <a:rPr b="0" baseline="-25000" i="0" lang="en-US" sz="1800" u="none" cap="none" strike="noStrike">
                      <a:solidFill>
                        <a:srgbClr val="000000"/>
                      </a:solidFill>
                      <a:latin typeface="Calibri"/>
                      <a:ea typeface="Calibri"/>
                      <a:cs typeface="Calibri"/>
                      <a:sym typeface="Calibri"/>
                    </a:rPr>
                    <a:t>2</a:t>
                  </a:r>
                  <a:endParaRPr/>
                </a:p>
              </p:txBody>
            </p:sp>
            <p:sp>
              <p:nvSpPr>
                <p:cNvPr id="4339" name="Google Shape;4339;p82"/>
                <p:cNvSpPr txBox="1"/>
                <p:nvPr/>
              </p:nvSpPr>
              <p:spPr>
                <a:xfrm>
                  <a:off x="4635290" y="1984375"/>
                  <a:ext cx="368978" cy="3692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a:t>
                  </a:r>
                  <a:r>
                    <a:rPr b="0" baseline="-25000" i="0" lang="en-US" sz="1800" u="none" cap="none" strike="noStrike">
                      <a:solidFill>
                        <a:srgbClr val="000000"/>
                      </a:solidFill>
                      <a:latin typeface="Calibri"/>
                      <a:ea typeface="Calibri"/>
                      <a:cs typeface="Calibri"/>
                      <a:sym typeface="Calibri"/>
                    </a:rPr>
                    <a:t>4</a:t>
                  </a:r>
                  <a:endParaRPr/>
                </a:p>
              </p:txBody>
            </p:sp>
            <p:sp>
              <p:nvSpPr>
                <p:cNvPr id="4340" name="Google Shape;4340;p82"/>
                <p:cNvSpPr txBox="1"/>
                <p:nvPr/>
              </p:nvSpPr>
              <p:spPr>
                <a:xfrm>
                  <a:off x="6009938" y="2570004"/>
                  <a:ext cx="368978" cy="3692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a:t>
                  </a:r>
                  <a:r>
                    <a:rPr b="0" baseline="-25000" i="0" lang="en-US" sz="1800" u="none" cap="none" strike="noStrike">
                      <a:solidFill>
                        <a:srgbClr val="000000"/>
                      </a:solidFill>
                      <a:latin typeface="Calibri"/>
                      <a:ea typeface="Calibri"/>
                      <a:cs typeface="Calibri"/>
                      <a:sym typeface="Calibri"/>
                    </a:rPr>
                    <a:t>3</a:t>
                  </a:r>
                  <a:endParaRPr/>
                </a:p>
              </p:txBody>
            </p:sp>
            <p:sp>
              <p:nvSpPr>
                <p:cNvPr id="4341" name="Google Shape;4341;p82"/>
                <p:cNvSpPr txBox="1"/>
                <p:nvPr/>
              </p:nvSpPr>
              <p:spPr>
                <a:xfrm>
                  <a:off x="6240104" y="3541290"/>
                  <a:ext cx="328905" cy="3692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a:t>
                  </a:r>
                  <a:endParaRPr/>
                </a:p>
              </p:txBody>
            </p:sp>
            <p:sp>
              <p:nvSpPr>
                <p:cNvPr id="4342" name="Google Shape;4342;p82"/>
                <p:cNvSpPr txBox="1"/>
                <p:nvPr/>
              </p:nvSpPr>
              <p:spPr>
                <a:xfrm>
                  <a:off x="6986160" y="3179439"/>
                  <a:ext cx="249214" cy="3697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I</a:t>
                  </a:r>
                  <a:endParaRPr/>
                </a:p>
              </p:txBody>
            </p:sp>
            <p:sp>
              <p:nvSpPr>
                <p:cNvPr id="4343" name="Google Shape;4343;p82"/>
                <p:cNvSpPr txBox="1"/>
                <p:nvPr/>
              </p:nvSpPr>
              <p:spPr>
                <a:xfrm>
                  <a:off x="5103560" y="3595251"/>
                  <a:ext cx="330509" cy="3692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G</a:t>
                  </a:r>
                  <a:endParaRPr/>
                </a:p>
              </p:txBody>
            </p:sp>
            <p:pic>
              <p:nvPicPr>
                <p:cNvPr id="4344" name="Google Shape;4344;p82"/>
                <p:cNvPicPr preferRelativeResize="0"/>
                <p:nvPr/>
              </p:nvPicPr>
              <p:blipFill rotWithShape="1">
                <a:blip r:embed="rId4">
                  <a:alphaModFix/>
                </a:blip>
                <a:srcRect b="0" l="0" r="0" t="0"/>
                <a:stretch/>
              </p:blipFill>
              <p:spPr>
                <a:xfrm>
                  <a:off x="5763899" y="2930268"/>
                  <a:ext cx="677799" cy="299957"/>
                </a:xfrm>
                <a:prstGeom prst="rect">
                  <a:avLst/>
                </a:prstGeom>
                <a:noFill/>
                <a:ln>
                  <a:noFill/>
                </a:ln>
              </p:spPr>
            </p:pic>
            <p:grpSp>
              <p:nvGrpSpPr>
                <p:cNvPr id="4345" name="Google Shape;4345;p82"/>
                <p:cNvGrpSpPr/>
                <p:nvPr/>
              </p:nvGrpSpPr>
              <p:grpSpPr>
                <a:xfrm>
                  <a:off x="3139440" y="3180080"/>
                  <a:ext cx="568960" cy="481140"/>
                  <a:chOff x="-44" y="1473"/>
                  <a:chExt cx="981" cy="1105"/>
                </a:xfrm>
              </p:grpSpPr>
              <p:pic>
                <p:nvPicPr>
                  <p:cNvPr descr="desktop_computer_stylized_medium" id="4346" name="Google Shape;4346;p8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347" name="Google Shape;4347;p8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4348" name="Google Shape;4348;p82"/>
                <p:cNvGrpSpPr/>
                <p:nvPr/>
              </p:nvGrpSpPr>
              <p:grpSpPr>
                <a:xfrm>
                  <a:off x="3576320" y="3525520"/>
                  <a:ext cx="568960" cy="481140"/>
                  <a:chOff x="-44" y="1473"/>
                  <a:chExt cx="981" cy="1105"/>
                </a:xfrm>
              </p:grpSpPr>
              <p:pic>
                <p:nvPicPr>
                  <p:cNvPr descr="desktop_computer_stylized_medium" id="4349" name="Google Shape;4349;p8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350" name="Google Shape;4350;p8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4351" name="Google Shape;4351;p82"/>
                <p:cNvGrpSpPr/>
                <p:nvPr/>
              </p:nvGrpSpPr>
              <p:grpSpPr>
                <a:xfrm>
                  <a:off x="4135120" y="3281680"/>
                  <a:ext cx="568960" cy="481140"/>
                  <a:chOff x="-44" y="1473"/>
                  <a:chExt cx="981" cy="1105"/>
                </a:xfrm>
              </p:grpSpPr>
              <p:pic>
                <p:nvPicPr>
                  <p:cNvPr descr="desktop_computer_stylized_medium" id="4352" name="Google Shape;4352;p8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353" name="Google Shape;4353;p8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4354" name="Google Shape;4354;p82"/>
                <p:cNvGrpSpPr/>
                <p:nvPr/>
              </p:nvGrpSpPr>
              <p:grpSpPr>
                <a:xfrm>
                  <a:off x="5049520" y="3261360"/>
                  <a:ext cx="568960" cy="481140"/>
                  <a:chOff x="-44" y="1473"/>
                  <a:chExt cx="981" cy="1105"/>
                </a:xfrm>
              </p:grpSpPr>
              <p:pic>
                <p:nvPicPr>
                  <p:cNvPr descr="desktop_computer_stylized_medium" id="4355" name="Google Shape;4355;p8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356" name="Google Shape;4356;p8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4357" name="Google Shape;4357;p82"/>
                <p:cNvGrpSpPr/>
                <p:nvPr/>
              </p:nvGrpSpPr>
              <p:grpSpPr>
                <a:xfrm>
                  <a:off x="5588000" y="3434080"/>
                  <a:ext cx="568960" cy="481140"/>
                  <a:chOff x="-44" y="1473"/>
                  <a:chExt cx="981" cy="1105"/>
                </a:xfrm>
              </p:grpSpPr>
              <p:pic>
                <p:nvPicPr>
                  <p:cNvPr descr="desktop_computer_stylized_medium" id="4358" name="Google Shape;4358;p8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359" name="Google Shape;4359;p8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4360" name="Google Shape;4360;p82"/>
                <p:cNvGrpSpPr/>
                <p:nvPr/>
              </p:nvGrpSpPr>
              <p:grpSpPr>
                <a:xfrm>
                  <a:off x="6380480" y="3149600"/>
                  <a:ext cx="568960" cy="481140"/>
                  <a:chOff x="-44" y="1473"/>
                  <a:chExt cx="981" cy="1105"/>
                </a:xfrm>
              </p:grpSpPr>
              <p:pic>
                <p:nvPicPr>
                  <p:cNvPr descr="desktop_computer_stylized_medium" id="4361" name="Google Shape;4361;p8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362" name="Google Shape;4362;p8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id="4363" name="Google Shape;4363;p82"/>
                <p:cNvPicPr preferRelativeResize="0"/>
                <p:nvPr/>
              </p:nvPicPr>
              <p:blipFill rotWithShape="1">
                <a:blip r:embed="rId4">
                  <a:alphaModFix/>
                </a:blip>
                <a:srcRect b="0" l="0" r="0" t="0"/>
                <a:stretch/>
              </p:blipFill>
              <p:spPr>
                <a:xfrm>
                  <a:off x="3854313" y="2847741"/>
                  <a:ext cx="677800" cy="301543"/>
                </a:xfrm>
                <a:prstGeom prst="rect">
                  <a:avLst/>
                </a:prstGeom>
                <a:noFill/>
                <a:ln>
                  <a:noFill/>
                </a:ln>
              </p:spPr>
            </p:pic>
            <p:pic>
              <p:nvPicPr>
                <p:cNvPr id="4364" name="Google Shape;4364;p82"/>
                <p:cNvPicPr preferRelativeResize="0"/>
                <p:nvPr/>
              </p:nvPicPr>
              <p:blipFill rotWithShape="1">
                <a:blip r:embed="rId4">
                  <a:alphaModFix/>
                </a:blip>
                <a:srcRect b="0" l="0" r="0" t="0"/>
                <a:stretch/>
              </p:blipFill>
              <p:spPr>
                <a:xfrm>
                  <a:off x="3874949" y="2116102"/>
                  <a:ext cx="676212" cy="301543"/>
                </a:xfrm>
                <a:prstGeom prst="rect">
                  <a:avLst/>
                </a:prstGeom>
                <a:noFill/>
                <a:ln>
                  <a:noFill/>
                </a:ln>
              </p:spPr>
            </p:pic>
          </p:grpSp>
          <p:grpSp>
            <p:nvGrpSpPr>
              <p:cNvPr id="4365" name="Google Shape;4365;p82"/>
              <p:cNvGrpSpPr/>
              <p:nvPr/>
            </p:nvGrpSpPr>
            <p:grpSpPr>
              <a:xfrm>
                <a:off x="5398824" y="2310984"/>
                <a:ext cx="746763" cy="344773"/>
                <a:chOff x="3668110" y="2448910"/>
                <a:chExt cx="3794234" cy="2165130"/>
              </a:xfrm>
            </p:grpSpPr>
            <p:sp>
              <p:nvSpPr>
                <p:cNvPr id="4366" name="Google Shape;4366;p82"/>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367" name="Google Shape;4367;p82"/>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4368" name="Google Shape;4368;p82"/>
                <p:cNvGrpSpPr/>
                <p:nvPr/>
              </p:nvGrpSpPr>
              <p:grpSpPr>
                <a:xfrm>
                  <a:off x="3941378" y="2603243"/>
                  <a:ext cx="3202061" cy="1066110"/>
                  <a:chOff x="7939341" y="3037317"/>
                  <a:chExt cx="897649" cy="353919"/>
                </a:xfrm>
              </p:grpSpPr>
              <p:sp>
                <p:nvSpPr>
                  <p:cNvPr id="4369" name="Google Shape;4369;p82"/>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370" name="Google Shape;4370;p82"/>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371" name="Google Shape;4371;p82"/>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372" name="Google Shape;4372;p82"/>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373" name="Google Shape;4373;p82"/>
              <p:cNvGrpSpPr/>
              <p:nvPr/>
            </p:nvGrpSpPr>
            <p:grpSpPr>
              <a:xfrm>
                <a:off x="7290083" y="3122951"/>
                <a:ext cx="746763" cy="344773"/>
                <a:chOff x="3668110" y="2448910"/>
                <a:chExt cx="3794234" cy="2165130"/>
              </a:xfrm>
            </p:grpSpPr>
            <p:sp>
              <p:nvSpPr>
                <p:cNvPr id="4374" name="Google Shape;4374;p82"/>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375" name="Google Shape;4375;p82"/>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4376" name="Google Shape;4376;p82"/>
                <p:cNvGrpSpPr/>
                <p:nvPr/>
              </p:nvGrpSpPr>
              <p:grpSpPr>
                <a:xfrm>
                  <a:off x="3941378" y="2603243"/>
                  <a:ext cx="3202061" cy="1066110"/>
                  <a:chOff x="7939341" y="3037317"/>
                  <a:chExt cx="897649" cy="353919"/>
                </a:xfrm>
              </p:grpSpPr>
              <p:sp>
                <p:nvSpPr>
                  <p:cNvPr id="4377" name="Google Shape;4377;p82"/>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378" name="Google Shape;4378;p82"/>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379" name="Google Shape;4379;p82"/>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380" name="Google Shape;4380;p82"/>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381" name="Google Shape;4381;p82"/>
              <p:cNvGrpSpPr/>
              <p:nvPr/>
            </p:nvGrpSpPr>
            <p:grpSpPr>
              <a:xfrm>
                <a:off x="5371262" y="3020518"/>
                <a:ext cx="746763" cy="344773"/>
                <a:chOff x="3668110" y="2448910"/>
                <a:chExt cx="3794234" cy="2165130"/>
              </a:xfrm>
            </p:grpSpPr>
            <p:sp>
              <p:nvSpPr>
                <p:cNvPr id="4382" name="Google Shape;4382;p82"/>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383" name="Google Shape;4383;p82"/>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4384" name="Google Shape;4384;p82"/>
                <p:cNvGrpSpPr/>
                <p:nvPr/>
              </p:nvGrpSpPr>
              <p:grpSpPr>
                <a:xfrm>
                  <a:off x="3941378" y="2603243"/>
                  <a:ext cx="3202061" cy="1066110"/>
                  <a:chOff x="7939341" y="3037317"/>
                  <a:chExt cx="897649" cy="353919"/>
                </a:xfrm>
              </p:grpSpPr>
              <p:sp>
                <p:nvSpPr>
                  <p:cNvPr id="4385" name="Google Shape;4385;p82"/>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386" name="Google Shape;4386;p82"/>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387" name="Google Shape;4387;p82"/>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388" name="Google Shape;4388;p82"/>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nvGrpSpPr>
            <p:cNvPr id="4389" name="Google Shape;4389;p82"/>
            <p:cNvGrpSpPr/>
            <p:nvPr/>
          </p:nvGrpSpPr>
          <p:grpSpPr>
            <a:xfrm>
              <a:off x="3510443" y="3070406"/>
              <a:ext cx="746763" cy="344773"/>
              <a:chOff x="3668110" y="2448910"/>
              <a:chExt cx="3794234" cy="2165130"/>
            </a:xfrm>
          </p:grpSpPr>
          <p:sp>
            <p:nvSpPr>
              <p:cNvPr id="4390" name="Google Shape;4390;p82"/>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391" name="Google Shape;4391;p82"/>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4392" name="Google Shape;4392;p82"/>
              <p:cNvGrpSpPr/>
              <p:nvPr/>
            </p:nvGrpSpPr>
            <p:grpSpPr>
              <a:xfrm>
                <a:off x="3941378" y="2603243"/>
                <a:ext cx="3202061" cy="1066110"/>
                <a:chOff x="7939341" y="3037317"/>
                <a:chExt cx="897649" cy="353919"/>
              </a:xfrm>
            </p:grpSpPr>
            <p:sp>
              <p:nvSpPr>
                <p:cNvPr id="4393" name="Google Shape;4393;p82"/>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394" name="Google Shape;4394;p82"/>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395" name="Google Shape;4395;p82"/>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396" name="Google Shape;4396;p82"/>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spTree>
  </p:cSld>
  <p:clrMapOvr>
    <a:masterClrMapping/>
  </p:clrMapOvr>
  <mc:AlternateContent>
    <mc:Choice Requires="p14">
      <p:transition spd="slow" p14:dur="700">
        <p:fade/>
      </p:transition>
    </mc:Choice>
    <mc:Fallback>
      <p:transition spd="slow">
        <p:fade/>
      </p:transition>
    </mc:Fallback>
  </mc:AlternateContent>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0" name="Shape 4400"/>
        <p:cNvGrpSpPr/>
        <p:nvPr/>
      </p:nvGrpSpPr>
      <p:grpSpPr>
        <a:xfrm>
          <a:off x="0" y="0"/>
          <a:ext cx="0" cy="0"/>
          <a:chOff x="0" y="0"/>
          <a:chExt cx="0" cy="0"/>
        </a:xfrm>
      </p:grpSpPr>
      <p:grpSp>
        <p:nvGrpSpPr>
          <p:cNvPr id="4401" name="Google Shape;4401;p83"/>
          <p:cNvGrpSpPr/>
          <p:nvPr/>
        </p:nvGrpSpPr>
        <p:grpSpPr>
          <a:xfrm>
            <a:off x="2229684" y="4923248"/>
            <a:ext cx="597740" cy="722787"/>
            <a:chOff x="2529721" y="5066123"/>
            <a:chExt cx="597740" cy="722787"/>
          </a:xfrm>
        </p:grpSpPr>
        <p:sp>
          <p:nvSpPr>
            <p:cNvPr id="4402" name="Google Shape;4402;p83"/>
            <p:cNvSpPr txBox="1"/>
            <p:nvPr/>
          </p:nvSpPr>
          <p:spPr>
            <a:xfrm>
              <a:off x="2645520" y="5419578"/>
              <a:ext cx="37702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t>
              </a:r>
              <a:endParaRPr/>
            </a:p>
          </p:txBody>
        </p:sp>
        <p:cxnSp>
          <p:nvCxnSpPr>
            <p:cNvPr id="4403" name="Google Shape;4403;p83"/>
            <p:cNvCxnSpPr/>
            <p:nvPr/>
          </p:nvCxnSpPr>
          <p:spPr>
            <a:xfrm>
              <a:off x="2827454" y="5066716"/>
              <a:ext cx="300007" cy="505075"/>
            </a:xfrm>
            <a:prstGeom prst="straightConnector1">
              <a:avLst/>
            </a:prstGeom>
            <a:noFill/>
            <a:ln cap="flat" cmpd="sng" w="15875">
              <a:solidFill>
                <a:schemeClr val="dk1"/>
              </a:solidFill>
              <a:prstDash val="solid"/>
              <a:miter lim="800000"/>
              <a:headEnd len="sm" w="sm" type="none"/>
              <a:tailEnd len="sm" w="sm" type="none"/>
            </a:ln>
          </p:spPr>
        </p:cxnSp>
        <p:sp>
          <p:nvSpPr>
            <p:cNvPr id="4404" name="Google Shape;4404;p83"/>
            <p:cNvSpPr txBox="1"/>
            <p:nvPr/>
          </p:nvSpPr>
          <p:spPr>
            <a:xfrm>
              <a:off x="2566660" y="5301690"/>
              <a:ext cx="55181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Agg2</a:t>
              </a:r>
              <a:endParaRPr/>
            </a:p>
          </p:txBody>
        </p:sp>
        <p:cxnSp>
          <p:nvCxnSpPr>
            <p:cNvPr id="4405" name="Google Shape;4405;p83"/>
            <p:cNvCxnSpPr/>
            <p:nvPr/>
          </p:nvCxnSpPr>
          <p:spPr>
            <a:xfrm flipH="1">
              <a:off x="2529721" y="5066123"/>
              <a:ext cx="301169" cy="491437"/>
            </a:xfrm>
            <a:prstGeom prst="straightConnector1">
              <a:avLst/>
            </a:prstGeom>
            <a:noFill/>
            <a:ln cap="flat" cmpd="sng" w="15875">
              <a:solidFill>
                <a:schemeClr val="dk1"/>
              </a:solidFill>
              <a:prstDash val="solid"/>
              <a:miter lim="800000"/>
              <a:headEnd len="sm" w="sm" type="none"/>
              <a:tailEnd len="sm" w="sm" type="none"/>
            </a:ln>
          </p:spPr>
        </p:cxnSp>
      </p:grpSp>
      <p:grpSp>
        <p:nvGrpSpPr>
          <p:cNvPr id="4406" name="Google Shape;4406;p83"/>
          <p:cNvGrpSpPr/>
          <p:nvPr/>
        </p:nvGrpSpPr>
        <p:grpSpPr>
          <a:xfrm>
            <a:off x="127745" y="4925055"/>
            <a:ext cx="1786006" cy="1242986"/>
            <a:chOff x="127745" y="4410705"/>
            <a:chExt cx="1786006" cy="1242986"/>
          </a:xfrm>
        </p:grpSpPr>
        <p:sp>
          <p:nvSpPr>
            <p:cNvPr id="4407" name="Google Shape;4407;p83"/>
            <p:cNvSpPr txBox="1"/>
            <p:nvPr/>
          </p:nvSpPr>
          <p:spPr>
            <a:xfrm>
              <a:off x="1279483" y="4774241"/>
              <a:ext cx="37702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t>
              </a:r>
              <a:endParaRPr/>
            </a:p>
          </p:txBody>
        </p:sp>
        <p:cxnSp>
          <p:nvCxnSpPr>
            <p:cNvPr id="4408" name="Google Shape;4408;p83"/>
            <p:cNvCxnSpPr>
              <a:stCxn id="4409" idx="9"/>
            </p:cNvCxnSpPr>
            <p:nvPr/>
          </p:nvCxnSpPr>
          <p:spPr>
            <a:xfrm flipH="1">
              <a:off x="1084741" y="4931982"/>
              <a:ext cx="420300" cy="630900"/>
            </a:xfrm>
            <a:prstGeom prst="straightConnector1">
              <a:avLst/>
            </a:prstGeom>
            <a:noFill/>
            <a:ln cap="flat" cmpd="sng" w="15875">
              <a:solidFill>
                <a:schemeClr val="dk1"/>
              </a:solidFill>
              <a:prstDash val="solid"/>
              <a:miter lim="800000"/>
              <a:headEnd len="sm" w="sm" type="none"/>
              <a:tailEnd len="sm" w="sm" type="none"/>
            </a:ln>
          </p:spPr>
        </p:cxnSp>
        <p:cxnSp>
          <p:nvCxnSpPr>
            <p:cNvPr id="4410" name="Google Shape;4410;p83"/>
            <p:cNvCxnSpPr/>
            <p:nvPr/>
          </p:nvCxnSpPr>
          <p:spPr>
            <a:xfrm>
              <a:off x="1493439" y="4410705"/>
              <a:ext cx="420312" cy="630924"/>
            </a:xfrm>
            <a:prstGeom prst="straightConnector1">
              <a:avLst/>
            </a:prstGeom>
            <a:noFill/>
            <a:ln cap="flat" cmpd="sng" w="15875">
              <a:solidFill>
                <a:schemeClr val="dk1"/>
              </a:solidFill>
              <a:prstDash val="solid"/>
              <a:miter lim="800000"/>
              <a:headEnd len="sm" w="sm" type="none"/>
              <a:tailEnd len="sm" w="sm" type="none"/>
            </a:ln>
          </p:spPr>
        </p:cxnSp>
        <p:sp>
          <p:nvSpPr>
            <p:cNvPr id="4411" name="Google Shape;4411;p83"/>
            <p:cNvSpPr txBox="1"/>
            <p:nvPr/>
          </p:nvSpPr>
          <p:spPr>
            <a:xfrm>
              <a:off x="1232645" y="4645679"/>
              <a:ext cx="55181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Agg1</a:t>
              </a:r>
              <a:endParaRPr/>
            </a:p>
          </p:txBody>
        </p:sp>
        <p:sp>
          <p:nvSpPr>
            <p:cNvPr id="4412" name="Google Shape;4412;p83"/>
            <p:cNvSpPr txBox="1"/>
            <p:nvPr/>
          </p:nvSpPr>
          <p:spPr>
            <a:xfrm>
              <a:off x="127745" y="5212416"/>
              <a:ext cx="772969" cy="441275"/>
            </a:xfrm>
            <a:prstGeom prst="rect">
              <a:avLst/>
            </a:prstGeom>
            <a:noFill/>
            <a:ln>
              <a:noFill/>
            </a:ln>
          </p:spPr>
          <p:txBody>
            <a:bodyPr anchorCtr="0" anchor="t" bIns="45700" lIns="91425" spcFirstLastPara="1" rIns="91425" wrap="square" tIns="45700">
              <a:spAutoFit/>
            </a:bodyPr>
            <a:lstStyle/>
            <a:p>
              <a:pPr indent="0" lvl="0" marL="0" marR="0" rtl="0" algn="r">
                <a:lnSpc>
                  <a:spcPct val="80000"/>
                </a:lnSpc>
                <a:spcBef>
                  <a:spcPts val="0"/>
                </a:spcBef>
                <a:spcAft>
                  <a:spcPts val="0"/>
                </a:spcAft>
                <a:buNone/>
              </a:pPr>
              <a:r>
                <a:rPr lang="en-US" sz="1400">
                  <a:solidFill>
                    <a:schemeClr val="dk1"/>
                  </a:solidFill>
                  <a:latin typeface="Calibri"/>
                  <a:ea typeface="Calibri"/>
                  <a:cs typeface="Calibri"/>
                  <a:sym typeface="Calibri"/>
                </a:rPr>
                <a:t>building</a:t>
              </a:r>
              <a:endParaRPr/>
            </a:p>
            <a:p>
              <a:pPr indent="0" lvl="0" marL="0" marR="0" rtl="0" algn="r">
                <a:lnSpc>
                  <a:spcPct val="80000"/>
                </a:lnSpc>
                <a:spcBef>
                  <a:spcPts val="0"/>
                </a:spcBef>
                <a:spcAft>
                  <a:spcPts val="0"/>
                </a:spcAft>
                <a:buNone/>
              </a:pPr>
              <a:r>
                <a:rPr lang="en-US" sz="1400">
                  <a:solidFill>
                    <a:schemeClr val="dk1"/>
                  </a:solidFill>
                  <a:latin typeface="Calibri"/>
                  <a:ea typeface="Calibri"/>
                  <a:cs typeface="Calibri"/>
                  <a:sym typeface="Calibri"/>
                </a:rPr>
                <a:t>closets</a:t>
              </a:r>
              <a:endParaRPr/>
            </a:p>
          </p:txBody>
        </p:sp>
      </p:grpSp>
      <p:sp>
        <p:nvSpPr>
          <p:cNvPr id="4413" name="Google Shape;4413;p83"/>
          <p:cNvSpPr txBox="1"/>
          <p:nvPr>
            <p:ph type="ctrTitle"/>
          </p:nvPr>
        </p:nvSpPr>
        <p:spPr>
          <a:xfrm>
            <a:off x="497079" y="321546"/>
            <a:ext cx="7258049" cy="811078"/>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0013A3"/>
              </a:buClr>
              <a:buSzPts val="4000"/>
              <a:buFont typeface="Calibri"/>
              <a:buNone/>
            </a:pPr>
            <a:r>
              <a:rPr lang="en-US" sz="4000">
                <a:solidFill>
                  <a:srgbClr val="0013A3"/>
                </a:solidFill>
              </a:rPr>
              <a:t>UMass Campus Network - Detail</a:t>
            </a:r>
            <a:endParaRPr/>
          </a:p>
        </p:txBody>
      </p:sp>
      <p:sp>
        <p:nvSpPr>
          <p:cNvPr id="4414" name="Google Shape;4414;p83"/>
          <p:cNvSpPr txBox="1"/>
          <p:nvPr>
            <p:ph idx="1" type="subTitle"/>
          </p:nvPr>
        </p:nvSpPr>
        <p:spPr>
          <a:xfrm>
            <a:off x="1828800" y="2518797"/>
            <a:ext cx="8534400" cy="3634353"/>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SzPts val="2400"/>
              <a:buNone/>
            </a:pPr>
            <a:r>
              <a:t/>
            </a:r>
            <a:endParaRPr/>
          </a:p>
          <a:p>
            <a:pPr indent="0" lvl="0" marL="0" rtl="0" algn="ctr">
              <a:lnSpc>
                <a:spcPct val="90000"/>
              </a:lnSpc>
              <a:spcBef>
                <a:spcPts val="1000"/>
              </a:spcBef>
              <a:spcAft>
                <a:spcPts val="0"/>
              </a:spcAft>
              <a:buSzPts val="2400"/>
              <a:buNone/>
            </a:pPr>
            <a:r>
              <a:t/>
            </a:r>
            <a:endParaRPr/>
          </a:p>
        </p:txBody>
      </p:sp>
      <p:grpSp>
        <p:nvGrpSpPr>
          <p:cNvPr id="4415" name="Google Shape;4415;p83"/>
          <p:cNvGrpSpPr/>
          <p:nvPr/>
        </p:nvGrpSpPr>
        <p:grpSpPr>
          <a:xfrm>
            <a:off x="1502802" y="3526491"/>
            <a:ext cx="6143962" cy="1903073"/>
            <a:chOff x="2323073" y="2687162"/>
            <a:chExt cx="6143962" cy="2753819"/>
          </a:xfrm>
        </p:grpSpPr>
        <p:cxnSp>
          <p:nvCxnSpPr>
            <p:cNvPr id="4416" name="Google Shape;4416;p83"/>
            <p:cNvCxnSpPr>
              <a:stCxn id="4417" idx="4"/>
            </p:cNvCxnSpPr>
            <p:nvPr/>
          </p:nvCxnSpPr>
          <p:spPr>
            <a:xfrm flipH="1" rot="10800000">
              <a:off x="2323073" y="3487981"/>
              <a:ext cx="2243700" cy="1953000"/>
            </a:xfrm>
            <a:prstGeom prst="straightConnector1">
              <a:avLst/>
            </a:prstGeom>
            <a:noFill/>
            <a:ln cap="flat" cmpd="sng" w="19050">
              <a:solidFill>
                <a:schemeClr val="dk1"/>
              </a:solidFill>
              <a:prstDash val="solid"/>
              <a:miter lim="800000"/>
              <a:headEnd len="sm" w="sm" type="none"/>
              <a:tailEnd len="sm" w="sm" type="none"/>
            </a:ln>
          </p:spPr>
        </p:cxnSp>
        <p:cxnSp>
          <p:nvCxnSpPr>
            <p:cNvPr id="4418" name="Google Shape;4418;p83"/>
            <p:cNvCxnSpPr/>
            <p:nvPr/>
          </p:nvCxnSpPr>
          <p:spPr>
            <a:xfrm flipH="1" rot="10800000">
              <a:off x="3361634" y="2743558"/>
              <a:ext cx="1205009" cy="1928036"/>
            </a:xfrm>
            <a:prstGeom prst="straightConnector1">
              <a:avLst/>
            </a:prstGeom>
            <a:noFill/>
            <a:ln cap="flat" cmpd="sng" w="19050">
              <a:solidFill>
                <a:schemeClr val="dk1"/>
              </a:solidFill>
              <a:prstDash val="solid"/>
              <a:miter lim="800000"/>
              <a:headEnd len="sm" w="sm" type="none"/>
              <a:tailEnd len="sm" w="sm" type="none"/>
            </a:ln>
          </p:spPr>
        </p:cxnSp>
        <p:cxnSp>
          <p:nvCxnSpPr>
            <p:cNvPr id="4419" name="Google Shape;4419;p83"/>
            <p:cNvCxnSpPr/>
            <p:nvPr/>
          </p:nvCxnSpPr>
          <p:spPr>
            <a:xfrm flipH="1" rot="10800000">
              <a:off x="4359854" y="2760506"/>
              <a:ext cx="207979" cy="1911088"/>
            </a:xfrm>
            <a:prstGeom prst="straightConnector1">
              <a:avLst/>
            </a:prstGeom>
            <a:noFill/>
            <a:ln cap="flat" cmpd="sng" w="19050">
              <a:solidFill>
                <a:schemeClr val="dk1"/>
              </a:solidFill>
              <a:prstDash val="solid"/>
              <a:miter lim="800000"/>
              <a:headEnd len="sm" w="sm" type="none"/>
              <a:tailEnd len="sm" w="sm" type="none"/>
            </a:ln>
          </p:spPr>
        </p:cxnSp>
        <p:cxnSp>
          <p:nvCxnSpPr>
            <p:cNvPr id="4420" name="Google Shape;4420;p83"/>
            <p:cNvCxnSpPr/>
            <p:nvPr/>
          </p:nvCxnSpPr>
          <p:spPr>
            <a:xfrm rot="10800000">
              <a:off x="4566643" y="2743558"/>
              <a:ext cx="837152" cy="1922124"/>
            </a:xfrm>
            <a:prstGeom prst="straightConnector1">
              <a:avLst/>
            </a:prstGeom>
            <a:noFill/>
            <a:ln cap="flat" cmpd="sng" w="19050">
              <a:solidFill>
                <a:schemeClr val="dk1"/>
              </a:solidFill>
              <a:prstDash val="solid"/>
              <a:miter lim="800000"/>
              <a:headEnd len="sm" w="sm" type="none"/>
              <a:tailEnd len="sm" w="sm" type="none"/>
            </a:ln>
          </p:spPr>
        </p:cxnSp>
        <p:cxnSp>
          <p:nvCxnSpPr>
            <p:cNvPr id="4421" name="Google Shape;4421;p83"/>
            <p:cNvCxnSpPr/>
            <p:nvPr/>
          </p:nvCxnSpPr>
          <p:spPr>
            <a:xfrm rot="10800000">
              <a:off x="4565594" y="2743733"/>
              <a:ext cx="1833660" cy="1927862"/>
            </a:xfrm>
            <a:prstGeom prst="straightConnector1">
              <a:avLst/>
            </a:prstGeom>
            <a:noFill/>
            <a:ln cap="flat" cmpd="sng" w="19050">
              <a:solidFill>
                <a:schemeClr val="dk1"/>
              </a:solidFill>
              <a:prstDash val="solid"/>
              <a:miter lim="800000"/>
              <a:headEnd len="sm" w="sm" type="none"/>
              <a:tailEnd len="sm" w="sm" type="none"/>
            </a:ln>
          </p:spPr>
        </p:cxnSp>
        <p:cxnSp>
          <p:nvCxnSpPr>
            <p:cNvPr id="4422" name="Google Shape;4422;p83"/>
            <p:cNvCxnSpPr/>
            <p:nvPr/>
          </p:nvCxnSpPr>
          <p:spPr>
            <a:xfrm rot="10800000">
              <a:off x="4566643" y="2743558"/>
              <a:ext cx="3900392" cy="1939642"/>
            </a:xfrm>
            <a:prstGeom prst="straightConnector1">
              <a:avLst/>
            </a:prstGeom>
            <a:noFill/>
            <a:ln cap="flat" cmpd="sng" w="19050">
              <a:solidFill>
                <a:schemeClr val="dk1"/>
              </a:solidFill>
              <a:prstDash val="solid"/>
              <a:miter lim="800000"/>
              <a:headEnd len="sm" w="sm" type="none"/>
              <a:tailEnd len="sm" w="sm" type="none"/>
            </a:ln>
          </p:spPr>
        </p:cxnSp>
        <p:cxnSp>
          <p:nvCxnSpPr>
            <p:cNvPr id="4423" name="Google Shape;4423;p83"/>
            <p:cNvCxnSpPr/>
            <p:nvPr/>
          </p:nvCxnSpPr>
          <p:spPr>
            <a:xfrm rot="10800000">
              <a:off x="4566643" y="2743558"/>
              <a:ext cx="2870644" cy="1928388"/>
            </a:xfrm>
            <a:prstGeom prst="straightConnector1">
              <a:avLst/>
            </a:prstGeom>
            <a:noFill/>
            <a:ln cap="flat" cmpd="sng" w="19050">
              <a:solidFill>
                <a:schemeClr val="dk1"/>
              </a:solidFill>
              <a:prstDash val="solid"/>
              <a:miter lim="800000"/>
              <a:headEnd len="sm" w="sm" type="none"/>
              <a:tailEnd len="sm" w="sm" type="none"/>
            </a:ln>
          </p:spPr>
        </p:cxnSp>
        <p:cxnSp>
          <p:nvCxnSpPr>
            <p:cNvPr id="4424" name="Google Shape;4424;p83"/>
            <p:cNvCxnSpPr>
              <a:stCxn id="4409" idx="5"/>
            </p:cNvCxnSpPr>
            <p:nvPr/>
          </p:nvCxnSpPr>
          <p:spPr>
            <a:xfrm flipH="1" rot="10800000">
              <a:off x="2402834" y="3486252"/>
              <a:ext cx="3693300" cy="1938900"/>
            </a:xfrm>
            <a:prstGeom prst="straightConnector1">
              <a:avLst/>
            </a:prstGeom>
            <a:noFill/>
            <a:ln cap="flat" cmpd="sng" w="19050">
              <a:solidFill>
                <a:schemeClr val="dk1"/>
              </a:solidFill>
              <a:prstDash val="solid"/>
              <a:miter lim="800000"/>
              <a:headEnd len="sm" w="sm" type="none"/>
              <a:tailEnd len="sm" w="sm" type="none"/>
            </a:ln>
          </p:spPr>
        </p:cxnSp>
        <p:cxnSp>
          <p:nvCxnSpPr>
            <p:cNvPr id="4425" name="Google Shape;4425;p83"/>
            <p:cNvCxnSpPr/>
            <p:nvPr/>
          </p:nvCxnSpPr>
          <p:spPr>
            <a:xfrm flipH="1" rot="10800000">
              <a:off x="3357326" y="2719235"/>
              <a:ext cx="2682827" cy="1947962"/>
            </a:xfrm>
            <a:prstGeom prst="straightConnector1">
              <a:avLst/>
            </a:prstGeom>
            <a:noFill/>
            <a:ln cap="flat" cmpd="sng" w="19050">
              <a:solidFill>
                <a:schemeClr val="dk1"/>
              </a:solidFill>
              <a:prstDash val="solid"/>
              <a:miter lim="800000"/>
              <a:headEnd len="sm" w="sm" type="none"/>
              <a:tailEnd len="sm" w="sm" type="none"/>
            </a:ln>
          </p:spPr>
        </p:cxnSp>
        <p:cxnSp>
          <p:nvCxnSpPr>
            <p:cNvPr id="4426" name="Google Shape;4426;p83"/>
            <p:cNvCxnSpPr/>
            <p:nvPr/>
          </p:nvCxnSpPr>
          <p:spPr>
            <a:xfrm flipH="1" rot="10800000">
              <a:off x="4362917" y="2719235"/>
              <a:ext cx="1677236" cy="1942688"/>
            </a:xfrm>
            <a:prstGeom prst="straightConnector1">
              <a:avLst/>
            </a:prstGeom>
            <a:noFill/>
            <a:ln cap="flat" cmpd="sng" w="19050">
              <a:solidFill>
                <a:schemeClr val="dk1"/>
              </a:solidFill>
              <a:prstDash val="solid"/>
              <a:miter lim="800000"/>
              <a:headEnd len="sm" w="sm" type="none"/>
              <a:tailEnd len="sm" w="sm" type="none"/>
            </a:ln>
          </p:spPr>
        </p:cxnSp>
        <p:cxnSp>
          <p:nvCxnSpPr>
            <p:cNvPr id="4427" name="Google Shape;4427;p83"/>
            <p:cNvCxnSpPr/>
            <p:nvPr/>
          </p:nvCxnSpPr>
          <p:spPr>
            <a:xfrm flipH="1" rot="10800000">
              <a:off x="5402798" y="2734727"/>
              <a:ext cx="712081" cy="1904336"/>
            </a:xfrm>
            <a:prstGeom prst="straightConnector1">
              <a:avLst/>
            </a:prstGeom>
            <a:noFill/>
            <a:ln cap="flat" cmpd="sng" w="19050">
              <a:solidFill>
                <a:schemeClr val="dk1"/>
              </a:solidFill>
              <a:prstDash val="solid"/>
              <a:miter lim="800000"/>
              <a:headEnd len="sm" w="sm" type="none"/>
              <a:tailEnd len="sm" w="sm" type="none"/>
            </a:ln>
          </p:spPr>
        </p:cxnSp>
        <p:cxnSp>
          <p:nvCxnSpPr>
            <p:cNvPr id="4428" name="Google Shape;4428;p83"/>
            <p:cNvCxnSpPr/>
            <p:nvPr/>
          </p:nvCxnSpPr>
          <p:spPr>
            <a:xfrm rot="10800000">
              <a:off x="6115928" y="2734552"/>
              <a:ext cx="326752" cy="1920004"/>
            </a:xfrm>
            <a:prstGeom prst="straightConnector1">
              <a:avLst/>
            </a:prstGeom>
            <a:noFill/>
            <a:ln cap="flat" cmpd="sng" w="19050">
              <a:solidFill>
                <a:schemeClr val="dk1"/>
              </a:solidFill>
              <a:prstDash val="solid"/>
              <a:miter lim="800000"/>
              <a:headEnd len="sm" w="sm" type="none"/>
              <a:tailEnd len="sm" w="sm" type="none"/>
            </a:ln>
          </p:spPr>
        </p:cxnSp>
        <p:cxnSp>
          <p:nvCxnSpPr>
            <p:cNvPr id="4429" name="Google Shape;4429;p83"/>
            <p:cNvCxnSpPr/>
            <p:nvPr/>
          </p:nvCxnSpPr>
          <p:spPr>
            <a:xfrm rot="10800000">
              <a:off x="6115928" y="2734552"/>
              <a:ext cx="1302772" cy="1942690"/>
            </a:xfrm>
            <a:prstGeom prst="straightConnector1">
              <a:avLst/>
            </a:prstGeom>
            <a:noFill/>
            <a:ln cap="flat" cmpd="sng" w="19050">
              <a:solidFill>
                <a:schemeClr val="dk1"/>
              </a:solidFill>
              <a:prstDash val="solid"/>
              <a:miter lim="800000"/>
              <a:headEnd len="sm" w="sm" type="none"/>
              <a:tailEnd len="sm" w="sm" type="none"/>
            </a:ln>
          </p:spPr>
        </p:cxnSp>
        <p:cxnSp>
          <p:nvCxnSpPr>
            <p:cNvPr id="4430" name="Google Shape;4430;p83"/>
            <p:cNvCxnSpPr/>
            <p:nvPr/>
          </p:nvCxnSpPr>
          <p:spPr>
            <a:xfrm rot="10800000">
              <a:off x="6117237" y="2687162"/>
              <a:ext cx="2318734" cy="1990081"/>
            </a:xfrm>
            <a:prstGeom prst="straightConnector1">
              <a:avLst/>
            </a:prstGeom>
            <a:noFill/>
            <a:ln cap="flat" cmpd="sng" w="19050">
              <a:solidFill>
                <a:schemeClr val="dk1"/>
              </a:solidFill>
              <a:prstDash val="solid"/>
              <a:miter lim="800000"/>
              <a:headEnd len="sm" w="sm" type="none"/>
              <a:tailEnd len="sm" w="sm" type="none"/>
            </a:ln>
          </p:spPr>
        </p:cxnSp>
      </p:grpSp>
      <p:sp>
        <p:nvSpPr>
          <p:cNvPr id="4431" name="Google Shape;4431;p83"/>
          <p:cNvSpPr/>
          <p:nvPr/>
        </p:nvSpPr>
        <p:spPr>
          <a:xfrm>
            <a:off x="4259524" y="1657349"/>
            <a:ext cx="484632" cy="516165"/>
          </a:xfrm>
          <a:prstGeom prst="upArrow">
            <a:avLst>
              <a:gd fmla="val 50000" name="adj1"/>
              <a:gd fmla="val 50000" name="adj2"/>
            </a:avLst>
          </a:prstGeom>
          <a:gradFill>
            <a:gsLst>
              <a:gs pos="0">
                <a:srgbClr val="0000A8"/>
              </a:gs>
              <a:gs pos="100000">
                <a:srgbClr val="CBD3DD"/>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32" name="Google Shape;4432;p83"/>
          <p:cNvSpPr txBox="1"/>
          <p:nvPr/>
        </p:nvSpPr>
        <p:spPr>
          <a:xfrm>
            <a:off x="4692182" y="1661554"/>
            <a:ext cx="1415259"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to off campus</a:t>
            </a:r>
            <a:endParaRPr/>
          </a:p>
        </p:txBody>
      </p:sp>
      <p:grpSp>
        <p:nvGrpSpPr>
          <p:cNvPr id="4433" name="Google Shape;4433;p83"/>
          <p:cNvGrpSpPr/>
          <p:nvPr/>
        </p:nvGrpSpPr>
        <p:grpSpPr>
          <a:xfrm>
            <a:off x="896458" y="5565080"/>
            <a:ext cx="372956" cy="675232"/>
            <a:chOff x="613014" y="2751206"/>
            <a:chExt cx="479789" cy="813141"/>
          </a:xfrm>
        </p:grpSpPr>
        <p:grpSp>
          <p:nvGrpSpPr>
            <p:cNvPr id="4434" name="Google Shape;4434;p83"/>
            <p:cNvGrpSpPr/>
            <p:nvPr/>
          </p:nvGrpSpPr>
          <p:grpSpPr>
            <a:xfrm>
              <a:off x="614363" y="2886074"/>
              <a:ext cx="477092" cy="244001"/>
              <a:chOff x="1105742" y="2664678"/>
              <a:chExt cx="914400" cy="479686"/>
            </a:xfrm>
          </p:grpSpPr>
          <p:sp>
            <p:nvSpPr>
              <p:cNvPr id="4435" name="Google Shape;4435;p83"/>
              <p:cNvSpPr/>
              <p:nvPr/>
            </p:nvSpPr>
            <p:spPr>
              <a:xfrm>
                <a:off x="1105742" y="2951032"/>
                <a:ext cx="911111" cy="193332"/>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36" name="Google Shape;4436;p83"/>
              <p:cNvSpPr/>
              <p:nvPr/>
            </p:nvSpPr>
            <p:spPr>
              <a:xfrm>
                <a:off x="1108275" y="2664678"/>
                <a:ext cx="911867" cy="293400"/>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4437" name="Google Shape;4437;p83"/>
              <p:cNvGrpSpPr/>
              <p:nvPr/>
            </p:nvGrpSpPr>
            <p:grpSpPr>
              <a:xfrm>
                <a:off x="1171599" y="2698871"/>
                <a:ext cx="771688" cy="236197"/>
                <a:chOff x="7939341" y="3037317"/>
                <a:chExt cx="897649" cy="353919"/>
              </a:xfrm>
            </p:grpSpPr>
            <p:sp>
              <p:nvSpPr>
                <p:cNvPr id="4438" name="Google Shape;4438;p83"/>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39" name="Google Shape;4439;p83"/>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40" name="Google Shape;4440;p83"/>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41" name="Google Shape;4441;p83"/>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CBD3D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442" name="Google Shape;4442;p83"/>
            <p:cNvGrpSpPr/>
            <p:nvPr/>
          </p:nvGrpSpPr>
          <p:grpSpPr>
            <a:xfrm>
              <a:off x="613014" y="2751206"/>
              <a:ext cx="477092" cy="244001"/>
              <a:chOff x="1105742" y="2664678"/>
              <a:chExt cx="914400" cy="479686"/>
            </a:xfrm>
          </p:grpSpPr>
          <p:sp>
            <p:nvSpPr>
              <p:cNvPr id="4443" name="Google Shape;4443;p83"/>
              <p:cNvSpPr/>
              <p:nvPr/>
            </p:nvSpPr>
            <p:spPr>
              <a:xfrm>
                <a:off x="1105742" y="2951032"/>
                <a:ext cx="911111" cy="193332"/>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44" name="Google Shape;4444;p83"/>
              <p:cNvSpPr/>
              <p:nvPr/>
            </p:nvSpPr>
            <p:spPr>
              <a:xfrm>
                <a:off x="1108275" y="2664678"/>
                <a:ext cx="911867" cy="293400"/>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4445" name="Google Shape;4445;p83"/>
              <p:cNvGrpSpPr/>
              <p:nvPr/>
            </p:nvGrpSpPr>
            <p:grpSpPr>
              <a:xfrm>
                <a:off x="1171599" y="2698871"/>
                <a:ext cx="771688" cy="236197"/>
                <a:chOff x="7939341" y="3037317"/>
                <a:chExt cx="897649" cy="353919"/>
              </a:xfrm>
            </p:grpSpPr>
            <p:sp>
              <p:nvSpPr>
                <p:cNvPr id="4446" name="Google Shape;4446;p83"/>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47" name="Google Shape;4447;p83"/>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48" name="Google Shape;4448;p83"/>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49" name="Google Shape;4449;p83"/>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CBD3D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450" name="Google Shape;4450;p83"/>
            <p:cNvGrpSpPr/>
            <p:nvPr/>
          </p:nvGrpSpPr>
          <p:grpSpPr>
            <a:xfrm>
              <a:off x="615711" y="3320346"/>
              <a:ext cx="477092" cy="244001"/>
              <a:chOff x="1105742" y="2664678"/>
              <a:chExt cx="914400" cy="479686"/>
            </a:xfrm>
          </p:grpSpPr>
          <p:sp>
            <p:nvSpPr>
              <p:cNvPr id="4451" name="Google Shape;4451;p83"/>
              <p:cNvSpPr/>
              <p:nvPr/>
            </p:nvSpPr>
            <p:spPr>
              <a:xfrm>
                <a:off x="1105742" y="2951032"/>
                <a:ext cx="911111" cy="193332"/>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52" name="Google Shape;4452;p83"/>
              <p:cNvSpPr/>
              <p:nvPr/>
            </p:nvSpPr>
            <p:spPr>
              <a:xfrm>
                <a:off x="1108275" y="2664678"/>
                <a:ext cx="911867" cy="293400"/>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4453" name="Google Shape;4453;p83"/>
              <p:cNvGrpSpPr/>
              <p:nvPr/>
            </p:nvGrpSpPr>
            <p:grpSpPr>
              <a:xfrm>
                <a:off x="1171599" y="2698871"/>
                <a:ext cx="771688" cy="236197"/>
                <a:chOff x="7939341" y="3037317"/>
                <a:chExt cx="897649" cy="353919"/>
              </a:xfrm>
            </p:grpSpPr>
            <p:sp>
              <p:nvSpPr>
                <p:cNvPr id="4454" name="Google Shape;4454;p83"/>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55" name="Google Shape;4455;p83"/>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56" name="Google Shape;4456;p83"/>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57" name="Google Shape;4457;p83"/>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CBD3D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4458" name="Google Shape;4458;p83"/>
            <p:cNvSpPr/>
            <p:nvPr/>
          </p:nvSpPr>
          <p:spPr>
            <a:xfrm>
              <a:off x="825388" y="3147802"/>
              <a:ext cx="45719" cy="45719"/>
            </a:xfrm>
            <a:prstGeom prst="ellipse">
              <a:avLst/>
            </a:pr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59" name="Google Shape;4459;p83"/>
            <p:cNvSpPr/>
            <p:nvPr/>
          </p:nvSpPr>
          <p:spPr>
            <a:xfrm>
              <a:off x="827283" y="3207143"/>
              <a:ext cx="45719" cy="45719"/>
            </a:xfrm>
            <a:prstGeom prst="ellipse">
              <a:avLst/>
            </a:pr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60" name="Google Shape;4460;p83"/>
            <p:cNvSpPr/>
            <p:nvPr/>
          </p:nvSpPr>
          <p:spPr>
            <a:xfrm>
              <a:off x="827540" y="3266485"/>
              <a:ext cx="45719" cy="45719"/>
            </a:xfrm>
            <a:prstGeom prst="ellipse">
              <a:avLst/>
            </a:pr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4461" name="Google Shape;4461;p83"/>
          <p:cNvGrpSpPr/>
          <p:nvPr/>
        </p:nvGrpSpPr>
        <p:grpSpPr>
          <a:xfrm>
            <a:off x="1738988" y="5552957"/>
            <a:ext cx="372956" cy="675232"/>
            <a:chOff x="613014" y="2751206"/>
            <a:chExt cx="479789" cy="813141"/>
          </a:xfrm>
        </p:grpSpPr>
        <p:grpSp>
          <p:nvGrpSpPr>
            <p:cNvPr id="4462" name="Google Shape;4462;p83"/>
            <p:cNvGrpSpPr/>
            <p:nvPr/>
          </p:nvGrpSpPr>
          <p:grpSpPr>
            <a:xfrm>
              <a:off x="614363" y="2886074"/>
              <a:ext cx="477092" cy="244001"/>
              <a:chOff x="1105742" y="2664678"/>
              <a:chExt cx="914400" cy="479686"/>
            </a:xfrm>
          </p:grpSpPr>
          <p:sp>
            <p:nvSpPr>
              <p:cNvPr id="4463" name="Google Shape;4463;p83"/>
              <p:cNvSpPr/>
              <p:nvPr/>
            </p:nvSpPr>
            <p:spPr>
              <a:xfrm>
                <a:off x="1105742" y="2951032"/>
                <a:ext cx="911111" cy="193332"/>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64" name="Google Shape;4464;p83"/>
              <p:cNvSpPr/>
              <p:nvPr/>
            </p:nvSpPr>
            <p:spPr>
              <a:xfrm>
                <a:off x="1108275" y="2664678"/>
                <a:ext cx="911867" cy="293400"/>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4465" name="Google Shape;4465;p83"/>
              <p:cNvGrpSpPr/>
              <p:nvPr/>
            </p:nvGrpSpPr>
            <p:grpSpPr>
              <a:xfrm>
                <a:off x="1171599" y="2698871"/>
                <a:ext cx="771688" cy="236197"/>
                <a:chOff x="7939341" y="3037317"/>
                <a:chExt cx="897649" cy="353919"/>
              </a:xfrm>
            </p:grpSpPr>
            <p:sp>
              <p:nvSpPr>
                <p:cNvPr id="4466" name="Google Shape;4466;p83"/>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67" name="Google Shape;4467;p83"/>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68" name="Google Shape;4468;p83"/>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69" name="Google Shape;4469;p83"/>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CBD3D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470" name="Google Shape;4470;p83"/>
            <p:cNvGrpSpPr/>
            <p:nvPr/>
          </p:nvGrpSpPr>
          <p:grpSpPr>
            <a:xfrm>
              <a:off x="613014" y="2751206"/>
              <a:ext cx="477092" cy="244001"/>
              <a:chOff x="1105742" y="2664678"/>
              <a:chExt cx="914400" cy="479686"/>
            </a:xfrm>
          </p:grpSpPr>
          <p:sp>
            <p:nvSpPr>
              <p:cNvPr id="4471" name="Google Shape;4471;p83"/>
              <p:cNvSpPr/>
              <p:nvPr/>
            </p:nvSpPr>
            <p:spPr>
              <a:xfrm>
                <a:off x="1105742" y="2951032"/>
                <a:ext cx="911111" cy="193332"/>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72" name="Google Shape;4472;p83"/>
              <p:cNvSpPr/>
              <p:nvPr/>
            </p:nvSpPr>
            <p:spPr>
              <a:xfrm>
                <a:off x="1108275" y="2664678"/>
                <a:ext cx="911867" cy="293400"/>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4473" name="Google Shape;4473;p83"/>
              <p:cNvGrpSpPr/>
              <p:nvPr/>
            </p:nvGrpSpPr>
            <p:grpSpPr>
              <a:xfrm>
                <a:off x="1171599" y="2698871"/>
                <a:ext cx="771688" cy="236197"/>
                <a:chOff x="7939341" y="3037317"/>
                <a:chExt cx="897649" cy="353919"/>
              </a:xfrm>
            </p:grpSpPr>
            <p:sp>
              <p:nvSpPr>
                <p:cNvPr id="4474" name="Google Shape;4474;p83"/>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75" name="Google Shape;4475;p83"/>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76" name="Google Shape;4476;p83"/>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77" name="Google Shape;4477;p83"/>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CBD3D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478" name="Google Shape;4478;p83"/>
            <p:cNvGrpSpPr/>
            <p:nvPr/>
          </p:nvGrpSpPr>
          <p:grpSpPr>
            <a:xfrm>
              <a:off x="615711" y="3320346"/>
              <a:ext cx="477092" cy="244001"/>
              <a:chOff x="1105742" y="2664678"/>
              <a:chExt cx="914400" cy="479686"/>
            </a:xfrm>
          </p:grpSpPr>
          <p:sp>
            <p:nvSpPr>
              <p:cNvPr id="4479" name="Google Shape;4479;p83"/>
              <p:cNvSpPr/>
              <p:nvPr/>
            </p:nvSpPr>
            <p:spPr>
              <a:xfrm>
                <a:off x="1105742" y="2951032"/>
                <a:ext cx="911111" cy="193332"/>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80" name="Google Shape;4480;p83"/>
              <p:cNvSpPr/>
              <p:nvPr/>
            </p:nvSpPr>
            <p:spPr>
              <a:xfrm>
                <a:off x="1108275" y="2664678"/>
                <a:ext cx="911867" cy="293400"/>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4481" name="Google Shape;4481;p83"/>
              <p:cNvGrpSpPr/>
              <p:nvPr/>
            </p:nvGrpSpPr>
            <p:grpSpPr>
              <a:xfrm>
                <a:off x="1171599" y="2698871"/>
                <a:ext cx="771688" cy="236197"/>
                <a:chOff x="7939341" y="3037317"/>
                <a:chExt cx="897649" cy="353919"/>
              </a:xfrm>
            </p:grpSpPr>
            <p:sp>
              <p:nvSpPr>
                <p:cNvPr id="4482" name="Google Shape;4482;p83"/>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83" name="Google Shape;4483;p83"/>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84" name="Google Shape;4484;p83"/>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85" name="Google Shape;4485;p83"/>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CBD3D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4486" name="Google Shape;4486;p83"/>
            <p:cNvSpPr/>
            <p:nvPr/>
          </p:nvSpPr>
          <p:spPr>
            <a:xfrm>
              <a:off x="825388" y="3147802"/>
              <a:ext cx="45719" cy="45719"/>
            </a:xfrm>
            <a:prstGeom prst="ellipse">
              <a:avLst/>
            </a:pr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87" name="Google Shape;4487;p83"/>
            <p:cNvSpPr/>
            <p:nvPr/>
          </p:nvSpPr>
          <p:spPr>
            <a:xfrm>
              <a:off x="827283" y="3207143"/>
              <a:ext cx="45719" cy="45719"/>
            </a:xfrm>
            <a:prstGeom prst="ellipse">
              <a:avLst/>
            </a:pr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88" name="Google Shape;4488;p83"/>
            <p:cNvSpPr/>
            <p:nvPr/>
          </p:nvSpPr>
          <p:spPr>
            <a:xfrm>
              <a:off x="827540" y="3266485"/>
              <a:ext cx="45719" cy="45719"/>
            </a:xfrm>
            <a:prstGeom prst="ellipse">
              <a:avLst/>
            </a:pr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4489" name="Google Shape;4489;p83"/>
          <p:cNvGrpSpPr/>
          <p:nvPr/>
        </p:nvGrpSpPr>
        <p:grpSpPr>
          <a:xfrm>
            <a:off x="4676137" y="5546020"/>
            <a:ext cx="919098" cy="526473"/>
            <a:chOff x="5339246" y="5541818"/>
            <a:chExt cx="919098" cy="526473"/>
          </a:xfrm>
        </p:grpSpPr>
        <p:sp>
          <p:nvSpPr>
            <p:cNvPr id="4490" name="Google Shape;4490;p83"/>
            <p:cNvSpPr/>
            <p:nvPr/>
          </p:nvSpPr>
          <p:spPr>
            <a:xfrm>
              <a:off x="5401994" y="5541818"/>
              <a:ext cx="777133" cy="526473"/>
            </a:xfrm>
            <a:prstGeom prst="rect">
              <a:avLst/>
            </a:prstGeom>
            <a:gradFill>
              <a:gsLst>
                <a:gs pos="0">
                  <a:srgbClr val="0000A8"/>
                </a:gs>
                <a:gs pos="99000">
                  <a:srgbClr val="CBD3DD"/>
                </a:gs>
                <a:gs pos="100000">
                  <a:srgbClr val="CBD3DD"/>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91" name="Google Shape;4491;p83"/>
            <p:cNvSpPr txBox="1"/>
            <p:nvPr/>
          </p:nvSpPr>
          <p:spPr>
            <a:xfrm>
              <a:off x="5339246" y="5607840"/>
              <a:ext cx="919098" cy="44127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None/>
              </a:pPr>
              <a:r>
                <a:rPr lang="en-US" sz="1400">
                  <a:solidFill>
                    <a:schemeClr val="lt1"/>
                  </a:solidFill>
                  <a:latin typeface="Calibri"/>
                  <a:ea typeface="Calibri"/>
                  <a:cs typeface="Calibri"/>
                  <a:sym typeface="Calibri"/>
                </a:rPr>
                <a:t>Wireless</a:t>
              </a:r>
              <a:endParaRPr/>
            </a:p>
            <a:p>
              <a:pPr indent="0" lvl="0" marL="0" marR="0" rtl="0" algn="ctr">
                <a:lnSpc>
                  <a:spcPct val="80000"/>
                </a:lnSpc>
                <a:spcBef>
                  <a:spcPts val="0"/>
                </a:spcBef>
                <a:spcAft>
                  <a:spcPts val="0"/>
                </a:spcAft>
                <a:buNone/>
              </a:pPr>
              <a:r>
                <a:rPr lang="en-US" sz="1400">
                  <a:solidFill>
                    <a:schemeClr val="lt1"/>
                  </a:solidFill>
                  <a:latin typeface="Calibri"/>
                  <a:ea typeface="Calibri"/>
                  <a:cs typeface="Calibri"/>
                  <a:sym typeface="Calibri"/>
                </a:rPr>
                <a:t>Controller</a:t>
              </a:r>
              <a:endParaRPr/>
            </a:p>
          </p:txBody>
        </p:sp>
      </p:grpSp>
      <p:sp>
        <p:nvSpPr>
          <p:cNvPr id="4492" name="Google Shape;4492;p83"/>
          <p:cNvSpPr txBox="1"/>
          <p:nvPr/>
        </p:nvSpPr>
        <p:spPr>
          <a:xfrm>
            <a:off x="5358424" y="5189700"/>
            <a:ext cx="37702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t>
            </a:r>
            <a:endParaRPr/>
          </a:p>
        </p:txBody>
      </p:sp>
      <p:cxnSp>
        <p:nvCxnSpPr>
          <p:cNvPr id="4493" name="Google Shape;4493;p83"/>
          <p:cNvCxnSpPr/>
          <p:nvPr/>
        </p:nvCxnSpPr>
        <p:spPr>
          <a:xfrm flipH="1">
            <a:off x="5123329" y="4927220"/>
            <a:ext cx="420312" cy="630924"/>
          </a:xfrm>
          <a:prstGeom prst="straightConnector1">
            <a:avLst/>
          </a:prstGeom>
          <a:noFill/>
          <a:ln cap="flat" cmpd="sng" w="15875">
            <a:solidFill>
              <a:schemeClr val="dk1"/>
            </a:solidFill>
            <a:prstDash val="solid"/>
            <a:miter lim="800000"/>
            <a:headEnd len="sm" w="sm" type="none"/>
            <a:tailEnd len="sm" w="sm" type="none"/>
          </a:ln>
        </p:spPr>
      </p:cxnSp>
      <p:cxnSp>
        <p:nvCxnSpPr>
          <p:cNvPr id="4494" name="Google Shape;4494;p83"/>
          <p:cNvCxnSpPr/>
          <p:nvPr/>
        </p:nvCxnSpPr>
        <p:spPr>
          <a:xfrm>
            <a:off x="5532039" y="4920293"/>
            <a:ext cx="420312" cy="630924"/>
          </a:xfrm>
          <a:prstGeom prst="straightConnector1">
            <a:avLst/>
          </a:prstGeom>
          <a:noFill/>
          <a:ln cap="flat" cmpd="sng" w="15875">
            <a:solidFill>
              <a:schemeClr val="dk1"/>
            </a:solidFill>
            <a:prstDash val="solid"/>
            <a:miter lim="800000"/>
            <a:headEnd len="sm" w="sm" type="none"/>
            <a:tailEnd len="sm" w="sm" type="none"/>
          </a:ln>
        </p:spPr>
      </p:cxnSp>
      <p:grpSp>
        <p:nvGrpSpPr>
          <p:cNvPr id="4495" name="Google Shape;4495;p83"/>
          <p:cNvGrpSpPr/>
          <p:nvPr/>
        </p:nvGrpSpPr>
        <p:grpSpPr>
          <a:xfrm>
            <a:off x="5585775" y="5555545"/>
            <a:ext cx="919098" cy="526473"/>
            <a:chOff x="5339246" y="5541818"/>
            <a:chExt cx="919098" cy="526473"/>
          </a:xfrm>
        </p:grpSpPr>
        <p:sp>
          <p:nvSpPr>
            <p:cNvPr id="4496" name="Google Shape;4496;p83"/>
            <p:cNvSpPr/>
            <p:nvPr/>
          </p:nvSpPr>
          <p:spPr>
            <a:xfrm>
              <a:off x="5401994" y="5541818"/>
              <a:ext cx="777133" cy="526473"/>
            </a:xfrm>
            <a:prstGeom prst="rect">
              <a:avLst/>
            </a:prstGeom>
            <a:gradFill>
              <a:gsLst>
                <a:gs pos="0">
                  <a:srgbClr val="0000A8"/>
                </a:gs>
                <a:gs pos="99000">
                  <a:srgbClr val="CBD3DD"/>
                </a:gs>
                <a:gs pos="100000">
                  <a:srgbClr val="CBD3DD"/>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97" name="Google Shape;4497;p83"/>
            <p:cNvSpPr txBox="1"/>
            <p:nvPr/>
          </p:nvSpPr>
          <p:spPr>
            <a:xfrm>
              <a:off x="5339246" y="5607840"/>
              <a:ext cx="919098" cy="44127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None/>
              </a:pPr>
              <a:r>
                <a:rPr lang="en-US" sz="1400">
                  <a:solidFill>
                    <a:schemeClr val="lt1"/>
                  </a:solidFill>
                  <a:latin typeface="Calibri"/>
                  <a:ea typeface="Calibri"/>
                  <a:cs typeface="Calibri"/>
                  <a:sym typeface="Calibri"/>
                </a:rPr>
                <a:t>Wireless</a:t>
              </a:r>
              <a:endParaRPr/>
            </a:p>
            <a:p>
              <a:pPr indent="0" lvl="0" marL="0" marR="0" rtl="0" algn="ctr">
                <a:lnSpc>
                  <a:spcPct val="80000"/>
                </a:lnSpc>
                <a:spcBef>
                  <a:spcPts val="0"/>
                </a:spcBef>
                <a:spcAft>
                  <a:spcPts val="0"/>
                </a:spcAft>
                <a:buNone/>
              </a:pPr>
              <a:r>
                <a:rPr lang="en-US" sz="1400">
                  <a:solidFill>
                    <a:schemeClr val="lt1"/>
                  </a:solidFill>
                  <a:latin typeface="Calibri"/>
                  <a:ea typeface="Calibri"/>
                  <a:cs typeface="Calibri"/>
                  <a:sym typeface="Calibri"/>
                </a:rPr>
                <a:t>Controller</a:t>
              </a:r>
              <a:endParaRPr/>
            </a:p>
          </p:txBody>
        </p:sp>
      </p:grpSp>
      <p:cxnSp>
        <p:nvCxnSpPr>
          <p:cNvPr id="4498" name="Google Shape;4498;p83"/>
          <p:cNvCxnSpPr/>
          <p:nvPr/>
        </p:nvCxnSpPr>
        <p:spPr>
          <a:xfrm flipH="1">
            <a:off x="7180730" y="4941504"/>
            <a:ext cx="420312" cy="630924"/>
          </a:xfrm>
          <a:prstGeom prst="straightConnector1">
            <a:avLst/>
          </a:prstGeom>
          <a:noFill/>
          <a:ln cap="flat" cmpd="sng" w="15875">
            <a:solidFill>
              <a:schemeClr val="dk1"/>
            </a:solidFill>
            <a:prstDash val="solid"/>
            <a:miter lim="800000"/>
            <a:headEnd len="sm" w="sm" type="none"/>
            <a:tailEnd len="sm" w="sm" type="none"/>
          </a:ln>
        </p:spPr>
      </p:cxnSp>
      <p:cxnSp>
        <p:nvCxnSpPr>
          <p:cNvPr id="4499" name="Google Shape;4499;p83"/>
          <p:cNvCxnSpPr/>
          <p:nvPr/>
        </p:nvCxnSpPr>
        <p:spPr>
          <a:xfrm>
            <a:off x="7589440" y="4934577"/>
            <a:ext cx="420312" cy="630924"/>
          </a:xfrm>
          <a:prstGeom prst="straightConnector1">
            <a:avLst/>
          </a:prstGeom>
          <a:noFill/>
          <a:ln cap="flat" cmpd="sng" w="15875">
            <a:solidFill>
              <a:schemeClr val="dk1"/>
            </a:solidFill>
            <a:prstDash val="solid"/>
            <a:miter lim="800000"/>
            <a:headEnd len="sm" w="sm" type="none"/>
            <a:tailEnd len="sm" w="sm" type="none"/>
          </a:ln>
        </p:spPr>
      </p:cxnSp>
      <p:grpSp>
        <p:nvGrpSpPr>
          <p:cNvPr id="4500" name="Google Shape;4500;p83"/>
          <p:cNvGrpSpPr/>
          <p:nvPr/>
        </p:nvGrpSpPr>
        <p:grpSpPr>
          <a:xfrm>
            <a:off x="6795399" y="5585853"/>
            <a:ext cx="1672049" cy="701199"/>
            <a:chOff x="7615670" y="5367338"/>
            <a:chExt cx="1672049" cy="701199"/>
          </a:xfrm>
        </p:grpSpPr>
        <p:cxnSp>
          <p:nvCxnSpPr>
            <p:cNvPr id="4501" name="Google Shape;4501;p83"/>
            <p:cNvCxnSpPr/>
            <p:nvPr/>
          </p:nvCxnSpPr>
          <p:spPr>
            <a:xfrm>
              <a:off x="7983682" y="5534891"/>
              <a:ext cx="0" cy="324713"/>
            </a:xfrm>
            <a:prstGeom prst="straightConnector1">
              <a:avLst/>
            </a:prstGeom>
            <a:noFill/>
            <a:ln cap="flat" cmpd="sng" w="15875">
              <a:solidFill>
                <a:schemeClr val="dk1"/>
              </a:solidFill>
              <a:prstDash val="solid"/>
              <a:miter lim="800000"/>
              <a:headEnd len="sm" w="sm" type="none"/>
              <a:tailEnd len="sm" w="sm" type="none"/>
            </a:ln>
          </p:spPr>
        </p:cxnSp>
        <p:cxnSp>
          <p:nvCxnSpPr>
            <p:cNvPr id="4502" name="Google Shape;4502;p83"/>
            <p:cNvCxnSpPr>
              <a:endCxn id="4503" idx="2"/>
            </p:cNvCxnSpPr>
            <p:nvPr/>
          </p:nvCxnSpPr>
          <p:spPr>
            <a:xfrm>
              <a:off x="7980220" y="5491916"/>
              <a:ext cx="916200" cy="432600"/>
            </a:xfrm>
            <a:prstGeom prst="straightConnector1">
              <a:avLst/>
            </a:prstGeom>
            <a:noFill/>
            <a:ln cap="flat" cmpd="sng" w="15875">
              <a:solidFill>
                <a:schemeClr val="dk1"/>
              </a:solidFill>
              <a:prstDash val="solid"/>
              <a:miter lim="800000"/>
              <a:headEnd len="sm" w="sm" type="none"/>
              <a:tailEnd len="sm" w="sm" type="none"/>
            </a:ln>
          </p:spPr>
        </p:cxnSp>
        <p:cxnSp>
          <p:nvCxnSpPr>
            <p:cNvPr id="4504" name="Google Shape;4504;p83"/>
            <p:cNvCxnSpPr/>
            <p:nvPr/>
          </p:nvCxnSpPr>
          <p:spPr>
            <a:xfrm>
              <a:off x="8880764" y="5545282"/>
              <a:ext cx="0" cy="324713"/>
            </a:xfrm>
            <a:prstGeom prst="straightConnector1">
              <a:avLst/>
            </a:prstGeom>
            <a:noFill/>
            <a:ln cap="flat" cmpd="sng" w="15875">
              <a:solidFill>
                <a:schemeClr val="dk1"/>
              </a:solidFill>
              <a:prstDash val="solid"/>
              <a:miter lim="800000"/>
              <a:headEnd len="sm" w="sm" type="none"/>
              <a:tailEnd len="sm" w="sm" type="none"/>
            </a:ln>
          </p:spPr>
        </p:cxnSp>
        <p:cxnSp>
          <p:nvCxnSpPr>
            <p:cNvPr id="4505" name="Google Shape;4505;p83"/>
            <p:cNvCxnSpPr>
              <a:stCxn id="4506" idx="4"/>
            </p:cNvCxnSpPr>
            <p:nvPr/>
          </p:nvCxnSpPr>
          <p:spPr>
            <a:xfrm flipH="1" rot="10800000">
              <a:off x="7990567" y="5498586"/>
              <a:ext cx="891900" cy="407100"/>
            </a:xfrm>
            <a:prstGeom prst="straightConnector1">
              <a:avLst/>
            </a:prstGeom>
            <a:noFill/>
            <a:ln cap="flat" cmpd="sng" w="15875">
              <a:solidFill>
                <a:schemeClr val="dk1"/>
              </a:solidFill>
              <a:prstDash val="solid"/>
              <a:miter lim="800000"/>
              <a:headEnd len="sm" w="sm" type="none"/>
              <a:tailEnd len="sm" w="sm" type="none"/>
            </a:ln>
          </p:spPr>
        </p:cxnSp>
        <p:cxnSp>
          <p:nvCxnSpPr>
            <p:cNvPr id="4507" name="Google Shape;4507;p83"/>
            <p:cNvCxnSpPr/>
            <p:nvPr/>
          </p:nvCxnSpPr>
          <p:spPr>
            <a:xfrm rot="10800000">
              <a:off x="8437420" y="5323610"/>
              <a:ext cx="0" cy="324713"/>
            </a:xfrm>
            <a:prstGeom prst="straightConnector1">
              <a:avLst/>
            </a:prstGeom>
            <a:noFill/>
            <a:ln cap="flat" cmpd="sng" w="15875">
              <a:solidFill>
                <a:schemeClr val="dk1"/>
              </a:solidFill>
              <a:prstDash val="solid"/>
              <a:miter lim="800000"/>
              <a:headEnd len="sm" w="sm" type="none"/>
              <a:tailEnd len="sm" w="sm" type="none"/>
            </a:ln>
          </p:spPr>
        </p:cxnSp>
        <p:grpSp>
          <p:nvGrpSpPr>
            <p:cNvPr id="4508" name="Google Shape;4508;p83"/>
            <p:cNvGrpSpPr/>
            <p:nvPr/>
          </p:nvGrpSpPr>
          <p:grpSpPr>
            <a:xfrm>
              <a:off x="7643812" y="5372101"/>
              <a:ext cx="691405" cy="344014"/>
              <a:chOff x="1105742" y="2664678"/>
              <a:chExt cx="914400" cy="479686"/>
            </a:xfrm>
          </p:grpSpPr>
          <p:sp>
            <p:nvSpPr>
              <p:cNvPr id="4509" name="Google Shape;4509;p83"/>
              <p:cNvSpPr/>
              <p:nvPr/>
            </p:nvSpPr>
            <p:spPr>
              <a:xfrm>
                <a:off x="1105742" y="2951032"/>
                <a:ext cx="911111" cy="193332"/>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10" name="Google Shape;4510;p83"/>
              <p:cNvSpPr/>
              <p:nvPr/>
            </p:nvSpPr>
            <p:spPr>
              <a:xfrm>
                <a:off x="1108275" y="2664678"/>
                <a:ext cx="911867" cy="293400"/>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4511" name="Google Shape;4511;p83"/>
              <p:cNvGrpSpPr/>
              <p:nvPr/>
            </p:nvGrpSpPr>
            <p:grpSpPr>
              <a:xfrm>
                <a:off x="1171599" y="2698871"/>
                <a:ext cx="771688" cy="236197"/>
                <a:chOff x="7939341" y="3037317"/>
                <a:chExt cx="897649" cy="353919"/>
              </a:xfrm>
            </p:grpSpPr>
            <p:sp>
              <p:nvSpPr>
                <p:cNvPr id="4512" name="Google Shape;4512;p83"/>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13" name="Google Shape;4513;p83"/>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14" name="Google Shape;4514;p83"/>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15" name="Google Shape;4515;p83"/>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CBD3D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516" name="Google Shape;4516;p83"/>
            <p:cNvGrpSpPr/>
            <p:nvPr/>
          </p:nvGrpSpPr>
          <p:grpSpPr>
            <a:xfrm>
              <a:off x="8539162" y="5367338"/>
              <a:ext cx="691405" cy="344014"/>
              <a:chOff x="1105742" y="2664678"/>
              <a:chExt cx="914400" cy="479686"/>
            </a:xfrm>
          </p:grpSpPr>
          <p:sp>
            <p:nvSpPr>
              <p:cNvPr id="4517" name="Google Shape;4517;p83"/>
              <p:cNvSpPr/>
              <p:nvPr/>
            </p:nvSpPr>
            <p:spPr>
              <a:xfrm>
                <a:off x="1105742" y="2951032"/>
                <a:ext cx="911111" cy="193332"/>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18" name="Google Shape;4518;p83"/>
              <p:cNvSpPr/>
              <p:nvPr/>
            </p:nvSpPr>
            <p:spPr>
              <a:xfrm>
                <a:off x="1108275" y="2664678"/>
                <a:ext cx="911867" cy="293400"/>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4519" name="Google Shape;4519;p83"/>
              <p:cNvGrpSpPr/>
              <p:nvPr/>
            </p:nvGrpSpPr>
            <p:grpSpPr>
              <a:xfrm>
                <a:off x="1171599" y="2698871"/>
                <a:ext cx="771688" cy="236197"/>
                <a:chOff x="7939341" y="3037317"/>
                <a:chExt cx="897649" cy="353919"/>
              </a:xfrm>
            </p:grpSpPr>
            <p:sp>
              <p:nvSpPr>
                <p:cNvPr id="4520" name="Google Shape;4520;p83"/>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21" name="Google Shape;4521;p83"/>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22" name="Google Shape;4522;p83"/>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23" name="Google Shape;4523;p83"/>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CBD3D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524" name="Google Shape;4524;p83"/>
            <p:cNvGrpSpPr/>
            <p:nvPr/>
          </p:nvGrpSpPr>
          <p:grpSpPr>
            <a:xfrm>
              <a:off x="7615670" y="5829299"/>
              <a:ext cx="767604" cy="220189"/>
              <a:chOff x="1105742" y="2664678"/>
              <a:chExt cx="914400" cy="479686"/>
            </a:xfrm>
          </p:grpSpPr>
          <p:sp>
            <p:nvSpPr>
              <p:cNvPr id="4525" name="Google Shape;4525;p83"/>
              <p:cNvSpPr/>
              <p:nvPr/>
            </p:nvSpPr>
            <p:spPr>
              <a:xfrm>
                <a:off x="1105742" y="2951032"/>
                <a:ext cx="911111" cy="193332"/>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26" name="Google Shape;4526;p83"/>
              <p:cNvSpPr/>
              <p:nvPr/>
            </p:nvSpPr>
            <p:spPr>
              <a:xfrm>
                <a:off x="1108275" y="2664678"/>
                <a:ext cx="911867" cy="293400"/>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4527" name="Google Shape;4527;p83"/>
              <p:cNvGrpSpPr/>
              <p:nvPr/>
            </p:nvGrpSpPr>
            <p:grpSpPr>
              <a:xfrm>
                <a:off x="1171599" y="2698871"/>
                <a:ext cx="771688" cy="236197"/>
                <a:chOff x="7939341" y="3037317"/>
                <a:chExt cx="897649" cy="353919"/>
              </a:xfrm>
            </p:grpSpPr>
            <p:sp>
              <p:nvSpPr>
                <p:cNvPr id="4506" name="Google Shape;4506;p83"/>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28" name="Google Shape;4528;p83"/>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29" name="Google Shape;4529;p83"/>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30" name="Google Shape;4530;p83"/>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CBD3D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531" name="Google Shape;4531;p83"/>
            <p:cNvGrpSpPr/>
            <p:nvPr/>
          </p:nvGrpSpPr>
          <p:grpSpPr>
            <a:xfrm>
              <a:off x="8520115" y="5848348"/>
              <a:ext cx="767604" cy="220189"/>
              <a:chOff x="1105742" y="2664678"/>
              <a:chExt cx="914400" cy="479686"/>
            </a:xfrm>
          </p:grpSpPr>
          <p:sp>
            <p:nvSpPr>
              <p:cNvPr id="4532" name="Google Shape;4532;p83"/>
              <p:cNvSpPr/>
              <p:nvPr/>
            </p:nvSpPr>
            <p:spPr>
              <a:xfrm>
                <a:off x="1105742" y="2951032"/>
                <a:ext cx="911111" cy="193332"/>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33" name="Google Shape;4533;p83"/>
              <p:cNvSpPr/>
              <p:nvPr/>
            </p:nvSpPr>
            <p:spPr>
              <a:xfrm>
                <a:off x="1108275" y="2664678"/>
                <a:ext cx="911867" cy="293400"/>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4534" name="Google Shape;4534;p83"/>
              <p:cNvGrpSpPr/>
              <p:nvPr/>
            </p:nvGrpSpPr>
            <p:grpSpPr>
              <a:xfrm>
                <a:off x="1171599" y="2698871"/>
                <a:ext cx="771688" cy="236197"/>
                <a:chOff x="7939341" y="3037317"/>
                <a:chExt cx="897649" cy="353919"/>
              </a:xfrm>
            </p:grpSpPr>
            <p:sp>
              <p:nvSpPr>
                <p:cNvPr id="4535" name="Google Shape;4535;p83"/>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36" name="Google Shape;4536;p83"/>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37" name="Google Shape;4537;p83"/>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03" name="Google Shape;4503;p83"/>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CBD3D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nvGrpSpPr>
          <p:cNvPr id="4538" name="Google Shape;4538;p83"/>
          <p:cNvGrpSpPr/>
          <p:nvPr/>
        </p:nvGrpSpPr>
        <p:grpSpPr>
          <a:xfrm>
            <a:off x="3377249" y="2141871"/>
            <a:ext cx="2291457" cy="1570805"/>
            <a:chOff x="4184073" y="1425815"/>
            <a:chExt cx="2291457" cy="1570805"/>
          </a:xfrm>
        </p:grpSpPr>
        <p:cxnSp>
          <p:nvCxnSpPr>
            <p:cNvPr id="4539" name="Google Shape;4539;p83"/>
            <p:cNvCxnSpPr/>
            <p:nvPr/>
          </p:nvCxnSpPr>
          <p:spPr>
            <a:xfrm flipH="1" rot="10800000">
              <a:off x="4665703" y="1662712"/>
              <a:ext cx="1462650" cy="2616"/>
            </a:xfrm>
            <a:prstGeom prst="straightConnector1">
              <a:avLst/>
            </a:prstGeom>
            <a:noFill/>
            <a:ln cap="flat" cmpd="sng" w="12700">
              <a:solidFill>
                <a:schemeClr val="dk1"/>
              </a:solidFill>
              <a:prstDash val="solid"/>
              <a:miter lim="800000"/>
              <a:headEnd len="sm" w="sm" type="none"/>
              <a:tailEnd len="sm" w="sm" type="none"/>
            </a:ln>
          </p:spPr>
        </p:cxnSp>
        <p:cxnSp>
          <p:nvCxnSpPr>
            <p:cNvPr id="4540" name="Google Shape;4540;p83"/>
            <p:cNvCxnSpPr/>
            <p:nvPr/>
          </p:nvCxnSpPr>
          <p:spPr>
            <a:xfrm flipH="1" rot="10800000">
              <a:off x="4680943" y="2820952"/>
              <a:ext cx="1462650" cy="2616"/>
            </a:xfrm>
            <a:prstGeom prst="straightConnector1">
              <a:avLst/>
            </a:prstGeom>
            <a:noFill/>
            <a:ln cap="flat" cmpd="sng" w="12700">
              <a:solidFill>
                <a:schemeClr val="dk1"/>
              </a:solidFill>
              <a:prstDash val="solid"/>
              <a:miter lim="800000"/>
              <a:headEnd len="sm" w="sm" type="none"/>
              <a:tailEnd len="sm" w="sm" type="none"/>
            </a:ln>
          </p:spPr>
        </p:cxnSp>
        <p:cxnSp>
          <p:nvCxnSpPr>
            <p:cNvPr id="4541" name="Google Shape;4541;p83"/>
            <p:cNvCxnSpPr/>
            <p:nvPr/>
          </p:nvCxnSpPr>
          <p:spPr>
            <a:xfrm>
              <a:off x="4524733" y="1592938"/>
              <a:ext cx="1590146" cy="1141789"/>
            </a:xfrm>
            <a:prstGeom prst="straightConnector1">
              <a:avLst/>
            </a:prstGeom>
            <a:noFill/>
            <a:ln cap="flat" cmpd="sng" w="12700">
              <a:solidFill>
                <a:schemeClr val="dk1"/>
              </a:solidFill>
              <a:prstDash val="solid"/>
              <a:miter lim="800000"/>
              <a:headEnd len="sm" w="sm" type="none"/>
              <a:tailEnd len="sm" w="sm" type="none"/>
            </a:ln>
          </p:spPr>
        </p:cxnSp>
        <p:cxnSp>
          <p:nvCxnSpPr>
            <p:cNvPr id="4542" name="Google Shape;4542;p83"/>
            <p:cNvCxnSpPr>
              <a:endCxn id="4543" idx="2"/>
            </p:cNvCxnSpPr>
            <p:nvPr/>
          </p:nvCxnSpPr>
          <p:spPr>
            <a:xfrm flipH="1" rot="10800000">
              <a:off x="4566643" y="1576258"/>
              <a:ext cx="1533900" cy="1167300"/>
            </a:xfrm>
            <a:prstGeom prst="straightConnector1">
              <a:avLst/>
            </a:prstGeom>
            <a:noFill/>
            <a:ln cap="flat" cmpd="sng" w="12700">
              <a:solidFill>
                <a:schemeClr val="dk1"/>
              </a:solidFill>
              <a:prstDash val="solid"/>
              <a:miter lim="800000"/>
              <a:headEnd len="sm" w="sm" type="none"/>
              <a:tailEnd len="sm" w="sm" type="none"/>
            </a:ln>
          </p:spPr>
        </p:cxnSp>
        <p:cxnSp>
          <p:nvCxnSpPr>
            <p:cNvPr id="4544" name="Google Shape;4544;p83"/>
            <p:cNvCxnSpPr/>
            <p:nvPr/>
          </p:nvCxnSpPr>
          <p:spPr>
            <a:xfrm rot="10800000">
              <a:off x="6109020" y="1640542"/>
              <a:ext cx="0" cy="997458"/>
            </a:xfrm>
            <a:prstGeom prst="straightConnector1">
              <a:avLst/>
            </a:prstGeom>
            <a:noFill/>
            <a:ln cap="flat" cmpd="sng" w="12700">
              <a:solidFill>
                <a:schemeClr val="dk1"/>
              </a:solidFill>
              <a:prstDash val="solid"/>
              <a:miter lim="800000"/>
              <a:headEnd len="sm" w="sm" type="none"/>
              <a:tailEnd len="sm" w="sm" type="none"/>
            </a:ln>
          </p:spPr>
        </p:cxnSp>
        <p:cxnSp>
          <p:nvCxnSpPr>
            <p:cNvPr id="4545" name="Google Shape;4545;p83"/>
            <p:cNvCxnSpPr/>
            <p:nvPr/>
          </p:nvCxnSpPr>
          <p:spPr>
            <a:xfrm rot="10800000">
              <a:off x="4540197" y="1645025"/>
              <a:ext cx="0" cy="997458"/>
            </a:xfrm>
            <a:prstGeom prst="straightConnector1">
              <a:avLst/>
            </a:prstGeom>
            <a:noFill/>
            <a:ln cap="flat" cmpd="sng" w="12700">
              <a:solidFill>
                <a:schemeClr val="dk1"/>
              </a:solidFill>
              <a:prstDash val="solid"/>
              <a:miter lim="800000"/>
              <a:headEnd len="sm" w="sm" type="none"/>
              <a:tailEnd len="sm" w="sm" type="none"/>
            </a:ln>
          </p:spPr>
        </p:cxnSp>
        <p:grpSp>
          <p:nvGrpSpPr>
            <p:cNvPr id="4546" name="Google Shape;4546;p83"/>
            <p:cNvGrpSpPr/>
            <p:nvPr/>
          </p:nvGrpSpPr>
          <p:grpSpPr>
            <a:xfrm>
              <a:off x="4184073" y="1425815"/>
              <a:ext cx="2291457" cy="1570805"/>
              <a:chOff x="4184073" y="1425815"/>
              <a:chExt cx="2291457" cy="1570805"/>
            </a:xfrm>
          </p:grpSpPr>
          <p:grpSp>
            <p:nvGrpSpPr>
              <p:cNvPr id="4547" name="Google Shape;4547;p83"/>
              <p:cNvGrpSpPr/>
              <p:nvPr/>
            </p:nvGrpSpPr>
            <p:grpSpPr>
              <a:xfrm>
                <a:off x="4199129" y="1434821"/>
                <a:ext cx="709186" cy="432288"/>
                <a:chOff x="7493876" y="2774731"/>
                <a:chExt cx="1481958" cy="894622"/>
              </a:xfrm>
            </p:grpSpPr>
            <p:sp>
              <p:nvSpPr>
                <p:cNvPr id="4548" name="Google Shape;4548;p8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rgbClr val="FFFFFF"/>
                    </a:gs>
                    <a:gs pos="60000">
                      <a:srgbClr val="D6DCE0"/>
                    </a:gs>
                    <a:gs pos="100000">
                      <a:srgbClr val="B8C2C9"/>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549" name="Google Shape;4549;p83"/>
                <p:cNvSpPr/>
                <p:nvPr/>
              </p:nvSpPr>
              <p:spPr>
                <a:xfrm>
                  <a:off x="7494729" y="2774731"/>
                  <a:ext cx="1480163" cy="579140"/>
                </a:xfrm>
                <a:prstGeom prst="ellipse">
                  <a:avLst/>
                </a:prstGeom>
                <a:solidFill>
                  <a:srgbClr val="B8C2C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550" name="Google Shape;4550;p83"/>
                <p:cNvGrpSpPr/>
                <p:nvPr/>
              </p:nvGrpSpPr>
              <p:grpSpPr>
                <a:xfrm>
                  <a:off x="7713663" y="2848339"/>
                  <a:ext cx="1042107" cy="425543"/>
                  <a:chOff x="7786941" y="2884917"/>
                  <a:chExt cx="897649" cy="353919"/>
                </a:xfrm>
              </p:grpSpPr>
              <p:sp>
                <p:nvSpPr>
                  <p:cNvPr id="4551" name="Google Shape;4551;p8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52" name="Google Shape;4552;p8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53" name="Google Shape;4553;p8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54" name="Google Shape;4554;p8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555" name="Google Shape;4555;p83"/>
              <p:cNvGrpSpPr/>
              <p:nvPr/>
            </p:nvGrpSpPr>
            <p:grpSpPr>
              <a:xfrm>
                <a:off x="5748414" y="1425815"/>
                <a:ext cx="709186" cy="432288"/>
                <a:chOff x="7493876" y="2774731"/>
                <a:chExt cx="1481958" cy="894622"/>
              </a:xfrm>
            </p:grpSpPr>
            <p:sp>
              <p:nvSpPr>
                <p:cNvPr id="4556" name="Google Shape;4556;p8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rgbClr val="FFFFFF"/>
                    </a:gs>
                    <a:gs pos="60000">
                      <a:srgbClr val="D6DCE0"/>
                    </a:gs>
                    <a:gs pos="100000">
                      <a:srgbClr val="B8C2C9"/>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557" name="Google Shape;4557;p83"/>
                <p:cNvSpPr/>
                <p:nvPr/>
              </p:nvSpPr>
              <p:spPr>
                <a:xfrm>
                  <a:off x="7494729" y="2774731"/>
                  <a:ext cx="1480163" cy="579140"/>
                </a:xfrm>
                <a:prstGeom prst="ellipse">
                  <a:avLst/>
                </a:prstGeom>
                <a:solidFill>
                  <a:srgbClr val="B8C2C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558" name="Google Shape;4558;p83"/>
                <p:cNvGrpSpPr/>
                <p:nvPr/>
              </p:nvGrpSpPr>
              <p:grpSpPr>
                <a:xfrm>
                  <a:off x="7713663" y="2848339"/>
                  <a:ext cx="1042107" cy="425543"/>
                  <a:chOff x="7786941" y="2884917"/>
                  <a:chExt cx="897649" cy="353919"/>
                </a:xfrm>
              </p:grpSpPr>
              <p:sp>
                <p:nvSpPr>
                  <p:cNvPr id="4559" name="Google Shape;4559;p8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60" name="Google Shape;4560;p8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61" name="Google Shape;4561;p8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43" name="Google Shape;4543;p8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562" name="Google Shape;4562;p83"/>
              <p:cNvGrpSpPr/>
              <p:nvPr/>
            </p:nvGrpSpPr>
            <p:grpSpPr>
              <a:xfrm>
                <a:off x="5766344" y="2559850"/>
                <a:ext cx="709186" cy="432288"/>
                <a:chOff x="7493876" y="2774731"/>
                <a:chExt cx="1481958" cy="894622"/>
              </a:xfrm>
            </p:grpSpPr>
            <p:sp>
              <p:nvSpPr>
                <p:cNvPr id="4563" name="Google Shape;4563;p8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rgbClr val="FFFFFF"/>
                    </a:gs>
                    <a:gs pos="60000">
                      <a:srgbClr val="D6DCE0"/>
                    </a:gs>
                    <a:gs pos="100000">
                      <a:srgbClr val="B8C2C9"/>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564" name="Google Shape;4564;p83"/>
                <p:cNvSpPr/>
                <p:nvPr/>
              </p:nvSpPr>
              <p:spPr>
                <a:xfrm>
                  <a:off x="7494729" y="2774731"/>
                  <a:ext cx="1480163" cy="579140"/>
                </a:xfrm>
                <a:prstGeom prst="ellipse">
                  <a:avLst/>
                </a:prstGeom>
                <a:solidFill>
                  <a:srgbClr val="B8C2C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565" name="Google Shape;4565;p83"/>
                <p:cNvGrpSpPr/>
                <p:nvPr/>
              </p:nvGrpSpPr>
              <p:grpSpPr>
                <a:xfrm>
                  <a:off x="7713663" y="2848339"/>
                  <a:ext cx="1042107" cy="425543"/>
                  <a:chOff x="7786941" y="2884917"/>
                  <a:chExt cx="897649" cy="353919"/>
                </a:xfrm>
              </p:grpSpPr>
              <p:sp>
                <p:nvSpPr>
                  <p:cNvPr id="4566" name="Google Shape;4566;p8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67" name="Google Shape;4567;p8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68" name="Google Shape;4568;p8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69" name="Google Shape;4569;p8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570" name="Google Shape;4570;p83"/>
              <p:cNvGrpSpPr/>
              <p:nvPr/>
            </p:nvGrpSpPr>
            <p:grpSpPr>
              <a:xfrm>
                <a:off x="4184073" y="2564332"/>
                <a:ext cx="709186" cy="432288"/>
                <a:chOff x="7493876" y="2774731"/>
                <a:chExt cx="1481958" cy="894622"/>
              </a:xfrm>
            </p:grpSpPr>
            <p:sp>
              <p:nvSpPr>
                <p:cNvPr id="4571" name="Google Shape;4571;p8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rgbClr val="FFFFFF"/>
                    </a:gs>
                    <a:gs pos="60000">
                      <a:srgbClr val="D6DCE0"/>
                    </a:gs>
                    <a:gs pos="100000">
                      <a:srgbClr val="B8C2C9"/>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572" name="Google Shape;4572;p83"/>
                <p:cNvSpPr/>
                <p:nvPr/>
              </p:nvSpPr>
              <p:spPr>
                <a:xfrm>
                  <a:off x="7494729" y="2774731"/>
                  <a:ext cx="1480163" cy="579140"/>
                </a:xfrm>
                <a:prstGeom prst="ellipse">
                  <a:avLst/>
                </a:prstGeom>
                <a:solidFill>
                  <a:srgbClr val="B8C2C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573" name="Google Shape;4573;p83"/>
                <p:cNvGrpSpPr/>
                <p:nvPr/>
              </p:nvGrpSpPr>
              <p:grpSpPr>
                <a:xfrm>
                  <a:off x="7713663" y="2848339"/>
                  <a:ext cx="1042107" cy="425543"/>
                  <a:chOff x="7786941" y="2884917"/>
                  <a:chExt cx="897649" cy="353919"/>
                </a:xfrm>
              </p:grpSpPr>
              <p:sp>
                <p:nvSpPr>
                  <p:cNvPr id="4574" name="Google Shape;4574;p8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75" name="Google Shape;4575;p8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76" name="Google Shape;4576;p8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77" name="Google Shape;4577;p8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sp>
        <p:nvSpPr>
          <p:cNvPr id="4578" name="Google Shape;4578;p83"/>
          <p:cNvSpPr txBox="1"/>
          <p:nvPr/>
        </p:nvSpPr>
        <p:spPr>
          <a:xfrm>
            <a:off x="2747681" y="2224089"/>
            <a:ext cx="680764"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border</a:t>
            </a:r>
            <a:endParaRPr/>
          </a:p>
        </p:txBody>
      </p:sp>
      <p:sp>
        <p:nvSpPr>
          <p:cNvPr id="4579" name="Google Shape;4579;p83"/>
          <p:cNvSpPr txBox="1"/>
          <p:nvPr/>
        </p:nvSpPr>
        <p:spPr>
          <a:xfrm>
            <a:off x="5616387" y="2201677"/>
            <a:ext cx="680764"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border</a:t>
            </a:r>
            <a:endParaRPr/>
          </a:p>
        </p:txBody>
      </p:sp>
      <p:sp>
        <p:nvSpPr>
          <p:cNvPr id="4580" name="Google Shape;4580;p83"/>
          <p:cNvSpPr txBox="1"/>
          <p:nvPr/>
        </p:nvSpPr>
        <p:spPr>
          <a:xfrm>
            <a:off x="5647763" y="3322265"/>
            <a:ext cx="503023"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core</a:t>
            </a:r>
            <a:endParaRPr/>
          </a:p>
        </p:txBody>
      </p:sp>
      <p:sp>
        <p:nvSpPr>
          <p:cNvPr id="4581" name="Google Shape;4581;p83"/>
          <p:cNvSpPr txBox="1"/>
          <p:nvPr/>
        </p:nvSpPr>
        <p:spPr>
          <a:xfrm>
            <a:off x="2855257" y="3340194"/>
            <a:ext cx="525337"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Core</a:t>
            </a:r>
            <a:endParaRPr/>
          </a:p>
        </p:txBody>
      </p:sp>
      <p:grpSp>
        <p:nvGrpSpPr>
          <p:cNvPr id="4582" name="Google Shape;4582;p83"/>
          <p:cNvGrpSpPr/>
          <p:nvPr/>
        </p:nvGrpSpPr>
        <p:grpSpPr>
          <a:xfrm>
            <a:off x="3239335" y="4932774"/>
            <a:ext cx="597740" cy="722787"/>
            <a:chOff x="2529721" y="5066123"/>
            <a:chExt cx="597740" cy="722787"/>
          </a:xfrm>
        </p:grpSpPr>
        <p:sp>
          <p:nvSpPr>
            <p:cNvPr id="4583" name="Google Shape;4583;p83"/>
            <p:cNvSpPr txBox="1"/>
            <p:nvPr/>
          </p:nvSpPr>
          <p:spPr>
            <a:xfrm>
              <a:off x="2645520" y="5419578"/>
              <a:ext cx="37702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t>
              </a:r>
              <a:endParaRPr/>
            </a:p>
          </p:txBody>
        </p:sp>
        <p:cxnSp>
          <p:nvCxnSpPr>
            <p:cNvPr id="4584" name="Google Shape;4584;p83"/>
            <p:cNvCxnSpPr/>
            <p:nvPr/>
          </p:nvCxnSpPr>
          <p:spPr>
            <a:xfrm>
              <a:off x="2827454" y="5066716"/>
              <a:ext cx="300007" cy="505075"/>
            </a:xfrm>
            <a:prstGeom prst="straightConnector1">
              <a:avLst/>
            </a:prstGeom>
            <a:noFill/>
            <a:ln cap="flat" cmpd="sng" w="15875">
              <a:solidFill>
                <a:schemeClr val="dk1"/>
              </a:solidFill>
              <a:prstDash val="solid"/>
              <a:miter lim="800000"/>
              <a:headEnd len="sm" w="sm" type="none"/>
              <a:tailEnd len="sm" w="sm" type="none"/>
            </a:ln>
          </p:spPr>
        </p:cxnSp>
        <p:sp>
          <p:nvSpPr>
            <p:cNvPr id="4585" name="Google Shape;4585;p83"/>
            <p:cNvSpPr txBox="1"/>
            <p:nvPr/>
          </p:nvSpPr>
          <p:spPr>
            <a:xfrm>
              <a:off x="2566660" y="5301690"/>
              <a:ext cx="55181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Agg3</a:t>
              </a:r>
              <a:endParaRPr/>
            </a:p>
          </p:txBody>
        </p:sp>
        <p:cxnSp>
          <p:nvCxnSpPr>
            <p:cNvPr id="4586" name="Google Shape;4586;p83"/>
            <p:cNvCxnSpPr/>
            <p:nvPr/>
          </p:nvCxnSpPr>
          <p:spPr>
            <a:xfrm flipH="1">
              <a:off x="2529721" y="5066123"/>
              <a:ext cx="301169" cy="491437"/>
            </a:xfrm>
            <a:prstGeom prst="straightConnector1">
              <a:avLst/>
            </a:prstGeom>
            <a:noFill/>
            <a:ln cap="flat" cmpd="sng" w="15875">
              <a:solidFill>
                <a:schemeClr val="dk1"/>
              </a:solidFill>
              <a:prstDash val="solid"/>
              <a:miter lim="800000"/>
              <a:headEnd len="sm" w="sm" type="none"/>
              <a:tailEnd len="sm" w="sm" type="none"/>
            </a:ln>
          </p:spPr>
        </p:cxnSp>
      </p:grpSp>
      <p:sp>
        <p:nvSpPr>
          <p:cNvPr id="4587" name="Google Shape;4587;p83"/>
          <p:cNvSpPr txBox="1"/>
          <p:nvPr/>
        </p:nvSpPr>
        <p:spPr>
          <a:xfrm>
            <a:off x="4364784" y="5295754"/>
            <a:ext cx="37702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t>
            </a:r>
            <a:endParaRPr/>
          </a:p>
        </p:txBody>
      </p:sp>
      <p:cxnSp>
        <p:nvCxnSpPr>
          <p:cNvPr id="4588" name="Google Shape;4588;p83"/>
          <p:cNvCxnSpPr/>
          <p:nvPr/>
        </p:nvCxnSpPr>
        <p:spPr>
          <a:xfrm>
            <a:off x="4546718" y="4942892"/>
            <a:ext cx="300007" cy="505075"/>
          </a:xfrm>
          <a:prstGeom prst="straightConnector1">
            <a:avLst/>
          </a:prstGeom>
          <a:noFill/>
          <a:ln cap="flat" cmpd="sng" w="15875">
            <a:solidFill>
              <a:schemeClr val="dk1"/>
            </a:solidFill>
            <a:prstDash val="solid"/>
            <a:miter lim="800000"/>
            <a:headEnd len="sm" w="sm" type="none"/>
            <a:tailEnd len="sm" w="sm" type="none"/>
          </a:ln>
        </p:spPr>
      </p:cxnSp>
      <p:sp>
        <p:nvSpPr>
          <p:cNvPr id="4589" name="Google Shape;4589;p83"/>
          <p:cNvSpPr txBox="1"/>
          <p:nvPr/>
        </p:nvSpPr>
        <p:spPr>
          <a:xfrm>
            <a:off x="4285924" y="5177866"/>
            <a:ext cx="55181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Agg4</a:t>
            </a:r>
            <a:endParaRPr/>
          </a:p>
        </p:txBody>
      </p:sp>
      <p:cxnSp>
        <p:nvCxnSpPr>
          <p:cNvPr id="4590" name="Google Shape;4590;p83"/>
          <p:cNvCxnSpPr/>
          <p:nvPr/>
        </p:nvCxnSpPr>
        <p:spPr>
          <a:xfrm flipH="1">
            <a:off x="4248985" y="4942299"/>
            <a:ext cx="301169" cy="491437"/>
          </a:xfrm>
          <a:prstGeom prst="straightConnector1">
            <a:avLst/>
          </a:prstGeom>
          <a:noFill/>
          <a:ln cap="flat" cmpd="sng" w="15875">
            <a:solidFill>
              <a:schemeClr val="dk1"/>
            </a:solidFill>
            <a:prstDash val="solid"/>
            <a:miter lim="800000"/>
            <a:headEnd len="sm" w="sm" type="none"/>
            <a:tailEnd len="sm" w="sm" type="none"/>
          </a:ln>
        </p:spPr>
      </p:cxnSp>
      <p:grpSp>
        <p:nvGrpSpPr>
          <p:cNvPr id="4591" name="Google Shape;4591;p83"/>
          <p:cNvGrpSpPr/>
          <p:nvPr/>
        </p:nvGrpSpPr>
        <p:grpSpPr>
          <a:xfrm>
            <a:off x="1151577" y="4764537"/>
            <a:ext cx="6801376" cy="455148"/>
            <a:chOff x="1971848" y="4546022"/>
            <a:chExt cx="6801376" cy="455148"/>
          </a:xfrm>
        </p:grpSpPr>
        <p:grpSp>
          <p:nvGrpSpPr>
            <p:cNvPr id="4592" name="Google Shape;4592;p83"/>
            <p:cNvGrpSpPr/>
            <p:nvPr/>
          </p:nvGrpSpPr>
          <p:grpSpPr>
            <a:xfrm>
              <a:off x="1971848" y="4546022"/>
              <a:ext cx="709186" cy="432288"/>
              <a:chOff x="7493876" y="2774731"/>
              <a:chExt cx="1481958" cy="894622"/>
            </a:xfrm>
          </p:grpSpPr>
          <p:sp>
            <p:nvSpPr>
              <p:cNvPr id="4593" name="Google Shape;4593;p8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rgbClr val="FFFFFF"/>
                  </a:gs>
                  <a:gs pos="60000">
                    <a:srgbClr val="D6DCE0"/>
                  </a:gs>
                  <a:gs pos="100000">
                    <a:srgbClr val="B8C2C9"/>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594" name="Google Shape;4594;p83"/>
              <p:cNvSpPr/>
              <p:nvPr/>
            </p:nvSpPr>
            <p:spPr>
              <a:xfrm>
                <a:off x="7494729" y="2774731"/>
                <a:ext cx="1480163" cy="579140"/>
              </a:xfrm>
              <a:prstGeom prst="ellipse">
                <a:avLst/>
              </a:prstGeom>
              <a:solidFill>
                <a:srgbClr val="B8C2C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595" name="Google Shape;4595;p83"/>
              <p:cNvGrpSpPr/>
              <p:nvPr/>
            </p:nvGrpSpPr>
            <p:grpSpPr>
              <a:xfrm>
                <a:off x="7713663" y="2848339"/>
                <a:ext cx="1042107" cy="425543"/>
                <a:chOff x="7786941" y="2884917"/>
                <a:chExt cx="897649" cy="353919"/>
              </a:xfrm>
            </p:grpSpPr>
            <p:sp>
              <p:nvSpPr>
                <p:cNvPr id="4417" name="Google Shape;4417;p8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96" name="Google Shape;4596;p8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97" name="Google Shape;4597;p8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09" name="Google Shape;4409;p8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598" name="Google Shape;4598;p83"/>
            <p:cNvGrpSpPr/>
            <p:nvPr/>
          </p:nvGrpSpPr>
          <p:grpSpPr>
            <a:xfrm>
              <a:off x="2992928" y="4549832"/>
              <a:ext cx="709186" cy="432288"/>
              <a:chOff x="7493876" y="2774731"/>
              <a:chExt cx="1481958" cy="894622"/>
            </a:xfrm>
          </p:grpSpPr>
          <p:sp>
            <p:nvSpPr>
              <p:cNvPr id="4599" name="Google Shape;4599;p8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rgbClr val="FFFFFF"/>
                  </a:gs>
                  <a:gs pos="60000">
                    <a:srgbClr val="D6DCE0"/>
                  </a:gs>
                  <a:gs pos="100000">
                    <a:srgbClr val="B8C2C9"/>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600" name="Google Shape;4600;p83"/>
              <p:cNvSpPr/>
              <p:nvPr/>
            </p:nvSpPr>
            <p:spPr>
              <a:xfrm>
                <a:off x="7494729" y="2774731"/>
                <a:ext cx="1480163" cy="579140"/>
              </a:xfrm>
              <a:prstGeom prst="ellipse">
                <a:avLst/>
              </a:prstGeom>
              <a:solidFill>
                <a:srgbClr val="B8C2C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601" name="Google Shape;4601;p83"/>
              <p:cNvGrpSpPr/>
              <p:nvPr/>
            </p:nvGrpSpPr>
            <p:grpSpPr>
              <a:xfrm>
                <a:off x="7713663" y="2848339"/>
                <a:ext cx="1042107" cy="425543"/>
                <a:chOff x="7786941" y="2884917"/>
                <a:chExt cx="897649" cy="353919"/>
              </a:xfrm>
            </p:grpSpPr>
            <p:sp>
              <p:nvSpPr>
                <p:cNvPr id="4602" name="Google Shape;4602;p8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03" name="Google Shape;4603;p8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04" name="Google Shape;4604;p8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05" name="Google Shape;4605;p8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606" name="Google Shape;4606;p83"/>
            <p:cNvGrpSpPr/>
            <p:nvPr/>
          </p:nvGrpSpPr>
          <p:grpSpPr>
            <a:xfrm>
              <a:off x="4002578" y="4553642"/>
              <a:ext cx="709186" cy="432288"/>
              <a:chOff x="7493876" y="2774731"/>
              <a:chExt cx="1481958" cy="894622"/>
            </a:xfrm>
          </p:grpSpPr>
          <p:sp>
            <p:nvSpPr>
              <p:cNvPr id="4607" name="Google Shape;4607;p8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rgbClr val="FFFFFF"/>
                  </a:gs>
                  <a:gs pos="60000">
                    <a:srgbClr val="D6DCE0"/>
                  </a:gs>
                  <a:gs pos="100000">
                    <a:srgbClr val="B8C2C9"/>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608" name="Google Shape;4608;p83"/>
              <p:cNvSpPr/>
              <p:nvPr/>
            </p:nvSpPr>
            <p:spPr>
              <a:xfrm>
                <a:off x="7494729" y="2774731"/>
                <a:ext cx="1480163" cy="579140"/>
              </a:xfrm>
              <a:prstGeom prst="ellipse">
                <a:avLst/>
              </a:prstGeom>
              <a:solidFill>
                <a:srgbClr val="B8C2C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609" name="Google Shape;4609;p83"/>
              <p:cNvGrpSpPr/>
              <p:nvPr/>
            </p:nvGrpSpPr>
            <p:grpSpPr>
              <a:xfrm>
                <a:off x="7713663" y="2848339"/>
                <a:ext cx="1042107" cy="425543"/>
                <a:chOff x="7786941" y="2884917"/>
                <a:chExt cx="897649" cy="353919"/>
              </a:xfrm>
            </p:grpSpPr>
            <p:sp>
              <p:nvSpPr>
                <p:cNvPr id="4610" name="Google Shape;4610;p8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11" name="Google Shape;4611;p8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12" name="Google Shape;4612;p8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13" name="Google Shape;4613;p8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614" name="Google Shape;4614;p83"/>
            <p:cNvGrpSpPr/>
            <p:nvPr/>
          </p:nvGrpSpPr>
          <p:grpSpPr>
            <a:xfrm>
              <a:off x="5012228" y="4557452"/>
              <a:ext cx="709186" cy="432288"/>
              <a:chOff x="7493876" y="2774731"/>
              <a:chExt cx="1481958" cy="894622"/>
            </a:xfrm>
          </p:grpSpPr>
          <p:sp>
            <p:nvSpPr>
              <p:cNvPr id="4615" name="Google Shape;4615;p8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rgbClr val="FFFFFF"/>
                  </a:gs>
                  <a:gs pos="60000">
                    <a:srgbClr val="D6DCE0"/>
                  </a:gs>
                  <a:gs pos="100000">
                    <a:srgbClr val="B8C2C9"/>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616" name="Google Shape;4616;p83"/>
              <p:cNvSpPr/>
              <p:nvPr/>
            </p:nvSpPr>
            <p:spPr>
              <a:xfrm>
                <a:off x="7494729" y="2774731"/>
                <a:ext cx="1480163" cy="579140"/>
              </a:xfrm>
              <a:prstGeom prst="ellipse">
                <a:avLst/>
              </a:prstGeom>
              <a:solidFill>
                <a:srgbClr val="B8C2C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617" name="Google Shape;4617;p83"/>
              <p:cNvGrpSpPr/>
              <p:nvPr/>
            </p:nvGrpSpPr>
            <p:grpSpPr>
              <a:xfrm>
                <a:off x="7713663" y="2848339"/>
                <a:ext cx="1042107" cy="425543"/>
                <a:chOff x="7786941" y="2884917"/>
                <a:chExt cx="897649" cy="353919"/>
              </a:xfrm>
            </p:grpSpPr>
            <p:sp>
              <p:nvSpPr>
                <p:cNvPr id="4618" name="Google Shape;4618;p8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19" name="Google Shape;4619;p8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20" name="Google Shape;4620;p8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21" name="Google Shape;4621;p8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622" name="Google Shape;4622;p83"/>
            <p:cNvGrpSpPr/>
            <p:nvPr/>
          </p:nvGrpSpPr>
          <p:grpSpPr>
            <a:xfrm>
              <a:off x="6021878" y="4561262"/>
              <a:ext cx="709186" cy="432288"/>
              <a:chOff x="7493876" y="2774731"/>
              <a:chExt cx="1481958" cy="894622"/>
            </a:xfrm>
          </p:grpSpPr>
          <p:sp>
            <p:nvSpPr>
              <p:cNvPr id="4623" name="Google Shape;4623;p8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rgbClr val="FFFFFF"/>
                  </a:gs>
                  <a:gs pos="60000">
                    <a:srgbClr val="D6DCE0"/>
                  </a:gs>
                  <a:gs pos="100000">
                    <a:srgbClr val="B8C2C9"/>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624" name="Google Shape;4624;p83"/>
              <p:cNvSpPr/>
              <p:nvPr/>
            </p:nvSpPr>
            <p:spPr>
              <a:xfrm>
                <a:off x="7494729" y="2774731"/>
                <a:ext cx="1480163" cy="579140"/>
              </a:xfrm>
              <a:prstGeom prst="ellipse">
                <a:avLst/>
              </a:prstGeom>
              <a:solidFill>
                <a:srgbClr val="B8C2C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625" name="Google Shape;4625;p83"/>
              <p:cNvGrpSpPr/>
              <p:nvPr/>
            </p:nvGrpSpPr>
            <p:grpSpPr>
              <a:xfrm>
                <a:off x="7713663" y="2848339"/>
                <a:ext cx="1042107" cy="425543"/>
                <a:chOff x="7786941" y="2884917"/>
                <a:chExt cx="897649" cy="353919"/>
              </a:xfrm>
            </p:grpSpPr>
            <p:sp>
              <p:nvSpPr>
                <p:cNvPr id="4626" name="Google Shape;4626;p8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27" name="Google Shape;4627;p8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28" name="Google Shape;4628;p8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29" name="Google Shape;4629;p8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630" name="Google Shape;4630;p83"/>
            <p:cNvGrpSpPr/>
            <p:nvPr/>
          </p:nvGrpSpPr>
          <p:grpSpPr>
            <a:xfrm>
              <a:off x="7042958" y="4565072"/>
              <a:ext cx="709186" cy="432288"/>
              <a:chOff x="7493876" y="2774731"/>
              <a:chExt cx="1481958" cy="894622"/>
            </a:xfrm>
          </p:grpSpPr>
          <p:sp>
            <p:nvSpPr>
              <p:cNvPr id="4631" name="Google Shape;4631;p8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rgbClr val="FFFFFF"/>
                  </a:gs>
                  <a:gs pos="60000">
                    <a:srgbClr val="D6DCE0"/>
                  </a:gs>
                  <a:gs pos="100000">
                    <a:srgbClr val="B8C2C9"/>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632" name="Google Shape;4632;p83"/>
              <p:cNvSpPr/>
              <p:nvPr/>
            </p:nvSpPr>
            <p:spPr>
              <a:xfrm>
                <a:off x="7494729" y="2774731"/>
                <a:ext cx="1480163" cy="579140"/>
              </a:xfrm>
              <a:prstGeom prst="ellipse">
                <a:avLst/>
              </a:prstGeom>
              <a:solidFill>
                <a:srgbClr val="B8C2C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633" name="Google Shape;4633;p83"/>
              <p:cNvGrpSpPr/>
              <p:nvPr/>
            </p:nvGrpSpPr>
            <p:grpSpPr>
              <a:xfrm>
                <a:off x="7713663" y="2848339"/>
                <a:ext cx="1042107" cy="425543"/>
                <a:chOff x="7786941" y="2884917"/>
                <a:chExt cx="897649" cy="353919"/>
              </a:xfrm>
            </p:grpSpPr>
            <p:sp>
              <p:nvSpPr>
                <p:cNvPr id="4634" name="Google Shape;4634;p8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35" name="Google Shape;4635;p8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36" name="Google Shape;4636;p8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37" name="Google Shape;4637;p8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638" name="Google Shape;4638;p83"/>
            <p:cNvGrpSpPr/>
            <p:nvPr/>
          </p:nvGrpSpPr>
          <p:grpSpPr>
            <a:xfrm>
              <a:off x="8064038" y="4568882"/>
              <a:ext cx="709186" cy="432288"/>
              <a:chOff x="7493876" y="2774731"/>
              <a:chExt cx="1481958" cy="894622"/>
            </a:xfrm>
          </p:grpSpPr>
          <p:sp>
            <p:nvSpPr>
              <p:cNvPr id="4639" name="Google Shape;4639;p8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rgbClr val="FFFFFF"/>
                  </a:gs>
                  <a:gs pos="60000">
                    <a:srgbClr val="D6DCE0"/>
                  </a:gs>
                  <a:gs pos="100000">
                    <a:srgbClr val="B8C2C9"/>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640" name="Google Shape;4640;p83"/>
              <p:cNvSpPr/>
              <p:nvPr/>
            </p:nvSpPr>
            <p:spPr>
              <a:xfrm>
                <a:off x="7494729" y="2774731"/>
                <a:ext cx="1480163" cy="579140"/>
              </a:xfrm>
              <a:prstGeom prst="ellipse">
                <a:avLst/>
              </a:prstGeom>
              <a:solidFill>
                <a:srgbClr val="B8C2C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641" name="Google Shape;4641;p83"/>
              <p:cNvGrpSpPr/>
              <p:nvPr/>
            </p:nvGrpSpPr>
            <p:grpSpPr>
              <a:xfrm>
                <a:off x="7713663" y="2848339"/>
                <a:ext cx="1042107" cy="425543"/>
                <a:chOff x="7786941" y="2884917"/>
                <a:chExt cx="897649" cy="353919"/>
              </a:xfrm>
            </p:grpSpPr>
            <p:sp>
              <p:nvSpPr>
                <p:cNvPr id="4642" name="Google Shape;4642;p8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43" name="Google Shape;4643;p8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44" name="Google Shape;4644;p8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45" name="Google Shape;4645;p8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sp>
        <p:nvSpPr>
          <p:cNvPr id="4646" name="Google Shape;4646;p83"/>
          <p:cNvSpPr txBox="1"/>
          <p:nvPr/>
        </p:nvSpPr>
        <p:spPr>
          <a:xfrm>
            <a:off x="6268849" y="5197290"/>
            <a:ext cx="726033"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firewall</a:t>
            </a:r>
            <a:endParaRPr/>
          </a:p>
        </p:txBody>
      </p:sp>
      <p:sp>
        <p:nvSpPr>
          <p:cNvPr id="4647" name="Google Shape;4647;p83"/>
          <p:cNvSpPr txBox="1"/>
          <p:nvPr/>
        </p:nvSpPr>
        <p:spPr>
          <a:xfrm>
            <a:off x="7107049" y="5206815"/>
            <a:ext cx="1034835"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data center</a:t>
            </a:r>
            <a:endParaRPr/>
          </a:p>
        </p:txBody>
      </p:sp>
      <p:sp>
        <p:nvSpPr>
          <p:cNvPr id="4648" name="Google Shape;4648;p83"/>
          <p:cNvSpPr txBox="1"/>
          <p:nvPr/>
        </p:nvSpPr>
        <p:spPr>
          <a:xfrm>
            <a:off x="5281287" y="5173103"/>
            <a:ext cx="510076"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WiFi</a:t>
            </a:r>
            <a:endParaRPr/>
          </a:p>
        </p:txBody>
      </p:sp>
      <p:sp>
        <p:nvSpPr>
          <p:cNvPr id="4649" name="Google Shape;4649;p83"/>
          <p:cNvSpPr txBox="1"/>
          <p:nvPr/>
        </p:nvSpPr>
        <p:spPr>
          <a:xfrm>
            <a:off x="8285398" y="724076"/>
            <a:ext cx="3641892" cy="4525963"/>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A3"/>
              </a:buClr>
              <a:buSzPts val="2800"/>
              <a:buFont typeface="Noto Sans Symbols"/>
              <a:buNone/>
            </a:pPr>
            <a:r>
              <a:rPr lang="en-US" sz="2800">
                <a:solidFill>
                  <a:srgbClr val="C00000"/>
                </a:solidFill>
                <a:latin typeface="Calibri"/>
                <a:ea typeface="Calibri"/>
                <a:cs typeface="Calibri"/>
                <a:sym typeface="Calibri"/>
              </a:rPr>
              <a:t>UMass network:</a:t>
            </a:r>
            <a:endParaRPr/>
          </a:p>
          <a:p>
            <a:pPr indent="-285750" lvl="0" marL="457200" marR="0" rtl="0" algn="l">
              <a:lnSpc>
                <a:spcPct val="90000"/>
              </a:lnSpc>
              <a:spcBef>
                <a:spcPts val="1000"/>
              </a:spcBef>
              <a:spcAft>
                <a:spcPts val="0"/>
              </a:spcAft>
              <a:buClr>
                <a:srgbClr val="0000A8"/>
              </a:buClr>
              <a:buSzPts val="2400"/>
              <a:buFont typeface="Noto Sans Symbols"/>
              <a:buChar char="▪"/>
            </a:pPr>
            <a:r>
              <a:rPr lang="en-US" sz="2400">
                <a:solidFill>
                  <a:schemeClr val="dk1"/>
                </a:solidFill>
                <a:latin typeface="Calibri"/>
                <a:ea typeface="Calibri"/>
                <a:cs typeface="Calibri"/>
                <a:sym typeface="Calibri"/>
              </a:rPr>
              <a:t>4 firewalls</a:t>
            </a:r>
            <a:endParaRPr/>
          </a:p>
          <a:p>
            <a:pPr indent="-285750" lvl="0" marL="457200" marR="0" rtl="0" algn="l">
              <a:lnSpc>
                <a:spcPct val="90000"/>
              </a:lnSpc>
              <a:spcBef>
                <a:spcPts val="1000"/>
              </a:spcBef>
              <a:spcAft>
                <a:spcPts val="0"/>
              </a:spcAft>
              <a:buClr>
                <a:srgbClr val="0000A8"/>
              </a:buClr>
              <a:buSzPts val="2400"/>
              <a:buFont typeface="Noto Sans Symbols"/>
              <a:buChar char="▪"/>
            </a:pPr>
            <a:r>
              <a:rPr lang="en-US" sz="2400">
                <a:solidFill>
                  <a:schemeClr val="dk1"/>
                </a:solidFill>
                <a:latin typeface="Calibri"/>
                <a:ea typeface="Calibri"/>
                <a:cs typeface="Calibri"/>
                <a:sym typeface="Calibri"/>
              </a:rPr>
              <a:t>10 routers</a:t>
            </a:r>
            <a:endParaRPr/>
          </a:p>
          <a:p>
            <a:pPr indent="-285750" lvl="0" marL="457200" marR="0" rtl="0" algn="l">
              <a:lnSpc>
                <a:spcPct val="90000"/>
              </a:lnSpc>
              <a:spcBef>
                <a:spcPts val="1000"/>
              </a:spcBef>
              <a:spcAft>
                <a:spcPts val="0"/>
              </a:spcAft>
              <a:buClr>
                <a:srgbClr val="0000A8"/>
              </a:buClr>
              <a:buSzPts val="2400"/>
              <a:buFont typeface="Noto Sans Symbols"/>
              <a:buChar char="▪"/>
            </a:pPr>
            <a:r>
              <a:rPr lang="en-US" sz="2400">
                <a:solidFill>
                  <a:schemeClr val="dk1"/>
                </a:solidFill>
                <a:latin typeface="Calibri"/>
                <a:ea typeface="Calibri"/>
                <a:cs typeface="Calibri"/>
                <a:sym typeface="Calibri"/>
              </a:rPr>
              <a:t>2000+ network switches</a:t>
            </a:r>
            <a:endParaRPr/>
          </a:p>
          <a:p>
            <a:pPr indent="-285750" lvl="0" marL="457200" marR="0" rtl="0" algn="l">
              <a:lnSpc>
                <a:spcPct val="90000"/>
              </a:lnSpc>
              <a:spcBef>
                <a:spcPts val="1000"/>
              </a:spcBef>
              <a:spcAft>
                <a:spcPts val="0"/>
              </a:spcAft>
              <a:buClr>
                <a:srgbClr val="0000A8"/>
              </a:buClr>
              <a:buSzPts val="2400"/>
              <a:buFont typeface="Noto Sans Symbols"/>
              <a:buChar char="▪"/>
            </a:pPr>
            <a:r>
              <a:rPr lang="en-US" sz="2400">
                <a:solidFill>
                  <a:schemeClr val="dk1"/>
                </a:solidFill>
                <a:latin typeface="Calibri"/>
                <a:ea typeface="Calibri"/>
                <a:cs typeface="Calibri"/>
                <a:sym typeface="Calibri"/>
              </a:rPr>
              <a:t>6000 wireless access points</a:t>
            </a:r>
            <a:endParaRPr/>
          </a:p>
          <a:p>
            <a:pPr indent="-285750" lvl="0" marL="457200" marR="0" rtl="0" algn="l">
              <a:lnSpc>
                <a:spcPct val="90000"/>
              </a:lnSpc>
              <a:spcBef>
                <a:spcPts val="1000"/>
              </a:spcBef>
              <a:spcAft>
                <a:spcPts val="0"/>
              </a:spcAft>
              <a:buClr>
                <a:srgbClr val="0000A8"/>
              </a:buClr>
              <a:buSzPts val="2400"/>
              <a:buFont typeface="Noto Sans Symbols"/>
              <a:buChar char="▪"/>
            </a:pPr>
            <a:r>
              <a:rPr lang="en-US" sz="2400">
                <a:solidFill>
                  <a:schemeClr val="dk1"/>
                </a:solidFill>
                <a:latin typeface="Calibri"/>
                <a:ea typeface="Calibri"/>
                <a:cs typeface="Calibri"/>
                <a:sym typeface="Calibri"/>
              </a:rPr>
              <a:t>30000 active wired network jacks</a:t>
            </a:r>
            <a:endParaRPr/>
          </a:p>
          <a:p>
            <a:pPr indent="-285750" lvl="0" marL="457200" marR="0" rtl="0" algn="l">
              <a:lnSpc>
                <a:spcPct val="90000"/>
              </a:lnSpc>
              <a:spcBef>
                <a:spcPts val="1000"/>
              </a:spcBef>
              <a:spcAft>
                <a:spcPts val="0"/>
              </a:spcAft>
              <a:buClr>
                <a:srgbClr val="0000A8"/>
              </a:buClr>
              <a:buSzPts val="2400"/>
              <a:buFont typeface="Noto Sans Symbols"/>
              <a:buChar char="▪"/>
            </a:pPr>
            <a:r>
              <a:rPr lang="en-US" sz="2400">
                <a:solidFill>
                  <a:schemeClr val="dk1"/>
                </a:solidFill>
                <a:latin typeface="Calibri"/>
                <a:ea typeface="Calibri"/>
                <a:cs typeface="Calibri"/>
                <a:sym typeface="Calibri"/>
              </a:rPr>
              <a:t>55000 active end-user wireless devices</a:t>
            </a:r>
            <a:endParaRPr/>
          </a:p>
          <a:p>
            <a:pPr indent="0" lvl="0" marL="0" marR="0" rtl="0" algn="ctr">
              <a:lnSpc>
                <a:spcPct val="90000"/>
              </a:lnSpc>
              <a:spcBef>
                <a:spcPts val="1000"/>
              </a:spcBef>
              <a:spcAft>
                <a:spcPts val="0"/>
              </a:spcAft>
              <a:buClr>
                <a:srgbClr val="0000A3"/>
              </a:buClr>
              <a:buSzPts val="2400"/>
              <a:buFont typeface="Noto Sans Symbols"/>
              <a:buNone/>
            </a:pPr>
            <a:r>
              <a:t/>
            </a:r>
            <a:endParaRPr sz="2400">
              <a:solidFill>
                <a:schemeClr val="dk1"/>
              </a:solidFill>
              <a:latin typeface="Calibri"/>
              <a:ea typeface="Calibri"/>
              <a:cs typeface="Calibri"/>
              <a:sym typeface="Calibri"/>
            </a:endParaRPr>
          </a:p>
        </p:txBody>
      </p:sp>
      <p:sp>
        <p:nvSpPr>
          <p:cNvPr id="4650" name="Google Shape;4650;p83"/>
          <p:cNvSpPr txBox="1"/>
          <p:nvPr/>
        </p:nvSpPr>
        <p:spPr>
          <a:xfrm>
            <a:off x="9507530" y="4619779"/>
            <a:ext cx="2480209" cy="1905298"/>
          </a:xfrm>
          <a:prstGeom prst="rect">
            <a:avLst/>
          </a:prstGeom>
          <a:noFill/>
          <a:ln>
            <a:noFill/>
          </a:ln>
        </p:spPr>
        <p:txBody>
          <a:bodyPr anchorCtr="0" anchor="t" bIns="45700" lIns="91425" spcFirstLastPara="1" rIns="91425" wrap="square" tIns="45700">
            <a:normAutofit/>
          </a:bodyPr>
          <a:lstStyle/>
          <a:p>
            <a:pPr indent="0" lvl="0" marL="171450" marR="0" rtl="0" algn="l">
              <a:lnSpc>
                <a:spcPct val="90000"/>
              </a:lnSpc>
              <a:spcBef>
                <a:spcPts val="0"/>
              </a:spcBef>
              <a:spcAft>
                <a:spcPts val="0"/>
              </a:spcAft>
              <a:buClr>
                <a:srgbClr val="0000A8"/>
              </a:buClr>
              <a:buSzPts val="2400"/>
              <a:buFont typeface="Noto Sans Symbols"/>
              <a:buNone/>
            </a:pPr>
            <a:r>
              <a:t/>
            </a:r>
            <a:endParaRPr sz="2400">
              <a:solidFill>
                <a:schemeClr val="dk1"/>
              </a:solidFill>
              <a:latin typeface="Calibri"/>
              <a:ea typeface="Calibri"/>
              <a:cs typeface="Calibri"/>
              <a:sym typeface="Calibri"/>
            </a:endParaRPr>
          </a:p>
          <a:p>
            <a:pPr indent="0" lvl="0" marL="0" marR="0" rtl="0" algn="l">
              <a:lnSpc>
                <a:spcPct val="90000"/>
              </a:lnSpc>
              <a:spcBef>
                <a:spcPts val="1000"/>
              </a:spcBef>
              <a:spcAft>
                <a:spcPts val="0"/>
              </a:spcAft>
              <a:buClr>
                <a:srgbClr val="0000A3"/>
              </a:buClr>
              <a:buSzPts val="2400"/>
              <a:buFont typeface="Noto Sans Symbols"/>
              <a:buNone/>
            </a:pPr>
            <a:r>
              <a:rPr lang="en-US" sz="2400">
                <a:solidFill>
                  <a:schemeClr val="dk1"/>
                </a:solidFill>
                <a:latin typeface="Calibri"/>
                <a:ea typeface="Calibri"/>
                <a:cs typeface="Calibri"/>
                <a:sym typeface="Calibri"/>
              </a:rPr>
              <a:t>… all built, operated, maintained by ~15 people</a:t>
            </a:r>
            <a:endParaRPr/>
          </a:p>
          <a:p>
            <a:pPr indent="0" lvl="0" marL="0" marR="0" rtl="0" algn="l">
              <a:lnSpc>
                <a:spcPct val="90000"/>
              </a:lnSpc>
              <a:spcBef>
                <a:spcPts val="1000"/>
              </a:spcBef>
              <a:spcAft>
                <a:spcPts val="0"/>
              </a:spcAft>
              <a:buClr>
                <a:srgbClr val="0000A3"/>
              </a:buClr>
              <a:buSzPts val="2400"/>
              <a:buFont typeface="Noto Sans Symbols"/>
              <a:buNone/>
            </a:pPr>
            <a:r>
              <a:t/>
            </a:r>
            <a:endParaRPr sz="2400">
              <a:solidFill>
                <a:schemeClr val="dk1"/>
              </a:solidFill>
              <a:latin typeface="Calibri"/>
              <a:ea typeface="Calibri"/>
              <a:cs typeface="Calibri"/>
              <a:sym typeface="Calibri"/>
            </a:endParaRPr>
          </a:p>
          <a:p>
            <a:pPr indent="0" lvl="0" marL="0" marR="0" rtl="0" algn="ctr">
              <a:lnSpc>
                <a:spcPct val="90000"/>
              </a:lnSpc>
              <a:spcBef>
                <a:spcPts val="1000"/>
              </a:spcBef>
              <a:spcAft>
                <a:spcPts val="0"/>
              </a:spcAft>
              <a:buClr>
                <a:srgbClr val="0000A3"/>
              </a:buClr>
              <a:buSzPts val="2400"/>
              <a:buFont typeface="Noto Sans Symbols"/>
              <a:buNone/>
            </a:pPr>
            <a:r>
              <a:t/>
            </a:r>
            <a:endParaRPr sz="2400">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4" name="Shape 4654"/>
        <p:cNvGrpSpPr/>
        <p:nvPr/>
      </p:nvGrpSpPr>
      <p:grpSpPr>
        <a:xfrm>
          <a:off x="0" y="0"/>
          <a:ext cx="0" cy="0"/>
          <a:chOff x="0" y="0"/>
          <a:chExt cx="0" cy="0"/>
        </a:xfrm>
      </p:grpSpPr>
      <p:grpSp>
        <p:nvGrpSpPr>
          <p:cNvPr id="4655" name="Google Shape;4655;p84"/>
          <p:cNvGrpSpPr/>
          <p:nvPr/>
        </p:nvGrpSpPr>
        <p:grpSpPr>
          <a:xfrm>
            <a:off x="2229684" y="4923248"/>
            <a:ext cx="597740" cy="722787"/>
            <a:chOff x="2529721" y="5066123"/>
            <a:chExt cx="597740" cy="722787"/>
          </a:xfrm>
        </p:grpSpPr>
        <p:sp>
          <p:nvSpPr>
            <p:cNvPr id="4656" name="Google Shape;4656;p84"/>
            <p:cNvSpPr txBox="1"/>
            <p:nvPr/>
          </p:nvSpPr>
          <p:spPr>
            <a:xfrm>
              <a:off x="2645520" y="5419578"/>
              <a:ext cx="37702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t>
              </a:r>
              <a:endParaRPr/>
            </a:p>
          </p:txBody>
        </p:sp>
        <p:cxnSp>
          <p:nvCxnSpPr>
            <p:cNvPr id="4657" name="Google Shape;4657;p84"/>
            <p:cNvCxnSpPr/>
            <p:nvPr/>
          </p:nvCxnSpPr>
          <p:spPr>
            <a:xfrm>
              <a:off x="2827454" y="5066716"/>
              <a:ext cx="300007" cy="505075"/>
            </a:xfrm>
            <a:prstGeom prst="straightConnector1">
              <a:avLst/>
            </a:prstGeom>
            <a:noFill/>
            <a:ln cap="flat" cmpd="sng" w="15875">
              <a:solidFill>
                <a:schemeClr val="dk1"/>
              </a:solidFill>
              <a:prstDash val="solid"/>
              <a:miter lim="800000"/>
              <a:headEnd len="sm" w="sm" type="none"/>
              <a:tailEnd len="sm" w="sm" type="none"/>
            </a:ln>
          </p:spPr>
        </p:cxnSp>
        <p:sp>
          <p:nvSpPr>
            <p:cNvPr id="4658" name="Google Shape;4658;p84"/>
            <p:cNvSpPr txBox="1"/>
            <p:nvPr/>
          </p:nvSpPr>
          <p:spPr>
            <a:xfrm>
              <a:off x="2566660" y="5301690"/>
              <a:ext cx="55181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Agg2</a:t>
              </a:r>
              <a:endParaRPr/>
            </a:p>
          </p:txBody>
        </p:sp>
        <p:cxnSp>
          <p:nvCxnSpPr>
            <p:cNvPr id="4659" name="Google Shape;4659;p84"/>
            <p:cNvCxnSpPr/>
            <p:nvPr/>
          </p:nvCxnSpPr>
          <p:spPr>
            <a:xfrm flipH="1">
              <a:off x="2529721" y="5066123"/>
              <a:ext cx="301169" cy="491437"/>
            </a:xfrm>
            <a:prstGeom prst="straightConnector1">
              <a:avLst/>
            </a:prstGeom>
            <a:noFill/>
            <a:ln cap="flat" cmpd="sng" w="15875">
              <a:solidFill>
                <a:schemeClr val="dk1"/>
              </a:solidFill>
              <a:prstDash val="solid"/>
              <a:miter lim="800000"/>
              <a:headEnd len="sm" w="sm" type="none"/>
              <a:tailEnd len="sm" w="sm" type="none"/>
            </a:ln>
          </p:spPr>
        </p:cxnSp>
      </p:grpSp>
      <p:grpSp>
        <p:nvGrpSpPr>
          <p:cNvPr id="4660" name="Google Shape;4660;p84"/>
          <p:cNvGrpSpPr/>
          <p:nvPr/>
        </p:nvGrpSpPr>
        <p:grpSpPr>
          <a:xfrm>
            <a:off x="127745" y="4925055"/>
            <a:ext cx="1786006" cy="1242986"/>
            <a:chOff x="127745" y="4410705"/>
            <a:chExt cx="1786006" cy="1242986"/>
          </a:xfrm>
        </p:grpSpPr>
        <p:sp>
          <p:nvSpPr>
            <p:cNvPr id="4661" name="Google Shape;4661;p84"/>
            <p:cNvSpPr txBox="1"/>
            <p:nvPr/>
          </p:nvSpPr>
          <p:spPr>
            <a:xfrm>
              <a:off x="1279483" y="4774241"/>
              <a:ext cx="37702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t>
              </a:r>
              <a:endParaRPr/>
            </a:p>
          </p:txBody>
        </p:sp>
        <p:cxnSp>
          <p:nvCxnSpPr>
            <p:cNvPr id="4662" name="Google Shape;4662;p84"/>
            <p:cNvCxnSpPr>
              <a:stCxn id="4663" idx="9"/>
            </p:cNvCxnSpPr>
            <p:nvPr/>
          </p:nvCxnSpPr>
          <p:spPr>
            <a:xfrm flipH="1">
              <a:off x="1084741" y="4931982"/>
              <a:ext cx="420300" cy="630900"/>
            </a:xfrm>
            <a:prstGeom prst="straightConnector1">
              <a:avLst/>
            </a:prstGeom>
            <a:noFill/>
            <a:ln cap="flat" cmpd="sng" w="15875">
              <a:solidFill>
                <a:schemeClr val="dk1"/>
              </a:solidFill>
              <a:prstDash val="solid"/>
              <a:miter lim="800000"/>
              <a:headEnd len="sm" w="sm" type="none"/>
              <a:tailEnd len="sm" w="sm" type="none"/>
            </a:ln>
          </p:spPr>
        </p:cxnSp>
        <p:cxnSp>
          <p:nvCxnSpPr>
            <p:cNvPr id="4664" name="Google Shape;4664;p84"/>
            <p:cNvCxnSpPr/>
            <p:nvPr/>
          </p:nvCxnSpPr>
          <p:spPr>
            <a:xfrm>
              <a:off x="1493439" y="4410705"/>
              <a:ext cx="420312" cy="630924"/>
            </a:xfrm>
            <a:prstGeom prst="straightConnector1">
              <a:avLst/>
            </a:prstGeom>
            <a:noFill/>
            <a:ln cap="flat" cmpd="sng" w="15875">
              <a:solidFill>
                <a:schemeClr val="dk1"/>
              </a:solidFill>
              <a:prstDash val="solid"/>
              <a:miter lim="800000"/>
              <a:headEnd len="sm" w="sm" type="none"/>
              <a:tailEnd len="sm" w="sm" type="none"/>
            </a:ln>
          </p:spPr>
        </p:cxnSp>
        <p:sp>
          <p:nvSpPr>
            <p:cNvPr id="4665" name="Google Shape;4665;p84"/>
            <p:cNvSpPr txBox="1"/>
            <p:nvPr/>
          </p:nvSpPr>
          <p:spPr>
            <a:xfrm>
              <a:off x="1232645" y="4645679"/>
              <a:ext cx="55181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Agg1</a:t>
              </a:r>
              <a:endParaRPr/>
            </a:p>
          </p:txBody>
        </p:sp>
        <p:sp>
          <p:nvSpPr>
            <p:cNvPr id="4666" name="Google Shape;4666;p84"/>
            <p:cNvSpPr txBox="1"/>
            <p:nvPr/>
          </p:nvSpPr>
          <p:spPr>
            <a:xfrm>
              <a:off x="127745" y="5212416"/>
              <a:ext cx="772969" cy="441275"/>
            </a:xfrm>
            <a:prstGeom prst="rect">
              <a:avLst/>
            </a:prstGeom>
            <a:noFill/>
            <a:ln>
              <a:noFill/>
            </a:ln>
          </p:spPr>
          <p:txBody>
            <a:bodyPr anchorCtr="0" anchor="t" bIns="45700" lIns="91425" spcFirstLastPara="1" rIns="91425" wrap="square" tIns="45700">
              <a:spAutoFit/>
            </a:bodyPr>
            <a:lstStyle/>
            <a:p>
              <a:pPr indent="0" lvl="0" marL="0" marR="0" rtl="0" algn="r">
                <a:lnSpc>
                  <a:spcPct val="80000"/>
                </a:lnSpc>
                <a:spcBef>
                  <a:spcPts val="0"/>
                </a:spcBef>
                <a:spcAft>
                  <a:spcPts val="0"/>
                </a:spcAft>
                <a:buNone/>
              </a:pPr>
              <a:r>
                <a:rPr lang="en-US" sz="1400">
                  <a:solidFill>
                    <a:schemeClr val="dk1"/>
                  </a:solidFill>
                  <a:latin typeface="Calibri"/>
                  <a:ea typeface="Calibri"/>
                  <a:cs typeface="Calibri"/>
                  <a:sym typeface="Calibri"/>
                </a:rPr>
                <a:t>building</a:t>
              </a:r>
              <a:endParaRPr/>
            </a:p>
            <a:p>
              <a:pPr indent="0" lvl="0" marL="0" marR="0" rtl="0" algn="r">
                <a:lnSpc>
                  <a:spcPct val="80000"/>
                </a:lnSpc>
                <a:spcBef>
                  <a:spcPts val="0"/>
                </a:spcBef>
                <a:spcAft>
                  <a:spcPts val="0"/>
                </a:spcAft>
                <a:buNone/>
              </a:pPr>
              <a:r>
                <a:rPr lang="en-US" sz="1400">
                  <a:solidFill>
                    <a:schemeClr val="dk1"/>
                  </a:solidFill>
                  <a:latin typeface="Calibri"/>
                  <a:ea typeface="Calibri"/>
                  <a:cs typeface="Calibri"/>
                  <a:sym typeface="Calibri"/>
                </a:rPr>
                <a:t>closets</a:t>
              </a:r>
              <a:endParaRPr/>
            </a:p>
          </p:txBody>
        </p:sp>
      </p:grpSp>
      <p:sp>
        <p:nvSpPr>
          <p:cNvPr id="4667" name="Google Shape;4667;p84"/>
          <p:cNvSpPr txBox="1"/>
          <p:nvPr>
            <p:ph type="ctrTitle"/>
          </p:nvPr>
        </p:nvSpPr>
        <p:spPr>
          <a:xfrm>
            <a:off x="497079" y="321546"/>
            <a:ext cx="7258049" cy="811078"/>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0013A3"/>
              </a:buClr>
              <a:buSzPts val="4000"/>
              <a:buFont typeface="Calibri"/>
              <a:buNone/>
            </a:pPr>
            <a:r>
              <a:rPr lang="en-US" sz="4000">
                <a:solidFill>
                  <a:srgbClr val="0013A3"/>
                </a:solidFill>
              </a:rPr>
              <a:t>UMass Campus Network - Detail</a:t>
            </a:r>
            <a:endParaRPr/>
          </a:p>
        </p:txBody>
      </p:sp>
      <p:sp>
        <p:nvSpPr>
          <p:cNvPr id="4668" name="Google Shape;4668;p84"/>
          <p:cNvSpPr txBox="1"/>
          <p:nvPr>
            <p:ph idx="1" type="subTitle"/>
          </p:nvPr>
        </p:nvSpPr>
        <p:spPr>
          <a:xfrm>
            <a:off x="1828800" y="2518797"/>
            <a:ext cx="8534400" cy="3634353"/>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SzPts val="2400"/>
              <a:buNone/>
            </a:pPr>
            <a:r>
              <a:t/>
            </a:r>
            <a:endParaRPr/>
          </a:p>
          <a:p>
            <a:pPr indent="0" lvl="0" marL="0" rtl="0" algn="ctr">
              <a:lnSpc>
                <a:spcPct val="90000"/>
              </a:lnSpc>
              <a:spcBef>
                <a:spcPts val="1000"/>
              </a:spcBef>
              <a:spcAft>
                <a:spcPts val="0"/>
              </a:spcAft>
              <a:buSzPts val="2400"/>
              <a:buNone/>
            </a:pPr>
            <a:r>
              <a:t/>
            </a:r>
            <a:endParaRPr/>
          </a:p>
        </p:txBody>
      </p:sp>
      <p:grpSp>
        <p:nvGrpSpPr>
          <p:cNvPr id="4669" name="Google Shape;4669;p84"/>
          <p:cNvGrpSpPr/>
          <p:nvPr/>
        </p:nvGrpSpPr>
        <p:grpSpPr>
          <a:xfrm>
            <a:off x="1502802" y="3526491"/>
            <a:ext cx="6143962" cy="1903073"/>
            <a:chOff x="2323073" y="2687162"/>
            <a:chExt cx="6143962" cy="2753819"/>
          </a:xfrm>
        </p:grpSpPr>
        <p:cxnSp>
          <p:nvCxnSpPr>
            <p:cNvPr id="4670" name="Google Shape;4670;p84"/>
            <p:cNvCxnSpPr>
              <a:stCxn id="4671" idx="4"/>
            </p:cNvCxnSpPr>
            <p:nvPr/>
          </p:nvCxnSpPr>
          <p:spPr>
            <a:xfrm flipH="1" rot="10800000">
              <a:off x="2323073" y="3487981"/>
              <a:ext cx="2243700" cy="1953000"/>
            </a:xfrm>
            <a:prstGeom prst="straightConnector1">
              <a:avLst/>
            </a:prstGeom>
            <a:noFill/>
            <a:ln cap="flat" cmpd="sng" w="19050">
              <a:solidFill>
                <a:schemeClr val="dk1"/>
              </a:solidFill>
              <a:prstDash val="solid"/>
              <a:miter lim="800000"/>
              <a:headEnd len="sm" w="sm" type="none"/>
              <a:tailEnd len="sm" w="sm" type="none"/>
            </a:ln>
          </p:spPr>
        </p:cxnSp>
        <p:cxnSp>
          <p:nvCxnSpPr>
            <p:cNvPr id="4672" name="Google Shape;4672;p84"/>
            <p:cNvCxnSpPr/>
            <p:nvPr/>
          </p:nvCxnSpPr>
          <p:spPr>
            <a:xfrm flipH="1" rot="10800000">
              <a:off x="3361634" y="2743558"/>
              <a:ext cx="1205009" cy="1928036"/>
            </a:xfrm>
            <a:prstGeom prst="straightConnector1">
              <a:avLst/>
            </a:prstGeom>
            <a:noFill/>
            <a:ln cap="flat" cmpd="sng" w="19050">
              <a:solidFill>
                <a:schemeClr val="dk1"/>
              </a:solidFill>
              <a:prstDash val="solid"/>
              <a:miter lim="800000"/>
              <a:headEnd len="sm" w="sm" type="none"/>
              <a:tailEnd len="sm" w="sm" type="none"/>
            </a:ln>
          </p:spPr>
        </p:cxnSp>
        <p:cxnSp>
          <p:nvCxnSpPr>
            <p:cNvPr id="4673" name="Google Shape;4673;p84"/>
            <p:cNvCxnSpPr/>
            <p:nvPr/>
          </p:nvCxnSpPr>
          <p:spPr>
            <a:xfrm flipH="1" rot="10800000">
              <a:off x="4359854" y="2760506"/>
              <a:ext cx="207979" cy="1911088"/>
            </a:xfrm>
            <a:prstGeom prst="straightConnector1">
              <a:avLst/>
            </a:prstGeom>
            <a:noFill/>
            <a:ln cap="flat" cmpd="sng" w="19050">
              <a:solidFill>
                <a:schemeClr val="dk1"/>
              </a:solidFill>
              <a:prstDash val="solid"/>
              <a:miter lim="800000"/>
              <a:headEnd len="sm" w="sm" type="none"/>
              <a:tailEnd len="sm" w="sm" type="none"/>
            </a:ln>
          </p:spPr>
        </p:cxnSp>
        <p:cxnSp>
          <p:nvCxnSpPr>
            <p:cNvPr id="4674" name="Google Shape;4674;p84"/>
            <p:cNvCxnSpPr/>
            <p:nvPr/>
          </p:nvCxnSpPr>
          <p:spPr>
            <a:xfrm rot="10800000">
              <a:off x="4566643" y="2743558"/>
              <a:ext cx="837152" cy="1922124"/>
            </a:xfrm>
            <a:prstGeom prst="straightConnector1">
              <a:avLst/>
            </a:prstGeom>
            <a:noFill/>
            <a:ln cap="flat" cmpd="sng" w="19050">
              <a:solidFill>
                <a:schemeClr val="dk1"/>
              </a:solidFill>
              <a:prstDash val="solid"/>
              <a:miter lim="800000"/>
              <a:headEnd len="sm" w="sm" type="none"/>
              <a:tailEnd len="sm" w="sm" type="none"/>
            </a:ln>
          </p:spPr>
        </p:cxnSp>
        <p:cxnSp>
          <p:nvCxnSpPr>
            <p:cNvPr id="4675" name="Google Shape;4675;p84"/>
            <p:cNvCxnSpPr/>
            <p:nvPr/>
          </p:nvCxnSpPr>
          <p:spPr>
            <a:xfrm rot="10800000">
              <a:off x="4565594" y="2743733"/>
              <a:ext cx="1833660" cy="1927862"/>
            </a:xfrm>
            <a:prstGeom prst="straightConnector1">
              <a:avLst/>
            </a:prstGeom>
            <a:noFill/>
            <a:ln cap="flat" cmpd="sng" w="19050">
              <a:solidFill>
                <a:schemeClr val="dk1"/>
              </a:solidFill>
              <a:prstDash val="solid"/>
              <a:miter lim="800000"/>
              <a:headEnd len="sm" w="sm" type="none"/>
              <a:tailEnd len="sm" w="sm" type="none"/>
            </a:ln>
          </p:spPr>
        </p:cxnSp>
        <p:cxnSp>
          <p:nvCxnSpPr>
            <p:cNvPr id="4676" name="Google Shape;4676;p84"/>
            <p:cNvCxnSpPr/>
            <p:nvPr/>
          </p:nvCxnSpPr>
          <p:spPr>
            <a:xfrm rot="10800000">
              <a:off x="4566643" y="2743558"/>
              <a:ext cx="3900392" cy="1939642"/>
            </a:xfrm>
            <a:prstGeom prst="straightConnector1">
              <a:avLst/>
            </a:prstGeom>
            <a:noFill/>
            <a:ln cap="flat" cmpd="sng" w="19050">
              <a:solidFill>
                <a:schemeClr val="dk1"/>
              </a:solidFill>
              <a:prstDash val="solid"/>
              <a:miter lim="800000"/>
              <a:headEnd len="sm" w="sm" type="none"/>
              <a:tailEnd len="sm" w="sm" type="none"/>
            </a:ln>
          </p:spPr>
        </p:cxnSp>
        <p:cxnSp>
          <p:nvCxnSpPr>
            <p:cNvPr id="4677" name="Google Shape;4677;p84"/>
            <p:cNvCxnSpPr/>
            <p:nvPr/>
          </p:nvCxnSpPr>
          <p:spPr>
            <a:xfrm rot="10800000">
              <a:off x="4566643" y="2743558"/>
              <a:ext cx="2870644" cy="1928388"/>
            </a:xfrm>
            <a:prstGeom prst="straightConnector1">
              <a:avLst/>
            </a:prstGeom>
            <a:noFill/>
            <a:ln cap="flat" cmpd="sng" w="19050">
              <a:solidFill>
                <a:schemeClr val="dk1"/>
              </a:solidFill>
              <a:prstDash val="solid"/>
              <a:miter lim="800000"/>
              <a:headEnd len="sm" w="sm" type="none"/>
              <a:tailEnd len="sm" w="sm" type="none"/>
            </a:ln>
          </p:spPr>
        </p:cxnSp>
        <p:cxnSp>
          <p:nvCxnSpPr>
            <p:cNvPr id="4678" name="Google Shape;4678;p84"/>
            <p:cNvCxnSpPr>
              <a:stCxn id="4663" idx="5"/>
            </p:cNvCxnSpPr>
            <p:nvPr/>
          </p:nvCxnSpPr>
          <p:spPr>
            <a:xfrm flipH="1" rot="10800000">
              <a:off x="2402834" y="3486252"/>
              <a:ext cx="3693300" cy="1938900"/>
            </a:xfrm>
            <a:prstGeom prst="straightConnector1">
              <a:avLst/>
            </a:prstGeom>
            <a:noFill/>
            <a:ln cap="flat" cmpd="sng" w="19050">
              <a:solidFill>
                <a:schemeClr val="dk1"/>
              </a:solidFill>
              <a:prstDash val="solid"/>
              <a:miter lim="800000"/>
              <a:headEnd len="sm" w="sm" type="none"/>
              <a:tailEnd len="sm" w="sm" type="none"/>
            </a:ln>
          </p:spPr>
        </p:cxnSp>
        <p:cxnSp>
          <p:nvCxnSpPr>
            <p:cNvPr id="4679" name="Google Shape;4679;p84"/>
            <p:cNvCxnSpPr/>
            <p:nvPr/>
          </p:nvCxnSpPr>
          <p:spPr>
            <a:xfrm flipH="1" rot="10800000">
              <a:off x="3357326" y="2719235"/>
              <a:ext cx="2682827" cy="1947962"/>
            </a:xfrm>
            <a:prstGeom prst="straightConnector1">
              <a:avLst/>
            </a:prstGeom>
            <a:noFill/>
            <a:ln cap="flat" cmpd="sng" w="19050">
              <a:solidFill>
                <a:schemeClr val="dk1"/>
              </a:solidFill>
              <a:prstDash val="solid"/>
              <a:miter lim="800000"/>
              <a:headEnd len="sm" w="sm" type="none"/>
              <a:tailEnd len="sm" w="sm" type="none"/>
            </a:ln>
          </p:spPr>
        </p:cxnSp>
        <p:cxnSp>
          <p:nvCxnSpPr>
            <p:cNvPr id="4680" name="Google Shape;4680;p84"/>
            <p:cNvCxnSpPr/>
            <p:nvPr/>
          </p:nvCxnSpPr>
          <p:spPr>
            <a:xfrm flipH="1" rot="10800000">
              <a:off x="4362917" y="2719235"/>
              <a:ext cx="1677236" cy="1942688"/>
            </a:xfrm>
            <a:prstGeom prst="straightConnector1">
              <a:avLst/>
            </a:prstGeom>
            <a:noFill/>
            <a:ln cap="flat" cmpd="sng" w="19050">
              <a:solidFill>
                <a:schemeClr val="dk1"/>
              </a:solidFill>
              <a:prstDash val="solid"/>
              <a:miter lim="800000"/>
              <a:headEnd len="sm" w="sm" type="none"/>
              <a:tailEnd len="sm" w="sm" type="none"/>
            </a:ln>
          </p:spPr>
        </p:cxnSp>
        <p:cxnSp>
          <p:nvCxnSpPr>
            <p:cNvPr id="4681" name="Google Shape;4681;p84"/>
            <p:cNvCxnSpPr/>
            <p:nvPr/>
          </p:nvCxnSpPr>
          <p:spPr>
            <a:xfrm flipH="1" rot="10800000">
              <a:off x="5402798" y="2734727"/>
              <a:ext cx="712081" cy="1904336"/>
            </a:xfrm>
            <a:prstGeom prst="straightConnector1">
              <a:avLst/>
            </a:prstGeom>
            <a:noFill/>
            <a:ln cap="flat" cmpd="sng" w="19050">
              <a:solidFill>
                <a:schemeClr val="dk1"/>
              </a:solidFill>
              <a:prstDash val="solid"/>
              <a:miter lim="800000"/>
              <a:headEnd len="sm" w="sm" type="none"/>
              <a:tailEnd len="sm" w="sm" type="none"/>
            </a:ln>
          </p:spPr>
        </p:cxnSp>
        <p:cxnSp>
          <p:nvCxnSpPr>
            <p:cNvPr id="4682" name="Google Shape;4682;p84"/>
            <p:cNvCxnSpPr/>
            <p:nvPr/>
          </p:nvCxnSpPr>
          <p:spPr>
            <a:xfrm rot="10800000">
              <a:off x="6115928" y="2734552"/>
              <a:ext cx="326752" cy="1920004"/>
            </a:xfrm>
            <a:prstGeom prst="straightConnector1">
              <a:avLst/>
            </a:prstGeom>
            <a:noFill/>
            <a:ln cap="flat" cmpd="sng" w="19050">
              <a:solidFill>
                <a:schemeClr val="dk1"/>
              </a:solidFill>
              <a:prstDash val="solid"/>
              <a:miter lim="800000"/>
              <a:headEnd len="sm" w="sm" type="none"/>
              <a:tailEnd len="sm" w="sm" type="none"/>
            </a:ln>
          </p:spPr>
        </p:cxnSp>
        <p:cxnSp>
          <p:nvCxnSpPr>
            <p:cNvPr id="4683" name="Google Shape;4683;p84"/>
            <p:cNvCxnSpPr/>
            <p:nvPr/>
          </p:nvCxnSpPr>
          <p:spPr>
            <a:xfrm rot="10800000">
              <a:off x="6115928" y="2734552"/>
              <a:ext cx="1302772" cy="1942690"/>
            </a:xfrm>
            <a:prstGeom prst="straightConnector1">
              <a:avLst/>
            </a:prstGeom>
            <a:noFill/>
            <a:ln cap="flat" cmpd="sng" w="19050">
              <a:solidFill>
                <a:schemeClr val="dk1"/>
              </a:solidFill>
              <a:prstDash val="solid"/>
              <a:miter lim="800000"/>
              <a:headEnd len="sm" w="sm" type="none"/>
              <a:tailEnd len="sm" w="sm" type="none"/>
            </a:ln>
          </p:spPr>
        </p:cxnSp>
        <p:cxnSp>
          <p:nvCxnSpPr>
            <p:cNvPr id="4684" name="Google Shape;4684;p84"/>
            <p:cNvCxnSpPr/>
            <p:nvPr/>
          </p:nvCxnSpPr>
          <p:spPr>
            <a:xfrm rot="10800000">
              <a:off x="6117237" y="2687162"/>
              <a:ext cx="2318734" cy="1990081"/>
            </a:xfrm>
            <a:prstGeom prst="straightConnector1">
              <a:avLst/>
            </a:prstGeom>
            <a:noFill/>
            <a:ln cap="flat" cmpd="sng" w="19050">
              <a:solidFill>
                <a:schemeClr val="dk1"/>
              </a:solidFill>
              <a:prstDash val="solid"/>
              <a:miter lim="800000"/>
              <a:headEnd len="sm" w="sm" type="none"/>
              <a:tailEnd len="sm" w="sm" type="none"/>
            </a:ln>
          </p:spPr>
        </p:cxnSp>
      </p:grpSp>
      <p:sp>
        <p:nvSpPr>
          <p:cNvPr id="4685" name="Google Shape;4685;p84"/>
          <p:cNvSpPr/>
          <p:nvPr/>
        </p:nvSpPr>
        <p:spPr>
          <a:xfrm>
            <a:off x="4259524" y="1657349"/>
            <a:ext cx="484632" cy="516165"/>
          </a:xfrm>
          <a:prstGeom prst="upArrow">
            <a:avLst>
              <a:gd fmla="val 50000" name="adj1"/>
              <a:gd fmla="val 50000" name="adj2"/>
            </a:avLst>
          </a:prstGeom>
          <a:gradFill>
            <a:gsLst>
              <a:gs pos="0">
                <a:srgbClr val="0000A8"/>
              </a:gs>
              <a:gs pos="100000">
                <a:srgbClr val="CBD3DD"/>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86" name="Google Shape;4686;p84"/>
          <p:cNvSpPr txBox="1"/>
          <p:nvPr/>
        </p:nvSpPr>
        <p:spPr>
          <a:xfrm>
            <a:off x="4692182" y="1661554"/>
            <a:ext cx="1415259"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to off campus</a:t>
            </a:r>
            <a:endParaRPr/>
          </a:p>
        </p:txBody>
      </p:sp>
      <p:grpSp>
        <p:nvGrpSpPr>
          <p:cNvPr id="4687" name="Google Shape;4687;p84"/>
          <p:cNvGrpSpPr/>
          <p:nvPr/>
        </p:nvGrpSpPr>
        <p:grpSpPr>
          <a:xfrm>
            <a:off x="896458" y="5565080"/>
            <a:ext cx="372956" cy="675232"/>
            <a:chOff x="613014" y="2751206"/>
            <a:chExt cx="479789" cy="813141"/>
          </a:xfrm>
        </p:grpSpPr>
        <p:grpSp>
          <p:nvGrpSpPr>
            <p:cNvPr id="4688" name="Google Shape;4688;p84"/>
            <p:cNvGrpSpPr/>
            <p:nvPr/>
          </p:nvGrpSpPr>
          <p:grpSpPr>
            <a:xfrm>
              <a:off x="614363" y="2886074"/>
              <a:ext cx="477092" cy="244001"/>
              <a:chOff x="1105742" y="2664678"/>
              <a:chExt cx="914400" cy="479686"/>
            </a:xfrm>
          </p:grpSpPr>
          <p:sp>
            <p:nvSpPr>
              <p:cNvPr id="4689" name="Google Shape;4689;p84"/>
              <p:cNvSpPr/>
              <p:nvPr/>
            </p:nvSpPr>
            <p:spPr>
              <a:xfrm>
                <a:off x="1105742" y="2951032"/>
                <a:ext cx="911111" cy="193332"/>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90" name="Google Shape;4690;p84"/>
              <p:cNvSpPr/>
              <p:nvPr/>
            </p:nvSpPr>
            <p:spPr>
              <a:xfrm>
                <a:off x="1108275" y="2664678"/>
                <a:ext cx="911867" cy="293400"/>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4691" name="Google Shape;4691;p84"/>
              <p:cNvGrpSpPr/>
              <p:nvPr/>
            </p:nvGrpSpPr>
            <p:grpSpPr>
              <a:xfrm>
                <a:off x="1171599" y="2698871"/>
                <a:ext cx="771688" cy="236197"/>
                <a:chOff x="7939341" y="3037317"/>
                <a:chExt cx="897649" cy="353919"/>
              </a:xfrm>
            </p:grpSpPr>
            <p:sp>
              <p:nvSpPr>
                <p:cNvPr id="4692" name="Google Shape;4692;p84"/>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93" name="Google Shape;4693;p84"/>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94" name="Google Shape;4694;p84"/>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95" name="Google Shape;4695;p84"/>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CBD3D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696" name="Google Shape;4696;p84"/>
            <p:cNvGrpSpPr/>
            <p:nvPr/>
          </p:nvGrpSpPr>
          <p:grpSpPr>
            <a:xfrm>
              <a:off x="613014" y="2751206"/>
              <a:ext cx="477092" cy="244001"/>
              <a:chOff x="1105742" y="2664678"/>
              <a:chExt cx="914400" cy="479686"/>
            </a:xfrm>
          </p:grpSpPr>
          <p:sp>
            <p:nvSpPr>
              <p:cNvPr id="4697" name="Google Shape;4697;p84"/>
              <p:cNvSpPr/>
              <p:nvPr/>
            </p:nvSpPr>
            <p:spPr>
              <a:xfrm>
                <a:off x="1105742" y="2951032"/>
                <a:ext cx="911111" cy="193332"/>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98" name="Google Shape;4698;p84"/>
              <p:cNvSpPr/>
              <p:nvPr/>
            </p:nvSpPr>
            <p:spPr>
              <a:xfrm>
                <a:off x="1108275" y="2664678"/>
                <a:ext cx="911867" cy="293400"/>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4699" name="Google Shape;4699;p84"/>
              <p:cNvGrpSpPr/>
              <p:nvPr/>
            </p:nvGrpSpPr>
            <p:grpSpPr>
              <a:xfrm>
                <a:off x="1171599" y="2698871"/>
                <a:ext cx="771688" cy="236197"/>
                <a:chOff x="7939341" y="3037317"/>
                <a:chExt cx="897649" cy="353919"/>
              </a:xfrm>
            </p:grpSpPr>
            <p:sp>
              <p:nvSpPr>
                <p:cNvPr id="4700" name="Google Shape;4700;p84"/>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01" name="Google Shape;4701;p84"/>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02" name="Google Shape;4702;p84"/>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03" name="Google Shape;4703;p84"/>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CBD3D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704" name="Google Shape;4704;p84"/>
            <p:cNvGrpSpPr/>
            <p:nvPr/>
          </p:nvGrpSpPr>
          <p:grpSpPr>
            <a:xfrm>
              <a:off x="615711" y="3320346"/>
              <a:ext cx="477092" cy="244001"/>
              <a:chOff x="1105742" y="2664678"/>
              <a:chExt cx="914400" cy="479686"/>
            </a:xfrm>
          </p:grpSpPr>
          <p:sp>
            <p:nvSpPr>
              <p:cNvPr id="4705" name="Google Shape;4705;p84"/>
              <p:cNvSpPr/>
              <p:nvPr/>
            </p:nvSpPr>
            <p:spPr>
              <a:xfrm>
                <a:off x="1105742" y="2951032"/>
                <a:ext cx="911111" cy="193332"/>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06" name="Google Shape;4706;p84"/>
              <p:cNvSpPr/>
              <p:nvPr/>
            </p:nvSpPr>
            <p:spPr>
              <a:xfrm>
                <a:off x="1108275" y="2664678"/>
                <a:ext cx="911867" cy="293400"/>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4707" name="Google Shape;4707;p84"/>
              <p:cNvGrpSpPr/>
              <p:nvPr/>
            </p:nvGrpSpPr>
            <p:grpSpPr>
              <a:xfrm>
                <a:off x="1171599" y="2698871"/>
                <a:ext cx="771688" cy="236197"/>
                <a:chOff x="7939341" y="3037317"/>
                <a:chExt cx="897649" cy="353919"/>
              </a:xfrm>
            </p:grpSpPr>
            <p:sp>
              <p:nvSpPr>
                <p:cNvPr id="4708" name="Google Shape;4708;p84"/>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09" name="Google Shape;4709;p84"/>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10" name="Google Shape;4710;p84"/>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11" name="Google Shape;4711;p84"/>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CBD3D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4712" name="Google Shape;4712;p84"/>
            <p:cNvSpPr/>
            <p:nvPr/>
          </p:nvSpPr>
          <p:spPr>
            <a:xfrm>
              <a:off x="825388" y="3147802"/>
              <a:ext cx="45719" cy="45719"/>
            </a:xfrm>
            <a:prstGeom prst="ellipse">
              <a:avLst/>
            </a:pr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713" name="Google Shape;4713;p84"/>
            <p:cNvSpPr/>
            <p:nvPr/>
          </p:nvSpPr>
          <p:spPr>
            <a:xfrm>
              <a:off x="827283" y="3207143"/>
              <a:ext cx="45719" cy="45719"/>
            </a:xfrm>
            <a:prstGeom prst="ellipse">
              <a:avLst/>
            </a:pr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714" name="Google Shape;4714;p84"/>
            <p:cNvSpPr/>
            <p:nvPr/>
          </p:nvSpPr>
          <p:spPr>
            <a:xfrm>
              <a:off x="827540" y="3266485"/>
              <a:ext cx="45719" cy="45719"/>
            </a:xfrm>
            <a:prstGeom prst="ellipse">
              <a:avLst/>
            </a:pr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4715" name="Google Shape;4715;p84"/>
          <p:cNvGrpSpPr/>
          <p:nvPr/>
        </p:nvGrpSpPr>
        <p:grpSpPr>
          <a:xfrm>
            <a:off x="1738988" y="5552957"/>
            <a:ext cx="372956" cy="675232"/>
            <a:chOff x="613014" y="2751206"/>
            <a:chExt cx="479789" cy="813141"/>
          </a:xfrm>
        </p:grpSpPr>
        <p:grpSp>
          <p:nvGrpSpPr>
            <p:cNvPr id="4716" name="Google Shape;4716;p84"/>
            <p:cNvGrpSpPr/>
            <p:nvPr/>
          </p:nvGrpSpPr>
          <p:grpSpPr>
            <a:xfrm>
              <a:off x="614363" y="2886074"/>
              <a:ext cx="477092" cy="244001"/>
              <a:chOff x="1105742" y="2664678"/>
              <a:chExt cx="914400" cy="479686"/>
            </a:xfrm>
          </p:grpSpPr>
          <p:sp>
            <p:nvSpPr>
              <p:cNvPr id="4717" name="Google Shape;4717;p84"/>
              <p:cNvSpPr/>
              <p:nvPr/>
            </p:nvSpPr>
            <p:spPr>
              <a:xfrm>
                <a:off x="1105742" y="2951032"/>
                <a:ext cx="911111" cy="193332"/>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18" name="Google Shape;4718;p84"/>
              <p:cNvSpPr/>
              <p:nvPr/>
            </p:nvSpPr>
            <p:spPr>
              <a:xfrm>
                <a:off x="1108275" y="2664678"/>
                <a:ext cx="911867" cy="293400"/>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4719" name="Google Shape;4719;p84"/>
              <p:cNvGrpSpPr/>
              <p:nvPr/>
            </p:nvGrpSpPr>
            <p:grpSpPr>
              <a:xfrm>
                <a:off x="1171599" y="2698871"/>
                <a:ext cx="771688" cy="236197"/>
                <a:chOff x="7939341" y="3037317"/>
                <a:chExt cx="897649" cy="353919"/>
              </a:xfrm>
            </p:grpSpPr>
            <p:sp>
              <p:nvSpPr>
                <p:cNvPr id="4720" name="Google Shape;4720;p84"/>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21" name="Google Shape;4721;p84"/>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22" name="Google Shape;4722;p84"/>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23" name="Google Shape;4723;p84"/>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CBD3D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724" name="Google Shape;4724;p84"/>
            <p:cNvGrpSpPr/>
            <p:nvPr/>
          </p:nvGrpSpPr>
          <p:grpSpPr>
            <a:xfrm>
              <a:off x="613014" y="2751206"/>
              <a:ext cx="477092" cy="244001"/>
              <a:chOff x="1105742" y="2664678"/>
              <a:chExt cx="914400" cy="479686"/>
            </a:xfrm>
          </p:grpSpPr>
          <p:sp>
            <p:nvSpPr>
              <p:cNvPr id="4725" name="Google Shape;4725;p84"/>
              <p:cNvSpPr/>
              <p:nvPr/>
            </p:nvSpPr>
            <p:spPr>
              <a:xfrm>
                <a:off x="1105742" y="2951032"/>
                <a:ext cx="911111" cy="193332"/>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26" name="Google Shape;4726;p84"/>
              <p:cNvSpPr/>
              <p:nvPr/>
            </p:nvSpPr>
            <p:spPr>
              <a:xfrm>
                <a:off x="1108275" y="2664678"/>
                <a:ext cx="911867" cy="293400"/>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4727" name="Google Shape;4727;p84"/>
              <p:cNvGrpSpPr/>
              <p:nvPr/>
            </p:nvGrpSpPr>
            <p:grpSpPr>
              <a:xfrm>
                <a:off x="1171599" y="2698871"/>
                <a:ext cx="771688" cy="236197"/>
                <a:chOff x="7939341" y="3037317"/>
                <a:chExt cx="897649" cy="353919"/>
              </a:xfrm>
            </p:grpSpPr>
            <p:sp>
              <p:nvSpPr>
                <p:cNvPr id="4728" name="Google Shape;4728;p84"/>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29" name="Google Shape;4729;p84"/>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30" name="Google Shape;4730;p84"/>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31" name="Google Shape;4731;p84"/>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CBD3D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732" name="Google Shape;4732;p84"/>
            <p:cNvGrpSpPr/>
            <p:nvPr/>
          </p:nvGrpSpPr>
          <p:grpSpPr>
            <a:xfrm>
              <a:off x="615711" y="3320346"/>
              <a:ext cx="477092" cy="244001"/>
              <a:chOff x="1105742" y="2664678"/>
              <a:chExt cx="914400" cy="479686"/>
            </a:xfrm>
          </p:grpSpPr>
          <p:sp>
            <p:nvSpPr>
              <p:cNvPr id="4733" name="Google Shape;4733;p84"/>
              <p:cNvSpPr/>
              <p:nvPr/>
            </p:nvSpPr>
            <p:spPr>
              <a:xfrm>
                <a:off x="1105742" y="2951032"/>
                <a:ext cx="911111" cy="193332"/>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34" name="Google Shape;4734;p84"/>
              <p:cNvSpPr/>
              <p:nvPr/>
            </p:nvSpPr>
            <p:spPr>
              <a:xfrm>
                <a:off x="1108275" y="2664678"/>
                <a:ext cx="911867" cy="293400"/>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4735" name="Google Shape;4735;p84"/>
              <p:cNvGrpSpPr/>
              <p:nvPr/>
            </p:nvGrpSpPr>
            <p:grpSpPr>
              <a:xfrm>
                <a:off x="1171599" y="2698871"/>
                <a:ext cx="771688" cy="236197"/>
                <a:chOff x="7939341" y="3037317"/>
                <a:chExt cx="897649" cy="353919"/>
              </a:xfrm>
            </p:grpSpPr>
            <p:sp>
              <p:nvSpPr>
                <p:cNvPr id="4736" name="Google Shape;4736;p84"/>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37" name="Google Shape;4737;p84"/>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38" name="Google Shape;4738;p84"/>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39" name="Google Shape;4739;p84"/>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CBD3D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4740" name="Google Shape;4740;p84"/>
            <p:cNvSpPr/>
            <p:nvPr/>
          </p:nvSpPr>
          <p:spPr>
            <a:xfrm>
              <a:off x="825388" y="3147802"/>
              <a:ext cx="45719" cy="45719"/>
            </a:xfrm>
            <a:prstGeom prst="ellipse">
              <a:avLst/>
            </a:pr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741" name="Google Shape;4741;p84"/>
            <p:cNvSpPr/>
            <p:nvPr/>
          </p:nvSpPr>
          <p:spPr>
            <a:xfrm>
              <a:off x="827283" y="3207143"/>
              <a:ext cx="45719" cy="45719"/>
            </a:xfrm>
            <a:prstGeom prst="ellipse">
              <a:avLst/>
            </a:pr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742" name="Google Shape;4742;p84"/>
            <p:cNvSpPr/>
            <p:nvPr/>
          </p:nvSpPr>
          <p:spPr>
            <a:xfrm>
              <a:off x="827540" y="3266485"/>
              <a:ext cx="45719" cy="45719"/>
            </a:xfrm>
            <a:prstGeom prst="ellipse">
              <a:avLst/>
            </a:pr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4743" name="Google Shape;4743;p84"/>
          <p:cNvGrpSpPr/>
          <p:nvPr/>
        </p:nvGrpSpPr>
        <p:grpSpPr>
          <a:xfrm>
            <a:off x="4676137" y="5546020"/>
            <a:ext cx="919098" cy="526473"/>
            <a:chOff x="5339246" y="5541818"/>
            <a:chExt cx="919098" cy="526473"/>
          </a:xfrm>
        </p:grpSpPr>
        <p:sp>
          <p:nvSpPr>
            <p:cNvPr id="4744" name="Google Shape;4744;p84"/>
            <p:cNvSpPr/>
            <p:nvPr/>
          </p:nvSpPr>
          <p:spPr>
            <a:xfrm>
              <a:off x="5401994" y="5541818"/>
              <a:ext cx="777133" cy="526473"/>
            </a:xfrm>
            <a:prstGeom prst="rect">
              <a:avLst/>
            </a:prstGeom>
            <a:gradFill>
              <a:gsLst>
                <a:gs pos="0">
                  <a:srgbClr val="0000A8"/>
                </a:gs>
                <a:gs pos="99000">
                  <a:srgbClr val="CBD3DD"/>
                </a:gs>
                <a:gs pos="100000">
                  <a:srgbClr val="CBD3DD"/>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745" name="Google Shape;4745;p84"/>
            <p:cNvSpPr txBox="1"/>
            <p:nvPr/>
          </p:nvSpPr>
          <p:spPr>
            <a:xfrm>
              <a:off x="5339246" y="5607840"/>
              <a:ext cx="919098" cy="44127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None/>
              </a:pPr>
              <a:r>
                <a:rPr lang="en-US" sz="1400">
                  <a:solidFill>
                    <a:schemeClr val="lt1"/>
                  </a:solidFill>
                  <a:latin typeface="Calibri"/>
                  <a:ea typeface="Calibri"/>
                  <a:cs typeface="Calibri"/>
                  <a:sym typeface="Calibri"/>
                </a:rPr>
                <a:t>Wireless</a:t>
              </a:r>
              <a:endParaRPr/>
            </a:p>
            <a:p>
              <a:pPr indent="0" lvl="0" marL="0" marR="0" rtl="0" algn="ctr">
                <a:lnSpc>
                  <a:spcPct val="80000"/>
                </a:lnSpc>
                <a:spcBef>
                  <a:spcPts val="0"/>
                </a:spcBef>
                <a:spcAft>
                  <a:spcPts val="0"/>
                </a:spcAft>
                <a:buNone/>
              </a:pPr>
              <a:r>
                <a:rPr lang="en-US" sz="1400">
                  <a:solidFill>
                    <a:schemeClr val="lt1"/>
                  </a:solidFill>
                  <a:latin typeface="Calibri"/>
                  <a:ea typeface="Calibri"/>
                  <a:cs typeface="Calibri"/>
                  <a:sym typeface="Calibri"/>
                </a:rPr>
                <a:t>Controller</a:t>
              </a:r>
              <a:endParaRPr/>
            </a:p>
          </p:txBody>
        </p:sp>
      </p:grpSp>
      <p:sp>
        <p:nvSpPr>
          <p:cNvPr id="4746" name="Google Shape;4746;p84"/>
          <p:cNvSpPr txBox="1"/>
          <p:nvPr/>
        </p:nvSpPr>
        <p:spPr>
          <a:xfrm>
            <a:off x="5358424" y="5189700"/>
            <a:ext cx="37702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t>
            </a:r>
            <a:endParaRPr/>
          </a:p>
        </p:txBody>
      </p:sp>
      <p:cxnSp>
        <p:nvCxnSpPr>
          <p:cNvPr id="4747" name="Google Shape;4747;p84"/>
          <p:cNvCxnSpPr/>
          <p:nvPr/>
        </p:nvCxnSpPr>
        <p:spPr>
          <a:xfrm flipH="1">
            <a:off x="5123329" y="4927220"/>
            <a:ext cx="420312" cy="630924"/>
          </a:xfrm>
          <a:prstGeom prst="straightConnector1">
            <a:avLst/>
          </a:prstGeom>
          <a:noFill/>
          <a:ln cap="flat" cmpd="sng" w="15875">
            <a:solidFill>
              <a:schemeClr val="dk1"/>
            </a:solidFill>
            <a:prstDash val="solid"/>
            <a:miter lim="800000"/>
            <a:headEnd len="sm" w="sm" type="none"/>
            <a:tailEnd len="sm" w="sm" type="none"/>
          </a:ln>
        </p:spPr>
      </p:cxnSp>
      <p:cxnSp>
        <p:nvCxnSpPr>
          <p:cNvPr id="4748" name="Google Shape;4748;p84"/>
          <p:cNvCxnSpPr/>
          <p:nvPr/>
        </p:nvCxnSpPr>
        <p:spPr>
          <a:xfrm>
            <a:off x="5532039" y="4920293"/>
            <a:ext cx="420312" cy="630924"/>
          </a:xfrm>
          <a:prstGeom prst="straightConnector1">
            <a:avLst/>
          </a:prstGeom>
          <a:noFill/>
          <a:ln cap="flat" cmpd="sng" w="15875">
            <a:solidFill>
              <a:schemeClr val="dk1"/>
            </a:solidFill>
            <a:prstDash val="solid"/>
            <a:miter lim="800000"/>
            <a:headEnd len="sm" w="sm" type="none"/>
            <a:tailEnd len="sm" w="sm" type="none"/>
          </a:ln>
        </p:spPr>
      </p:cxnSp>
      <p:grpSp>
        <p:nvGrpSpPr>
          <p:cNvPr id="4749" name="Google Shape;4749;p84"/>
          <p:cNvGrpSpPr/>
          <p:nvPr/>
        </p:nvGrpSpPr>
        <p:grpSpPr>
          <a:xfrm>
            <a:off x="5585775" y="5555545"/>
            <a:ext cx="919098" cy="526473"/>
            <a:chOff x="5339246" y="5541818"/>
            <a:chExt cx="919098" cy="526473"/>
          </a:xfrm>
        </p:grpSpPr>
        <p:sp>
          <p:nvSpPr>
            <p:cNvPr id="4750" name="Google Shape;4750;p84"/>
            <p:cNvSpPr/>
            <p:nvPr/>
          </p:nvSpPr>
          <p:spPr>
            <a:xfrm>
              <a:off x="5401994" y="5541818"/>
              <a:ext cx="777133" cy="526473"/>
            </a:xfrm>
            <a:prstGeom prst="rect">
              <a:avLst/>
            </a:prstGeom>
            <a:gradFill>
              <a:gsLst>
                <a:gs pos="0">
                  <a:srgbClr val="0000A8"/>
                </a:gs>
                <a:gs pos="99000">
                  <a:srgbClr val="CBD3DD"/>
                </a:gs>
                <a:gs pos="100000">
                  <a:srgbClr val="CBD3DD"/>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751" name="Google Shape;4751;p84"/>
            <p:cNvSpPr txBox="1"/>
            <p:nvPr/>
          </p:nvSpPr>
          <p:spPr>
            <a:xfrm>
              <a:off x="5339246" y="5607840"/>
              <a:ext cx="919098" cy="44127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None/>
              </a:pPr>
              <a:r>
                <a:rPr lang="en-US" sz="1400">
                  <a:solidFill>
                    <a:schemeClr val="lt1"/>
                  </a:solidFill>
                  <a:latin typeface="Calibri"/>
                  <a:ea typeface="Calibri"/>
                  <a:cs typeface="Calibri"/>
                  <a:sym typeface="Calibri"/>
                </a:rPr>
                <a:t>Wireless</a:t>
              </a:r>
              <a:endParaRPr/>
            </a:p>
            <a:p>
              <a:pPr indent="0" lvl="0" marL="0" marR="0" rtl="0" algn="ctr">
                <a:lnSpc>
                  <a:spcPct val="80000"/>
                </a:lnSpc>
                <a:spcBef>
                  <a:spcPts val="0"/>
                </a:spcBef>
                <a:spcAft>
                  <a:spcPts val="0"/>
                </a:spcAft>
                <a:buNone/>
              </a:pPr>
              <a:r>
                <a:rPr lang="en-US" sz="1400">
                  <a:solidFill>
                    <a:schemeClr val="lt1"/>
                  </a:solidFill>
                  <a:latin typeface="Calibri"/>
                  <a:ea typeface="Calibri"/>
                  <a:cs typeface="Calibri"/>
                  <a:sym typeface="Calibri"/>
                </a:rPr>
                <a:t>Controller</a:t>
              </a:r>
              <a:endParaRPr/>
            </a:p>
          </p:txBody>
        </p:sp>
      </p:grpSp>
      <p:cxnSp>
        <p:nvCxnSpPr>
          <p:cNvPr id="4752" name="Google Shape;4752;p84"/>
          <p:cNvCxnSpPr/>
          <p:nvPr/>
        </p:nvCxnSpPr>
        <p:spPr>
          <a:xfrm flipH="1">
            <a:off x="7180730" y="4941504"/>
            <a:ext cx="420312" cy="630924"/>
          </a:xfrm>
          <a:prstGeom prst="straightConnector1">
            <a:avLst/>
          </a:prstGeom>
          <a:noFill/>
          <a:ln cap="flat" cmpd="sng" w="15875">
            <a:solidFill>
              <a:schemeClr val="dk1"/>
            </a:solidFill>
            <a:prstDash val="solid"/>
            <a:miter lim="800000"/>
            <a:headEnd len="sm" w="sm" type="none"/>
            <a:tailEnd len="sm" w="sm" type="none"/>
          </a:ln>
        </p:spPr>
      </p:cxnSp>
      <p:cxnSp>
        <p:nvCxnSpPr>
          <p:cNvPr id="4753" name="Google Shape;4753;p84"/>
          <p:cNvCxnSpPr/>
          <p:nvPr/>
        </p:nvCxnSpPr>
        <p:spPr>
          <a:xfrm>
            <a:off x="7589440" y="4934577"/>
            <a:ext cx="420312" cy="630924"/>
          </a:xfrm>
          <a:prstGeom prst="straightConnector1">
            <a:avLst/>
          </a:prstGeom>
          <a:noFill/>
          <a:ln cap="flat" cmpd="sng" w="15875">
            <a:solidFill>
              <a:schemeClr val="dk1"/>
            </a:solidFill>
            <a:prstDash val="solid"/>
            <a:miter lim="800000"/>
            <a:headEnd len="sm" w="sm" type="none"/>
            <a:tailEnd len="sm" w="sm" type="none"/>
          </a:ln>
        </p:spPr>
      </p:cxnSp>
      <p:grpSp>
        <p:nvGrpSpPr>
          <p:cNvPr id="4754" name="Google Shape;4754;p84"/>
          <p:cNvGrpSpPr/>
          <p:nvPr/>
        </p:nvGrpSpPr>
        <p:grpSpPr>
          <a:xfrm>
            <a:off x="6795399" y="5585853"/>
            <a:ext cx="1672049" cy="701199"/>
            <a:chOff x="7615670" y="5367338"/>
            <a:chExt cx="1672049" cy="701199"/>
          </a:xfrm>
        </p:grpSpPr>
        <p:cxnSp>
          <p:nvCxnSpPr>
            <p:cNvPr id="4755" name="Google Shape;4755;p84"/>
            <p:cNvCxnSpPr/>
            <p:nvPr/>
          </p:nvCxnSpPr>
          <p:spPr>
            <a:xfrm>
              <a:off x="7983682" y="5534891"/>
              <a:ext cx="0" cy="324713"/>
            </a:xfrm>
            <a:prstGeom prst="straightConnector1">
              <a:avLst/>
            </a:prstGeom>
            <a:noFill/>
            <a:ln cap="flat" cmpd="sng" w="15875">
              <a:solidFill>
                <a:schemeClr val="dk1"/>
              </a:solidFill>
              <a:prstDash val="solid"/>
              <a:miter lim="800000"/>
              <a:headEnd len="sm" w="sm" type="none"/>
              <a:tailEnd len="sm" w="sm" type="none"/>
            </a:ln>
          </p:spPr>
        </p:cxnSp>
        <p:cxnSp>
          <p:nvCxnSpPr>
            <p:cNvPr id="4756" name="Google Shape;4756;p84"/>
            <p:cNvCxnSpPr>
              <a:endCxn id="4757" idx="2"/>
            </p:cNvCxnSpPr>
            <p:nvPr/>
          </p:nvCxnSpPr>
          <p:spPr>
            <a:xfrm>
              <a:off x="7980220" y="5491916"/>
              <a:ext cx="916200" cy="432600"/>
            </a:xfrm>
            <a:prstGeom prst="straightConnector1">
              <a:avLst/>
            </a:prstGeom>
            <a:noFill/>
            <a:ln cap="flat" cmpd="sng" w="15875">
              <a:solidFill>
                <a:schemeClr val="dk1"/>
              </a:solidFill>
              <a:prstDash val="solid"/>
              <a:miter lim="800000"/>
              <a:headEnd len="sm" w="sm" type="none"/>
              <a:tailEnd len="sm" w="sm" type="none"/>
            </a:ln>
          </p:spPr>
        </p:cxnSp>
        <p:cxnSp>
          <p:nvCxnSpPr>
            <p:cNvPr id="4758" name="Google Shape;4758;p84"/>
            <p:cNvCxnSpPr/>
            <p:nvPr/>
          </p:nvCxnSpPr>
          <p:spPr>
            <a:xfrm>
              <a:off x="8880764" y="5545282"/>
              <a:ext cx="0" cy="324713"/>
            </a:xfrm>
            <a:prstGeom prst="straightConnector1">
              <a:avLst/>
            </a:prstGeom>
            <a:noFill/>
            <a:ln cap="flat" cmpd="sng" w="15875">
              <a:solidFill>
                <a:schemeClr val="dk1"/>
              </a:solidFill>
              <a:prstDash val="solid"/>
              <a:miter lim="800000"/>
              <a:headEnd len="sm" w="sm" type="none"/>
              <a:tailEnd len="sm" w="sm" type="none"/>
            </a:ln>
          </p:spPr>
        </p:cxnSp>
        <p:cxnSp>
          <p:nvCxnSpPr>
            <p:cNvPr id="4759" name="Google Shape;4759;p84"/>
            <p:cNvCxnSpPr>
              <a:stCxn id="4760" idx="4"/>
            </p:cNvCxnSpPr>
            <p:nvPr/>
          </p:nvCxnSpPr>
          <p:spPr>
            <a:xfrm flipH="1" rot="10800000">
              <a:off x="7990567" y="5498586"/>
              <a:ext cx="891900" cy="407100"/>
            </a:xfrm>
            <a:prstGeom prst="straightConnector1">
              <a:avLst/>
            </a:prstGeom>
            <a:noFill/>
            <a:ln cap="flat" cmpd="sng" w="15875">
              <a:solidFill>
                <a:schemeClr val="dk1"/>
              </a:solidFill>
              <a:prstDash val="solid"/>
              <a:miter lim="800000"/>
              <a:headEnd len="sm" w="sm" type="none"/>
              <a:tailEnd len="sm" w="sm" type="none"/>
            </a:ln>
          </p:spPr>
        </p:cxnSp>
        <p:cxnSp>
          <p:nvCxnSpPr>
            <p:cNvPr id="4761" name="Google Shape;4761;p84"/>
            <p:cNvCxnSpPr/>
            <p:nvPr/>
          </p:nvCxnSpPr>
          <p:spPr>
            <a:xfrm rot="10800000">
              <a:off x="8437420" y="5323610"/>
              <a:ext cx="0" cy="324713"/>
            </a:xfrm>
            <a:prstGeom prst="straightConnector1">
              <a:avLst/>
            </a:prstGeom>
            <a:noFill/>
            <a:ln cap="flat" cmpd="sng" w="15875">
              <a:solidFill>
                <a:schemeClr val="dk1"/>
              </a:solidFill>
              <a:prstDash val="solid"/>
              <a:miter lim="800000"/>
              <a:headEnd len="sm" w="sm" type="none"/>
              <a:tailEnd len="sm" w="sm" type="none"/>
            </a:ln>
          </p:spPr>
        </p:cxnSp>
        <p:grpSp>
          <p:nvGrpSpPr>
            <p:cNvPr id="4762" name="Google Shape;4762;p84"/>
            <p:cNvGrpSpPr/>
            <p:nvPr/>
          </p:nvGrpSpPr>
          <p:grpSpPr>
            <a:xfrm>
              <a:off x="7643812" y="5372101"/>
              <a:ext cx="691405" cy="344014"/>
              <a:chOff x="1105742" y="2664678"/>
              <a:chExt cx="914400" cy="479686"/>
            </a:xfrm>
          </p:grpSpPr>
          <p:sp>
            <p:nvSpPr>
              <p:cNvPr id="4763" name="Google Shape;4763;p84"/>
              <p:cNvSpPr/>
              <p:nvPr/>
            </p:nvSpPr>
            <p:spPr>
              <a:xfrm>
                <a:off x="1105742" y="2951032"/>
                <a:ext cx="911111" cy="193332"/>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64" name="Google Shape;4764;p84"/>
              <p:cNvSpPr/>
              <p:nvPr/>
            </p:nvSpPr>
            <p:spPr>
              <a:xfrm>
                <a:off x="1108275" y="2664678"/>
                <a:ext cx="911867" cy="293400"/>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4765" name="Google Shape;4765;p84"/>
              <p:cNvGrpSpPr/>
              <p:nvPr/>
            </p:nvGrpSpPr>
            <p:grpSpPr>
              <a:xfrm>
                <a:off x="1171599" y="2698871"/>
                <a:ext cx="771688" cy="236197"/>
                <a:chOff x="7939341" y="3037317"/>
                <a:chExt cx="897649" cy="353919"/>
              </a:xfrm>
            </p:grpSpPr>
            <p:sp>
              <p:nvSpPr>
                <p:cNvPr id="4766" name="Google Shape;4766;p84"/>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67" name="Google Shape;4767;p84"/>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68" name="Google Shape;4768;p84"/>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69" name="Google Shape;4769;p84"/>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CBD3D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770" name="Google Shape;4770;p84"/>
            <p:cNvGrpSpPr/>
            <p:nvPr/>
          </p:nvGrpSpPr>
          <p:grpSpPr>
            <a:xfrm>
              <a:off x="8539162" y="5367338"/>
              <a:ext cx="691405" cy="344014"/>
              <a:chOff x="1105742" y="2664678"/>
              <a:chExt cx="914400" cy="479686"/>
            </a:xfrm>
          </p:grpSpPr>
          <p:sp>
            <p:nvSpPr>
              <p:cNvPr id="4771" name="Google Shape;4771;p84"/>
              <p:cNvSpPr/>
              <p:nvPr/>
            </p:nvSpPr>
            <p:spPr>
              <a:xfrm>
                <a:off x="1105742" y="2951032"/>
                <a:ext cx="911111" cy="193332"/>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72" name="Google Shape;4772;p84"/>
              <p:cNvSpPr/>
              <p:nvPr/>
            </p:nvSpPr>
            <p:spPr>
              <a:xfrm>
                <a:off x="1108275" y="2664678"/>
                <a:ext cx="911867" cy="293400"/>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4773" name="Google Shape;4773;p84"/>
              <p:cNvGrpSpPr/>
              <p:nvPr/>
            </p:nvGrpSpPr>
            <p:grpSpPr>
              <a:xfrm>
                <a:off x="1171599" y="2698871"/>
                <a:ext cx="771688" cy="236197"/>
                <a:chOff x="7939341" y="3037317"/>
                <a:chExt cx="897649" cy="353919"/>
              </a:xfrm>
            </p:grpSpPr>
            <p:sp>
              <p:nvSpPr>
                <p:cNvPr id="4774" name="Google Shape;4774;p84"/>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75" name="Google Shape;4775;p84"/>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76" name="Google Shape;4776;p84"/>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77" name="Google Shape;4777;p84"/>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CBD3D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778" name="Google Shape;4778;p84"/>
            <p:cNvGrpSpPr/>
            <p:nvPr/>
          </p:nvGrpSpPr>
          <p:grpSpPr>
            <a:xfrm>
              <a:off x="7615670" y="5829299"/>
              <a:ext cx="767604" cy="220189"/>
              <a:chOff x="1105742" y="2664678"/>
              <a:chExt cx="914400" cy="479686"/>
            </a:xfrm>
          </p:grpSpPr>
          <p:sp>
            <p:nvSpPr>
              <p:cNvPr id="4779" name="Google Shape;4779;p84"/>
              <p:cNvSpPr/>
              <p:nvPr/>
            </p:nvSpPr>
            <p:spPr>
              <a:xfrm>
                <a:off x="1105742" y="2951032"/>
                <a:ext cx="911111" cy="193332"/>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80" name="Google Shape;4780;p84"/>
              <p:cNvSpPr/>
              <p:nvPr/>
            </p:nvSpPr>
            <p:spPr>
              <a:xfrm>
                <a:off x="1108275" y="2664678"/>
                <a:ext cx="911867" cy="293400"/>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4781" name="Google Shape;4781;p84"/>
              <p:cNvGrpSpPr/>
              <p:nvPr/>
            </p:nvGrpSpPr>
            <p:grpSpPr>
              <a:xfrm>
                <a:off x="1171599" y="2698871"/>
                <a:ext cx="771688" cy="236197"/>
                <a:chOff x="7939341" y="3037317"/>
                <a:chExt cx="897649" cy="353919"/>
              </a:xfrm>
            </p:grpSpPr>
            <p:sp>
              <p:nvSpPr>
                <p:cNvPr id="4760" name="Google Shape;4760;p84"/>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82" name="Google Shape;4782;p84"/>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83" name="Google Shape;4783;p84"/>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84" name="Google Shape;4784;p84"/>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CBD3D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785" name="Google Shape;4785;p84"/>
            <p:cNvGrpSpPr/>
            <p:nvPr/>
          </p:nvGrpSpPr>
          <p:grpSpPr>
            <a:xfrm>
              <a:off x="8520115" y="5848348"/>
              <a:ext cx="767604" cy="220189"/>
              <a:chOff x="1105742" y="2664678"/>
              <a:chExt cx="914400" cy="479686"/>
            </a:xfrm>
          </p:grpSpPr>
          <p:sp>
            <p:nvSpPr>
              <p:cNvPr id="4786" name="Google Shape;4786;p84"/>
              <p:cNvSpPr/>
              <p:nvPr/>
            </p:nvSpPr>
            <p:spPr>
              <a:xfrm>
                <a:off x="1105742" y="2951032"/>
                <a:ext cx="911111" cy="193332"/>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87" name="Google Shape;4787;p84"/>
              <p:cNvSpPr/>
              <p:nvPr/>
            </p:nvSpPr>
            <p:spPr>
              <a:xfrm>
                <a:off x="1108275" y="2664678"/>
                <a:ext cx="911867" cy="293400"/>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4788" name="Google Shape;4788;p84"/>
              <p:cNvGrpSpPr/>
              <p:nvPr/>
            </p:nvGrpSpPr>
            <p:grpSpPr>
              <a:xfrm>
                <a:off x="1171599" y="2698871"/>
                <a:ext cx="771688" cy="236197"/>
                <a:chOff x="7939341" y="3037317"/>
                <a:chExt cx="897649" cy="353919"/>
              </a:xfrm>
            </p:grpSpPr>
            <p:sp>
              <p:nvSpPr>
                <p:cNvPr id="4789" name="Google Shape;4789;p84"/>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90" name="Google Shape;4790;p84"/>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91" name="Google Shape;4791;p84"/>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57" name="Google Shape;4757;p84"/>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CBD3D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nvGrpSpPr>
          <p:cNvPr id="4792" name="Google Shape;4792;p84"/>
          <p:cNvGrpSpPr/>
          <p:nvPr/>
        </p:nvGrpSpPr>
        <p:grpSpPr>
          <a:xfrm>
            <a:off x="3377249" y="2141871"/>
            <a:ext cx="2291457" cy="1570805"/>
            <a:chOff x="4184073" y="1425815"/>
            <a:chExt cx="2291457" cy="1570805"/>
          </a:xfrm>
        </p:grpSpPr>
        <p:cxnSp>
          <p:nvCxnSpPr>
            <p:cNvPr id="4793" name="Google Shape;4793;p84"/>
            <p:cNvCxnSpPr/>
            <p:nvPr/>
          </p:nvCxnSpPr>
          <p:spPr>
            <a:xfrm flipH="1" rot="10800000">
              <a:off x="4665703" y="1662712"/>
              <a:ext cx="1462650" cy="2616"/>
            </a:xfrm>
            <a:prstGeom prst="straightConnector1">
              <a:avLst/>
            </a:prstGeom>
            <a:noFill/>
            <a:ln cap="flat" cmpd="sng" w="12700">
              <a:solidFill>
                <a:schemeClr val="dk1"/>
              </a:solidFill>
              <a:prstDash val="solid"/>
              <a:miter lim="800000"/>
              <a:headEnd len="sm" w="sm" type="none"/>
              <a:tailEnd len="sm" w="sm" type="none"/>
            </a:ln>
          </p:spPr>
        </p:cxnSp>
        <p:cxnSp>
          <p:nvCxnSpPr>
            <p:cNvPr id="4794" name="Google Shape;4794;p84"/>
            <p:cNvCxnSpPr/>
            <p:nvPr/>
          </p:nvCxnSpPr>
          <p:spPr>
            <a:xfrm flipH="1" rot="10800000">
              <a:off x="4680943" y="2820952"/>
              <a:ext cx="1462650" cy="2616"/>
            </a:xfrm>
            <a:prstGeom prst="straightConnector1">
              <a:avLst/>
            </a:prstGeom>
            <a:noFill/>
            <a:ln cap="flat" cmpd="sng" w="12700">
              <a:solidFill>
                <a:schemeClr val="dk1"/>
              </a:solidFill>
              <a:prstDash val="solid"/>
              <a:miter lim="800000"/>
              <a:headEnd len="sm" w="sm" type="none"/>
              <a:tailEnd len="sm" w="sm" type="none"/>
            </a:ln>
          </p:spPr>
        </p:cxnSp>
        <p:cxnSp>
          <p:nvCxnSpPr>
            <p:cNvPr id="4795" name="Google Shape;4795;p84"/>
            <p:cNvCxnSpPr/>
            <p:nvPr/>
          </p:nvCxnSpPr>
          <p:spPr>
            <a:xfrm>
              <a:off x="4524733" y="1592938"/>
              <a:ext cx="1590146" cy="1141789"/>
            </a:xfrm>
            <a:prstGeom prst="straightConnector1">
              <a:avLst/>
            </a:prstGeom>
            <a:noFill/>
            <a:ln cap="flat" cmpd="sng" w="12700">
              <a:solidFill>
                <a:schemeClr val="dk1"/>
              </a:solidFill>
              <a:prstDash val="solid"/>
              <a:miter lim="800000"/>
              <a:headEnd len="sm" w="sm" type="none"/>
              <a:tailEnd len="sm" w="sm" type="none"/>
            </a:ln>
          </p:spPr>
        </p:cxnSp>
        <p:cxnSp>
          <p:nvCxnSpPr>
            <p:cNvPr id="4796" name="Google Shape;4796;p84"/>
            <p:cNvCxnSpPr>
              <a:endCxn id="4797" idx="2"/>
            </p:cNvCxnSpPr>
            <p:nvPr/>
          </p:nvCxnSpPr>
          <p:spPr>
            <a:xfrm flipH="1" rot="10800000">
              <a:off x="4566643" y="1576258"/>
              <a:ext cx="1533900" cy="1167300"/>
            </a:xfrm>
            <a:prstGeom prst="straightConnector1">
              <a:avLst/>
            </a:prstGeom>
            <a:noFill/>
            <a:ln cap="flat" cmpd="sng" w="12700">
              <a:solidFill>
                <a:schemeClr val="dk1"/>
              </a:solidFill>
              <a:prstDash val="solid"/>
              <a:miter lim="800000"/>
              <a:headEnd len="sm" w="sm" type="none"/>
              <a:tailEnd len="sm" w="sm" type="none"/>
            </a:ln>
          </p:spPr>
        </p:cxnSp>
        <p:cxnSp>
          <p:nvCxnSpPr>
            <p:cNvPr id="4798" name="Google Shape;4798;p84"/>
            <p:cNvCxnSpPr/>
            <p:nvPr/>
          </p:nvCxnSpPr>
          <p:spPr>
            <a:xfrm rot="10800000">
              <a:off x="6109020" y="1640542"/>
              <a:ext cx="0" cy="997458"/>
            </a:xfrm>
            <a:prstGeom prst="straightConnector1">
              <a:avLst/>
            </a:prstGeom>
            <a:noFill/>
            <a:ln cap="flat" cmpd="sng" w="12700">
              <a:solidFill>
                <a:schemeClr val="dk1"/>
              </a:solidFill>
              <a:prstDash val="solid"/>
              <a:miter lim="800000"/>
              <a:headEnd len="sm" w="sm" type="none"/>
              <a:tailEnd len="sm" w="sm" type="none"/>
            </a:ln>
          </p:spPr>
        </p:cxnSp>
        <p:cxnSp>
          <p:nvCxnSpPr>
            <p:cNvPr id="4799" name="Google Shape;4799;p84"/>
            <p:cNvCxnSpPr/>
            <p:nvPr/>
          </p:nvCxnSpPr>
          <p:spPr>
            <a:xfrm rot="10800000">
              <a:off x="4540197" y="1645025"/>
              <a:ext cx="0" cy="997458"/>
            </a:xfrm>
            <a:prstGeom prst="straightConnector1">
              <a:avLst/>
            </a:prstGeom>
            <a:noFill/>
            <a:ln cap="flat" cmpd="sng" w="12700">
              <a:solidFill>
                <a:schemeClr val="dk1"/>
              </a:solidFill>
              <a:prstDash val="solid"/>
              <a:miter lim="800000"/>
              <a:headEnd len="sm" w="sm" type="none"/>
              <a:tailEnd len="sm" w="sm" type="none"/>
            </a:ln>
          </p:spPr>
        </p:cxnSp>
        <p:grpSp>
          <p:nvGrpSpPr>
            <p:cNvPr id="4800" name="Google Shape;4800;p84"/>
            <p:cNvGrpSpPr/>
            <p:nvPr/>
          </p:nvGrpSpPr>
          <p:grpSpPr>
            <a:xfrm>
              <a:off x="4184073" y="1425815"/>
              <a:ext cx="2291457" cy="1570805"/>
              <a:chOff x="4184073" y="1425815"/>
              <a:chExt cx="2291457" cy="1570805"/>
            </a:xfrm>
          </p:grpSpPr>
          <p:grpSp>
            <p:nvGrpSpPr>
              <p:cNvPr id="4801" name="Google Shape;4801;p84"/>
              <p:cNvGrpSpPr/>
              <p:nvPr/>
            </p:nvGrpSpPr>
            <p:grpSpPr>
              <a:xfrm>
                <a:off x="4199129" y="1434821"/>
                <a:ext cx="709186" cy="432288"/>
                <a:chOff x="7493876" y="2774731"/>
                <a:chExt cx="1481958" cy="894622"/>
              </a:xfrm>
            </p:grpSpPr>
            <p:sp>
              <p:nvSpPr>
                <p:cNvPr id="4802" name="Google Shape;4802;p8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rgbClr val="FFFFFF"/>
                    </a:gs>
                    <a:gs pos="60000">
                      <a:srgbClr val="D6DCE0"/>
                    </a:gs>
                    <a:gs pos="100000">
                      <a:srgbClr val="B8C2C9"/>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803" name="Google Shape;4803;p84"/>
                <p:cNvSpPr/>
                <p:nvPr/>
              </p:nvSpPr>
              <p:spPr>
                <a:xfrm>
                  <a:off x="7494729" y="2774731"/>
                  <a:ext cx="1480163" cy="579140"/>
                </a:xfrm>
                <a:prstGeom prst="ellipse">
                  <a:avLst/>
                </a:prstGeom>
                <a:solidFill>
                  <a:srgbClr val="B8C2C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804" name="Google Shape;4804;p84"/>
                <p:cNvGrpSpPr/>
                <p:nvPr/>
              </p:nvGrpSpPr>
              <p:grpSpPr>
                <a:xfrm>
                  <a:off x="7713663" y="2848339"/>
                  <a:ext cx="1042107" cy="425543"/>
                  <a:chOff x="7786941" y="2884917"/>
                  <a:chExt cx="897649" cy="353919"/>
                </a:xfrm>
              </p:grpSpPr>
              <p:sp>
                <p:nvSpPr>
                  <p:cNvPr id="4805" name="Google Shape;4805;p8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06" name="Google Shape;4806;p8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07" name="Google Shape;4807;p8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08" name="Google Shape;4808;p8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809" name="Google Shape;4809;p84"/>
              <p:cNvGrpSpPr/>
              <p:nvPr/>
            </p:nvGrpSpPr>
            <p:grpSpPr>
              <a:xfrm>
                <a:off x="5748414" y="1425815"/>
                <a:ext cx="709186" cy="432288"/>
                <a:chOff x="7493876" y="2774731"/>
                <a:chExt cx="1481958" cy="894622"/>
              </a:xfrm>
            </p:grpSpPr>
            <p:sp>
              <p:nvSpPr>
                <p:cNvPr id="4810" name="Google Shape;4810;p8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rgbClr val="FFFFFF"/>
                    </a:gs>
                    <a:gs pos="60000">
                      <a:srgbClr val="D6DCE0"/>
                    </a:gs>
                    <a:gs pos="100000">
                      <a:srgbClr val="B8C2C9"/>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811" name="Google Shape;4811;p84"/>
                <p:cNvSpPr/>
                <p:nvPr/>
              </p:nvSpPr>
              <p:spPr>
                <a:xfrm>
                  <a:off x="7494729" y="2774731"/>
                  <a:ext cx="1480163" cy="579140"/>
                </a:xfrm>
                <a:prstGeom prst="ellipse">
                  <a:avLst/>
                </a:prstGeom>
                <a:solidFill>
                  <a:srgbClr val="B8C2C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812" name="Google Shape;4812;p84"/>
                <p:cNvGrpSpPr/>
                <p:nvPr/>
              </p:nvGrpSpPr>
              <p:grpSpPr>
                <a:xfrm>
                  <a:off x="7713663" y="2848339"/>
                  <a:ext cx="1042107" cy="425543"/>
                  <a:chOff x="7786941" y="2884917"/>
                  <a:chExt cx="897649" cy="353919"/>
                </a:xfrm>
              </p:grpSpPr>
              <p:sp>
                <p:nvSpPr>
                  <p:cNvPr id="4813" name="Google Shape;4813;p8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14" name="Google Shape;4814;p8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15" name="Google Shape;4815;p8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97" name="Google Shape;4797;p8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816" name="Google Shape;4816;p84"/>
              <p:cNvGrpSpPr/>
              <p:nvPr/>
            </p:nvGrpSpPr>
            <p:grpSpPr>
              <a:xfrm>
                <a:off x="5766344" y="2559850"/>
                <a:ext cx="709186" cy="432288"/>
                <a:chOff x="7493876" y="2774731"/>
                <a:chExt cx="1481958" cy="894622"/>
              </a:xfrm>
            </p:grpSpPr>
            <p:sp>
              <p:nvSpPr>
                <p:cNvPr id="4817" name="Google Shape;4817;p8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rgbClr val="FFFFFF"/>
                    </a:gs>
                    <a:gs pos="60000">
                      <a:srgbClr val="D6DCE0"/>
                    </a:gs>
                    <a:gs pos="100000">
                      <a:srgbClr val="B8C2C9"/>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818" name="Google Shape;4818;p84"/>
                <p:cNvSpPr/>
                <p:nvPr/>
              </p:nvSpPr>
              <p:spPr>
                <a:xfrm>
                  <a:off x="7494729" y="2774731"/>
                  <a:ext cx="1480163" cy="579140"/>
                </a:xfrm>
                <a:prstGeom prst="ellipse">
                  <a:avLst/>
                </a:prstGeom>
                <a:solidFill>
                  <a:srgbClr val="B8C2C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819" name="Google Shape;4819;p84"/>
                <p:cNvGrpSpPr/>
                <p:nvPr/>
              </p:nvGrpSpPr>
              <p:grpSpPr>
                <a:xfrm>
                  <a:off x="7713663" y="2848339"/>
                  <a:ext cx="1042107" cy="425543"/>
                  <a:chOff x="7786941" y="2884917"/>
                  <a:chExt cx="897649" cy="353919"/>
                </a:xfrm>
              </p:grpSpPr>
              <p:sp>
                <p:nvSpPr>
                  <p:cNvPr id="4820" name="Google Shape;4820;p8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21" name="Google Shape;4821;p8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22" name="Google Shape;4822;p8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23" name="Google Shape;4823;p8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824" name="Google Shape;4824;p84"/>
              <p:cNvGrpSpPr/>
              <p:nvPr/>
            </p:nvGrpSpPr>
            <p:grpSpPr>
              <a:xfrm>
                <a:off x="4184073" y="2564332"/>
                <a:ext cx="709186" cy="432288"/>
                <a:chOff x="7493876" y="2774731"/>
                <a:chExt cx="1481958" cy="894622"/>
              </a:xfrm>
            </p:grpSpPr>
            <p:sp>
              <p:nvSpPr>
                <p:cNvPr id="4825" name="Google Shape;4825;p8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rgbClr val="FFFFFF"/>
                    </a:gs>
                    <a:gs pos="60000">
                      <a:srgbClr val="D6DCE0"/>
                    </a:gs>
                    <a:gs pos="100000">
                      <a:srgbClr val="B8C2C9"/>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826" name="Google Shape;4826;p84"/>
                <p:cNvSpPr/>
                <p:nvPr/>
              </p:nvSpPr>
              <p:spPr>
                <a:xfrm>
                  <a:off x="7494729" y="2774731"/>
                  <a:ext cx="1480163" cy="579140"/>
                </a:xfrm>
                <a:prstGeom prst="ellipse">
                  <a:avLst/>
                </a:prstGeom>
                <a:solidFill>
                  <a:srgbClr val="B8C2C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827" name="Google Shape;4827;p84"/>
                <p:cNvGrpSpPr/>
                <p:nvPr/>
              </p:nvGrpSpPr>
              <p:grpSpPr>
                <a:xfrm>
                  <a:off x="7713663" y="2848339"/>
                  <a:ext cx="1042107" cy="425543"/>
                  <a:chOff x="7786941" y="2884917"/>
                  <a:chExt cx="897649" cy="353919"/>
                </a:xfrm>
              </p:grpSpPr>
              <p:sp>
                <p:nvSpPr>
                  <p:cNvPr id="4828" name="Google Shape;4828;p8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29" name="Google Shape;4829;p8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30" name="Google Shape;4830;p8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31" name="Google Shape;4831;p8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sp>
        <p:nvSpPr>
          <p:cNvPr id="4832" name="Google Shape;4832;p84"/>
          <p:cNvSpPr txBox="1"/>
          <p:nvPr/>
        </p:nvSpPr>
        <p:spPr>
          <a:xfrm>
            <a:off x="2747681" y="2224089"/>
            <a:ext cx="680764"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border</a:t>
            </a:r>
            <a:endParaRPr/>
          </a:p>
        </p:txBody>
      </p:sp>
      <p:sp>
        <p:nvSpPr>
          <p:cNvPr id="4833" name="Google Shape;4833;p84"/>
          <p:cNvSpPr txBox="1"/>
          <p:nvPr/>
        </p:nvSpPr>
        <p:spPr>
          <a:xfrm>
            <a:off x="5616387" y="2201677"/>
            <a:ext cx="680764"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border</a:t>
            </a:r>
            <a:endParaRPr/>
          </a:p>
        </p:txBody>
      </p:sp>
      <p:sp>
        <p:nvSpPr>
          <p:cNvPr id="4834" name="Google Shape;4834;p84"/>
          <p:cNvSpPr txBox="1"/>
          <p:nvPr/>
        </p:nvSpPr>
        <p:spPr>
          <a:xfrm>
            <a:off x="5647763" y="3322265"/>
            <a:ext cx="503023"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core</a:t>
            </a:r>
            <a:endParaRPr/>
          </a:p>
        </p:txBody>
      </p:sp>
      <p:sp>
        <p:nvSpPr>
          <p:cNvPr id="4835" name="Google Shape;4835;p84"/>
          <p:cNvSpPr txBox="1"/>
          <p:nvPr/>
        </p:nvSpPr>
        <p:spPr>
          <a:xfrm>
            <a:off x="2855257" y="3340194"/>
            <a:ext cx="525337"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Core</a:t>
            </a:r>
            <a:endParaRPr/>
          </a:p>
        </p:txBody>
      </p:sp>
      <p:grpSp>
        <p:nvGrpSpPr>
          <p:cNvPr id="4836" name="Google Shape;4836;p84"/>
          <p:cNvGrpSpPr/>
          <p:nvPr/>
        </p:nvGrpSpPr>
        <p:grpSpPr>
          <a:xfrm>
            <a:off x="3239335" y="4932774"/>
            <a:ext cx="597740" cy="722787"/>
            <a:chOff x="2529721" y="5066123"/>
            <a:chExt cx="597740" cy="722787"/>
          </a:xfrm>
        </p:grpSpPr>
        <p:sp>
          <p:nvSpPr>
            <p:cNvPr id="4837" name="Google Shape;4837;p84"/>
            <p:cNvSpPr txBox="1"/>
            <p:nvPr/>
          </p:nvSpPr>
          <p:spPr>
            <a:xfrm>
              <a:off x="2645520" y="5419578"/>
              <a:ext cx="37702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t>
              </a:r>
              <a:endParaRPr/>
            </a:p>
          </p:txBody>
        </p:sp>
        <p:cxnSp>
          <p:nvCxnSpPr>
            <p:cNvPr id="4838" name="Google Shape;4838;p84"/>
            <p:cNvCxnSpPr/>
            <p:nvPr/>
          </p:nvCxnSpPr>
          <p:spPr>
            <a:xfrm>
              <a:off x="2827454" y="5066716"/>
              <a:ext cx="300007" cy="505075"/>
            </a:xfrm>
            <a:prstGeom prst="straightConnector1">
              <a:avLst/>
            </a:prstGeom>
            <a:noFill/>
            <a:ln cap="flat" cmpd="sng" w="15875">
              <a:solidFill>
                <a:schemeClr val="dk1"/>
              </a:solidFill>
              <a:prstDash val="solid"/>
              <a:miter lim="800000"/>
              <a:headEnd len="sm" w="sm" type="none"/>
              <a:tailEnd len="sm" w="sm" type="none"/>
            </a:ln>
          </p:spPr>
        </p:cxnSp>
        <p:sp>
          <p:nvSpPr>
            <p:cNvPr id="4839" name="Google Shape;4839;p84"/>
            <p:cNvSpPr txBox="1"/>
            <p:nvPr/>
          </p:nvSpPr>
          <p:spPr>
            <a:xfrm>
              <a:off x="2566660" y="5301690"/>
              <a:ext cx="55181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Agg3</a:t>
              </a:r>
              <a:endParaRPr/>
            </a:p>
          </p:txBody>
        </p:sp>
        <p:cxnSp>
          <p:nvCxnSpPr>
            <p:cNvPr id="4840" name="Google Shape;4840;p84"/>
            <p:cNvCxnSpPr/>
            <p:nvPr/>
          </p:nvCxnSpPr>
          <p:spPr>
            <a:xfrm flipH="1">
              <a:off x="2529721" y="5066123"/>
              <a:ext cx="301169" cy="491437"/>
            </a:xfrm>
            <a:prstGeom prst="straightConnector1">
              <a:avLst/>
            </a:prstGeom>
            <a:noFill/>
            <a:ln cap="flat" cmpd="sng" w="15875">
              <a:solidFill>
                <a:schemeClr val="dk1"/>
              </a:solidFill>
              <a:prstDash val="solid"/>
              <a:miter lim="800000"/>
              <a:headEnd len="sm" w="sm" type="none"/>
              <a:tailEnd len="sm" w="sm" type="none"/>
            </a:ln>
          </p:spPr>
        </p:cxnSp>
      </p:grpSp>
      <p:sp>
        <p:nvSpPr>
          <p:cNvPr id="4841" name="Google Shape;4841;p84"/>
          <p:cNvSpPr txBox="1"/>
          <p:nvPr/>
        </p:nvSpPr>
        <p:spPr>
          <a:xfrm>
            <a:off x="4364784" y="5295754"/>
            <a:ext cx="37702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t>
            </a:r>
            <a:endParaRPr/>
          </a:p>
        </p:txBody>
      </p:sp>
      <p:cxnSp>
        <p:nvCxnSpPr>
          <p:cNvPr id="4842" name="Google Shape;4842;p84"/>
          <p:cNvCxnSpPr/>
          <p:nvPr/>
        </p:nvCxnSpPr>
        <p:spPr>
          <a:xfrm>
            <a:off x="4546718" y="4942892"/>
            <a:ext cx="300007" cy="505075"/>
          </a:xfrm>
          <a:prstGeom prst="straightConnector1">
            <a:avLst/>
          </a:prstGeom>
          <a:noFill/>
          <a:ln cap="flat" cmpd="sng" w="15875">
            <a:solidFill>
              <a:schemeClr val="dk1"/>
            </a:solidFill>
            <a:prstDash val="solid"/>
            <a:miter lim="800000"/>
            <a:headEnd len="sm" w="sm" type="none"/>
            <a:tailEnd len="sm" w="sm" type="none"/>
          </a:ln>
        </p:spPr>
      </p:cxnSp>
      <p:sp>
        <p:nvSpPr>
          <p:cNvPr id="4843" name="Google Shape;4843;p84"/>
          <p:cNvSpPr txBox="1"/>
          <p:nvPr/>
        </p:nvSpPr>
        <p:spPr>
          <a:xfrm>
            <a:off x="4285924" y="5177866"/>
            <a:ext cx="55181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Agg4</a:t>
            </a:r>
            <a:endParaRPr/>
          </a:p>
        </p:txBody>
      </p:sp>
      <p:cxnSp>
        <p:nvCxnSpPr>
          <p:cNvPr id="4844" name="Google Shape;4844;p84"/>
          <p:cNvCxnSpPr/>
          <p:nvPr/>
        </p:nvCxnSpPr>
        <p:spPr>
          <a:xfrm flipH="1">
            <a:off x="4248985" y="4942299"/>
            <a:ext cx="301169" cy="491437"/>
          </a:xfrm>
          <a:prstGeom prst="straightConnector1">
            <a:avLst/>
          </a:prstGeom>
          <a:noFill/>
          <a:ln cap="flat" cmpd="sng" w="15875">
            <a:solidFill>
              <a:schemeClr val="dk1"/>
            </a:solidFill>
            <a:prstDash val="solid"/>
            <a:miter lim="800000"/>
            <a:headEnd len="sm" w="sm" type="none"/>
            <a:tailEnd len="sm" w="sm" type="none"/>
          </a:ln>
        </p:spPr>
      </p:cxnSp>
      <p:grpSp>
        <p:nvGrpSpPr>
          <p:cNvPr id="4845" name="Google Shape;4845;p84"/>
          <p:cNvGrpSpPr/>
          <p:nvPr/>
        </p:nvGrpSpPr>
        <p:grpSpPr>
          <a:xfrm>
            <a:off x="1151577" y="4764537"/>
            <a:ext cx="6801376" cy="455148"/>
            <a:chOff x="1971848" y="4546022"/>
            <a:chExt cx="6801376" cy="455148"/>
          </a:xfrm>
        </p:grpSpPr>
        <p:grpSp>
          <p:nvGrpSpPr>
            <p:cNvPr id="4846" name="Google Shape;4846;p84"/>
            <p:cNvGrpSpPr/>
            <p:nvPr/>
          </p:nvGrpSpPr>
          <p:grpSpPr>
            <a:xfrm>
              <a:off x="1971848" y="4546022"/>
              <a:ext cx="709186" cy="432288"/>
              <a:chOff x="7493876" y="2774731"/>
              <a:chExt cx="1481958" cy="894622"/>
            </a:xfrm>
          </p:grpSpPr>
          <p:sp>
            <p:nvSpPr>
              <p:cNvPr id="4847" name="Google Shape;4847;p8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rgbClr val="FFFFFF"/>
                  </a:gs>
                  <a:gs pos="60000">
                    <a:srgbClr val="D6DCE0"/>
                  </a:gs>
                  <a:gs pos="100000">
                    <a:srgbClr val="B8C2C9"/>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848" name="Google Shape;4848;p84"/>
              <p:cNvSpPr/>
              <p:nvPr/>
            </p:nvSpPr>
            <p:spPr>
              <a:xfrm>
                <a:off x="7494729" y="2774731"/>
                <a:ext cx="1480163" cy="579140"/>
              </a:xfrm>
              <a:prstGeom prst="ellipse">
                <a:avLst/>
              </a:prstGeom>
              <a:solidFill>
                <a:srgbClr val="B8C2C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849" name="Google Shape;4849;p84"/>
              <p:cNvGrpSpPr/>
              <p:nvPr/>
            </p:nvGrpSpPr>
            <p:grpSpPr>
              <a:xfrm>
                <a:off x="7713663" y="2848339"/>
                <a:ext cx="1042107" cy="425543"/>
                <a:chOff x="7786941" y="2884917"/>
                <a:chExt cx="897649" cy="353919"/>
              </a:xfrm>
            </p:grpSpPr>
            <p:sp>
              <p:nvSpPr>
                <p:cNvPr id="4671" name="Google Shape;4671;p8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50" name="Google Shape;4850;p8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51" name="Google Shape;4851;p8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63" name="Google Shape;4663;p8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852" name="Google Shape;4852;p84"/>
            <p:cNvGrpSpPr/>
            <p:nvPr/>
          </p:nvGrpSpPr>
          <p:grpSpPr>
            <a:xfrm>
              <a:off x="2992928" y="4549832"/>
              <a:ext cx="709186" cy="432288"/>
              <a:chOff x="7493876" y="2774731"/>
              <a:chExt cx="1481958" cy="894622"/>
            </a:xfrm>
          </p:grpSpPr>
          <p:sp>
            <p:nvSpPr>
              <p:cNvPr id="4853" name="Google Shape;4853;p8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rgbClr val="FFFFFF"/>
                  </a:gs>
                  <a:gs pos="60000">
                    <a:srgbClr val="D6DCE0"/>
                  </a:gs>
                  <a:gs pos="100000">
                    <a:srgbClr val="B8C2C9"/>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854" name="Google Shape;4854;p84"/>
              <p:cNvSpPr/>
              <p:nvPr/>
            </p:nvSpPr>
            <p:spPr>
              <a:xfrm>
                <a:off x="7494729" y="2774731"/>
                <a:ext cx="1480163" cy="579140"/>
              </a:xfrm>
              <a:prstGeom prst="ellipse">
                <a:avLst/>
              </a:prstGeom>
              <a:solidFill>
                <a:srgbClr val="B8C2C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855" name="Google Shape;4855;p84"/>
              <p:cNvGrpSpPr/>
              <p:nvPr/>
            </p:nvGrpSpPr>
            <p:grpSpPr>
              <a:xfrm>
                <a:off x="7713663" y="2848339"/>
                <a:ext cx="1042107" cy="425543"/>
                <a:chOff x="7786941" y="2884917"/>
                <a:chExt cx="897649" cy="353919"/>
              </a:xfrm>
            </p:grpSpPr>
            <p:sp>
              <p:nvSpPr>
                <p:cNvPr id="4856" name="Google Shape;4856;p8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57" name="Google Shape;4857;p8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58" name="Google Shape;4858;p8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59" name="Google Shape;4859;p8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860" name="Google Shape;4860;p84"/>
            <p:cNvGrpSpPr/>
            <p:nvPr/>
          </p:nvGrpSpPr>
          <p:grpSpPr>
            <a:xfrm>
              <a:off x="4002578" y="4553642"/>
              <a:ext cx="709186" cy="432288"/>
              <a:chOff x="7493876" y="2774731"/>
              <a:chExt cx="1481958" cy="894622"/>
            </a:xfrm>
          </p:grpSpPr>
          <p:sp>
            <p:nvSpPr>
              <p:cNvPr id="4861" name="Google Shape;4861;p8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rgbClr val="FFFFFF"/>
                  </a:gs>
                  <a:gs pos="60000">
                    <a:srgbClr val="D6DCE0"/>
                  </a:gs>
                  <a:gs pos="100000">
                    <a:srgbClr val="B8C2C9"/>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862" name="Google Shape;4862;p84"/>
              <p:cNvSpPr/>
              <p:nvPr/>
            </p:nvSpPr>
            <p:spPr>
              <a:xfrm>
                <a:off x="7494729" y="2774731"/>
                <a:ext cx="1480163" cy="579140"/>
              </a:xfrm>
              <a:prstGeom prst="ellipse">
                <a:avLst/>
              </a:prstGeom>
              <a:solidFill>
                <a:srgbClr val="B8C2C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863" name="Google Shape;4863;p84"/>
              <p:cNvGrpSpPr/>
              <p:nvPr/>
            </p:nvGrpSpPr>
            <p:grpSpPr>
              <a:xfrm>
                <a:off x="7713663" y="2848339"/>
                <a:ext cx="1042107" cy="425543"/>
                <a:chOff x="7786941" y="2884917"/>
                <a:chExt cx="897649" cy="353919"/>
              </a:xfrm>
            </p:grpSpPr>
            <p:sp>
              <p:nvSpPr>
                <p:cNvPr id="4864" name="Google Shape;4864;p8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65" name="Google Shape;4865;p8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66" name="Google Shape;4866;p8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67" name="Google Shape;4867;p8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868" name="Google Shape;4868;p84"/>
            <p:cNvGrpSpPr/>
            <p:nvPr/>
          </p:nvGrpSpPr>
          <p:grpSpPr>
            <a:xfrm>
              <a:off x="5012228" y="4557452"/>
              <a:ext cx="709186" cy="432288"/>
              <a:chOff x="7493876" y="2774731"/>
              <a:chExt cx="1481958" cy="894622"/>
            </a:xfrm>
          </p:grpSpPr>
          <p:sp>
            <p:nvSpPr>
              <p:cNvPr id="4869" name="Google Shape;4869;p8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rgbClr val="FFFFFF"/>
                  </a:gs>
                  <a:gs pos="60000">
                    <a:srgbClr val="D6DCE0"/>
                  </a:gs>
                  <a:gs pos="100000">
                    <a:srgbClr val="B8C2C9"/>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870" name="Google Shape;4870;p84"/>
              <p:cNvSpPr/>
              <p:nvPr/>
            </p:nvSpPr>
            <p:spPr>
              <a:xfrm>
                <a:off x="7494729" y="2774731"/>
                <a:ext cx="1480163" cy="579140"/>
              </a:xfrm>
              <a:prstGeom prst="ellipse">
                <a:avLst/>
              </a:prstGeom>
              <a:solidFill>
                <a:srgbClr val="B8C2C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871" name="Google Shape;4871;p84"/>
              <p:cNvGrpSpPr/>
              <p:nvPr/>
            </p:nvGrpSpPr>
            <p:grpSpPr>
              <a:xfrm>
                <a:off x="7713663" y="2848339"/>
                <a:ext cx="1042107" cy="425543"/>
                <a:chOff x="7786941" y="2884917"/>
                <a:chExt cx="897649" cy="353919"/>
              </a:xfrm>
            </p:grpSpPr>
            <p:sp>
              <p:nvSpPr>
                <p:cNvPr id="4872" name="Google Shape;4872;p8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73" name="Google Shape;4873;p8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74" name="Google Shape;4874;p8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75" name="Google Shape;4875;p8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876" name="Google Shape;4876;p84"/>
            <p:cNvGrpSpPr/>
            <p:nvPr/>
          </p:nvGrpSpPr>
          <p:grpSpPr>
            <a:xfrm>
              <a:off x="6021878" y="4561262"/>
              <a:ext cx="709186" cy="432288"/>
              <a:chOff x="7493876" y="2774731"/>
              <a:chExt cx="1481958" cy="894622"/>
            </a:xfrm>
          </p:grpSpPr>
          <p:sp>
            <p:nvSpPr>
              <p:cNvPr id="4877" name="Google Shape;4877;p8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rgbClr val="FFFFFF"/>
                  </a:gs>
                  <a:gs pos="60000">
                    <a:srgbClr val="D6DCE0"/>
                  </a:gs>
                  <a:gs pos="100000">
                    <a:srgbClr val="B8C2C9"/>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878" name="Google Shape;4878;p84"/>
              <p:cNvSpPr/>
              <p:nvPr/>
            </p:nvSpPr>
            <p:spPr>
              <a:xfrm>
                <a:off x="7494729" y="2774731"/>
                <a:ext cx="1480163" cy="579140"/>
              </a:xfrm>
              <a:prstGeom prst="ellipse">
                <a:avLst/>
              </a:prstGeom>
              <a:solidFill>
                <a:srgbClr val="B8C2C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879" name="Google Shape;4879;p84"/>
              <p:cNvGrpSpPr/>
              <p:nvPr/>
            </p:nvGrpSpPr>
            <p:grpSpPr>
              <a:xfrm>
                <a:off x="7713663" y="2848339"/>
                <a:ext cx="1042107" cy="425543"/>
                <a:chOff x="7786941" y="2884917"/>
                <a:chExt cx="897649" cy="353919"/>
              </a:xfrm>
            </p:grpSpPr>
            <p:sp>
              <p:nvSpPr>
                <p:cNvPr id="4880" name="Google Shape;4880;p8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81" name="Google Shape;4881;p8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82" name="Google Shape;4882;p8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83" name="Google Shape;4883;p8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884" name="Google Shape;4884;p84"/>
            <p:cNvGrpSpPr/>
            <p:nvPr/>
          </p:nvGrpSpPr>
          <p:grpSpPr>
            <a:xfrm>
              <a:off x="7042958" y="4565072"/>
              <a:ext cx="709186" cy="432288"/>
              <a:chOff x="7493876" y="2774731"/>
              <a:chExt cx="1481958" cy="894622"/>
            </a:xfrm>
          </p:grpSpPr>
          <p:sp>
            <p:nvSpPr>
              <p:cNvPr id="4885" name="Google Shape;4885;p8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rgbClr val="FFFFFF"/>
                  </a:gs>
                  <a:gs pos="60000">
                    <a:srgbClr val="D6DCE0"/>
                  </a:gs>
                  <a:gs pos="100000">
                    <a:srgbClr val="B8C2C9"/>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886" name="Google Shape;4886;p84"/>
              <p:cNvSpPr/>
              <p:nvPr/>
            </p:nvSpPr>
            <p:spPr>
              <a:xfrm>
                <a:off x="7494729" y="2774731"/>
                <a:ext cx="1480163" cy="579140"/>
              </a:xfrm>
              <a:prstGeom prst="ellipse">
                <a:avLst/>
              </a:prstGeom>
              <a:solidFill>
                <a:srgbClr val="B8C2C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887" name="Google Shape;4887;p84"/>
              <p:cNvGrpSpPr/>
              <p:nvPr/>
            </p:nvGrpSpPr>
            <p:grpSpPr>
              <a:xfrm>
                <a:off x="7713663" y="2848339"/>
                <a:ext cx="1042107" cy="425543"/>
                <a:chOff x="7786941" y="2884917"/>
                <a:chExt cx="897649" cy="353919"/>
              </a:xfrm>
            </p:grpSpPr>
            <p:sp>
              <p:nvSpPr>
                <p:cNvPr id="4888" name="Google Shape;4888;p8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89" name="Google Shape;4889;p8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90" name="Google Shape;4890;p8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91" name="Google Shape;4891;p8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892" name="Google Shape;4892;p84"/>
            <p:cNvGrpSpPr/>
            <p:nvPr/>
          </p:nvGrpSpPr>
          <p:grpSpPr>
            <a:xfrm>
              <a:off x="8064038" y="4568882"/>
              <a:ext cx="709186" cy="432288"/>
              <a:chOff x="7493876" y="2774731"/>
              <a:chExt cx="1481958" cy="894622"/>
            </a:xfrm>
          </p:grpSpPr>
          <p:sp>
            <p:nvSpPr>
              <p:cNvPr id="4893" name="Google Shape;4893;p8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rgbClr val="FFFFFF"/>
                  </a:gs>
                  <a:gs pos="60000">
                    <a:srgbClr val="D6DCE0"/>
                  </a:gs>
                  <a:gs pos="100000">
                    <a:srgbClr val="B8C2C9"/>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894" name="Google Shape;4894;p84"/>
              <p:cNvSpPr/>
              <p:nvPr/>
            </p:nvSpPr>
            <p:spPr>
              <a:xfrm>
                <a:off x="7494729" y="2774731"/>
                <a:ext cx="1480163" cy="579140"/>
              </a:xfrm>
              <a:prstGeom prst="ellipse">
                <a:avLst/>
              </a:prstGeom>
              <a:solidFill>
                <a:srgbClr val="B8C2C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895" name="Google Shape;4895;p84"/>
              <p:cNvGrpSpPr/>
              <p:nvPr/>
            </p:nvGrpSpPr>
            <p:grpSpPr>
              <a:xfrm>
                <a:off x="7713663" y="2848339"/>
                <a:ext cx="1042107" cy="425543"/>
                <a:chOff x="7786941" y="2884917"/>
                <a:chExt cx="897649" cy="353919"/>
              </a:xfrm>
            </p:grpSpPr>
            <p:sp>
              <p:nvSpPr>
                <p:cNvPr id="4896" name="Google Shape;4896;p8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97" name="Google Shape;4897;p8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98" name="Google Shape;4898;p8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99" name="Google Shape;4899;p8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sp>
        <p:nvSpPr>
          <p:cNvPr id="4900" name="Google Shape;4900;p84"/>
          <p:cNvSpPr txBox="1"/>
          <p:nvPr/>
        </p:nvSpPr>
        <p:spPr>
          <a:xfrm>
            <a:off x="6268849" y="5197290"/>
            <a:ext cx="726033"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firewall</a:t>
            </a:r>
            <a:endParaRPr/>
          </a:p>
        </p:txBody>
      </p:sp>
      <p:sp>
        <p:nvSpPr>
          <p:cNvPr id="4901" name="Google Shape;4901;p84"/>
          <p:cNvSpPr txBox="1"/>
          <p:nvPr/>
        </p:nvSpPr>
        <p:spPr>
          <a:xfrm>
            <a:off x="7107049" y="5206815"/>
            <a:ext cx="1034835"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data center</a:t>
            </a:r>
            <a:endParaRPr/>
          </a:p>
        </p:txBody>
      </p:sp>
      <p:sp>
        <p:nvSpPr>
          <p:cNvPr id="4902" name="Google Shape;4902;p84"/>
          <p:cNvSpPr txBox="1"/>
          <p:nvPr/>
        </p:nvSpPr>
        <p:spPr>
          <a:xfrm>
            <a:off x="5281287" y="5173103"/>
            <a:ext cx="510076"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WiFi</a:t>
            </a:r>
            <a:endParaRPr/>
          </a:p>
        </p:txBody>
      </p:sp>
      <p:grpSp>
        <p:nvGrpSpPr>
          <p:cNvPr id="4903" name="Google Shape;4903;p84"/>
          <p:cNvGrpSpPr/>
          <p:nvPr/>
        </p:nvGrpSpPr>
        <p:grpSpPr>
          <a:xfrm>
            <a:off x="7806939" y="1214719"/>
            <a:ext cx="2508101" cy="5201772"/>
            <a:chOff x="7768839" y="643219"/>
            <a:chExt cx="2508101" cy="5201772"/>
          </a:xfrm>
        </p:grpSpPr>
        <p:grpSp>
          <p:nvGrpSpPr>
            <p:cNvPr id="4904" name="Google Shape;4904;p84"/>
            <p:cNvGrpSpPr/>
            <p:nvPr/>
          </p:nvGrpSpPr>
          <p:grpSpPr>
            <a:xfrm>
              <a:off x="9284637" y="1127313"/>
              <a:ext cx="992303" cy="4324766"/>
              <a:chOff x="9163613" y="1019736"/>
              <a:chExt cx="992303" cy="4324766"/>
            </a:xfrm>
          </p:grpSpPr>
          <p:sp>
            <p:nvSpPr>
              <p:cNvPr id="4905" name="Google Shape;4905;p84"/>
              <p:cNvSpPr txBox="1"/>
              <p:nvPr/>
            </p:nvSpPr>
            <p:spPr>
              <a:xfrm>
                <a:off x="9163613" y="1019736"/>
                <a:ext cx="63511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A8"/>
                    </a:solidFill>
                    <a:latin typeface="Calibri"/>
                    <a:ea typeface="Calibri"/>
                    <a:cs typeface="Calibri"/>
                    <a:sym typeface="Calibri"/>
                  </a:rPr>
                  <a:t>eBGP</a:t>
                </a:r>
                <a:endParaRPr/>
              </a:p>
            </p:txBody>
          </p:sp>
          <p:sp>
            <p:nvSpPr>
              <p:cNvPr id="4906" name="Google Shape;4906;p84"/>
              <p:cNvSpPr txBox="1"/>
              <p:nvPr/>
            </p:nvSpPr>
            <p:spPr>
              <a:xfrm>
                <a:off x="9216840" y="2205878"/>
                <a:ext cx="662361" cy="58477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600">
                    <a:solidFill>
                      <a:srgbClr val="0000A8"/>
                    </a:solidFill>
                    <a:latin typeface="Calibri"/>
                    <a:ea typeface="Calibri"/>
                    <a:cs typeface="Calibri"/>
                    <a:sym typeface="Calibri"/>
                  </a:rPr>
                  <a:t>iBGP</a:t>
                </a:r>
                <a:endParaRPr/>
              </a:p>
              <a:p>
                <a:pPr indent="0" lvl="0" marL="0" marR="0" rtl="0" algn="l">
                  <a:spcBef>
                    <a:spcPts val="0"/>
                  </a:spcBef>
                  <a:spcAft>
                    <a:spcPts val="0"/>
                  </a:spcAft>
                  <a:buNone/>
                </a:pPr>
                <a:r>
                  <a:rPr lang="en-US" sz="1600">
                    <a:solidFill>
                      <a:srgbClr val="0000A8"/>
                    </a:solidFill>
                    <a:latin typeface="Calibri"/>
                    <a:ea typeface="Calibri"/>
                    <a:cs typeface="Calibri"/>
                    <a:sym typeface="Calibri"/>
                  </a:rPr>
                  <a:t>IS-IS</a:t>
                </a:r>
                <a:endParaRPr/>
              </a:p>
            </p:txBody>
          </p:sp>
          <p:sp>
            <p:nvSpPr>
              <p:cNvPr id="4907" name="Google Shape;4907;p84"/>
              <p:cNvSpPr txBox="1"/>
              <p:nvPr/>
            </p:nvSpPr>
            <p:spPr>
              <a:xfrm>
                <a:off x="9264996" y="3441607"/>
                <a:ext cx="538032"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rgbClr val="0000A8"/>
                    </a:solidFill>
                    <a:latin typeface="Calibri"/>
                    <a:ea typeface="Calibri"/>
                    <a:cs typeface="Calibri"/>
                    <a:sym typeface="Calibri"/>
                  </a:rPr>
                  <a:t>IS-IS</a:t>
                </a:r>
                <a:endParaRPr/>
              </a:p>
            </p:txBody>
          </p:sp>
          <p:sp>
            <p:nvSpPr>
              <p:cNvPr id="4908" name="Google Shape;4908;p84"/>
              <p:cNvSpPr txBox="1"/>
              <p:nvPr/>
            </p:nvSpPr>
            <p:spPr>
              <a:xfrm>
                <a:off x="9243807" y="5005948"/>
                <a:ext cx="912109"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rgbClr val="0000A8"/>
                    </a:solidFill>
                    <a:latin typeface="Calibri"/>
                    <a:ea typeface="Calibri"/>
                    <a:cs typeface="Calibri"/>
                    <a:sym typeface="Calibri"/>
                  </a:rPr>
                  <a:t>Ethernet</a:t>
                </a:r>
                <a:endParaRPr/>
              </a:p>
            </p:txBody>
          </p:sp>
        </p:grpSp>
        <p:sp>
          <p:nvSpPr>
            <p:cNvPr id="4909" name="Google Shape;4909;p84"/>
            <p:cNvSpPr txBox="1"/>
            <p:nvPr/>
          </p:nvSpPr>
          <p:spPr>
            <a:xfrm>
              <a:off x="8538816" y="5096435"/>
              <a:ext cx="878959" cy="44127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None/>
              </a:pPr>
              <a:r>
                <a:rPr i="1" lang="en-US" sz="1400">
                  <a:solidFill>
                    <a:schemeClr val="dk1"/>
                  </a:solidFill>
                  <a:latin typeface="Calibri"/>
                  <a:ea typeface="Calibri"/>
                  <a:cs typeface="Calibri"/>
                  <a:sym typeface="Calibri"/>
                </a:rPr>
                <a:t>layer-2</a:t>
              </a:r>
              <a:endParaRPr/>
            </a:p>
            <a:p>
              <a:pPr indent="0" lvl="0" marL="0" marR="0" rtl="0" algn="ctr">
                <a:lnSpc>
                  <a:spcPct val="80000"/>
                </a:lnSpc>
                <a:spcBef>
                  <a:spcPts val="0"/>
                </a:spcBef>
                <a:spcAft>
                  <a:spcPts val="0"/>
                </a:spcAft>
                <a:buNone/>
              </a:pPr>
              <a:r>
                <a:rPr i="1" lang="en-US" sz="1400">
                  <a:solidFill>
                    <a:schemeClr val="dk1"/>
                  </a:solidFill>
                  <a:latin typeface="Calibri"/>
                  <a:ea typeface="Calibri"/>
                  <a:cs typeface="Calibri"/>
                  <a:sym typeface="Calibri"/>
                </a:rPr>
                <a:t>switching</a:t>
              </a:r>
              <a:endParaRPr/>
            </a:p>
          </p:txBody>
        </p:sp>
        <p:sp>
          <p:nvSpPr>
            <p:cNvPr id="4910" name="Google Shape;4910;p84"/>
            <p:cNvSpPr txBox="1"/>
            <p:nvPr/>
          </p:nvSpPr>
          <p:spPr>
            <a:xfrm>
              <a:off x="8361409" y="2976282"/>
              <a:ext cx="1141531" cy="44127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None/>
              </a:pPr>
              <a:r>
                <a:rPr i="1" lang="en-US" sz="1400">
                  <a:solidFill>
                    <a:schemeClr val="dk1"/>
                  </a:solidFill>
                  <a:latin typeface="Calibri"/>
                  <a:ea typeface="Calibri"/>
                  <a:cs typeface="Calibri"/>
                  <a:sym typeface="Calibri"/>
                </a:rPr>
                <a:t>intra-domain</a:t>
              </a:r>
              <a:endParaRPr/>
            </a:p>
            <a:p>
              <a:pPr indent="0" lvl="0" marL="0" marR="0" rtl="0" algn="ctr">
                <a:lnSpc>
                  <a:spcPct val="80000"/>
                </a:lnSpc>
                <a:spcBef>
                  <a:spcPts val="0"/>
                </a:spcBef>
                <a:spcAft>
                  <a:spcPts val="0"/>
                </a:spcAft>
                <a:buNone/>
              </a:pPr>
              <a:r>
                <a:rPr i="1" lang="en-US" sz="1400">
                  <a:solidFill>
                    <a:schemeClr val="dk1"/>
                  </a:solidFill>
                  <a:latin typeface="Calibri"/>
                  <a:ea typeface="Calibri"/>
                  <a:cs typeface="Calibri"/>
                  <a:sym typeface="Calibri"/>
                </a:rPr>
                <a:t>routing</a:t>
              </a:r>
              <a:endParaRPr/>
            </a:p>
          </p:txBody>
        </p:sp>
        <p:sp>
          <p:nvSpPr>
            <p:cNvPr id="4911" name="Google Shape;4911;p84"/>
            <p:cNvSpPr txBox="1"/>
            <p:nvPr/>
          </p:nvSpPr>
          <p:spPr>
            <a:xfrm>
              <a:off x="7768839" y="1555376"/>
              <a:ext cx="1128001" cy="44127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None/>
              </a:pPr>
              <a:r>
                <a:rPr i="1" lang="en-US" sz="1400">
                  <a:solidFill>
                    <a:schemeClr val="dk1"/>
                  </a:solidFill>
                  <a:latin typeface="Calibri"/>
                  <a:ea typeface="Calibri"/>
                  <a:cs typeface="Calibri"/>
                  <a:sym typeface="Calibri"/>
                </a:rPr>
                <a:t>inter-domain</a:t>
              </a:r>
              <a:endParaRPr/>
            </a:p>
            <a:p>
              <a:pPr indent="0" lvl="0" marL="0" marR="0" rtl="0" algn="ctr">
                <a:lnSpc>
                  <a:spcPct val="80000"/>
                </a:lnSpc>
                <a:spcBef>
                  <a:spcPts val="0"/>
                </a:spcBef>
                <a:spcAft>
                  <a:spcPts val="0"/>
                </a:spcAft>
                <a:buNone/>
              </a:pPr>
              <a:r>
                <a:rPr i="1" lang="en-US" sz="1400">
                  <a:solidFill>
                    <a:schemeClr val="dk1"/>
                  </a:solidFill>
                  <a:latin typeface="Calibri"/>
                  <a:ea typeface="Calibri"/>
                  <a:cs typeface="Calibri"/>
                  <a:sym typeface="Calibri"/>
                </a:rPr>
                <a:t>routing</a:t>
              </a:r>
              <a:endParaRPr/>
            </a:p>
          </p:txBody>
        </p:sp>
        <p:cxnSp>
          <p:nvCxnSpPr>
            <p:cNvPr id="4912" name="Google Shape;4912;p84"/>
            <p:cNvCxnSpPr/>
            <p:nvPr/>
          </p:nvCxnSpPr>
          <p:spPr>
            <a:xfrm>
              <a:off x="8310282" y="1990165"/>
              <a:ext cx="0" cy="1048870"/>
            </a:xfrm>
            <a:prstGeom prst="straightConnector1">
              <a:avLst/>
            </a:prstGeom>
            <a:noFill/>
            <a:ln cap="flat" cmpd="sng" w="12700">
              <a:solidFill>
                <a:schemeClr val="dk1"/>
              </a:solidFill>
              <a:prstDash val="solid"/>
              <a:miter lim="800000"/>
              <a:headEnd len="sm" w="sm" type="none"/>
              <a:tailEnd len="med" w="med" type="triangle"/>
            </a:ln>
          </p:spPr>
        </p:cxnSp>
        <p:cxnSp>
          <p:nvCxnSpPr>
            <p:cNvPr id="4913" name="Google Shape;4913;p84"/>
            <p:cNvCxnSpPr/>
            <p:nvPr/>
          </p:nvCxnSpPr>
          <p:spPr>
            <a:xfrm rot="10800000">
              <a:off x="8287871" y="793376"/>
              <a:ext cx="0" cy="739588"/>
            </a:xfrm>
            <a:prstGeom prst="straightConnector1">
              <a:avLst/>
            </a:prstGeom>
            <a:noFill/>
            <a:ln cap="flat" cmpd="sng" w="12700">
              <a:solidFill>
                <a:schemeClr val="dk1"/>
              </a:solidFill>
              <a:prstDash val="solid"/>
              <a:miter lim="800000"/>
              <a:headEnd len="sm" w="sm" type="none"/>
              <a:tailEnd len="med" w="med" type="triangle"/>
            </a:ln>
          </p:spPr>
        </p:cxnSp>
        <p:cxnSp>
          <p:nvCxnSpPr>
            <p:cNvPr id="4914" name="Google Shape;4914;p84"/>
            <p:cNvCxnSpPr>
              <a:stCxn id="4910" idx="0"/>
            </p:cNvCxnSpPr>
            <p:nvPr/>
          </p:nvCxnSpPr>
          <p:spPr>
            <a:xfrm rot="10800000">
              <a:off x="8924375" y="1846782"/>
              <a:ext cx="7800" cy="1129500"/>
            </a:xfrm>
            <a:prstGeom prst="straightConnector1">
              <a:avLst/>
            </a:prstGeom>
            <a:noFill/>
            <a:ln cap="flat" cmpd="sng" w="12700">
              <a:solidFill>
                <a:schemeClr val="dk1"/>
              </a:solidFill>
              <a:prstDash val="solid"/>
              <a:miter lim="800000"/>
              <a:headEnd len="sm" w="sm" type="none"/>
              <a:tailEnd len="med" w="med" type="triangle"/>
            </a:ln>
          </p:spPr>
        </p:cxnSp>
        <p:cxnSp>
          <p:nvCxnSpPr>
            <p:cNvPr id="4915" name="Google Shape;4915;p84"/>
            <p:cNvCxnSpPr/>
            <p:nvPr/>
          </p:nvCxnSpPr>
          <p:spPr>
            <a:xfrm>
              <a:off x="8950104" y="3397624"/>
              <a:ext cx="0" cy="1120589"/>
            </a:xfrm>
            <a:prstGeom prst="straightConnector1">
              <a:avLst/>
            </a:prstGeom>
            <a:noFill/>
            <a:ln cap="flat" cmpd="sng" w="12700">
              <a:solidFill>
                <a:schemeClr val="dk1"/>
              </a:solidFill>
              <a:prstDash val="solid"/>
              <a:miter lim="800000"/>
              <a:headEnd len="sm" w="sm" type="none"/>
              <a:tailEnd len="med" w="med" type="triangle"/>
            </a:ln>
          </p:spPr>
        </p:cxnSp>
        <p:cxnSp>
          <p:nvCxnSpPr>
            <p:cNvPr id="4916" name="Google Shape;4916;p84"/>
            <p:cNvCxnSpPr/>
            <p:nvPr/>
          </p:nvCxnSpPr>
          <p:spPr>
            <a:xfrm rot="10800000">
              <a:off x="8951259" y="4616824"/>
              <a:ext cx="0" cy="466165"/>
            </a:xfrm>
            <a:prstGeom prst="straightConnector1">
              <a:avLst/>
            </a:prstGeom>
            <a:noFill/>
            <a:ln cap="flat" cmpd="sng" w="12700">
              <a:solidFill>
                <a:schemeClr val="dk1"/>
              </a:solidFill>
              <a:prstDash val="solid"/>
              <a:miter lim="800000"/>
              <a:headEnd len="sm" w="sm" type="none"/>
              <a:tailEnd len="med" w="med" type="triangle"/>
            </a:ln>
          </p:spPr>
        </p:cxnSp>
        <p:cxnSp>
          <p:nvCxnSpPr>
            <p:cNvPr id="4917" name="Google Shape;4917;p84"/>
            <p:cNvCxnSpPr/>
            <p:nvPr/>
          </p:nvCxnSpPr>
          <p:spPr>
            <a:xfrm>
              <a:off x="8955741" y="5459506"/>
              <a:ext cx="0" cy="385485"/>
            </a:xfrm>
            <a:prstGeom prst="straightConnector1">
              <a:avLst/>
            </a:prstGeom>
            <a:noFill/>
            <a:ln cap="flat" cmpd="sng" w="12700">
              <a:solidFill>
                <a:schemeClr val="dk1"/>
              </a:solidFill>
              <a:prstDash val="solid"/>
              <a:miter lim="800000"/>
              <a:headEnd len="sm" w="sm" type="none"/>
              <a:tailEnd len="med" w="med" type="triangle"/>
            </a:ln>
          </p:spPr>
        </p:cxnSp>
        <p:sp>
          <p:nvSpPr>
            <p:cNvPr id="4918" name="Google Shape;4918;p84"/>
            <p:cNvSpPr txBox="1"/>
            <p:nvPr/>
          </p:nvSpPr>
          <p:spPr>
            <a:xfrm>
              <a:off x="9136716" y="643219"/>
              <a:ext cx="105843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Protocols</a:t>
              </a:r>
              <a:endParaRPr sz="1600">
                <a:solidFill>
                  <a:schemeClr val="dk1"/>
                </a:solidFill>
                <a:latin typeface="Calibri"/>
                <a:ea typeface="Calibri"/>
                <a:cs typeface="Calibri"/>
                <a:sym typeface="Calibri"/>
              </a:endParaRPr>
            </a:p>
          </p:txBody>
        </p:sp>
      </p:grpSp>
      <p:grpSp>
        <p:nvGrpSpPr>
          <p:cNvPr id="4919" name="Google Shape;4919;p84"/>
          <p:cNvGrpSpPr/>
          <p:nvPr/>
        </p:nvGrpSpPr>
        <p:grpSpPr>
          <a:xfrm>
            <a:off x="10313335" y="1227048"/>
            <a:ext cx="1758748" cy="4777202"/>
            <a:chOff x="10597964" y="776571"/>
            <a:chExt cx="1758748" cy="4777202"/>
          </a:xfrm>
        </p:grpSpPr>
        <p:sp>
          <p:nvSpPr>
            <p:cNvPr id="4920" name="Google Shape;4920;p84"/>
            <p:cNvSpPr txBox="1"/>
            <p:nvPr/>
          </p:nvSpPr>
          <p:spPr>
            <a:xfrm>
              <a:off x="10597964" y="776571"/>
              <a:ext cx="115929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Link Speeds</a:t>
              </a:r>
              <a:endParaRPr/>
            </a:p>
          </p:txBody>
        </p:sp>
        <p:sp>
          <p:nvSpPr>
            <p:cNvPr id="4921" name="Google Shape;4921;p84"/>
            <p:cNvSpPr txBox="1"/>
            <p:nvPr/>
          </p:nvSpPr>
          <p:spPr>
            <a:xfrm>
              <a:off x="10884834" y="1194548"/>
              <a:ext cx="1471878"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10G; </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100G pending</a:t>
              </a:r>
              <a:endParaRPr/>
            </a:p>
          </p:txBody>
        </p:sp>
        <p:sp>
          <p:nvSpPr>
            <p:cNvPr id="4922" name="Google Shape;4922;p84"/>
            <p:cNvSpPr txBox="1"/>
            <p:nvPr/>
          </p:nvSpPr>
          <p:spPr>
            <a:xfrm>
              <a:off x="10916210" y="2543737"/>
              <a:ext cx="1326004"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40G &amp; 100G</a:t>
              </a:r>
              <a:endParaRPr/>
            </a:p>
          </p:txBody>
        </p:sp>
        <p:sp>
          <p:nvSpPr>
            <p:cNvPr id="4923" name="Google Shape;4923;p84"/>
            <p:cNvSpPr txBox="1"/>
            <p:nvPr/>
          </p:nvSpPr>
          <p:spPr>
            <a:xfrm>
              <a:off x="10920692" y="3664325"/>
              <a:ext cx="572593"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40G</a:t>
              </a:r>
              <a:endParaRPr/>
            </a:p>
          </p:txBody>
        </p:sp>
        <p:sp>
          <p:nvSpPr>
            <p:cNvPr id="4924" name="Google Shape;4924;p84"/>
            <p:cNvSpPr txBox="1"/>
            <p:nvPr/>
          </p:nvSpPr>
          <p:spPr>
            <a:xfrm>
              <a:off x="11019304" y="5215219"/>
              <a:ext cx="1098378"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10G &amp; 1G</a:t>
              </a:r>
              <a:endParaRPr/>
            </a:p>
          </p:txBody>
        </p:sp>
      </p:gr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03"/>
                                        </p:tgtEl>
                                        <p:attrNameLst>
                                          <p:attrName>style.visibility</p:attrName>
                                        </p:attrNameLst>
                                      </p:cBhvr>
                                      <p:to>
                                        <p:strVal val="visible"/>
                                      </p:to>
                                    </p:set>
                                    <p:animEffect filter="fade" transition="in">
                                      <p:cBhvr>
                                        <p:cTn dur="500"/>
                                        <p:tgtEl>
                                          <p:spTgt spid="49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19"/>
                                        </p:tgtEl>
                                        <p:attrNameLst>
                                          <p:attrName>style.visibility</p:attrName>
                                        </p:attrNameLst>
                                      </p:cBhvr>
                                      <p:to>
                                        <p:strVal val="visible"/>
                                      </p:to>
                                    </p:set>
                                    <p:animEffect filter="fade" transition="in">
                                      <p:cBhvr>
                                        <p:cTn dur="500"/>
                                        <p:tgtEl>
                                          <p:spTgt spid="49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9" name="Shape 4929"/>
        <p:cNvGrpSpPr/>
        <p:nvPr/>
      </p:nvGrpSpPr>
      <p:grpSpPr>
        <a:xfrm>
          <a:off x="0" y="0"/>
          <a:ext cx="0" cy="0"/>
          <a:chOff x="0" y="0"/>
          <a:chExt cx="0" cy="0"/>
        </a:xfrm>
      </p:grpSpPr>
      <p:sp>
        <p:nvSpPr>
          <p:cNvPr id="4930" name="Google Shape;4930;p85"/>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b="0" lang="en-US">
                <a:latin typeface="Calibri"/>
                <a:ea typeface="Calibri"/>
                <a:cs typeface="Calibri"/>
                <a:sym typeface="Calibri"/>
              </a:rPr>
              <a:t>Switches vs. routers</a:t>
            </a:r>
            <a:endParaRPr b="0" sz="4400">
              <a:latin typeface="Calibri"/>
              <a:ea typeface="Calibri"/>
              <a:cs typeface="Calibri"/>
              <a:sym typeface="Calibri"/>
            </a:endParaRPr>
          </a:p>
        </p:txBody>
      </p:sp>
      <p:sp>
        <p:nvSpPr>
          <p:cNvPr id="4931" name="Google Shape;4931;p8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Link Layer: 6-</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
        <p:nvSpPr>
          <p:cNvPr id="4932" name="Google Shape;4932;p85"/>
          <p:cNvSpPr/>
          <p:nvPr/>
        </p:nvSpPr>
        <p:spPr>
          <a:xfrm flipH="1">
            <a:off x="9361825" y="2092325"/>
            <a:ext cx="638175" cy="803639"/>
          </a:xfrm>
          <a:custGeom>
            <a:rect b="b" l="l" r="r" t="t"/>
            <a:pathLst>
              <a:path extrusionOk="0" h="537" w="402">
                <a:moveTo>
                  <a:pt x="402" y="363"/>
                </a:moveTo>
                <a:lnTo>
                  <a:pt x="28" y="0"/>
                </a:lnTo>
                <a:lnTo>
                  <a:pt x="0" y="470"/>
                </a:lnTo>
                <a:lnTo>
                  <a:pt x="242" y="537"/>
                </a:lnTo>
                <a:lnTo>
                  <a:pt x="402" y="363"/>
                </a:lnTo>
                <a:close/>
              </a:path>
            </a:pathLst>
          </a:custGeom>
          <a:gradFill>
            <a:gsLst>
              <a:gs pos="0">
                <a:srgbClr val="BFBFBF"/>
              </a:gs>
              <a:gs pos="100000">
                <a:srgbClr val="FFFFF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933" name="Google Shape;4933;p85"/>
          <p:cNvSpPr/>
          <p:nvPr/>
        </p:nvSpPr>
        <p:spPr>
          <a:xfrm>
            <a:off x="9349126" y="844952"/>
            <a:ext cx="360363" cy="1517612"/>
          </a:xfrm>
          <a:custGeom>
            <a:rect b="b" l="l" r="r" t="t"/>
            <a:pathLst>
              <a:path extrusionOk="0" h="1186" w="267">
                <a:moveTo>
                  <a:pt x="254" y="466"/>
                </a:moveTo>
                <a:lnTo>
                  <a:pt x="0" y="0"/>
                </a:lnTo>
                <a:lnTo>
                  <a:pt x="0" y="1186"/>
                </a:lnTo>
                <a:lnTo>
                  <a:pt x="267" y="652"/>
                </a:lnTo>
                <a:lnTo>
                  <a:pt x="254" y="466"/>
                </a:lnTo>
                <a:close/>
              </a:path>
            </a:pathLst>
          </a:custGeom>
          <a:gradFill>
            <a:gsLst>
              <a:gs pos="0">
                <a:srgbClr val="BFBFBF"/>
              </a:gs>
              <a:gs pos="100000">
                <a:srgbClr val="FFFFF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934" name="Google Shape;4934;p85"/>
          <p:cNvSpPr/>
          <p:nvPr/>
        </p:nvSpPr>
        <p:spPr>
          <a:xfrm>
            <a:off x="8077539" y="862377"/>
            <a:ext cx="1273175" cy="1536700"/>
          </a:xfrm>
          <a:prstGeom prst="rect">
            <a:avLst/>
          </a:prstGeom>
          <a:solidFill>
            <a:srgbClr val="FFFFFF"/>
          </a:solidFill>
          <a:ln cap="flat" cmpd="sng" w="28575">
            <a:solidFill>
              <a:srgbClr val="00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cxnSp>
        <p:nvCxnSpPr>
          <p:cNvPr id="4935" name="Google Shape;4935;p85"/>
          <p:cNvCxnSpPr/>
          <p:nvPr/>
        </p:nvCxnSpPr>
        <p:spPr>
          <a:xfrm>
            <a:off x="8077539" y="1179877"/>
            <a:ext cx="1263650" cy="3175"/>
          </a:xfrm>
          <a:prstGeom prst="straightConnector1">
            <a:avLst/>
          </a:prstGeom>
          <a:noFill/>
          <a:ln cap="flat" cmpd="sng" w="28575">
            <a:solidFill>
              <a:srgbClr val="000000"/>
            </a:solidFill>
            <a:prstDash val="solid"/>
            <a:round/>
            <a:headEnd len="med" w="med" type="none"/>
            <a:tailEnd len="med" w="med" type="none"/>
          </a:ln>
        </p:spPr>
      </p:cxnSp>
      <p:sp>
        <p:nvSpPr>
          <p:cNvPr id="4936" name="Google Shape;4936;p85"/>
          <p:cNvSpPr txBox="1"/>
          <p:nvPr/>
        </p:nvSpPr>
        <p:spPr>
          <a:xfrm>
            <a:off x="8056901" y="829039"/>
            <a:ext cx="1317625" cy="1600200"/>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application</a:t>
            </a:r>
            <a:endParaRPr/>
          </a:p>
          <a:p>
            <a:pPr indent="0" lvl="0" marL="0" marR="0" rtl="0" algn="ctr">
              <a:lnSpc>
                <a:spcPct val="11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transport</a:t>
            </a:r>
            <a:endParaRPr/>
          </a:p>
          <a:p>
            <a:pPr indent="0" lvl="0" marL="0" marR="0" rtl="0" algn="ctr">
              <a:lnSpc>
                <a:spcPct val="11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network</a:t>
            </a:r>
            <a:endParaRPr/>
          </a:p>
          <a:p>
            <a:pPr indent="0" lvl="0" marL="0" marR="0" rtl="0" algn="ctr">
              <a:lnSpc>
                <a:spcPct val="11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link</a:t>
            </a:r>
            <a:endParaRPr/>
          </a:p>
          <a:p>
            <a:pPr indent="0" lvl="0" marL="0" marR="0" rtl="0" algn="ctr">
              <a:lnSpc>
                <a:spcPct val="11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physical</a:t>
            </a:r>
            <a:endParaRPr/>
          </a:p>
        </p:txBody>
      </p:sp>
      <p:cxnSp>
        <p:nvCxnSpPr>
          <p:cNvPr id="4937" name="Google Shape;4937;p85"/>
          <p:cNvCxnSpPr/>
          <p:nvPr/>
        </p:nvCxnSpPr>
        <p:spPr>
          <a:xfrm>
            <a:off x="8085476" y="1500552"/>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4938" name="Google Shape;4938;p85"/>
          <p:cNvCxnSpPr/>
          <p:nvPr/>
        </p:nvCxnSpPr>
        <p:spPr>
          <a:xfrm>
            <a:off x="8090239" y="1781539"/>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4939" name="Google Shape;4939;p85"/>
          <p:cNvCxnSpPr/>
          <p:nvPr/>
        </p:nvCxnSpPr>
        <p:spPr>
          <a:xfrm>
            <a:off x="8090239" y="2057764"/>
            <a:ext cx="1263650" cy="3175"/>
          </a:xfrm>
          <a:prstGeom prst="straightConnector1">
            <a:avLst/>
          </a:prstGeom>
          <a:noFill/>
          <a:ln cap="flat" cmpd="sng" w="28575">
            <a:solidFill>
              <a:srgbClr val="000000"/>
            </a:solidFill>
            <a:prstDash val="solid"/>
            <a:round/>
            <a:headEnd len="med" w="med" type="none"/>
            <a:tailEnd len="med" w="med" type="none"/>
          </a:ln>
        </p:spPr>
      </p:cxnSp>
      <p:grpSp>
        <p:nvGrpSpPr>
          <p:cNvPr id="4940" name="Google Shape;4940;p85"/>
          <p:cNvGrpSpPr/>
          <p:nvPr/>
        </p:nvGrpSpPr>
        <p:grpSpPr>
          <a:xfrm>
            <a:off x="9518991" y="3463925"/>
            <a:ext cx="1328738" cy="996950"/>
            <a:chOff x="3593" y="192"/>
            <a:chExt cx="837" cy="628"/>
          </a:xfrm>
        </p:grpSpPr>
        <p:sp>
          <p:nvSpPr>
            <p:cNvPr id="4941" name="Google Shape;4941;p85"/>
            <p:cNvSpPr/>
            <p:nvPr/>
          </p:nvSpPr>
          <p:spPr>
            <a:xfrm>
              <a:off x="3628" y="213"/>
              <a:ext cx="802" cy="596"/>
            </a:xfrm>
            <a:prstGeom prst="rect">
              <a:avLst/>
            </a:prstGeom>
            <a:solidFill>
              <a:srgbClr val="FFFFFF"/>
            </a:solidFill>
            <a:ln cap="flat" cmpd="sng" w="28575">
              <a:solidFill>
                <a:srgbClr val="00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cxnSp>
          <p:nvCxnSpPr>
            <p:cNvPr id="4942" name="Google Shape;4942;p85"/>
            <p:cNvCxnSpPr/>
            <p:nvPr/>
          </p:nvCxnSpPr>
          <p:spPr>
            <a:xfrm>
              <a:off x="3628" y="413"/>
              <a:ext cx="796" cy="2"/>
            </a:xfrm>
            <a:prstGeom prst="straightConnector1">
              <a:avLst/>
            </a:prstGeom>
            <a:noFill/>
            <a:ln cap="flat" cmpd="sng" w="28575">
              <a:solidFill>
                <a:srgbClr val="000000"/>
              </a:solidFill>
              <a:prstDash val="solid"/>
              <a:round/>
              <a:headEnd len="med" w="med" type="none"/>
              <a:tailEnd len="med" w="med" type="none"/>
            </a:ln>
          </p:spPr>
        </p:cxnSp>
        <p:sp>
          <p:nvSpPr>
            <p:cNvPr id="4943" name="Google Shape;4943;p85"/>
            <p:cNvSpPr txBox="1"/>
            <p:nvPr/>
          </p:nvSpPr>
          <p:spPr>
            <a:xfrm>
              <a:off x="3593" y="192"/>
              <a:ext cx="830" cy="62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network</a:t>
              </a:r>
              <a:endParaRPr/>
            </a:p>
            <a:p>
              <a:pPr indent="0" lvl="0" marL="0" marR="0" rtl="0" algn="ctr">
                <a:lnSpc>
                  <a:spcPct val="11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link</a:t>
              </a:r>
              <a:endParaRPr/>
            </a:p>
            <a:p>
              <a:pPr indent="0" lvl="0" marL="0" marR="0" rtl="0" algn="ctr">
                <a:lnSpc>
                  <a:spcPct val="11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physical</a:t>
              </a:r>
              <a:endParaRPr/>
            </a:p>
          </p:txBody>
        </p:sp>
        <p:cxnSp>
          <p:nvCxnSpPr>
            <p:cNvPr id="4944" name="Google Shape;4944;p85"/>
            <p:cNvCxnSpPr/>
            <p:nvPr/>
          </p:nvCxnSpPr>
          <p:spPr>
            <a:xfrm>
              <a:off x="3633" y="615"/>
              <a:ext cx="796" cy="2"/>
            </a:xfrm>
            <a:prstGeom prst="straightConnector1">
              <a:avLst/>
            </a:prstGeom>
            <a:noFill/>
            <a:ln cap="flat" cmpd="sng" w="28575">
              <a:solidFill>
                <a:srgbClr val="000000"/>
              </a:solidFill>
              <a:prstDash val="solid"/>
              <a:round/>
              <a:headEnd len="med" w="med" type="none"/>
              <a:tailEnd len="med" w="med" type="none"/>
            </a:ln>
          </p:spPr>
        </p:cxnSp>
      </p:grpSp>
      <p:grpSp>
        <p:nvGrpSpPr>
          <p:cNvPr id="4945" name="Google Shape;4945;p85"/>
          <p:cNvGrpSpPr/>
          <p:nvPr/>
        </p:nvGrpSpPr>
        <p:grpSpPr>
          <a:xfrm>
            <a:off x="9901576" y="2097452"/>
            <a:ext cx="1317625" cy="695325"/>
            <a:chOff x="4714" y="633"/>
            <a:chExt cx="830" cy="438"/>
          </a:xfrm>
        </p:grpSpPr>
        <p:sp>
          <p:nvSpPr>
            <p:cNvPr id="4946" name="Google Shape;4946;p85"/>
            <p:cNvSpPr/>
            <p:nvPr/>
          </p:nvSpPr>
          <p:spPr>
            <a:xfrm>
              <a:off x="4723" y="642"/>
              <a:ext cx="802" cy="413"/>
            </a:xfrm>
            <a:prstGeom prst="rect">
              <a:avLst/>
            </a:prstGeom>
            <a:solidFill>
              <a:srgbClr val="FFFFFF"/>
            </a:solidFill>
            <a:ln cap="flat" cmpd="sng" w="28575">
              <a:solidFill>
                <a:srgbClr val="00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cxnSp>
          <p:nvCxnSpPr>
            <p:cNvPr id="4947" name="Google Shape;4947;p85"/>
            <p:cNvCxnSpPr/>
            <p:nvPr/>
          </p:nvCxnSpPr>
          <p:spPr>
            <a:xfrm>
              <a:off x="4723" y="842"/>
              <a:ext cx="796" cy="2"/>
            </a:xfrm>
            <a:prstGeom prst="straightConnector1">
              <a:avLst/>
            </a:prstGeom>
            <a:noFill/>
            <a:ln cap="flat" cmpd="sng" w="28575">
              <a:solidFill>
                <a:srgbClr val="000000"/>
              </a:solidFill>
              <a:prstDash val="solid"/>
              <a:round/>
              <a:headEnd len="med" w="med" type="none"/>
              <a:tailEnd len="med" w="med" type="none"/>
            </a:ln>
          </p:spPr>
        </p:cxnSp>
        <p:sp>
          <p:nvSpPr>
            <p:cNvPr id="4948" name="Google Shape;4948;p85"/>
            <p:cNvSpPr txBox="1"/>
            <p:nvPr/>
          </p:nvSpPr>
          <p:spPr>
            <a:xfrm>
              <a:off x="4714" y="633"/>
              <a:ext cx="830" cy="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link</a:t>
              </a:r>
              <a:endParaRPr/>
            </a:p>
            <a:p>
              <a:pPr indent="0" lvl="0" marL="0" marR="0" rtl="0" algn="ctr">
                <a:lnSpc>
                  <a:spcPct val="11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physical</a:t>
              </a:r>
              <a:endParaRPr/>
            </a:p>
          </p:txBody>
        </p:sp>
      </p:grpSp>
      <p:sp>
        <p:nvSpPr>
          <p:cNvPr id="4949" name="Google Shape;4949;p85"/>
          <p:cNvSpPr txBox="1"/>
          <p:nvPr/>
        </p:nvSpPr>
        <p:spPr>
          <a:xfrm>
            <a:off x="8672851" y="2943589"/>
            <a:ext cx="79925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1" i="0" lang="en-US" sz="1800" u="none" cap="none" strike="noStrike">
                <a:solidFill>
                  <a:srgbClr val="000000"/>
                </a:solidFill>
                <a:latin typeface="Calibri"/>
                <a:ea typeface="Calibri"/>
                <a:cs typeface="Calibri"/>
                <a:sym typeface="Calibri"/>
              </a:rPr>
              <a:t>switch</a:t>
            </a:r>
            <a:endParaRPr/>
          </a:p>
        </p:txBody>
      </p:sp>
      <p:grpSp>
        <p:nvGrpSpPr>
          <p:cNvPr id="4950" name="Google Shape;4950;p85"/>
          <p:cNvGrpSpPr/>
          <p:nvPr/>
        </p:nvGrpSpPr>
        <p:grpSpPr>
          <a:xfrm>
            <a:off x="7270588" y="1487019"/>
            <a:ext cx="917575" cy="307975"/>
            <a:chOff x="1080" y="911"/>
            <a:chExt cx="578" cy="194"/>
          </a:xfrm>
        </p:grpSpPr>
        <p:sp>
          <p:nvSpPr>
            <p:cNvPr id="4951" name="Google Shape;4951;p85"/>
            <p:cNvSpPr/>
            <p:nvPr/>
          </p:nvSpPr>
          <p:spPr>
            <a:xfrm>
              <a:off x="1082" y="939"/>
              <a:ext cx="576" cy="135"/>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br" dir="135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CC0000"/>
                </a:solidFill>
                <a:latin typeface="Calibri"/>
                <a:ea typeface="Calibri"/>
                <a:cs typeface="Calibri"/>
                <a:sym typeface="Calibri"/>
              </a:endParaRPr>
            </a:p>
          </p:txBody>
        </p:sp>
        <p:sp>
          <p:nvSpPr>
            <p:cNvPr id="4952" name="Google Shape;4952;p85"/>
            <p:cNvSpPr txBox="1"/>
            <p:nvPr/>
          </p:nvSpPr>
          <p:spPr>
            <a:xfrm>
              <a:off x="1080" y="911"/>
              <a:ext cx="561" cy="1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400"/>
                <a:buFont typeface="Calibri"/>
                <a:buNone/>
              </a:pPr>
              <a:r>
                <a:rPr b="0" i="0" lang="en-US" sz="1400" u="none" cap="none" strike="noStrike">
                  <a:solidFill>
                    <a:srgbClr val="CC0000"/>
                  </a:solidFill>
                  <a:latin typeface="Calibri"/>
                  <a:ea typeface="Calibri"/>
                  <a:cs typeface="Calibri"/>
                  <a:sym typeface="Calibri"/>
                </a:rPr>
                <a:t>datagram</a:t>
              </a:r>
              <a:endParaRPr/>
            </a:p>
          </p:txBody>
        </p:sp>
      </p:grpSp>
      <p:sp>
        <p:nvSpPr>
          <p:cNvPr id="4953" name="Google Shape;4953;p85"/>
          <p:cNvSpPr/>
          <p:nvPr/>
        </p:nvSpPr>
        <p:spPr>
          <a:xfrm>
            <a:off x="7979114" y="4605702"/>
            <a:ext cx="1273175" cy="1536700"/>
          </a:xfrm>
          <a:prstGeom prst="rect">
            <a:avLst/>
          </a:prstGeom>
          <a:solidFill>
            <a:srgbClr val="FFFFFF"/>
          </a:solidFill>
          <a:ln cap="flat" cmpd="sng" w="28575">
            <a:solidFill>
              <a:srgbClr val="00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cxnSp>
        <p:nvCxnSpPr>
          <p:cNvPr id="4954" name="Google Shape;4954;p85"/>
          <p:cNvCxnSpPr/>
          <p:nvPr/>
        </p:nvCxnSpPr>
        <p:spPr>
          <a:xfrm>
            <a:off x="7979114" y="4923202"/>
            <a:ext cx="1263650" cy="3175"/>
          </a:xfrm>
          <a:prstGeom prst="straightConnector1">
            <a:avLst/>
          </a:prstGeom>
          <a:noFill/>
          <a:ln cap="flat" cmpd="sng" w="28575">
            <a:solidFill>
              <a:srgbClr val="000000"/>
            </a:solidFill>
            <a:prstDash val="solid"/>
            <a:round/>
            <a:headEnd len="med" w="med" type="none"/>
            <a:tailEnd len="med" w="med" type="none"/>
          </a:ln>
        </p:spPr>
      </p:cxnSp>
      <p:sp>
        <p:nvSpPr>
          <p:cNvPr id="4955" name="Google Shape;4955;p85"/>
          <p:cNvSpPr txBox="1"/>
          <p:nvPr/>
        </p:nvSpPr>
        <p:spPr>
          <a:xfrm>
            <a:off x="7958476" y="4578714"/>
            <a:ext cx="1317625" cy="1600200"/>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application</a:t>
            </a:r>
            <a:endParaRPr/>
          </a:p>
          <a:p>
            <a:pPr indent="0" lvl="0" marL="0" marR="0" rtl="0" algn="ctr">
              <a:lnSpc>
                <a:spcPct val="11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transport</a:t>
            </a:r>
            <a:endParaRPr/>
          </a:p>
          <a:p>
            <a:pPr indent="0" lvl="0" marL="0" marR="0" rtl="0" algn="ctr">
              <a:lnSpc>
                <a:spcPct val="11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network</a:t>
            </a:r>
            <a:endParaRPr/>
          </a:p>
          <a:p>
            <a:pPr indent="0" lvl="0" marL="0" marR="0" rtl="0" algn="ctr">
              <a:lnSpc>
                <a:spcPct val="11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link</a:t>
            </a:r>
            <a:endParaRPr/>
          </a:p>
          <a:p>
            <a:pPr indent="0" lvl="0" marL="0" marR="0" rtl="0" algn="ctr">
              <a:lnSpc>
                <a:spcPct val="11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physical</a:t>
            </a:r>
            <a:endParaRPr/>
          </a:p>
        </p:txBody>
      </p:sp>
      <p:cxnSp>
        <p:nvCxnSpPr>
          <p:cNvPr id="4956" name="Google Shape;4956;p85"/>
          <p:cNvCxnSpPr/>
          <p:nvPr/>
        </p:nvCxnSpPr>
        <p:spPr>
          <a:xfrm>
            <a:off x="7987051" y="5243877"/>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4957" name="Google Shape;4957;p85"/>
          <p:cNvCxnSpPr/>
          <p:nvPr/>
        </p:nvCxnSpPr>
        <p:spPr>
          <a:xfrm>
            <a:off x="7991814" y="552486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4958" name="Google Shape;4958;p85"/>
          <p:cNvCxnSpPr/>
          <p:nvPr/>
        </p:nvCxnSpPr>
        <p:spPr>
          <a:xfrm>
            <a:off x="7991814" y="5801089"/>
            <a:ext cx="1263650" cy="3175"/>
          </a:xfrm>
          <a:prstGeom prst="straightConnector1">
            <a:avLst/>
          </a:prstGeom>
          <a:noFill/>
          <a:ln cap="flat" cmpd="sng" w="28575">
            <a:solidFill>
              <a:srgbClr val="000000"/>
            </a:solidFill>
            <a:prstDash val="solid"/>
            <a:round/>
            <a:headEnd len="med" w="med" type="none"/>
            <a:tailEnd len="med" w="med" type="none"/>
          </a:ln>
        </p:spPr>
      </p:cxnSp>
      <p:sp>
        <p:nvSpPr>
          <p:cNvPr id="4959" name="Google Shape;4959;p85"/>
          <p:cNvSpPr/>
          <p:nvPr/>
        </p:nvSpPr>
        <p:spPr>
          <a:xfrm>
            <a:off x="9264650" y="4613275"/>
            <a:ext cx="406739" cy="1784714"/>
          </a:xfrm>
          <a:custGeom>
            <a:rect b="b" l="l" r="r" t="t"/>
            <a:pathLst>
              <a:path extrusionOk="0" h="1170" w="240">
                <a:moveTo>
                  <a:pt x="0" y="960"/>
                </a:moveTo>
                <a:lnTo>
                  <a:pt x="6" y="0"/>
                </a:lnTo>
                <a:lnTo>
                  <a:pt x="240" y="1092"/>
                </a:lnTo>
                <a:lnTo>
                  <a:pt x="168" y="1170"/>
                </a:lnTo>
                <a:lnTo>
                  <a:pt x="0" y="960"/>
                </a:lnTo>
                <a:close/>
              </a:path>
            </a:pathLst>
          </a:custGeom>
          <a:gradFill>
            <a:gsLst>
              <a:gs pos="0">
                <a:srgbClr val="BFBFBF"/>
              </a:gs>
              <a:gs pos="1000">
                <a:srgbClr val="BFBFBF"/>
              </a:gs>
              <a:gs pos="100000">
                <a:srgbClr val="FFFFF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4960" name="Google Shape;4960;p85"/>
          <p:cNvGrpSpPr/>
          <p:nvPr/>
        </p:nvGrpSpPr>
        <p:grpSpPr>
          <a:xfrm>
            <a:off x="7112339" y="1754552"/>
            <a:ext cx="1095375" cy="338137"/>
            <a:chOff x="998" y="1077"/>
            <a:chExt cx="690" cy="213"/>
          </a:xfrm>
        </p:grpSpPr>
        <p:sp>
          <p:nvSpPr>
            <p:cNvPr id="4961" name="Google Shape;4961;p85"/>
            <p:cNvSpPr/>
            <p:nvPr/>
          </p:nvSpPr>
          <p:spPr>
            <a:xfrm>
              <a:off x="998" y="1113"/>
              <a:ext cx="690" cy="135"/>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br" dir="135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CC0000"/>
                </a:solidFill>
                <a:latin typeface="Calibri"/>
                <a:ea typeface="Calibri"/>
                <a:cs typeface="Calibri"/>
                <a:sym typeface="Calibri"/>
              </a:endParaRPr>
            </a:p>
          </p:txBody>
        </p:sp>
        <p:sp>
          <p:nvSpPr>
            <p:cNvPr id="4962" name="Google Shape;4962;p85"/>
            <p:cNvSpPr txBox="1"/>
            <p:nvPr/>
          </p:nvSpPr>
          <p:spPr>
            <a:xfrm>
              <a:off x="1107" y="1077"/>
              <a:ext cx="430" cy="2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600"/>
                <a:buFont typeface="Calibri"/>
                <a:buNone/>
              </a:pPr>
              <a:r>
                <a:rPr b="0" i="0" lang="en-US" sz="1600" u="none" cap="none" strike="noStrike">
                  <a:solidFill>
                    <a:srgbClr val="CC0000"/>
                  </a:solidFill>
                  <a:latin typeface="Calibri"/>
                  <a:ea typeface="Calibri"/>
                  <a:cs typeface="Calibri"/>
                  <a:sym typeface="Calibri"/>
                </a:rPr>
                <a:t>frame</a:t>
              </a:r>
              <a:endParaRPr/>
            </a:p>
          </p:txBody>
        </p:sp>
      </p:grpSp>
      <p:sp>
        <p:nvSpPr>
          <p:cNvPr id="4963" name="Google Shape;4963;p85"/>
          <p:cNvSpPr/>
          <p:nvPr/>
        </p:nvSpPr>
        <p:spPr>
          <a:xfrm>
            <a:off x="8099764" y="663939"/>
            <a:ext cx="2924175" cy="5314950"/>
          </a:xfrm>
          <a:custGeom>
            <a:rect b="b" l="l" r="r" t="t"/>
            <a:pathLst>
              <a:path extrusionOk="0" h="3348" w="1842">
                <a:moveTo>
                  <a:pt x="132" y="0"/>
                </a:moveTo>
                <a:lnTo>
                  <a:pt x="138" y="1200"/>
                </a:lnTo>
                <a:lnTo>
                  <a:pt x="1326" y="1200"/>
                </a:lnTo>
                <a:lnTo>
                  <a:pt x="1326" y="948"/>
                </a:lnTo>
                <a:lnTo>
                  <a:pt x="1830" y="948"/>
                </a:lnTo>
                <a:lnTo>
                  <a:pt x="1842" y="2496"/>
                </a:lnTo>
                <a:lnTo>
                  <a:pt x="1656" y="2340"/>
                </a:lnTo>
                <a:lnTo>
                  <a:pt x="1644" y="1896"/>
                </a:lnTo>
                <a:lnTo>
                  <a:pt x="1248" y="1902"/>
                </a:lnTo>
                <a:lnTo>
                  <a:pt x="1230" y="2430"/>
                </a:lnTo>
                <a:lnTo>
                  <a:pt x="774" y="3348"/>
                </a:lnTo>
                <a:lnTo>
                  <a:pt x="6" y="3348"/>
                </a:lnTo>
                <a:lnTo>
                  <a:pt x="0" y="2226"/>
                </a:lnTo>
              </a:path>
            </a:pathLst>
          </a:custGeom>
          <a:noFill/>
          <a:ln cap="flat" cmpd="sng" w="28575">
            <a:solidFill>
              <a:srgbClr val="C0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964" name="Google Shape;4964;p85"/>
          <p:cNvGrpSpPr/>
          <p:nvPr/>
        </p:nvGrpSpPr>
        <p:grpSpPr>
          <a:xfrm>
            <a:off x="10884239" y="2106977"/>
            <a:ext cx="1095375" cy="338137"/>
            <a:chOff x="998" y="1077"/>
            <a:chExt cx="690" cy="213"/>
          </a:xfrm>
        </p:grpSpPr>
        <p:sp>
          <p:nvSpPr>
            <p:cNvPr id="4965" name="Google Shape;4965;p85"/>
            <p:cNvSpPr/>
            <p:nvPr/>
          </p:nvSpPr>
          <p:spPr>
            <a:xfrm>
              <a:off x="998" y="1113"/>
              <a:ext cx="690" cy="135"/>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CC0000"/>
                </a:solidFill>
                <a:latin typeface="Calibri"/>
                <a:ea typeface="Calibri"/>
                <a:cs typeface="Calibri"/>
                <a:sym typeface="Calibri"/>
              </a:endParaRPr>
            </a:p>
          </p:txBody>
        </p:sp>
        <p:sp>
          <p:nvSpPr>
            <p:cNvPr id="4966" name="Google Shape;4966;p85"/>
            <p:cNvSpPr txBox="1"/>
            <p:nvPr/>
          </p:nvSpPr>
          <p:spPr>
            <a:xfrm>
              <a:off x="1107" y="1077"/>
              <a:ext cx="430" cy="2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600"/>
                <a:buFont typeface="Calibri"/>
                <a:buNone/>
              </a:pPr>
              <a:r>
                <a:rPr b="0" i="0" lang="en-US" sz="1600" u="none" cap="none" strike="noStrike">
                  <a:solidFill>
                    <a:srgbClr val="CC0000"/>
                  </a:solidFill>
                  <a:latin typeface="Calibri"/>
                  <a:ea typeface="Calibri"/>
                  <a:cs typeface="Calibri"/>
                  <a:sym typeface="Calibri"/>
                </a:rPr>
                <a:t>frame</a:t>
              </a:r>
              <a:endParaRPr/>
            </a:p>
          </p:txBody>
        </p:sp>
      </p:grpSp>
      <p:grpSp>
        <p:nvGrpSpPr>
          <p:cNvPr id="4967" name="Google Shape;4967;p85"/>
          <p:cNvGrpSpPr/>
          <p:nvPr/>
        </p:nvGrpSpPr>
        <p:grpSpPr>
          <a:xfrm>
            <a:off x="10560389" y="3854815"/>
            <a:ext cx="1095375" cy="338137"/>
            <a:chOff x="998" y="1074"/>
            <a:chExt cx="690" cy="213"/>
          </a:xfrm>
        </p:grpSpPr>
        <p:sp>
          <p:nvSpPr>
            <p:cNvPr id="4968" name="Google Shape;4968;p85"/>
            <p:cNvSpPr/>
            <p:nvPr/>
          </p:nvSpPr>
          <p:spPr>
            <a:xfrm>
              <a:off x="998" y="1113"/>
              <a:ext cx="690" cy="135"/>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CC0000"/>
                </a:solidFill>
                <a:latin typeface="Calibri"/>
                <a:ea typeface="Calibri"/>
                <a:cs typeface="Calibri"/>
                <a:sym typeface="Calibri"/>
              </a:endParaRPr>
            </a:p>
          </p:txBody>
        </p:sp>
        <p:sp>
          <p:nvSpPr>
            <p:cNvPr id="4969" name="Google Shape;4969;p85"/>
            <p:cNvSpPr txBox="1"/>
            <p:nvPr/>
          </p:nvSpPr>
          <p:spPr>
            <a:xfrm>
              <a:off x="1107" y="1074"/>
              <a:ext cx="430" cy="2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600"/>
                <a:buFont typeface="Calibri"/>
                <a:buNone/>
              </a:pPr>
              <a:r>
                <a:rPr b="0" i="0" lang="en-US" sz="1600" u="none" cap="none" strike="noStrike">
                  <a:solidFill>
                    <a:srgbClr val="CC0000"/>
                  </a:solidFill>
                  <a:latin typeface="Calibri"/>
                  <a:ea typeface="Calibri"/>
                  <a:cs typeface="Calibri"/>
                  <a:sym typeface="Calibri"/>
                </a:rPr>
                <a:t>frame</a:t>
              </a:r>
              <a:endParaRPr/>
            </a:p>
          </p:txBody>
        </p:sp>
      </p:grpSp>
      <p:grpSp>
        <p:nvGrpSpPr>
          <p:cNvPr id="4970" name="Google Shape;4970;p85"/>
          <p:cNvGrpSpPr/>
          <p:nvPr/>
        </p:nvGrpSpPr>
        <p:grpSpPr>
          <a:xfrm>
            <a:off x="10646114" y="3580178"/>
            <a:ext cx="914400" cy="307975"/>
            <a:chOff x="1082" y="919"/>
            <a:chExt cx="576" cy="194"/>
          </a:xfrm>
        </p:grpSpPr>
        <p:sp>
          <p:nvSpPr>
            <p:cNvPr id="4971" name="Google Shape;4971;p85"/>
            <p:cNvSpPr/>
            <p:nvPr/>
          </p:nvSpPr>
          <p:spPr>
            <a:xfrm>
              <a:off x="1082" y="939"/>
              <a:ext cx="576" cy="135"/>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CC0000"/>
                </a:solidFill>
                <a:latin typeface="Calibri"/>
                <a:ea typeface="Calibri"/>
                <a:cs typeface="Calibri"/>
                <a:sym typeface="Calibri"/>
              </a:endParaRPr>
            </a:p>
          </p:txBody>
        </p:sp>
        <p:sp>
          <p:nvSpPr>
            <p:cNvPr id="4972" name="Google Shape;4972;p85"/>
            <p:cNvSpPr txBox="1"/>
            <p:nvPr/>
          </p:nvSpPr>
          <p:spPr>
            <a:xfrm>
              <a:off x="1082" y="919"/>
              <a:ext cx="561" cy="1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400"/>
                <a:buFont typeface="Calibri"/>
                <a:buNone/>
              </a:pPr>
              <a:r>
                <a:rPr b="0" i="0" lang="en-US" sz="1400" u="none" cap="none" strike="noStrike">
                  <a:solidFill>
                    <a:srgbClr val="CC0000"/>
                  </a:solidFill>
                  <a:latin typeface="Calibri"/>
                  <a:ea typeface="Calibri"/>
                  <a:cs typeface="Calibri"/>
                  <a:sym typeface="Calibri"/>
                </a:rPr>
                <a:t>datagram</a:t>
              </a:r>
              <a:endParaRPr/>
            </a:p>
          </p:txBody>
        </p:sp>
      </p:grpSp>
      <p:sp>
        <p:nvSpPr>
          <p:cNvPr id="4973" name="Google Shape;4973;p85"/>
          <p:cNvSpPr/>
          <p:nvPr/>
        </p:nvSpPr>
        <p:spPr>
          <a:xfrm>
            <a:off x="9242764" y="3479800"/>
            <a:ext cx="333036" cy="974725"/>
          </a:xfrm>
          <a:custGeom>
            <a:rect b="b" l="l" r="r" t="t"/>
            <a:pathLst>
              <a:path extrusionOk="0" h="582" w="228">
                <a:moveTo>
                  <a:pt x="228" y="0"/>
                </a:moveTo>
                <a:lnTo>
                  <a:pt x="228" y="582"/>
                </a:lnTo>
                <a:lnTo>
                  <a:pt x="12" y="360"/>
                </a:lnTo>
                <a:lnTo>
                  <a:pt x="0" y="222"/>
                </a:lnTo>
                <a:lnTo>
                  <a:pt x="228" y="0"/>
                </a:lnTo>
                <a:close/>
              </a:path>
            </a:pathLst>
          </a:custGeom>
          <a:gradFill>
            <a:gsLst>
              <a:gs pos="0">
                <a:srgbClr val="FFFFFF"/>
              </a:gs>
              <a:gs pos="100000">
                <a:srgbClr val="BFBFB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974" name="Google Shape;4974;p85"/>
          <p:cNvGrpSpPr/>
          <p:nvPr/>
        </p:nvGrpSpPr>
        <p:grpSpPr>
          <a:xfrm>
            <a:off x="9299914" y="1287827"/>
            <a:ext cx="762000" cy="693737"/>
            <a:chOff x="-44" y="1473"/>
            <a:chExt cx="981" cy="1105"/>
          </a:xfrm>
        </p:grpSpPr>
        <p:pic>
          <p:nvPicPr>
            <p:cNvPr descr="desktop_computer_stylized_medium" id="4975" name="Google Shape;4975;p8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976" name="Google Shape;4976;p8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4977" name="Google Shape;4977;p85"/>
          <p:cNvGrpSpPr/>
          <p:nvPr/>
        </p:nvGrpSpPr>
        <p:grpSpPr>
          <a:xfrm>
            <a:off x="9279276" y="5942377"/>
            <a:ext cx="762000" cy="693737"/>
            <a:chOff x="-44" y="1473"/>
            <a:chExt cx="981" cy="1105"/>
          </a:xfrm>
        </p:grpSpPr>
        <p:pic>
          <p:nvPicPr>
            <p:cNvPr descr="desktop_computer_stylized_medium" id="4978" name="Google Shape;4978;p8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979" name="Google Shape;4979;p8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4980" name="Google Shape;4980;p85"/>
          <p:cNvSpPr txBox="1"/>
          <p:nvPr/>
        </p:nvSpPr>
        <p:spPr>
          <a:xfrm>
            <a:off x="11274305" y="6462404"/>
            <a:ext cx="548655" cy="27231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ahoma"/>
              <a:buNone/>
            </a:pPr>
            <a:r>
              <a:rPr b="0" i="0" lang="en-US" sz="1200" u="none" cap="none" strike="noStrike">
                <a:solidFill>
                  <a:srgbClr val="000000"/>
                </a:solidFill>
                <a:latin typeface="Tahoma"/>
                <a:ea typeface="Tahoma"/>
                <a:cs typeface="Tahoma"/>
                <a:sym typeface="Tahoma"/>
              </a:rPr>
              <a:t>6-</a:t>
            </a: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grpSp>
        <p:nvGrpSpPr>
          <p:cNvPr id="4981" name="Google Shape;4981;p85"/>
          <p:cNvGrpSpPr/>
          <p:nvPr/>
        </p:nvGrpSpPr>
        <p:grpSpPr>
          <a:xfrm>
            <a:off x="8822377" y="2470342"/>
            <a:ext cx="914400" cy="479686"/>
            <a:chOff x="3668110" y="2448910"/>
            <a:chExt cx="3794234" cy="2165130"/>
          </a:xfrm>
        </p:grpSpPr>
        <p:sp>
          <p:nvSpPr>
            <p:cNvPr id="4982" name="Google Shape;4982;p85"/>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83" name="Google Shape;4983;p85"/>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4984" name="Google Shape;4984;p85"/>
            <p:cNvGrpSpPr/>
            <p:nvPr/>
          </p:nvGrpSpPr>
          <p:grpSpPr>
            <a:xfrm>
              <a:off x="3941378" y="2603243"/>
              <a:ext cx="3202061" cy="1066110"/>
              <a:chOff x="7939341" y="3037317"/>
              <a:chExt cx="897649" cy="353919"/>
            </a:xfrm>
          </p:grpSpPr>
          <p:sp>
            <p:nvSpPr>
              <p:cNvPr id="4985" name="Google Shape;4985;p85"/>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86" name="Google Shape;4986;p85"/>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87" name="Google Shape;4987;p85"/>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88" name="Google Shape;4988;p85"/>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989" name="Google Shape;4989;p85"/>
          <p:cNvGrpSpPr/>
          <p:nvPr/>
        </p:nvGrpSpPr>
        <p:grpSpPr>
          <a:xfrm>
            <a:off x="8461094" y="3741153"/>
            <a:ext cx="894855" cy="442494"/>
            <a:chOff x="7493876" y="2774731"/>
            <a:chExt cx="1481958" cy="894622"/>
          </a:xfrm>
        </p:grpSpPr>
        <p:sp>
          <p:nvSpPr>
            <p:cNvPr id="4990" name="Google Shape;4990;p8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991" name="Google Shape;4991;p8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992" name="Google Shape;4992;p85"/>
            <p:cNvGrpSpPr/>
            <p:nvPr/>
          </p:nvGrpSpPr>
          <p:grpSpPr>
            <a:xfrm>
              <a:off x="7713663" y="2848339"/>
              <a:ext cx="1042107" cy="425543"/>
              <a:chOff x="7786941" y="2884917"/>
              <a:chExt cx="897649" cy="353919"/>
            </a:xfrm>
          </p:grpSpPr>
          <p:sp>
            <p:nvSpPr>
              <p:cNvPr id="4993" name="Google Shape;4993;p8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94" name="Google Shape;4994;p8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95" name="Google Shape;4995;p8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96" name="Google Shape;4996;p8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4997" name="Google Shape;4997;p85"/>
          <p:cNvSpPr txBox="1"/>
          <p:nvPr/>
        </p:nvSpPr>
        <p:spPr>
          <a:xfrm>
            <a:off x="859601" y="1465262"/>
            <a:ext cx="6270404" cy="2385521"/>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Clr>
                <a:srgbClr val="0000A3"/>
              </a:buClr>
              <a:buSzPts val="3200"/>
              <a:buFont typeface="Noto Sans Symbols"/>
              <a:buNone/>
            </a:pPr>
            <a:r>
              <a:rPr b="0" i="0" lang="en-US" sz="3200" u="none" cap="none" strike="noStrike">
                <a:solidFill>
                  <a:srgbClr val="C00000"/>
                </a:solidFill>
                <a:latin typeface="Calibri"/>
                <a:ea typeface="Calibri"/>
                <a:cs typeface="Calibri"/>
                <a:sym typeface="Calibri"/>
              </a:rPr>
              <a:t>both are store-and-forward: </a:t>
            </a:r>
            <a:endParaRPr/>
          </a:p>
          <a:p>
            <a:pPr indent="-231775" lvl="0" marL="231775" marR="0" rtl="0" algn="l">
              <a:lnSpc>
                <a:spcPct val="90000"/>
              </a:lnSpc>
              <a:spcBef>
                <a:spcPts val="1000"/>
              </a:spcBef>
              <a:spcAft>
                <a:spcPts val="0"/>
              </a:spcAft>
              <a:buClr>
                <a:srgbClr val="0000A3"/>
              </a:buClr>
              <a:buSzPts val="2800"/>
              <a:buFont typeface="Noto Sans Symbols"/>
              <a:buChar char="▪"/>
            </a:pPr>
            <a:r>
              <a:rPr b="0" i="1" lang="en-US" sz="2800" u="none" cap="none" strike="noStrike">
                <a:solidFill>
                  <a:srgbClr val="0000A8"/>
                </a:solidFill>
                <a:latin typeface="Calibri"/>
                <a:ea typeface="Calibri"/>
                <a:cs typeface="Calibri"/>
                <a:sym typeface="Calibri"/>
              </a:rPr>
              <a:t>routers</a:t>
            </a:r>
            <a:r>
              <a:rPr b="0" i="0" lang="en-US" sz="2800" u="none" cap="none" strike="noStrike">
                <a:solidFill>
                  <a:srgbClr val="CC0000"/>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network-layer devices (examine network-layer headers)</a:t>
            </a:r>
            <a:endParaRPr/>
          </a:p>
          <a:p>
            <a:pPr indent="-231775" lvl="0" marL="231775" marR="0" rtl="0" algn="l">
              <a:lnSpc>
                <a:spcPct val="90000"/>
              </a:lnSpc>
              <a:spcBef>
                <a:spcPts val="1000"/>
              </a:spcBef>
              <a:spcAft>
                <a:spcPts val="0"/>
              </a:spcAft>
              <a:buClr>
                <a:srgbClr val="0000A3"/>
              </a:buClr>
              <a:buSzPts val="2800"/>
              <a:buFont typeface="Noto Sans Symbols"/>
              <a:buChar char="▪"/>
            </a:pPr>
            <a:r>
              <a:rPr b="0" i="1" lang="en-US" sz="2800" u="none" cap="none" strike="noStrike">
                <a:solidFill>
                  <a:srgbClr val="0000A8"/>
                </a:solidFill>
                <a:latin typeface="Calibri"/>
                <a:ea typeface="Calibri"/>
                <a:cs typeface="Calibri"/>
                <a:sym typeface="Calibri"/>
              </a:rPr>
              <a:t>switches: </a:t>
            </a:r>
            <a:r>
              <a:rPr b="0" i="0" lang="en-US" sz="2800" u="none" cap="none" strike="noStrike">
                <a:solidFill>
                  <a:srgbClr val="000000"/>
                </a:solidFill>
                <a:latin typeface="Calibri"/>
                <a:ea typeface="Calibri"/>
                <a:cs typeface="Calibri"/>
                <a:sym typeface="Calibri"/>
              </a:rPr>
              <a:t>link-layer devices (examine link-layer headers)</a:t>
            </a:r>
            <a:endParaRPr/>
          </a:p>
        </p:txBody>
      </p:sp>
      <p:sp>
        <p:nvSpPr>
          <p:cNvPr id="4998" name="Google Shape;4998;p85"/>
          <p:cNvSpPr txBox="1"/>
          <p:nvPr/>
        </p:nvSpPr>
        <p:spPr>
          <a:xfrm>
            <a:off x="857455" y="3613887"/>
            <a:ext cx="6270404" cy="2503577"/>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Clr>
                <a:srgbClr val="0000A3"/>
              </a:buClr>
              <a:buSzPts val="2400"/>
              <a:buFont typeface="Noto Sans Symbols"/>
              <a:buNone/>
            </a:pPr>
            <a:r>
              <a:t/>
            </a:r>
            <a:endParaRPr b="0" i="1" sz="2400" u="none" cap="none" strike="noStrike">
              <a:solidFill>
                <a:srgbClr val="CC0000"/>
              </a:solidFill>
              <a:latin typeface="Calibri"/>
              <a:ea typeface="Calibri"/>
              <a:cs typeface="Calibri"/>
              <a:sym typeface="Calibri"/>
            </a:endParaRPr>
          </a:p>
          <a:p>
            <a:pPr indent="0" lvl="0" marL="0" marR="0" rtl="0" algn="l">
              <a:lnSpc>
                <a:spcPct val="80000"/>
              </a:lnSpc>
              <a:spcBef>
                <a:spcPts val="0"/>
              </a:spcBef>
              <a:spcAft>
                <a:spcPts val="0"/>
              </a:spcAft>
              <a:buClr>
                <a:srgbClr val="0000A3"/>
              </a:buClr>
              <a:buSzPts val="3200"/>
              <a:buFont typeface="Noto Sans Symbols"/>
              <a:buNone/>
            </a:pPr>
            <a:r>
              <a:rPr b="0" i="0" lang="en-US" sz="3200" u="none" cap="none" strike="noStrike">
                <a:solidFill>
                  <a:srgbClr val="C00000"/>
                </a:solidFill>
                <a:latin typeface="Calibri"/>
                <a:ea typeface="Calibri"/>
                <a:cs typeface="Calibri"/>
                <a:sym typeface="Calibri"/>
              </a:rPr>
              <a:t>both have forwarding tables:</a:t>
            </a:r>
            <a:endParaRPr/>
          </a:p>
          <a:p>
            <a:pPr indent="-231775" lvl="0" marL="231775" marR="0" rtl="0" algn="l">
              <a:lnSpc>
                <a:spcPct val="80000"/>
              </a:lnSpc>
              <a:spcBef>
                <a:spcPts val="1000"/>
              </a:spcBef>
              <a:spcAft>
                <a:spcPts val="0"/>
              </a:spcAft>
              <a:buClr>
                <a:srgbClr val="0000A3"/>
              </a:buClr>
              <a:buSzPts val="2800"/>
              <a:buFont typeface="Noto Sans Symbols"/>
              <a:buChar char="▪"/>
            </a:pPr>
            <a:r>
              <a:rPr b="0" i="1" lang="en-US" sz="2800" u="none" cap="none" strike="noStrike">
                <a:solidFill>
                  <a:srgbClr val="0000A8"/>
                </a:solidFill>
                <a:latin typeface="Calibri"/>
                <a:ea typeface="Calibri"/>
                <a:cs typeface="Calibri"/>
                <a:sym typeface="Calibri"/>
              </a:rPr>
              <a:t>routers: </a:t>
            </a:r>
            <a:r>
              <a:rPr b="0" i="0" lang="en-US" sz="2800" u="none" cap="none" strike="noStrike">
                <a:solidFill>
                  <a:srgbClr val="000000"/>
                </a:solidFill>
                <a:latin typeface="Calibri"/>
                <a:ea typeface="Calibri"/>
                <a:cs typeface="Calibri"/>
                <a:sym typeface="Calibri"/>
              </a:rPr>
              <a:t>compute tables using routing algorithms, IP addresses</a:t>
            </a:r>
            <a:endParaRPr/>
          </a:p>
          <a:p>
            <a:pPr indent="-231775" lvl="0" marL="231775" marR="0" rtl="0" algn="l">
              <a:lnSpc>
                <a:spcPct val="80000"/>
              </a:lnSpc>
              <a:spcBef>
                <a:spcPts val="1000"/>
              </a:spcBef>
              <a:spcAft>
                <a:spcPts val="0"/>
              </a:spcAft>
              <a:buClr>
                <a:srgbClr val="0000A3"/>
              </a:buClr>
              <a:buSzPts val="2800"/>
              <a:buFont typeface="Noto Sans Symbols"/>
              <a:buChar char="▪"/>
            </a:pPr>
            <a:r>
              <a:rPr b="0" i="1" lang="en-US" sz="2800" u="none" cap="none" strike="noStrike">
                <a:solidFill>
                  <a:srgbClr val="0000A8"/>
                </a:solidFill>
                <a:latin typeface="Calibri"/>
                <a:ea typeface="Calibri"/>
                <a:cs typeface="Calibri"/>
                <a:sym typeface="Calibri"/>
              </a:rPr>
              <a:t>switches: </a:t>
            </a:r>
            <a:r>
              <a:rPr b="0" i="0" lang="en-US" sz="2800" u="none" cap="none" strike="noStrike">
                <a:solidFill>
                  <a:srgbClr val="000000"/>
                </a:solidFill>
                <a:latin typeface="Calibri"/>
                <a:ea typeface="Calibri"/>
                <a:cs typeface="Calibri"/>
                <a:sym typeface="Calibri"/>
              </a:rPr>
              <a:t>learn forwarding table using flooding, learning, MAC addresses </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8"/>
                                        </p:tgtEl>
                                        <p:attrNameLst>
                                          <p:attrName>style.visibility</p:attrName>
                                        </p:attrNameLst>
                                      </p:cBhvr>
                                      <p:to>
                                        <p:strVal val="visible"/>
                                      </p:to>
                                    </p:set>
                                    <p:animEffect filter="fade" transition="in">
                                      <p:cBhvr>
                                        <p:cTn dur="500"/>
                                        <p:tgtEl>
                                          <p:spTgt spid="49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3" name="Shape 5003"/>
        <p:cNvGrpSpPr/>
        <p:nvPr/>
      </p:nvGrpSpPr>
      <p:grpSpPr>
        <a:xfrm>
          <a:off x="0" y="0"/>
          <a:ext cx="0" cy="0"/>
          <a:chOff x="0" y="0"/>
          <a:chExt cx="0" cy="0"/>
        </a:xfrm>
      </p:grpSpPr>
      <p:sp>
        <p:nvSpPr>
          <p:cNvPr id="5004" name="Google Shape;5004;p86"/>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Link layer, LANs: roadmap</a:t>
            </a:r>
            <a:endParaRPr sz="4400"/>
          </a:p>
        </p:txBody>
      </p:sp>
      <p:pic>
        <p:nvPicPr>
          <p:cNvPr descr="A train crossing a bridge over a body of water&#10;&#10;Description automatically generated" id="5005" name="Google Shape;5005;p86"/>
          <p:cNvPicPr preferRelativeResize="0"/>
          <p:nvPr/>
        </p:nvPicPr>
        <p:blipFill rotWithShape="1">
          <a:blip r:embed="rId3">
            <a:alphaModFix/>
          </a:blip>
          <a:srcRect b="0" l="0" r="0" t="0"/>
          <a:stretch/>
        </p:blipFill>
        <p:spPr>
          <a:xfrm>
            <a:off x="7239434" y="1891814"/>
            <a:ext cx="3102316" cy="2326737"/>
          </a:xfrm>
          <a:prstGeom prst="rect">
            <a:avLst/>
          </a:prstGeom>
          <a:noFill/>
          <a:ln>
            <a:noFill/>
          </a:ln>
          <a:effectLst>
            <a:outerShdw blurRad="50800" rotWithShape="0" algn="bl" dir="18900000" dist="38100">
              <a:srgbClr val="000000">
                <a:alpha val="40000"/>
              </a:srgbClr>
            </a:outerShdw>
          </a:effectLst>
        </p:spPr>
      </p:pic>
      <p:sp>
        <p:nvSpPr>
          <p:cNvPr id="5006" name="Google Shape;5006;p86"/>
          <p:cNvSpPr txBox="1"/>
          <p:nvPr/>
        </p:nvSpPr>
        <p:spPr>
          <a:xfrm>
            <a:off x="6553857" y="4906563"/>
            <a:ext cx="5066531" cy="981619"/>
          </a:xfrm>
          <a:prstGeom prst="rect">
            <a:avLst/>
          </a:prstGeom>
          <a:noFill/>
          <a:ln>
            <a:noFill/>
          </a:ln>
        </p:spPr>
        <p:txBody>
          <a:bodyPr anchorCtr="0" anchor="t" bIns="45700" lIns="91425" spcFirstLastPara="1" rIns="91425" wrap="square" tIns="45700">
            <a:normAutofit/>
          </a:bodyPr>
          <a:lstStyle/>
          <a:p>
            <a:pPr indent="-333375" lvl="0" marL="457200" marR="0" rtl="0" algn="l">
              <a:lnSpc>
                <a:spcPct val="90000"/>
              </a:lnSpc>
              <a:spcBef>
                <a:spcPts val="0"/>
              </a:spcBef>
              <a:spcAft>
                <a:spcPts val="0"/>
              </a:spcAft>
              <a:buClr>
                <a:srgbClr val="BFBFBF"/>
              </a:buClr>
              <a:buSzPts val="2800"/>
              <a:buFont typeface="Noto Sans Symbols"/>
              <a:buChar char="▪"/>
            </a:pPr>
            <a:r>
              <a:rPr b="0" i="0" lang="en-US" sz="2800" u="none" cap="none" strike="noStrike">
                <a:solidFill>
                  <a:srgbClr val="BFBFBF"/>
                </a:solidFill>
                <a:latin typeface="Calibri"/>
                <a:ea typeface="Calibri"/>
                <a:cs typeface="Calibri"/>
                <a:sym typeface="Calibri"/>
              </a:rPr>
              <a:t>a day in the life of a web request</a:t>
            </a:r>
            <a:endParaRPr/>
          </a:p>
          <a:p>
            <a:pPr indent="-79375" lvl="1" marL="695325" marR="0" rtl="0" algn="l">
              <a:lnSpc>
                <a:spcPct val="90000"/>
              </a:lnSpc>
              <a:spcBef>
                <a:spcPts val="500"/>
              </a:spcBef>
              <a:spcAft>
                <a:spcPts val="0"/>
              </a:spcAft>
              <a:buClr>
                <a:srgbClr val="0000A8"/>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007" name="Google Shape;5007;p86"/>
          <p:cNvSpPr txBox="1"/>
          <p:nvPr/>
        </p:nvSpPr>
        <p:spPr>
          <a:xfrm>
            <a:off x="1006769" y="1374867"/>
            <a:ext cx="5571867" cy="5039185"/>
          </a:xfrm>
          <a:prstGeom prst="rect">
            <a:avLst/>
          </a:prstGeom>
          <a:noFill/>
          <a:ln>
            <a:noFill/>
          </a:ln>
        </p:spPr>
        <p:txBody>
          <a:bodyPr anchorCtr="0" anchor="t" bIns="45700" lIns="91425" spcFirstLastPara="1" rIns="91425" wrap="square" tIns="45700">
            <a:noAutofit/>
          </a:bodyPr>
          <a:lstStyle/>
          <a:p>
            <a:pPr indent="-274638" lvl="0" marL="285750" marR="0" rtl="0" algn="l">
              <a:lnSpc>
                <a:spcPct val="90000"/>
              </a:lnSpc>
              <a:spcBef>
                <a:spcPts val="0"/>
              </a:spcBef>
              <a:spcAft>
                <a:spcPts val="0"/>
              </a:spcAft>
              <a:buClr>
                <a:srgbClr val="BFBFBF"/>
              </a:buClr>
              <a:buSzPts val="2800"/>
              <a:buFont typeface="Noto Sans Symbols"/>
              <a:buChar char="▪"/>
            </a:pPr>
            <a:r>
              <a:rPr b="0" i="0" lang="en-US" sz="2800" u="none" cap="none" strike="noStrike">
                <a:solidFill>
                  <a:srgbClr val="BFBFBF"/>
                </a:solidFill>
                <a:latin typeface="Calibri"/>
                <a:ea typeface="Calibri"/>
                <a:cs typeface="Calibri"/>
                <a:sym typeface="Calibri"/>
              </a:rPr>
              <a:t>introduction</a:t>
            </a:r>
            <a:endParaRPr/>
          </a:p>
          <a:p>
            <a:pPr indent="-274638" lvl="0" marL="285750" marR="0" rtl="0" algn="l">
              <a:lnSpc>
                <a:spcPct val="90000"/>
              </a:lnSpc>
              <a:spcBef>
                <a:spcPts val="600"/>
              </a:spcBef>
              <a:spcAft>
                <a:spcPts val="0"/>
              </a:spcAft>
              <a:buClr>
                <a:srgbClr val="BFBFBF"/>
              </a:buClr>
              <a:buSzPts val="2800"/>
              <a:buFont typeface="Noto Sans Symbols"/>
              <a:buChar char="▪"/>
            </a:pPr>
            <a:r>
              <a:rPr b="0" i="0" lang="en-US" sz="2800" u="none" cap="none" strike="noStrike">
                <a:solidFill>
                  <a:srgbClr val="BFBFBF"/>
                </a:solidFill>
                <a:latin typeface="Calibri"/>
                <a:ea typeface="Calibri"/>
                <a:cs typeface="Calibri"/>
                <a:sym typeface="Calibri"/>
              </a:rPr>
              <a:t>error detection, correction </a:t>
            </a:r>
            <a:endParaRPr/>
          </a:p>
          <a:p>
            <a:pPr indent="-274638" lvl="0" marL="285750" marR="0" rtl="0" algn="l">
              <a:lnSpc>
                <a:spcPct val="90000"/>
              </a:lnSpc>
              <a:spcBef>
                <a:spcPts val="600"/>
              </a:spcBef>
              <a:spcAft>
                <a:spcPts val="0"/>
              </a:spcAft>
              <a:buClr>
                <a:srgbClr val="BFBFBF"/>
              </a:buClr>
              <a:buSzPts val="2800"/>
              <a:buFont typeface="Noto Sans Symbols"/>
              <a:buChar char="▪"/>
            </a:pPr>
            <a:r>
              <a:rPr b="0" i="0" lang="en-US" sz="2800" u="none" cap="none" strike="noStrike">
                <a:solidFill>
                  <a:srgbClr val="BFBFBF"/>
                </a:solidFill>
                <a:latin typeface="Calibri"/>
                <a:ea typeface="Calibri"/>
                <a:cs typeface="Calibri"/>
                <a:sym typeface="Calibri"/>
              </a:rPr>
              <a:t>multiple access protocols</a:t>
            </a:r>
            <a:endParaRPr/>
          </a:p>
          <a:p>
            <a:pPr indent="-274638" lvl="0" marL="285750" marR="0" rtl="0" algn="l">
              <a:lnSpc>
                <a:spcPct val="90000"/>
              </a:lnSpc>
              <a:spcBef>
                <a:spcPts val="600"/>
              </a:spcBef>
              <a:spcAft>
                <a:spcPts val="0"/>
              </a:spcAft>
              <a:buClr>
                <a:srgbClr val="0000A8"/>
              </a:buClr>
              <a:buSzPts val="3200"/>
              <a:buFont typeface="Noto Sans Symbols"/>
              <a:buChar char="▪"/>
            </a:pPr>
            <a:r>
              <a:rPr b="0" i="0" lang="en-US" sz="3200" u="none" cap="none" strike="noStrike">
                <a:solidFill>
                  <a:srgbClr val="C00000"/>
                </a:solidFill>
                <a:latin typeface="Calibri"/>
                <a:ea typeface="Calibri"/>
                <a:cs typeface="Calibri"/>
                <a:sym typeface="Calibri"/>
              </a:rPr>
              <a:t>LANs</a:t>
            </a:r>
            <a:endParaRPr/>
          </a:p>
          <a:p>
            <a:pPr indent="-274638" lvl="1" marL="628650" marR="0" rtl="0" algn="l">
              <a:lnSpc>
                <a:spcPct val="90000"/>
              </a:lnSpc>
              <a:spcBef>
                <a:spcPts val="6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addressing, ARP</a:t>
            </a:r>
            <a:endParaRPr/>
          </a:p>
          <a:p>
            <a:pPr indent="-274638" lvl="1" marL="628650" marR="0" rtl="0" algn="l">
              <a:lnSpc>
                <a:spcPct val="90000"/>
              </a:lnSpc>
              <a:spcBef>
                <a:spcPts val="6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Ethernet</a:t>
            </a:r>
            <a:endParaRPr/>
          </a:p>
          <a:p>
            <a:pPr indent="-274638" lvl="1" marL="628650" marR="0" rtl="0" algn="l">
              <a:lnSpc>
                <a:spcPct val="90000"/>
              </a:lnSpc>
              <a:spcBef>
                <a:spcPts val="6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switches</a:t>
            </a:r>
            <a:endParaRPr/>
          </a:p>
          <a:p>
            <a:pPr indent="-274638" lvl="1" marL="628650" marR="0" rtl="0" algn="l">
              <a:lnSpc>
                <a:spcPct val="90000"/>
              </a:lnSpc>
              <a:spcBef>
                <a:spcPts val="600"/>
              </a:spcBef>
              <a:spcAft>
                <a:spcPts val="0"/>
              </a:spcAft>
              <a:buClr>
                <a:srgbClr val="0000A8"/>
              </a:buClr>
              <a:buSzPts val="2800"/>
              <a:buFont typeface="Arial"/>
              <a:buChar char="•"/>
            </a:pPr>
            <a:r>
              <a:rPr b="0" i="0" lang="en-US" sz="2800" u="none" cap="none" strike="noStrike">
                <a:solidFill>
                  <a:srgbClr val="C00000"/>
                </a:solidFill>
                <a:latin typeface="Calibri"/>
                <a:ea typeface="Calibri"/>
                <a:cs typeface="Calibri"/>
                <a:sym typeface="Calibri"/>
              </a:rPr>
              <a:t>VLANs</a:t>
            </a:r>
            <a:endParaRPr/>
          </a:p>
          <a:p>
            <a:pPr indent="-274638" lvl="0" marL="285750" marR="0" rtl="0" algn="l">
              <a:lnSpc>
                <a:spcPct val="90000"/>
              </a:lnSpc>
              <a:spcBef>
                <a:spcPts val="600"/>
              </a:spcBef>
              <a:spcAft>
                <a:spcPts val="0"/>
              </a:spcAft>
              <a:buClr>
                <a:srgbClr val="BFBFBF"/>
              </a:buClr>
              <a:buSzPts val="2800"/>
              <a:buFont typeface="Noto Sans Symbols"/>
              <a:buChar char="▪"/>
            </a:pPr>
            <a:r>
              <a:rPr b="0" i="0" lang="en-US" sz="2800" u="none" cap="none" strike="noStrike">
                <a:solidFill>
                  <a:srgbClr val="BFBFBF"/>
                </a:solidFill>
                <a:latin typeface="Calibri"/>
                <a:ea typeface="Calibri"/>
                <a:cs typeface="Calibri"/>
                <a:sym typeface="Calibri"/>
              </a:rPr>
              <a:t>link virtualization: MPLS</a:t>
            </a:r>
            <a:endParaRPr/>
          </a:p>
          <a:p>
            <a:pPr indent="-274638" lvl="0" marL="285750" marR="0" rtl="0" algn="l">
              <a:lnSpc>
                <a:spcPct val="90000"/>
              </a:lnSpc>
              <a:spcBef>
                <a:spcPts val="600"/>
              </a:spcBef>
              <a:spcAft>
                <a:spcPts val="0"/>
              </a:spcAft>
              <a:buClr>
                <a:srgbClr val="BFBFBF"/>
              </a:buClr>
              <a:buSzPts val="2800"/>
              <a:buFont typeface="Noto Sans Symbols"/>
              <a:buChar char="▪"/>
            </a:pPr>
            <a:r>
              <a:rPr b="0" i="0" lang="en-US" sz="2800" u="none" cap="none" strike="noStrike">
                <a:solidFill>
                  <a:srgbClr val="BFBFBF"/>
                </a:solidFill>
                <a:latin typeface="Calibri"/>
                <a:ea typeface="Calibri"/>
                <a:cs typeface="Calibri"/>
                <a:sym typeface="Calibri"/>
              </a:rPr>
              <a:t>data center networking</a:t>
            </a:r>
            <a:endParaRPr/>
          </a:p>
          <a:p>
            <a:pPr indent="-71438" lvl="0" marL="285750" marR="0" rtl="0" algn="l">
              <a:lnSpc>
                <a:spcPct val="90000"/>
              </a:lnSpc>
              <a:spcBef>
                <a:spcPts val="600"/>
              </a:spcBef>
              <a:spcAft>
                <a:spcPts val="0"/>
              </a:spcAft>
              <a:buClr>
                <a:srgbClr val="0000A3"/>
              </a:buClr>
              <a:buSzPts val="3200"/>
              <a:buFont typeface="Noto Sans Symbols"/>
              <a:buNone/>
            </a:pPr>
            <a:r>
              <a:t/>
            </a:r>
            <a:endParaRPr b="0" i="0" sz="3200" u="none" cap="none" strike="noStrike">
              <a:solidFill>
                <a:srgbClr val="000000"/>
              </a:solidFill>
              <a:latin typeface="Calibri"/>
              <a:ea typeface="Calibri"/>
              <a:cs typeface="Calibri"/>
              <a:sym typeface="Calibri"/>
            </a:endParaRPr>
          </a:p>
          <a:p>
            <a:pPr indent="-96837" lvl="1" marL="628650" marR="0" rtl="0" algn="l">
              <a:lnSpc>
                <a:spcPct val="90000"/>
              </a:lnSpc>
              <a:spcBef>
                <a:spcPts val="600"/>
              </a:spcBef>
              <a:spcAft>
                <a:spcPts val="0"/>
              </a:spcAft>
              <a:buClr>
                <a:srgbClr val="0000A8"/>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5008" name="Google Shape;5008;p86"/>
          <p:cNvSpPr txBox="1"/>
          <p:nvPr>
            <p:ph idx="12" type="sldNum"/>
          </p:nvPr>
        </p:nvSpPr>
        <p:spPr>
          <a:xfrm>
            <a:off x="9219616" y="6492875"/>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Link Layer: 6-</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3" name="Shape 5013"/>
        <p:cNvGrpSpPr/>
        <p:nvPr/>
      </p:nvGrpSpPr>
      <p:grpSpPr>
        <a:xfrm>
          <a:off x="0" y="0"/>
          <a:ext cx="0" cy="0"/>
          <a:chOff x="0" y="0"/>
          <a:chExt cx="0" cy="0"/>
        </a:xfrm>
      </p:grpSpPr>
      <p:sp>
        <p:nvSpPr>
          <p:cNvPr id="5014" name="Google Shape;5014;p87"/>
          <p:cNvSpPr/>
          <p:nvPr/>
        </p:nvSpPr>
        <p:spPr>
          <a:xfrm rot="5400000">
            <a:off x="1384209" y="1352734"/>
            <a:ext cx="3296953" cy="5113490"/>
          </a:xfrm>
          <a:custGeom>
            <a:rect b="b" l="l" r="r" t="t"/>
            <a:pathLst>
              <a:path extrusionOk="0" h="10000" w="10281">
                <a:moveTo>
                  <a:pt x="3018" y="121"/>
                </a:moveTo>
                <a:cubicBezTo>
                  <a:pt x="2111" y="201"/>
                  <a:pt x="1047" y="-40"/>
                  <a:pt x="545" y="527"/>
                </a:cubicBezTo>
                <a:cubicBezTo>
                  <a:pt x="43" y="1094"/>
                  <a:pt x="40" y="2561"/>
                  <a:pt x="8" y="3524"/>
                </a:cubicBezTo>
                <a:cubicBezTo>
                  <a:pt x="-24" y="4487"/>
                  <a:pt x="32" y="5779"/>
                  <a:pt x="354" y="6305"/>
                </a:cubicBezTo>
                <a:cubicBezTo>
                  <a:pt x="677" y="6830"/>
                  <a:pt x="1127" y="6231"/>
                  <a:pt x="1947" y="6681"/>
                </a:cubicBezTo>
                <a:cubicBezTo>
                  <a:pt x="2769" y="7131"/>
                  <a:pt x="4247" y="8453"/>
                  <a:pt x="5285" y="9001"/>
                </a:cubicBezTo>
                <a:cubicBezTo>
                  <a:pt x="6321" y="9549"/>
                  <a:pt x="7408" y="10134"/>
                  <a:pt x="8172" y="9974"/>
                </a:cubicBezTo>
                <a:cubicBezTo>
                  <a:pt x="8934" y="9811"/>
                  <a:pt x="9531" y="9075"/>
                  <a:pt x="9864" y="8031"/>
                </a:cubicBezTo>
                <a:cubicBezTo>
                  <a:pt x="10197" y="6987"/>
                  <a:pt x="10171" y="4915"/>
                  <a:pt x="10169" y="3708"/>
                </a:cubicBezTo>
                <a:cubicBezTo>
                  <a:pt x="10167" y="2501"/>
                  <a:pt x="10574" y="1287"/>
                  <a:pt x="9852" y="791"/>
                </a:cubicBezTo>
                <a:cubicBezTo>
                  <a:pt x="9131" y="296"/>
                  <a:pt x="7123" y="162"/>
                  <a:pt x="5984" y="50"/>
                </a:cubicBezTo>
                <a:cubicBezTo>
                  <a:pt x="4845" y="-62"/>
                  <a:pt x="3924" y="42"/>
                  <a:pt x="3018" y="12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5015" name="Google Shape;5015;p87"/>
          <p:cNvCxnSpPr/>
          <p:nvPr/>
        </p:nvCxnSpPr>
        <p:spPr>
          <a:xfrm>
            <a:off x="3067442" y="3407180"/>
            <a:ext cx="0" cy="1088582"/>
          </a:xfrm>
          <a:prstGeom prst="straightConnector1">
            <a:avLst/>
          </a:prstGeom>
          <a:noFill/>
          <a:ln cap="flat" cmpd="sng" w="9525">
            <a:solidFill>
              <a:srgbClr val="000000"/>
            </a:solidFill>
            <a:prstDash val="solid"/>
            <a:round/>
            <a:headEnd len="med" w="med" type="none"/>
            <a:tailEnd len="med" w="med" type="none"/>
          </a:ln>
        </p:spPr>
      </p:cxnSp>
      <p:cxnSp>
        <p:nvCxnSpPr>
          <p:cNvPr id="5016" name="Google Shape;5016;p87"/>
          <p:cNvCxnSpPr/>
          <p:nvPr/>
        </p:nvCxnSpPr>
        <p:spPr>
          <a:xfrm rot="10800000">
            <a:off x="3199950" y="3358878"/>
            <a:ext cx="1259908" cy="1204038"/>
          </a:xfrm>
          <a:prstGeom prst="straightConnector1">
            <a:avLst/>
          </a:prstGeom>
          <a:noFill/>
          <a:ln cap="flat" cmpd="sng" w="9525">
            <a:solidFill>
              <a:srgbClr val="000000"/>
            </a:solidFill>
            <a:prstDash val="solid"/>
            <a:round/>
            <a:headEnd len="med" w="med" type="none"/>
            <a:tailEnd len="med" w="med" type="none"/>
          </a:ln>
        </p:spPr>
      </p:cxnSp>
      <p:cxnSp>
        <p:nvCxnSpPr>
          <p:cNvPr id="5017" name="Google Shape;5017;p87"/>
          <p:cNvCxnSpPr/>
          <p:nvPr/>
        </p:nvCxnSpPr>
        <p:spPr>
          <a:xfrm flipH="1" rot="10800000">
            <a:off x="3270548" y="2900589"/>
            <a:ext cx="837404" cy="314558"/>
          </a:xfrm>
          <a:prstGeom prst="straightConnector1">
            <a:avLst/>
          </a:prstGeom>
          <a:noFill/>
          <a:ln cap="flat" cmpd="sng" w="9525">
            <a:solidFill>
              <a:srgbClr val="000000"/>
            </a:solidFill>
            <a:prstDash val="solid"/>
            <a:round/>
            <a:headEnd len="med" w="med" type="none"/>
            <a:tailEnd len="med" w="med" type="none"/>
          </a:ln>
        </p:spPr>
      </p:cxnSp>
      <p:cxnSp>
        <p:nvCxnSpPr>
          <p:cNvPr id="5018" name="Google Shape;5018;p87"/>
          <p:cNvCxnSpPr/>
          <p:nvPr/>
        </p:nvCxnSpPr>
        <p:spPr>
          <a:xfrm flipH="1" rot="10800000">
            <a:off x="3129352" y="2661431"/>
            <a:ext cx="458346" cy="563141"/>
          </a:xfrm>
          <a:prstGeom prst="straightConnector1">
            <a:avLst/>
          </a:prstGeom>
          <a:noFill/>
          <a:ln cap="flat" cmpd="sng" w="9525">
            <a:solidFill>
              <a:srgbClr val="000000"/>
            </a:solidFill>
            <a:prstDash val="solid"/>
            <a:round/>
            <a:headEnd len="med" w="med" type="none"/>
            <a:tailEnd len="med" w="med" type="none"/>
          </a:ln>
        </p:spPr>
      </p:cxnSp>
      <p:cxnSp>
        <p:nvCxnSpPr>
          <p:cNvPr id="5019" name="Google Shape;5019;p87"/>
          <p:cNvCxnSpPr/>
          <p:nvPr/>
        </p:nvCxnSpPr>
        <p:spPr>
          <a:xfrm>
            <a:off x="2381009" y="2775708"/>
            <a:ext cx="589768" cy="478316"/>
          </a:xfrm>
          <a:prstGeom prst="straightConnector1">
            <a:avLst/>
          </a:prstGeom>
          <a:noFill/>
          <a:ln cap="flat" cmpd="sng" w="9525">
            <a:solidFill>
              <a:srgbClr val="000000"/>
            </a:solidFill>
            <a:prstDash val="solid"/>
            <a:round/>
            <a:headEnd len="med" w="med" type="none"/>
            <a:tailEnd len="med" w="med" type="none"/>
          </a:ln>
        </p:spPr>
      </p:cxnSp>
      <p:grpSp>
        <p:nvGrpSpPr>
          <p:cNvPr id="5020" name="Google Shape;5020;p87"/>
          <p:cNvGrpSpPr/>
          <p:nvPr/>
        </p:nvGrpSpPr>
        <p:grpSpPr>
          <a:xfrm>
            <a:off x="2778135" y="3090622"/>
            <a:ext cx="625610" cy="355986"/>
            <a:chOff x="3668110" y="2448910"/>
            <a:chExt cx="3794234" cy="2165130"/>
          </a:xfrm>
        </p:grpSpPr>
        <p:sp>
          <p:nvSpPr>
            <p:cNvPr id="5021" name="Google Shape;5021;p87"/>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22" name="Google Shape;5022;p87"/>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5023" name="Google Shape;5023;p87"/>
            <p:cNvGrpSpPr/>
            <p:nvPr/>
          </p:nvGrpSpPr>
          <p:grpSpPr>
            <a:xfrm>
              <a:off x="3941378" y="2603243"/>
              <a:ext cx="3202061" cy="1066110"/>
              <a:chOff x="7939341" y="3037317"/>
              <a:chExt cx="897649" cy="353919"/>
            </a:xfrm>
          </p:grpSpPr>
          <p:sp>
            <p:nvSpPr>
              <p:cNvPr id="5024" name="Google Shape;5024;p87"/>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25" name="Google Shape;5025;p87"/>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26" name="Google Shape;5026;p87"/>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27" name="Google Shape;5027;p87"/>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5028" name="Google Shape;5028;p87"/>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b="0" lang="en-US">
                <a:latin typeface="Calibri"/>
                <a:ea typeface="Calibri"/>
                <a:cs typeface="Calibri"/>
                <a:sym typeface="Calibri"/>
              </a:rPr>
              <a:t>Virtual LANs (VLANs): motivation</a:t>
            </a:r>
            <a:endParaRPr b="0" sz="4400">
              <a:latin typeface="Calibri"/>
              <a:ea typeface="Calibri"/>
              <a:cs typeface="Calibri"/>
              <a:sym typeface="Calibri"/>
            </a:endParaRPr>
          </a:p>
        </p:txBody>
      </p:sp>
      <p:sp>
        <p:nvSpPr>
          <p:cNvPr id="5029" name="Google Shape;5029;p87"/>
          <p:cNvSpPr txBox="1"/>
          <p:nvPr>
            <p:ph idx="12" type="sldNum"/>
          </p:nvPr>
        </p:nvSpPr>
        <p:spPr>
          <a:xfrm>
            <a:off x="9206737" y="6492875"/>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Link Layer: 6-</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cxnSp>
        <p:nvCxnSpPr>
          <p:cNvPr id="5030" name="Google Shape;5030;p87"/>
          <p:cNvCxnSpPr/>
          <p:nvPr/>
        </p:nvCxnSpPr>
        <p:spPr>
          <a:xfrm rot="10800000">
            <a:off x="1065709" y="4430966"/>
            <a:ext cx="380145" cy="0"/>
          </a:xfrm>
          <a:prstGeom prst="straightConnector1">
            <a:avLst/>
          </a:prstGeom>
          <a:noFill/>
          <a:ln cap="flat" cmpd="sng" w="9525">
            <a:solidFill>
              <a:srgbClr val="000000"/>
            </a:solidFill>
            <a:prstDash val="solid"/>
            <a:round/>
            <a:headEnd len="med" w="med" type="none"/>
            <a:tailEnd len="med" w="med" type="none"/>
          </a:ln>
        </p:spPr>
      </p:cxnSp>
      <p:cxnSp>
        <p:nvCxnSpPr>
          <p:cNvPr id="5031" name="Google Shape;5031;p87"/>
          <p:cNvCxnSpPr/>
          <p:nvPr/>
        </p:nvCxnSpPr>
        <p:spPr>
          <a:xfrm flipH="1">
            <a:off x="1330724" y="4466310"/>
            <a:ext cx="185728" cy="233268"/>
          </a:xfrm>
          <a:prstGeom prst="straightConnector1">
            <a:avLst/>
          </a:prstGeom>
          <a:noFill/>
          <a:ln cap="flat" cmpd="sng" w="9525">
            <a:solidFill>
              <a:srgbClr val="000000"/>
            </a:solidFill>
            <a:prstDash val="solid"/>
            <a:round/>
            <a:headEnd len="med" w="med" type="none"/>
            <a:tailEnd len="med" w="med" type="none"/>
          </a:ln>
        </p:spPr>
      </p:cxnSp>
      <p:cxnSp>
        <p:nvCxnSpPr>
          <p:cNvPr id="5032" name="Google Shape;5032;p87"/>
          <p:cNvCxnSpPr/>
          <p:nvPr/>
        </p:nvCxnSpPr>
        <p:spPr>
          <a:xfrm>
            <a:off x="1617462" y="4487516"/>
            <a:ext cx="49962" cy="219130"/>
          </a:xfrm>
          <a:prstGeom prst="straightConnector1">
            <a:avLst/>
          </a:prstGeom>
          <a:noFill/>
          <a:ln cap="flat" cmpd="sng" w="9525">
            <a:solidFill>
              <a:srgbClr val="000000"/>
            </a:solidFill>
            <a:prstDash val="solid"/>
            <a:round/>
            <a:headEnd len="med" w="med" type="none"/>
            <a:tailEnd len="med" w="med" type="none"/>
          </a:ln>
        </p:spPr>
      </p:cxnSp>
      <p:grpSp>
        <p:nvGrpSpPr>
          <p:cNvPr id="5033" name="Google Shape;5033;p87"/>
          <p:cNvGrpSpPr/>
          <p:nvPr/>
        </p:nvGrpSpPr>
        <p:grpSpPr>
          <a:xfrm>
            <a:off x="753990" y="4284879"/>
            <a:ext cx="388834" cy="356970"/>
            <a:chOff x="-44" y="1473"/>
            <a:chExt cx="981" cy="1105"/>
          </a:xfrm>
        </p:grpSpPr>
        <p:pic>
          <p:nvPicPr>
            <p:cNvPr descr="desktop_computer_stylized_medium" id="5034" name="Google Shape;5034;p8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035" name="Google Shape;5035;p8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036" name="Google Shape;5036;p87"/>
          <p:cNvGrpSpPr/>
          <p:nvPr/>
        </p:nvGrpSpPr>
        <p:grpSpPr>
          <a:xfrm>
            <a:off x="1032038" y="4624177"/>
            <a:ext cx="388834" cy="356970"/>
            <a:chOff x="-44" y="1473"/>
            <a:chExt cx="981" cy="1105"/>
          </a:xfrm>
        </p:grpSpPr>
        <p:pic>
          <p:nvPicPr>
            <p:cNvPr descr="desktop_computer_stylized_medium" id="5037" name="Google Shape;5037;p8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038" name="Google Shape;5038;p8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039" name="Google Shape;5039;p87"/>
          <p:cNvGrpSpPr/>
          <p:nvPr/>
        </p:nvGrpSpPr>
        <p:grpSpPr>
          <a:xfrm>
            <a:off x="1393719" y="4647740"/>
            <a:ext cx="388834" cy="356970"/>
            <a:chOff x="-44" y="1473"/>
            <a:chExt cx="981" cy="1105"/>
          </a:xfrm>
        </p:grpSpPr>
        <p:pic>
          <p:nvPicPr>
            <p:cNvPr descr="desktop_computer_stylized_medium" id="5040" name="Google Shape;5040;p8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041" name="Google Shape;5041;p8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cxnSp>
        <p:nvCxnSpPr>
          <p:cNvPr id="5042" name="Google Shape;5042;p87"/>
          <p:cNvCxnSpPr/>
          <p:nvPr/>
        </p:nvCxnSpPr>
        <p:spPr>
          <a:xfrm>
            <a:off x="1767347" y="4435678"/>
            <a:ext cx="258498" cy="226199"/>
          </a:xfrm>
          <a:prstGeom prst="straightConnector1">
            <a:avLst/>
          </a:prstGeom>
          <a:noFill/>
          <a:ln cap="flat" cmpd="sng" w="9525">
            <a:solidFill>
              <a:srgbClr val="000000"/>
            </a:solidFill>
            <a:prstDash val="solid"/>
            <a:round/>
            <a:headEnd len="med" w="med" type="none"/>
            <a:tailEnd len="med" w="med" type="none"/>
          </a:ln>
        </p:spPr>
      </p:cxnSp>
      <p:cxnSp>
        <p:nvCxnSpPr>
          <p:cNvPr id="5043" name="Google Shape;5043;p87"/>
          <p:cNvCxnSpPr/>
          <p:nvPr/>
        </p:nvCxnSpPr>
        <p:spPr>
          <a:xfrm flipH="1">
            <a:off x="1925922" y="4803252"/>
            <a:ext cx="82546" cy="217952"/>
          </a:xfrm>
          <a:prstGeom prst="straightConnector1">
            <a:avLst/>
          </a:prstGeom>
          <a:noFill/>
          <a:ln cap="flat" cmpd="sng" w="9525">
            <a:solidFill>
              <a:srgbClr val="000000"/>
            </a:solidFill>
            <a:prstDash val="solid"/>
            <a:round/>
            <a:headEnd len="med" w="med" type="none"/>
            <a:tailEnd len="med" w="med" type="none"/>
          </a:ln>
        </p:spPr>
      </p:cxnSp>
      <p:cxnSp>
        <p:nvCxnSpPr>
          <p:cNvPr id="5044" name="Google Shape;5044;p87"/>
          <p:cNvCxnSpPr/>
          <p:nvPr/>
        </p:nvCxnSpPr>
        <p:spPr>
          <a:xfrm>
            <a:off x="2131694" y="4497705"/>
            <a:ext cx="1677" cy="225434"/>
          </a:xfrm>
          <a:prstGeom prst="straightConnector1">
            <a:avLst/>
          </a:prstGeom>
          <a:noFill/>
          <a:ln cap="flat" cmpd="sng" w="9525">
            <a:solidFill>
              <a:srgbClr val="000000"/>
            </a:solidFill>
            <a:prstDash val="solid"/>
            <a:round/>
            <a:headEnd len="med" w="med" type="none"/>
            <a:tailEnd len="med" w="med" type="none"/>
          </a:ln>
        </p:spPr>
      </p:cxnSp>
      <p:grpSp>
        <p:nvGrpSpPr>
          <p:cNvPr id="5045" name="Google Shape;5045;p87"/>
          <p:cNvGrpSpPr/>
          <p:nvPr/>
        </p:nvGrpSpPr>
        <p:grpSpPr>
          <a:xfrm>
            <a:off x="1670682" y="4924597"/>
            <a:ext cx="388834" cy="356970"/>
            <a:chOff x="-44" y="1473"/>
            <a:chExt cx="981" cy="1105"/>
          </a:xfrm>
        </p:grpSpPr>
        <p:pic>
          <p:nvPicPr>
            <p:cNvPr descr="desktop_computer_stylized_medium" id="5046" name="Google Shape;5046;p8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047" name="Google Shape;5047;p8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048" name="Google Shape;5048;p87"/>
          <p:cNvGrpSpPr/>
          <p:nvPr/>
        </p:nvGrpSpPr>
        <p:grpSpPr>
          <a:xfrm>
            <a:off x="1920239" y="4247763"/>
            <a:ext cx="388834" cy="356970"/>
            <a:chOff x="-44" y="1473"/>
            <a:chExt cx="981" cy="1105"/>
          </a:xfrm>
        </p:grpSpPr>
        <p:pic>
          <p:nvPicPr>
            <p:cNvPr descr="desktop_computer_stylized_medium" id="5049" name="Google Shape;5049;p8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050" name="Google Shape;5050;p8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cxnSp>
        <p:nvCxnSpPr>
          <p:cNvPr id="5051" name="Google Shape;5051;p87"/>
          <p:cNvCxnSpPr/>
          <p:nvPr/>
        </p:nvCxnSpPr>
        <p:spPr>
          <a:xfrm rot="10800000">
            <a:off x="3952637" y="4630068"/>
            <a:ext cx="380145" cy="0"/>
          </a:xfrm>
          <a:prstGeom prst="straightConnector1">
            <a:avLst/>
          </a:prstGeom>
          <a:noFill/>
          <a:ln cap="flat" cmpd="sng" w="9525">
            <a:solidFill>
              <a:srgbClr val="000000"/>
            </a:solidFill>
            <a:prstDash val="solid"/>
            <a:round/>
            <a:headEnd len="med" w="med" type="none"/>
            <a:tailEnd len="med" w="med" type="none"/>
          </a:ln>
        </p:spPr>
      </p:cxnSp>
      <p:cxnSp>
        <p:nvCxnSpPr>
          <p:cNvPr id="5052" name="Google Shape;5052;p87"/>
          <p:cNvCxnSpPr/>
          <p:nvPr/>
        </p:nvCxnSpPr>
        <p:spPr>
          <a:xfrm flipH="1">
            <a:off x="4217652" y="4665411"/>
            <a:ext cx="185728" cy="233268"/>
          </a:xfrm>
          <a:prstGeom prst="straightConnector1">
            <a:avLst/>
          </a:prstGeom>
          <a:noFill/>
          <a:ln cap="flat" cmpd="sng" w="9525">
            <a:solidFill>
              <a:srgbClr val="000000"/>
            </a:solidFill>
            <a:prstDash val="solid"/>
            <a:round/>
            <a:headEnd len="med" w="med" type="none"/>
            <a:tailEnd len="med" w="med" type="none"/>
          </a:ln>
        </p:spPr>
      </p:cxnSp>
      <p:cxnSp>
        <p:nvCxnSpPr>
          <p:cNvPr id="5053" name="Google Shape;5053;p87"/>
          <p:cNvCxnSpPr/>
          <p:nvPr/>
        </p:nvCxnSpPr>
        <p:spPr>
          <a:xfrm>
            <a:off x="4504390" y="4686617"/>
            <a:ext cx="49962" cy="219130"/>
          </a:xfrm>
          <a:prstGeom prst="straightConnector1">
            <a:avLst/>
          </a:prstGeom>
          <a:noFill/>
          <a:ln cap="flat" cmpd="sng" w="9525">
            <a:solidFill>
              <a:srgbClr val="000000"/>
            </a:solidFill>
            <a:prstDash val="solid"/>
            <a:round/>
            <a:headEnd len="med" w="med" type="none"/>
            <a:tailEnd len="med" w="med" type="none"/>
          </a:ln>
        </p:spPr>
      </p:cxnSp>
      <p:grpSp>
        <p:nvGrpSpPr>
          <p:cNvPr id="5054" name="Google Shape;5054;p87"/>
          <p:cNvGrpSpPr/>
          <p:nvPr/>
        </p:nvGrpSpPr>
        <p:grpSpPr>
          <a:xfrm>
            <a:off x="3741928" y="4492228"/>
            <a:ext cx="388834" cy="356970"/>
            <a:chOff x="-44" y="1473"/>
            <a:chExt cx="981" cy="1105"/>
          </a:xfrm>
        </p:grpSpPr>
        <p:pic>
          <p:nvPicPr>
            <p:cNvPr descr="desktop_computer_stylized_medium" id="5055" name="Google Shape;5055;p8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056" name="Google Shape;5056;p8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057" name="Google Shape;5057;p87"/>
          <p:cNvGrpSpPr/>
          <p:nvPr/>
        </p:nvGrpSpPr>
        <p:grpSpPr>
          <a:xfrm>
            <a:off x="3918966" y="4823279"/>
            <a:ext cx="389920" cy="356970"/>
            <a:chOff x="-44" y="1473"/>
            <a:chExt cx="981" cy="1105"/>
          </a:xfrm>
        </p:grpSpPr>
        <p:pic>
          <p:nvPicPr>
            <p:cNvPr descr="desktop_computer_stylized_medium" id="5058" name="Google Shape;5058;p8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059" name="Google Shape;5059;p8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060" name="Google Shape;5060;p87"/>
          <p:cNvGrpSpPr/>
          <p:nvPr/>
        </p:nvGrpSpPr>
        <p:grpSpPr>
          <a:xfrm>
            <a:off x="4280647" y="4845664"/>
            <a:ext cx="388834" cy="358148"/>
            <a:chOff x="-44" y="1473"/>
            <a:chExt cx="981" cy="1105"/>
          </a:xfrm>
        </p:grpSpPr>
        <p:pic>
          <p:nvPicPr>
            <p:cNvPr descr="desktop_computer_stylized_medium" id="5061" name="Google Shape;5061;p8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062" name="Google Shape;5062;p8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cxnSp>
        <p:nvCxnSpPr>
          <p:cNvPr id="5063" name="Google Shape;5063;p87"/>
          <p:cNvCxnSpPr/>
          <p:nvPr/>
        </p:nvCxnSpPr>
        <p:spPr>
          <a:xfrm rot="10800000">
            <a:off x="3250998" y="4664234"/>
            <a:ext cx="414901" cy="232089"/>
          </a:xfrm>
          <a:prstGeom prst="straightConnector1">
            <a:avLst/>
          </a:prstGeom>
          <a:noFill/>
          <a:ln cap="flat" cmpd="sng" w="9525">
            <a:solidFill>
              <a:srgbClr val="000000"/>
            </a:solidFill>
            <a:prstDash val="solid"/>
            <a:round/>
            <a:headEnd len="med" w="med" type="none"/>
            <a:tailEnd len="med" w="med" type="none"/>
          </a:ln>
        </p:spPr>
      </p:cxnSp>
      <p:cxnSp>
        <p:nvCxnSpPr>
          <p:cNvPr id="5064" name="Google Shape;5064;p87"/>
          <p:cNvCxnSpPr/>
          <p:nvPr/>
        </p:nvCxnSpPr>
        <p:spPr>
          <a:xfrm flipH="1">
            <a:off x="2933849" y="4630068"/>
            <a:ext cx="185728" cy="233268"/>
          </a:xfrm>
          <a:prstGeom prst="straightConnector1">
            <a:avLst/>
          </a:prstGeom>
          <a:noFill/>
          <a:ln cap="flat" cmpd="sng" w="9525">
            <a:solidFill>
              <a:srgbClr val="000000"/>
            </a:solidFill>
            <a:prstDash val="solid"/>
            <a:round/>
            <a:headEnd len="med" w="med" type="none"/>
            <a:tailEnd len="med" w="med" type="none"/>
          </a:ln>
        </p:spPr>
      </p:cxnSp>
      <p:cxnSp>
        <p:nvCxnSpPr>
          <p:cNvPr id="5065" name="Google Shape;5065;p87"/>
          <p:cNvCxnSpPr/>
          <p:nvPr/>
        </p:nvCxnSpPr>
        <p:spPr>
          <a:xfrm>
            <a:off x="3220586" y="4651274"/>
            <a:ext cx="49962" cy="219130"/>
          </a:xfrm>
          <a:prstGeom prst="straightConnector1">
            <a:avLst/>
          </a:prstGeom>
          <a:noFill/>
          <a:ln cap="flat" cmpd="sng" w="9525">
            <a:solidFill>
              <a:srgbClr val="000000"/>
            </a:solidFill>
            <a:prstDash val="solid"/>
            <a:round/>
            <a:headEnd len="med" w="med" type="none"/>
            <a:tailEnd len="med" w="med" type="none"/>
          </a:ln>
        </p:spPr>
      </p:cxnSp>
      <p:grpSp>
        <p:nvGrpSpPr>
          <p:cNvPr id="5066" name="Google Shape;5066;p87"/>
          <p:cNvGrpSpPr/>
          <p:nvPr/>
        </p:nvGrpSpPr>
        <p:grpSpPr>
          <a:xfrm>
            <a:off x="3349835" y="4784402"/>
            <a:ext cx="389920" cy="356970"/>
            <a:chOff x="-44" y="1473"/>
            <a:chExt cx="981" cy="1105"/>
          </a:xfrm>
        </p:grpSpPr>
        <p:pic>
          <p:nvPicPr>
            <p:cNvPr descr="desktop_computer_stylized_medium" id="5067" name="Google Shape;5067;p8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068" name="Google Shape;5068;p8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069" name="Google Shape;5069;p87"/>
          <p:cNvGrpSpPr/>
          <p:nvPr/>
        </p:nvGrpSpPr>
        <p:grpSpPr>
          <a:xfrm>
            <a:off x="2635163" y="4787936"/>
            <a:ext cx="389920" cy="358148"/>
            <a:chOff x="-44" y="1473"/>
            <a:chExt cx="981" cy="1105"/>
          </a:xfrm>
        </p:grpSpPr>
        <p:pic>
          <p:nvPicPr>
            <p:cNvPr descr="desktop_computer_stylized_medium" id="5070" name="Google Shape;5070;p8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071" name="Google Shape;5071;p8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072" name="Google Shape;5072;p87"/>
          <p:cNvGrpSpPr/>
          <p:nvPr/>
        </p:nvGrpSpPr>
        <p:grpSpPr>
          <a:xfrm>
            <a:off x="2996844" y="4811498"/>
            <a:ext cx="389920" cy="356970"/>
            <a:chOff x="-44" y="1473"/>
            <a:chExt cx="981" cy="1105"/>
          </a:xfrm>
        </p:grpSpPr>
        <p:pic>
          <p:nvPicPr>
            <p:cNvPr descr="desktop_computer_stylized_medium" id="5073" name="Google Shape;5073;p8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074" name="Google Shape;5074;p8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cxnSp>
        <p:nvCxnSpPr>
          <p:cNvPr id="5075" name="Google Shape;5075;p87"/>
          <p:cNvCxnSpPr/>
          <p:nvPr/>
        </p:nvCxnSpPr>
        <p:spPr>
          <a:xfrm rot="10800000">
            <a:off x="4510426" y="4534645"/>
            <a:ext cx="380145" cy="0"/>
          </a:xfrm>
          <a:prstGeom prst="straightConnector1">
            <a:avLst/>
          </a:prstGeom>
          <a:noFill/>
          <a:ln cap="flat" cmpd="sng" w="9525">
            <a:solidFill>
              <a:srgbClr val="000000"/>
            </a:solidFill>
            <a:prstDash val="solid"/>
            <a:round/>
            <a:headEnd len="med" w="med" type="none"/>
            <a:tailEnd len="med" w="med" type="none"/>
          </a:ln>
        </p:spPr>
      </p:cxnSp>
      <p:grpSp>
        <p:nvGrpSpPr>
          <p:cNvPr id="5076" name="Google Shape;5076;p87"/>
          <p:cNvGrpSpPr/>
          <p:nvPr/>
        </p:nvGrpSpPr>
        <p:grpSpPr>
          <a:xfrm>
            <a:off x="4622370" y="4306005"/>
            <a:ext cx="389920" cy="356970"/>
            <a:chOff x="-44" y="1487"/>
            <a:chExt cx="981" cy="1105"/>
          </a:xfrm>
        </p:grpSpPr>
        <p:pic>
          <p:nvPicPr>
            <p:cNvPr descr="desktop_computer_stylized_medium" id="5077" name="Google Shape;5077;p87"/>
            <p:cNvPicPr preferRelativeResize="0"/>
            <p:nvPr/>
          </p:nvPicPr>
          <p:blipFill rotWithShape="1">
            <a:blip r:embed="rId3">
              <a:alphaModFix/>
            </a:blip>
            <a:srcRect b="0" l="0" r="0" t="0"/>
            <a:stretch/>
          </p:blipFill>
          <p:spPr>
            <a:xfrm flipH="1">
              <a:off x="-44" y="1487"/>
              <a:ext cx="981" cy="1105"/>
            </a:xfrm>
            <a:prstGeom prst="rect">
              <a:avLst/>
            </a:prstGeom>
            <a:noFill/>
            <a:ln>
              <a:noFill/>
            </a:ln>
          </p:spPr>
        </p:pic>
        <p:sp>
          <p:nvSpPr>
            <p:cNvPr id="5078" name="Google Shape;5078;p8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079" name="Google Shape;5079;p87"/>
          <p:cNvGrpSpPr/>
          <p:nvPr/>
        </p:nvGrpSpPr>
        <p:grpSpPr>
          <a:xfrm>
            <a:off x="3580094" y="2469397"/>
            <a:ext cx="250896" cy="430014"/>
            <a:chOff x="4140" y="429"/>
            <a:chExt cx="1425" cy="2396"/>
          </a:xfrm>
        </p:grpSpPr>
        <p:sp>
          <p:nvSpPr>
            <p:cNvPr id="5080" name="Google Shape;5080;p87"/>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081" name="Google Shape;5081;p87"/>
            <p:cNvSpPr/>
            <p:nvPr/>
          </p:nvSpPr>
          <p:spPr>
            <a:xfrm>
              <a:off x="4208" y="429"/>
              <a:ext cx="1043"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082" name="Google Shape;5082;p87"/>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083" name="Google Shape;5083;p87"/>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084" name="Google Shape;5084;p87"/>
            <p:cNvSpPr/>
            <p:nvPr/>
          </p:nvSpPr>
          <p:spPr>
            <a:xfrm>
              <a:off x="4214" y="692"/>
              <a:ext cx="592"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5085" name="Google Shape;5085;p87"/>
            <p:cNvGrpSpPr/>
            <p:nvPr/>
          </p:nvGrpSpPr>
          <p:grpSpPr>
            <a:xfrm>
              <a:off x="4751" y="665"/>
              <a:ext cx="580" cy="125"/>
              <a:chOff x="616" y="2565"/>
              <a:chExt cx="724" cy="120"/>
            </a:xfrm>
          </p:grpSpPr>
          <p:sp>
            <p:nvSpPr>
              <p:cNvPr id="5086" name="Google Shape;5086;p87"/>
              <p:cNvSpPr/>
              <p:nvPr/>
            </p:nvSpPr>
            <p:spPr>
              <a:xfrm>
                <a:off x="616" y="2565"/>
                <a:ext cx="724" cy="12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087" name="Google Shape;5087;p87"/>
              <p:cNvSpPr/>
              <p:nvPr/>
            </p:nvSpPr>
            <p:spPr>
              <a:xfrm>
                <a:off x="632" y="2584"/>
                <a:ext cx="693"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5088" name="Google Shape;5088;p87"/>
            <p:cNvSpPr/>
            <p:nvPr/>
          </p:nvSpPr>
          <p:spPr>
            <a:xfrm>
              <a:off x="4226" y="1020"/>
              <a:ext cx="592"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5089" name="Google Shape;5089;p87"/>
            <p:cNvGrpSpPr/>
            <p:nvPr/>
          </p:nvGrpSpPr>
          <p:grpSpPr>
            <a:xfrm>
              <a:off x="4745" y="994"/>
              <a:ext cx="586" cy="131"/>
              <a:chOff x="611" y="2568"/>
              <a:chExt cx="731" cy="136"/>
            </a:xfrm>
          </p:grpSpPr>
          <p:sp>
            <p:nvSpPr>
              <p:cNvPr id="5090" name="Google Shape;5090;p87"/>
              <p:cNvSpPr/>
              <p:nvPr/>
            </p:nvSpPr>
            <p:spPr>
              <a:xfrm>
                <a:off x="611" y="2568"/>
                <a:ext cx="731" cy="136"/>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091" name="Google Shape;5091;p87"/>
              <p:cNvSpPr/>
              <p:nvPr/>
            </p:nvSpPr>
            <p:spPr>
              <a:xfrm>
                <a:off x="626" y="2581"/>
                <a:ext cx="700"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5092" name="Google Shape;5092;p87"/>
            <p:cNvSpPr/>
            <p:nvPr/>
          </p:nvSpPr>
          <p:spPr>
            <a:xfrm>
              <a:off x="4214" y="1361"/>
              <a:ext cx="598"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093" name="Google Shape;5093;p87"/>
            <p:cNvSpPr/>
            <p:nvPr/>
          </p:nvSpPr>
          <p:spPr>
            <a:xfrm>
              <a:off x="4226" y="1657"/>
              <a:ext cx="598"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5094" name="Google Shape;5094;p87"/>
            <p:cNvGrpSpPr/>
            <p:nvPr/>
          </p:nvGrpSpPr>
          <p:grpSpPr>
            <a:xfrm>
              <a:off x="4733" y="1630"/>
              <a:ext cx="586" cy="151"/>
              <a:chOff x="611" y="2571"/>
              <a:chExt cx="730" cy="139"/>
            </a:xfrm>
          </p:grpSpPr>
          <p:sp>
            <p:nvSpPr>
              <p:cNvPr id="5095" name="Google Shape;5095;p87"/>
              <p:cNvSpPr/>
              <p:nvPr/>
            </p:nvSpPr>
            <p:spPr>
              <a:xfrm>
                <a:off x="611" y="2571"/>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096" name="Google Shape;5096;p87"/>
              <p:cNvSpPr/>
              <p:nvPr/>
            </p:nvSpPr>
            <p:spPr>
              <a:xfrm>
                <a:off x="626" y="2589"/>
                <a:ext cx="699" cy="12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5097" name="Google Shape;5097;p87"/>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5098" name="Google Shape;5098;p87"/>
            <p:cNvGrpSpPr/>
            <p:nvPr/>
          </p:nvGrpSpPr>
          <p:grpSpPr>
            <a:xfrm>
              <a:off x="4738" y="1328"/>
              <a:ext cx="574" cy="138"/>
              <a:chOff x="613" y="2569"/>
              <a:chExt cx="715" cy="138"/>
            </a:xfrm>
          </p:grpSpPr>
          <p:sp>
            <p:nvSpPr>
              <p:cNvPr id="5099" name="Google Shape;5099;p87"/>
              <p:cNvSpPr/>
              <p:nvPr/>
            </p:nvSpPr>
            <p:spPr>
              <a:xfrm>
                <a:off x="613" y="2569"/>
                <a:ext cx="715"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100" name="Google Shape;5100;p87"/>
              <p:cNvSpPr/>
              <p:nvPr/>
            </p:nvSpPr>
            <p:spPr>
              <a:xfrm>
                <a:off x="629" y="2582"/>
                <a:ext cx="692"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5101" name="Google Shape;5101;p87"/>
            <p:cNvSpPr/>
            <p:nvPr/>
          </p:nvSpPr>
          <p:spPr>
            <a:xfrm>
              <a:off x="5250" y="429"/>
              <a:ext cx="68" cy="2291"/>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102" name="Google Shape;5102;p87"/>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103" name="Google Shape;5103;p87"/>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104" name="Google Shape;5104;p87"/>
            <p:cNvSpPr/>
            <p:nvPr/>
          </p:nvSpPr>
          <p:spPr>
            <a:xfrm>
              <a:off x="5516" y="2608"/>
              <a:ext cx="49" cy="98"/>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105" name="Google Shape;5105;p87"/>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106" name="Google Shape;5106;p87"/>
            <p:cNvSpPr/>
            <p:nvPr/>
          </p:nvSpPr>
          <p:spPr>
            <a:xfrm>
              <a:off x="4140" y="2681"/>
              <a:ext cx="1197" cy="144"/>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107" name="Google Shape;5107;p87"/>
            <p:cNvSpPr/>
            <p:nvPr/>
          </p:nvSpPr>
          <p:spPr>
            <a:xfrm>
              <a:off x="4208" y="2713"/>
              <a:ext cx="1067" cy="79"/>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108" name="Google Shape;5108;p87"/>
            <p:cNvSpPr/>
            <p:nvPr/>
          </p:nvSpPr>
          <p:spPr>
            <a:xfrm>
              <a:off x="4307" y="2385"/>
              <a:ext cx="160"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109" name="Google Shape;5109;p87"/>
            <p:cNvSpPr/>
            <p:nvPr/>
          </p:nvSpPr>
          <p:spPr>
            <a:xfrm>
              <a:off x="4485" y="2385"/>
              <a:ext cx="160" cy="144"/>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5110" name="Google Shape;5110;p87"/>
            <p:cNvSpPr/>
            <p:nvPr/>
          </p:nvSpPr>
          <p:spPr>
            <a:xfrm>
              <a:off x="4664" y="2379"/>
              <a:ext cx="154"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111" name="Google Shape;5111;p87"/>
            <p:cNvSpPr/>
            <p:nvPr/>
          </p:nvSpPr>
          <p:spPr>
            <a:xfrm>
              <a:off x="5059" y="1834"/>
              <a:ext cx="86"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112" name="Google Shape;5112;p87"/>
          <p:cNvGrpSpPr/>
          <p:nvPr/>
        </p:nvGrpSpPr>
        <p:grpSpPr>
          <a:xfrm>
            <a:off x="3993910" y="2847574"/>
            <a:ext cx="250895" cy="430013"/>
            <a:chOff x="4140" y="429"/>
            <a:chExt cx="1425" cy="2396"/>
          </a:xfrm>
        </p:grpSpPr>
        <p:sp>
          <p:nvSpPr>
            <p:cNvPr id="5113" name="Google Shape;5113;p87"/>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114" name="Google Shape;5114;p87"/>
            <p:cNvSpPr/>
            <p:nvPr/>
          </p:nvSpPr>
          <p:spPr>
            <a:xfrm>
              <a:off x="4208" y="429"/>
              <a:ext cx="1043"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115" name="Google Shape;5115;p87"/>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116" name="Google Shape;5116;p87"/>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117" name="Google Shape;5117;p87"/>
            <p:cNvSpPr/>
            <p:nvPr/>
          </p:nvSpPr>
          <p:spPr>
            <a:xfrm>
              <a:off x="4214" y="692"/>
              <a:ext cx="592"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5118" name="Google Shape;5118;p87"/>
            <p:cNvGrpSpPr/>
            <p:nvPr/>
          </p:nvGrpSpPr>
          <p:grpSpPr>
            <a:xfrm>
              <a:off x="4751" y="665"/>
              <a:ext cx="580" cy="125"/>
              <a:chOff x="616" y="2565"/>
              <a:chExt cx="724" cy="120"/>
            </a:xfrm>
          </p:grpSpPr>
          <p:sp>
            <p:nvSpPr>
              <p:cNvPr id="5119" name="Google Shape;5119;p87"/>
              <p:cNvSpPr/>
              <p:nvPr/>
            </p:nvSpPr>
            <p:spPr>
              <a:xfrm>
                <a:off x="616" y="2565"/>
                <a:ext cx="724" cy="12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120" name="Google Shape;5120;p87"/>
              <p:cNvSpPr/>
              <p:nvPr/>
            </p:nvSpPr>
            <p:spPr>
              <a:xfrm>
                <a:off x="632" y="2584"/>
                <a:ext cx="693"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5121" name="Google Shape;5121;p87"/>
            <p:cNvSpPr/>
            <p:nvPr/>
          </p:nvSpPr>
          <p:spPr>
            <a:xfrm>
              <a:off x="4226" y="1020"/>
              <a:ext cx="592"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5122" name="Google Shape;5122;p87"/>
            <p:cNvGrpSpPr/>
            <p:nvPr/>
          </p:nvGrpSpPr>
          <p:grpSpPr>
            <a:xfrm>
              <a:off x="4745" y="994"/>
              <a:ext cx="586" cy="131"/>
              <a:chOff x="611" y="2568"/>
              <a:chExt cx="731" cy="136"/>
            </a:xfrm>
          </p:grpSpPr>
          <p:sp>
            <p:nvSpPr>
              <p:cNvPr id="5123" name="Google Shape;5123;p87"/>
              <p:cNvSpPr/>
              <p:nvPr/>
            </p:nvSpPr>
            <p:spPr>
              <a:xfrm>
                <a:off x="611" y="2568"/>
                <a:ext cx="731" cy="136"/>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124" name="Google Shape;5124;p87"/>
              <p:cNvSpPr/>
              <p:nvPr/>
            </p:nvSpPr>
            <p:spPr>
              <a:xfrm>
                <a:off x="626" y="2581"/>
                <a:ext cx="700"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5125" name="Google Shape;5125;p87"/>
            <p:cNvSpPr/>
            <p:nvPr/>
          </p:nvSpPr>
          <p:spPr>
            <a:xfrm>
              <a:off x="4214" y="1361"/>
              <a:ext cx="598"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126" name="Google Shape;5126;p87"/>
            <p:cNvSpPr/>
            <p:nvPr/>
          </p:nvSpPr>
          <p:spPr>
            <a:xfrm>
              <a:off x="4226" y="1657"/>
              <a:ext cx="598"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5127" name="Google Shape;5127;p87"/>
            <p:cNvGrpSpPr/>
            <p:nvPr/>
          </p:nvGrpSpPr>
          <p:grpSpPr>
            <a:xfrm>
              <a:off x="4733" y="1630"/>
              <a:ext cx="586" cy="151"/>
              <a:chOff x="611" y="2571"/>
              <a:chExt cx="730" cy="139"/>
            </a:xfrm>
          </p:grpSpPr>
          <p:sp>
            <p:nvSpPr>
              <p:cNvPr id="5128" name="Google Shape;5128;p87"/>
              <p:cNvSpPr/>
              <p:nvPr/>
            </p:nvSpPr>
            <p:spPr>
              <a:xfrm>
                <a:off x="611" y="2571"/>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129" name="Google Shape;5129;p87"/>
              <p:cNvSpPr/>
              <p:nvPr/>
            </p:nvSpPr>
            <p:spPr>
              <a:xfrm>
                <a:off x="626" y="2589"/>
                <a:ext cx="699" cy="12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5130" name="Google Shape;5130;p87"/>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5131" name="Google Shape;5131;p87"/>
            <p:cNvGrpSpPr/>
            <p:nvPr/>
          </p:nvGrpSpPr>
          <p:grpSpPr>
            <a:xfrm>
              <a:off x="4738" y="1328"/>
              <a:ext cx="574" cy="138"/>
              <a:chOff x="613" y="2569"/>
              <a:chExt cx="715" cy="138"/>
            </a:xfrm>
          </p:grpSpPr>
          <p:sp>
            <p:nvSpPr>
              <p:cNvPr id="5132" name="Google Shape;5132;p87"/>
              <p:cNvSpPr/>
              <p:nvPr/>
            </p:nvSpPr>
            <p:spPr>
              <a:xfrm>
                <a:off x="613" y="2569"/>
                <a:ext cx="715"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133" name="Google Shape;5133;p87"/>
              <p:cNvSpPr/>
              <p:nvPr/>
            </p:nvSpPr>
            <p:spPr>
              <a:xfrm>
                <a:off x="629" y="2582"/>
                <a:ext cx="692"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5134" name="Google Shape;5134;p87"/>
            <p:cNvSpPr/>
            <p:nvPr/>
          </p:nvSpPr>
          <p:spPr>
            <a:xfrm>
              <a:off x="5250" y="429"/>
              <a:ext cx="68" cy="2291"/>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135" name="Google Shape;5135;p87"/>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136" name="Google Shape;5136;p87"/>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137" name="Google Shape;5137;p87"/>
            <p:cNvSpPr/>
            <p:nvPr/>
          </p:nvSpPr>
          <p:spPr>
            <a:xfrm>
              <a:off x="5516" y="2608"/>
              <a:ext cx="49" cy="98"/>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138" name="Google Shape;5138;p87"/>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139" name="Google Shape;5139;p87"/>
            <p:cNvSpPr/>
            <p:nvPr/>
          </p:nvSpPr>
          <p:spPr>
            <a:xfrm>
              <a:off x="4140" y="2681"/>
              <a:ext cx="1197" cy="144"/>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140" name="Google Shape;5140;p87"/>
            <p:cNvSpPr/>
            <p:nvPr/>
          </p:nvSpPr>
          <p:spPr>
            <a:xfrm>
              <a:off x="4208" y="2713"/>
              <a:ext cx="1067" cy="79"/>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141" name="Google Shape;5141;p87"/>
            <p:cNvSpPr/>
            <p:nvPr/>
          </p:nvSpPr>
          <p:spPr>
            <a:xfrm>
              <a:off x="4307" y="2385"/>
              <a:ext cx="160"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142" name="Google Shape;5142;p87"/>
            <p:cNvSpPr/>
            <p:nvPr/>
          </p:nvSpPr>
          <p:spPr>
            <a:xfrm>
              <a:off x="4485" y="2385"/>
              <a:ext cx="160" cy="144"/>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5143" name="Google Shape;5143;p87"/>
            <p:cNvSpPr/>
            <p:nvPr/>
          </p:nvSpPr>
          <p:spPr>
            <a:xfrm>
              <a:off x="4664" y="2379"/>
              <a:ext cx="154"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144" name="Google Shape;5144;p87"/>
            <p:cNvSpPr/>
            <p:nvPr/>
          </p:nvSpPr>
          <p:spPr>
            <a:xfrm>
              <a:off x="5059" y="1834"/>
              <a:ext cx="86"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145" name="Google Shape;5145;p87"/>
          <p:cNvGrpSpPr/>
          <p:nvPr/>
        </p:nvGrpSpPr>
        <p:grpSpPr>
          <a:xfrm>
            <a:off x="1943156" y="2557294"/>
            <a:ext cx="612237" cy="328385"/>
            <a:chOff x="7493876" y="2774731"/>
            <a:chExt cx="1481958" cy="894622"/>
          </a:xfrm>
        </p:grpSpPr>
        <p:sp>
          <p:nvSpPr>
            <p:cNvPr id="5146" name="Google Shape;5146;p8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5147" name="Google Shape;5147;p87"/>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5148" name="Google Shape;5148;p87"/>
            <p:cNvGrpSpPr/>
            <p:nvPr/>
          </p:nvGrpSpPr>
          <p:grpSpPr>
            <a:xfrm>
              <a:off x="7713663" y="2848339"/>
              <a:ext cx="1042107" cy="425543"/>
              <a:chOff x="7786941" y="2884917"/>
              <a:chExt cx="897649" cy="353919"/>
            </a:xfrm>
          </p:grpSpPr>
          <p:sp>
            <p:nvSpPr>
              <p:cNvPr id="5149" name="Google Shape;5149;p8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150" name="Google Shape;5150;p8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151" name="Google Shape;5151;p8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152" name="Google Shape;5152;p8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153" name="Google Shape;5153;p87"/>
          <p:cNvGrpSpPr/>
          <p:nvPr/>
        </p:nvGrpSpPr>
        <p:grpSpPr>
          <a:xfrm>
            <a:off x="1853790" y="4620776"/>
            <a:ext cx="455726" cy="262502"/>
            <a:chOff x="3668110" y="2448910"/>
            <a:chExt cx="3794234" cy="2165130"/>
          </a:xfrm>
        </p:grpSpPr>
        <p:sp>
          <p:nvSpPr>
            <p:cNvPr id="5154" name="Google Shape;5154;p87"/>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155" name="Google Shape;5155;p87"/>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5156" name="Google Shape;5156;p87"/>
            <p:cNvGrpSpPr/>
            <p:nvPr/>
          </p:nvGrpSpPr>
          <p:grpSpPr>
            <a:xfrm>
              <a:off x="3941378" y="2603243"/>
              <a:ext cx="3202061" cy="1066110"/>
              <a:chOff x="7939341" y="3037317"/>
              <a:chExt cx="897649" cy="353919"/>
            </a:xfrm>
          </p:grpSpPr>
          <p:sp>
            <p:nvSpPr>
              <p:cNvPr id="5157" name="Google Shape;5157;p87"/>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158" name="Google Shape;5158;p87"/>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159" name="Google Shape;5159;p87"/>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160" name="Google Shape;5160;p87"/>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161" name="Google Shape;5161;p87"/>
          <p:cNvGrpSpPr/>
          <p:nvPr/>
        </p:nvGrpSpPr>
        <p:grpSpPr>
          <a:xfrm>
            <a:off x="2906147" y="4468033"/>
            <a:ext cx="455726" cy="262502"/>
            <a:chOff x="3668110" y="2448910"/>
            <a:chExt cx="3794234" cy="2165130"/>
          </a:xfrm>
        </p:grpSpPr>
        <p:sp>
          <p:nvSpPr>
            <p:cNvPr id="5162" name="Google Shape;5162;p87"/>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163" name="Google Shape;5163;p87"/>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5164" name="Google Shape;5164;p87"/>
            <p:cNvGrpSpPr/>
            <p:nvPr/>
          </p:nvGrpSpPr>
          <p:grpSpPr>
            <a:xfrm>
              <a:off x="3941378" y="2603243"/>
              <a:ext cx="3202061" cy="1066110"/>
              <a:chOff x="7939341" y="3037317"/>
              <a:chExt cx="897649" cy="353919"/>
            </a:xfrm>
          </p:grpSpPr>
          <p:sp>
            <p:nvSpPr>
              <p:cNvPr id="5165" name="Google Shape;5165;p87"/>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166" name="Google Shape;5166;p87"/>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167" name="Google Shape;5167;p87"/>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168" name="Google Shape;5168;p87"/>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5169" name="Google Shape;5169;p87"/>
          <p:cNvSpPr/>
          <p:nvPr/>
        </p:nvSpPr>
        <p:spPr>
          <a:xfrm>
            <a:off x="1023151" y="3962400"/>
            <a:ext cx="748665" cy="169545"/>
          </a:xfrm>
          <a:prstGeom prst="rect">
            <a:avLst/>
          </a:prstGeom>
          <a:solidFill>
            <a:srgbClr val="9CE0F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170" name="Google Shape;5170;p87"/>
          <p:cNvSpPr txBox="1"/>
          <p:nvPr/>
        </p:nvSpPr>
        <p:spPr>
          <a:xfrm>
            <a:off x="979209" y="3735832"/>
            <a:ext cx="1068947" cy="512769"/>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Computer </a:t>
            </a:r>
            <a:endParaRPr/>
          </a:p>
          <a:p>
            <a:pPr indent="0" lvl="0" marL="0" marR="0" rtl="0" algn="l">
              <a:lnSpc>
                <a:spcPct val="85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Science</a:t>
            </a:r>
            <a:endParaRPr/>
          </a:p>
        </p:txBody>
      </p:sp>
      <p:grpSp>
        <p:nvGrpSpPr>
          <p:cNvPr id="5171" name="Google Shape;5171;p87"/>
          <p:cNvGrpSpPr/>
          <p:nvPr/>
        </p:nvGrpSpPr>
        <p:grpSpPr>
          <a:xfrm>
            <a:off x="4561160" y="3962400"/>
            <a:ext cx="390965" cy="303481"/>
            <a:chOff x="3878580" y="5130446"/>
            <a:chExt cx="390965" cy="303481"/>
          </a:xfrm>
        </p:grpSpPr>
        <p:sp>
          <p:nvSpPr>
            <p:cNvPr id="5172" name="Google Shape;5172;p87"/>
            <p:cNvSpPr/>
            <p:nvPr/>
          </p:nvSpPr>
          <p:spPr>
            <a:xfrm>
              <a:off x="3878580" y="5172075"/>
              <a:ext cx="356235" cy="169545"/>
            </a:xfrm>
            <a:prstGeom prst="rect">
              <a:avLst/>
            </a:prstGeom>
            <a:solidFill>
              <a:srgbClr val="9CE0F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173" name="Google Shape;5173;p87"/>
            <p:cNvSpPr txBox="1"/>
            <p:nvPr/>
          </p:nvSpPr>
          <p:spPr>
            <a:xfrm>
              <a:off x="3882901" y="5130446"/>
              <a:ext cx="386644" cy="303481"/>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EE</a:t>
              </a:r>
              <a:endParaRPr/>
            </a:p>
          </p:txBody>
        </p:sp>
      </p:grpSp>
      <p:grpSp>
        <p:nvGrpSpPr>
          <p:cNvPr id="5174" name="Google Shape;5174;p87"/>
          <p:cNvGrpSpPr/>
          <p:nvPr/>
        </p:nvGrpSpPr>
        <p:grpSpPr>
          <a:xfrm>
            <a:off x="4226162" y="4486689"/>
            <a:ext cx="455726" cy="262502"/>
            <a:chOff x="3668110" y="2448910"/>
            <a:chExt cx="3794234" cy="2165130"/>
          </a:xfrm>
        </p:grpSpPr>
        <p:sp>
          <p:nvSpPr>
            <p:cNvPr id="5175" name="Google Shape;5175;p87"/>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176" name="Google Shape;5176;p87"/>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5177" name="Google Shape;5177;p87"/>
            <p:cNvGrpSpPr/>
            <p:nvPr/>
          </p:nvGrpSpPr>
          <p:grpSpPr>
            <a:xfrm>
              <a:off x="3941378" y="2603243"/>
              <a:ext cx="3202061" cy="1066110"/>
              <a:chOff x="7939341" y="3037317"/>
              <a:chExt cx="897649" cy="353919"/>
            </a:xfrm>
          </p:grpSpPr>
          <p:sp>
            <p:nvSpPr>
              <p:cNvPr id="5178" name="Google Shape;5178;p87"/>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179" name="Google Shape;5179;p87"/>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180" name="Google Shape;5180;p87"/>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181" name="Google Shape;5181;p87"/>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182" name="Google Shape;5182;p87"/>
          <p:cNvGrpSpPr/>
          <p:nvPr/>
        </p:nvGrpSpPr>
        <p:grpSpPr>
          <a:xfrm>
            <a:off x="1377841" y="4315992"/>
            <a:ext cx="446640" cy="251686"/>
            <a:chOff x="3668110" y="2448910"/>
            <a:chExt cx="3794234" cy="2165130"/>
          </a:xfrm>
        </p:grpSpPr>
        <p:sp>
          <p:nvSpPr>
            <p:cNvPr id="5183" name="Google Shape;5183;p87"/>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184" name="Google Shape;5184;p87"/>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5185" name="Google Shape;5185;p87"/>
            <p:cNvGrpSpPr/>
            <p:nvPr/>
          </p:nvGrpSpPr>
          <p:grpSpPr>
            <a:xfrm>
              <a:off x="3941378" y="2603243"/>
              <a:ext cx="3202061" cy="1066110"/>
              <a:chOff x="7939341" y="3037317"/>
              <a:chExt cx="897649" cy="353919"/>
            </a:xfrm>
          </p:grpSpPr>
          <p:sp>
            <p:nvSpPr>
              <p:cNvPr id="5186" name="Google Shape;5186;p87"/>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187" name="Google Shape;5187;p87"/>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188" name="Google Shape;5188;p87"/>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189" name="Google Shape;5189;p87"/>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cxnSp>
        <p:nvCxnSpPr>
          <p:cNvPr id="5190" name="Google Shape;5190;p87"/>
          <p:cNvCxnSpPr/>
          <p:nvPr/>
        </p:nvCxnSpPr>
        <p:spPr>
          <a:xfrm flipH="1">
            <a:off x="1724471" y="3455082"/>
            <a:ext cx="1147604" cy="859168"/>
          </a:xfrm>
          <a:prstGeom prst="straightConnector1">
            <a:avLst/>
          </a:prstGeom>
          <a:noFill/>
          <a:ln cap="flat" cmpd="sng" w="9525">
            <a:solidFill>
              <a:srgbClr val="000000"/>
            </a:solidFill>
            <a:prstDash val="solid"/>
            <a:round/>
            <a:headEnd len="med" w="med" type="none"/>
            <a:tailEnd len="med" w="med" type="none"/>
          </a:ln>
        </p:spPr>
      </p:cxnSp>
      <p:cxnSp>
        <p:nvCxnSpPr>
          <p:cNvPr id="5191" name="Google Shape;5191;p87"/>
          <p:cNvCxnSpPr/>
          <p:nvPr/>
        </p:nvCxnSpPr>
        <p:spPr>
          <a:xfrm>
            <a:off x="4677507" y="4700953"/>
            <a:ext cx="223945" cy="79475"/>
          </a:xfrm>
          <a:prstGeom prst="straightConnector1">
            <a:avLst/>
          </a:prstGeom>
          <a:noFill/>
          <a:ln cap="flat" cmpd="sng" w="9525">
            <a:solidFill>
              <a:srgbClr val="000000"/>
            </a:solidFill>
            <a:prstDash val="solid"/>
            <a:round/>
            <a:headEnd len="med" w="med" type="none"/>
            <a:tailEnd len="med" w="med" type="none"/>
          </a:ln>
        </p:spPr>
      </p:cxnSp>
      <p:grpSp>
        <p:nvGrpSpPr>
          <p:cNvPr id="5192" name="Google Shape;5192;p87"/>
          <p:cNvGrpSpPr/>
          <p:nvPr/>
        </p:nvGrpSpPr>
        <p:grpSpPr>
          <a:xfrm>
            <a:off x="4647799" y="4698334"/>
            <a:ext cx="388834" cy="356970"/>
            <a:chOff x="-44" y="1473"/>
            <a:chExt cx="981" cy="1105"/>
          </a:xfrm>
        </p:grpSpPr>
        <p:pic>
          <p:nvPicPr>
            <p:cNvPr descr="desktop_computer_stylized_medium" id="5193" name="Google Shape;5193;p8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194" name="Google Shape;5194;p8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5195" name="Google Shape;5195;p87"/>
          <p:cNvSpPr txBox="1"/>
          <p:nvPr/>
        </p:nvSpPr>
        <p:spPr>
          <a:xfrm>
            <a:off x="6130344" y="1365249"/>
            <a:ext cx="5589431" cy="5048429"/>
          </a:xfrm>
          <a:prstGeom prst="rect">
            <a:avLst/>
          </a:prstGeom>
          <a:noFill/>
          <a:ln>
            <a:noFill/>
          </a:ln>
        </p:spPr>
        <p:txBody>
          <a:bodyPr anchorCtr="0" anchor="t" bIns="45700" lIns="91425" spcFirstLastPara="1" rIns="91425" wrap="square" tIns="45700">
            <a:normAutofit/>
          </a:bodyPr>
          <a:lstStyle/>
          <a:p>
            <a:pPr indent="0" lvl="0" marL="130175" marR="0" rtl="0" algn="l">
              <a:lnSpc>
                <a:spcPct val="90000"/>
              </a:lnSpc>
              <a:spcBef>
                <a:spcPts val="0"/>
              </a:spcBef>
              <a:spcAft>
                <a:spcPts val="0"/>
              </a:spcAft>
              <a:buClr>
                <a:srgbClr val="0000A3"/>
              </a:buClr>
              <a:buSzPts val="2400"/>
              <a:buFont typeface="Noto Sans Symbols"/>
              <a:buNone/>
            </a:pPr>
            <a:r>
              <a:t/>
            </a:r>
            <a:endParaRPr b="0" i="0" sz="2400" u="none" cap="none" strike="noStrike">
              <a:solidFill>
                <a:srgbClr val="000000"/>
              </a:solidFill>
              <a:latin typeface="Gill Sans"/>
              <a:ea typeface="Gill Sans"/>
              <a:cs typeface="Gill Sans"/>
              <a:sym typeface="Gill Sans"/>
            </a:endParaRPr>
          </a:p>
        </p:txBody>
      </p:sp>
      <p:sp>
        <p:nvSpPr>
          <p:cNvPr id="5196" name="Google Shape;5196;p87"/>
          <p:cNvSpPr txBox="1"/>
          <p:nvPr/>
        </p:nvSpPr>
        <p:spPr>
          <a:xfrm>
            <a:off x="785611" y="1262130"/>
            <a:ext cx="10521214"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2800"/>
              <a:buFont typeface="Calibri"/>
              <a:buNone/>
            </a:pPr>
            <a:r>
              <a:rPr b="0" i="1" lang="en-US" sz="2800" u="none" cap="none" strike="noStrike">
                <a:solidFill>
                  <a:srgbClr val="0000A8"/>
                </a:solidFill>
                <a:latin typeface="Calibri"/>
                <a:ea typeface="Calibri"/>
                <a:cs typeface="Calibri"/>
                <a:sym typeface="Calibri"/>
              </a:rPr>
              <a:t>Q: </a:t>
            </a:r>
            <a:r>
              <a:rPr b="0" i="0" lang="en-US" sz="2800" u="none" cap="none" strike="noStrike">
                <a:solidFill>
                  <a:srgbClr val="000000"/>
                </a:solidFill>
                <a:latin typeface="Calibri"/>
                <a:ea typeface="Calibri"/>
                <a:cs typeface="Calibri"/>
                <a:sym typeface="Calibri"/>
              </a:rPr>
              <a:t>what happens as LAN sizes scale, users change point of attachment?</a:t>
            </a:r>
            <a:endParaRPr/>
          </a:p>
        </p:txBody>
      </p:sp>
      <p:sp>
        <p:nvSpPr>
          <p:cNvPr id="5197" name="Google Shape;5197;p87"/>
          <p:cNvSpPr txBox="1"/>
          <p:nvPr/>
        </p:nvSpPr>
        <p:spPr>
          <a:xfrm>
            <a:off x="6001555" y="1957589"/>
            <a:ext cx="5782614" cy="2588653"/>
          </a:xfrm>
          <a:prstGeom prst="rect">
            <a:avLst/>
          </a:prstGeom>
          <a:noFill/>
          <a:ln>
            <a:noFill/>
          </a:ln>
        </p:spPr>
        <p:txBody>
          <a:bodyPr anchorCtr="0" anchor="t" bIns="45700" lIns="91425" spcFirstLastPara="1" rIns="91425" wrap="square" tIns="45700">
            <a:normAutofit/>
          </a:bodyPr>
          <a:lstStyle/>
          <a:p>
            <a:pPr indent="0" lvl="0" marL="76200"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0000A8"/>
                </a:solidFill>
                <a:latin typeface="Calibri"/>
                <a:ea typeface="Calibri"/>
                <a:cs typeface="Calibri"/>
                <a:sym typeface="Calibri"/>
              </a:rPr>
              <a:t>single broadcast domain:</a:t>
            </a:r>
            <a:endParaRPr/>
          </a:p>
          <a:p>
            <a:pPr indent="-230187" lvl="1" marL="576263" marR="0" rtl="0" algn="l">
              <a:lnSpc>
                <a:spcPct val="90000"/>
              </a:lnSpc>
              <a:spcBef>
                <a:spcPts val="500"/>
              </a:spcBef>
              <a:spcAft>
                <a:spcPts val="0"/>
              </a:spcAft>
              <a:buClr>
                <a:srgbClr val="0000A8"/>
              </a:buClr>
              <a:buSzPts val="2600"/>
              <a:buFont typeface="Noto Sans Symbols"/>
              <a:buChar char="▪"/>
            </a:pPr>
            <a:r>
              <a:rPr b="0" i="1" lang="en-US" sz="2600" u="none" cap="none" strike="noStrike">
                <a:solidFill>
                  <a:srgbClr val="0000A8"/>
                </a:solidFill>
                <a:latin typeface="Calibri"/>
                <a:ea typeface="Calibri"/>
                <a:cs typeface="Calibri"/>
                <a:sym typeface="Calibri"/>
              </a:rPr>
              <a:t>scaling: </a:t>
            </a:r>
            <a:r>
              <a:rPr b="0" i="0" lang="en-US" sz="2600" u="none" cap="none" strike="noStrike">
                <a:solidFill>
                  <a:srgbClr val="000000"/>
                </a:solidFill>
                <a:latin typeface="Calibri"/>
                <a:ea typeface="Calibri"/>
                <a:cs typeface="Calibri"/>
                <a:sym typeface="Calibri"/>
              </a:rPr>
              <a:t>all layer-2 broadcast traffic (ARP, DHCP, unknown MAC) must cross entire LAN </a:t>
            </a:r>
            <a:endParaRPr/>
          </a:p>
          <a:p>
            <a:pPr indent="-230187" lvl="1" marL="576263" marR="0" rtl="0" algn="l">
              <a:lnSpc>
                <a:spcPct val="90000"/>
              </a:lnSpc>
              <a:spcBef>
                <a:spcPts val="500"/>
              </a:spcBef>
              <a:spcAft>
                <a:spcPts val="0"/>
              </a:spcAft>
              <a:buClr>
                <a:srgbClr val="0000A8"/>
              </a:buClr>
              <a:buSzPts val="2600"/>
              <a:buFont typeface="Noto Sans Symbols"/>
              <a:buChar char="▪"/>
            </a:pPr>
            <a:r>
              <a:rPr b="0" i="0" lang="en-US" sz="2600" u="none" cap="none" strike="noStrike">
                <a:solidFill>
                  <a:srgbClr val="000000"/>
                </a:solidFill>
                <a:latin typeface="Calibri"/>
                <a:ea typeface="Calibri"/>
                <a:cs typeface="Calibri"/>
                <a:sym typeface="Calibri"/>
              </a:rPr>
              <a:t>efficiency, security, privacy issues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2" name="Shape 5202"/>
        <p:cNvGrpSpPr/>
        <p:nvPr/>
      </p:nvGrpSpPr>
      <p:grpSpPr>
        <a:xfrm>
          <a:off x="0" y="0"/>
          <a:ext cx="0" cy="0"/>
          <a:chOff x="0" y="0"/>
          <a:chExt cx="0" cy="0"/>
        </a:xfrm>
      </p:grpSpPr>
      <p:sp>
        <p:nvSpPr>
          <p:cNvPr id="5203" name="Google Shape;5203;p88"/>
          <p:cNvSpPr/>
          <p:nvPr/>
        </p:nvSpPr>
        <p:spPr>
          <a:xfrm rot="5400000">
            <a:off x="1384209" y="1345534"/>
            <a:ext cx="3296953" cy="5113490"/>
          </a:xfrm>
          <a:custGeom>
            <a:rect b="b" l="l" r="r" t="t"/>
            <a:pathLst>
              <a:path extrusionOk="0" h="10000" w="10281">
                <a:moveTo>
                  <a:pt x="3018" y="121"/>
                </a:moveTo>
                <a:cubicBezTo>
                  <a:pt x="2111" y="201"/>
                  <a:pt x="1047" y="-40"/>
                  <a:pt x="545" y="527"/>
                </a:cubicBezTo>
                <a:cubicBezTo>
                  <a:pt x="43" y="1094"/>
                  <a:pt x="40" y="2561"/>
                  <a:pt x="8" y="3524"/>
                </a:cubicBezTo>
                <a:cubicBezTo>
                  <a:pt x="-24" y="4487"/>
                  <a:pt x="32" y="5779"/>
                  <a:pt x="354" y="6305"/>
                </a:cubicBezTo>
                <a:cubicBezTo>
                  <a:pt x="677" y="6830"/>
                  <a:pt x="1127" y="6231"/>
                  <a:pt x="1947" y="6681"/>
                </a:cubicBezTo>
                <a:cubicBezTo>
                  <a:pt x="2769" y="7131"/>
                  <a:pt x="4247" y="8453"/>
                  <a:pt x="5285" y="9001"/>
                </a:cubicBezTo>
                <a:cubicBezTo>
                  <a:pt x="6321" y="9549"/>
                  <a:pt x="7408" y="10134"/>
                  <a:pt x="8172" y="9974"/>
                </a:cubicBezTo>
                <a:cubicBezTo>
                  <a:pt x="8934" y="9811"/>
                  <a:pt x="9531" y="9075"/>
                  <a:pt x="9864" y="8031"/>
                </a:cubicBezTo>
                <a:cubicBezTo>
                  <a:pt x="10197" y="6987"/>
                  <a:pt x="10171" y="4915"/>
                  <a:pt x="10169" y="3708"/>
                </a:cubicBezTo>
                <a:cubicBezTo>
                  <a:pt x="10167" y="2501"/>
                  <a:pt x="10574" y="1287"/>
                  <a:pt x="9852" y="791"/>
                </a:cubicBezTo>
                <a:cubicBezTo>
                  <a:pt x="9131" y="296"/>
                  <a:pt x="7123" y="162"/>
                  <a:pt x="5984" y="50"/>
                </a:cubicBezTo>
                <a:cubicBezTo>
                  <a:pt x="4845" y="-62"/>
                  <a:pt x="3924" y="42"/>
                  <a:pt x="3018" y="12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5204" name="Google Shape;5204;p88"/>
          <p:cNvCxnSpPr/>
          <p:nvPr/>
        </p:nvCxnSpPr>
        <p:spPr>
          <a:xfrm>
            <a:off x="3067442" y="3407180"/>
            <a:ext cx="0" cy="1088582"/>
          </a:xfrm>
          <a:prstGeom prst="straightConnector1">
            <a:avLst/>
          </a:prstGeom>
          <a:noFill/>
          <a:ln cap="flat" cmpd="sng" w="9525">
            <a:solidFill>
              <a:srgbClr val="000000"/>
            </a:solidFill>
            <a:prstDash val="solid"/>
            <a:round/>
            <a:headEnd len="med" w="med" type="none"/>
            <a:tailEnd len="med" w="med" type="none"/>
          </a:ln>
        </p:spPr>
      </p:cxnSp>
      <p:cxnSp>
        <p:nvCxnSpPr>
          <p:cNvPr id="5205" name="Google Shape;5205;p88"/>
          <p:cNvCxnSpPr/>
          <p:nvPr/>
        </p:nvCxnSpPr>
        <p:spPr>
          <a:xfrm rot="10800000">
            <a:off x="3199950" y="3358878"/>
            <a:ext cx="1259908" cy="1204038"/>
          </a:xfrm>
          <a:prstGeom prst="straightConnector1">
            <a:avLst/>
          </a:prstGeom>
          <a:noFill/>
          <a:ln cap="flat" cmpd="sng" w="9525">
            <a:solidFill>
              <a:srgbClr val="000000"/>
            </a:solidFill>
            <a:prstDash val="solid"/>
            <a:round/>
            <a:headEnd len="med" w="med" type="none"/>
            <a:tailEnd len="med" w="med" type="none"/>
          </a:ln>
        </p:spPr>
      </p:cxnSp>
      <p:cxnSp>
        <p:nvCxnSpPr>
          <p:cNvPr id="5206" name="Google Shape;5206;p88"/>
          <p:cNvCxnSpPr/>
          <p:nvPr/>
        </p:nvCxnSpPr>
        <p:spPr>
          <a:xfrm flipH="1" rot="10800000">
            <a:off x="3270548" y="2900589"/>
            <a:ext cx="837404" cy="314558"/>
          </a:xfrm>
          <a:prstGeom prst="straightConnector1">
            <a:avLst/>
          </a:prstGeom>
          <a:noFill/>
          <a:ln cap="flat" cmpd="sng" w="9525">
            <a:solidFill>
              <a:srgbClr val="000000"/>
            </a:solidFill>
            <a:prstDash val="solid"/>
            <a:round/>
            <a:headEnd len="med" w="med" type="none"/>
            <a:tailEnd len="med" w="med" type="none"/>
          </a:ln>
        </p:spPr>
      </p:cxnSp>
      <p:cxnSp>
        <p:nvCxnSpPr>
          <p:cNvPr id="5207" name="Google Shape;5207;p88"/>
          <p:cNvCxnSpPr/>
          <p:nvPr/>
        </p:nvCxnSpPr>
        <p:spPr>
          <a:xfrm flipH="1" rot="10800000">
            <a:off x="3129352" y="2661431"/>
            <a:ext cx="458346" cy="563141"/>
          </a:xfrm>
          <a:prstGeom prst="straightConnector1">
            <a:avLst/>
          </a:prstGeom>
          <a:noFill/>
          <a:ln cap="flat" cmpd="sng" w="9525">
            <a:solidFill>
              <a:srgbClr val="000000"/>
            </a:solidFill>
            <a:prstDash val="solid"/>
            <a:round/>
            <a:headEnd len="med" w="med" type="none"/>
            <a:tailEnd len="med" w="med" type="none"/>
          </a:ln>
        </p:spPr>
      </p:cxnSp>
      <p:cxnSp>
        <p:nvCxnSpPr>
          <p:cNvPr id="5208" name="Google Shape;5208;p88"/>
          <p:cNvCxnSpPr/>
          <p:nvPr/>
        </p:nvCxnSpPr>
        <p:spPr>
          <a:xfrm>
            <a:off x="2381009" y="2775708"/>
            <a:ext cx="589768" cy="478316"/>
          </a:xfrm>
          <a:prstGeom prst="straightConnector1">
            <a:avLst/>
          </a:prstGeom>
          <a:noFill/>
          <a:ln cap="flat" cmpd="sng" w="9525">
            <a:solidFill>
              <a:srgbClr val="000000"/>
            </a:solidFill>
            <a:prstDash val="solid"/>
            <a:round/>
            <a:headEnd len="med" w="med" type="none"/>
            <a:tailEnd len="med" w="med" type="none"/>
          </a:ln>
        </p:spPr>
      </p:cxnSp>
      <p:grpSp>
        <p:nvGrpSpPr>
          <p:cNvPr id="5209" name="Google Shape;5209;p88"/>
          <p:cNvGrpSpPr/>
          <p:nvPr/>
        </p:nvGrpSpPr>
        <p:grpSpPr>
          <a:xfrm>
            <a:off x="2778135" y="3090622"/>
            <a:ext cx="625610" cy="355986"/>
            <a:chOff x="3668110" y="2448910"/>
            <a:chExt cx="3794234" cy="2165130"/>
          </a:xfrm>
        </p:grpSpPr>
        <p:sp>
          <p:nvSpPr>
            <p:cNvPr id="5210" name="Google Shape;5210;p88"/>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211" name="Google Shape;5211;p88"/>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5212" name="Google Shape;5212;p88"/>
            <p:cNvGrpSpPr/>
            <p:nvPr/>
          </p:nvGrpSpPr>
          <p:grpSpPr>
            <a:xfrm>
              <a:off x="3941378" y="2603243"/>
              <a:ext cx="3202061" cy="1066110"/>
              <a:chOff x="7939341" y="3037317"/>
              <a:chExt cx="897649" cy="353919"/>
            </a:xfrm>
          </p:grpSpPr>
          <p:sp>
            <p:nvSpPr>
              <p:cNvPr id="5213" name="Google Shape;5213;p88"/>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214" name="Google Shape;5214;p88"/>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215" name="Google Shape;5215;p88"/>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216" name="Google Shape;5216;p88"/>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5217" name="Google Shape;5217;p88"/>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b="0" lang="en-US">
                <a:latin typeface="Calibri"/>
                <a:ea typeface="Calibri"/>
                <a:cs typeface="Calibri"/>
                <a:sym typeface="Calibri"/>
              </a:rPr>
              <a:t>Virtual LANs (VLANs): motivation</a:t>
            </a:r>
            <a:endParaRPr b="0" sz="4400">
              <a:latin typeface="Calibri"/>
              <a:ea typeface="Calibri"/>
              <a:cs typeface="Calibri"/>
              <a:sym typeface="Calibri"/>
            </a:endParaRPr>
          </a:p>
        </p:txBody>
      </p:sp>
      <p:sp>
        <p:nvSpPr>
          <p:cNvPr id="5218" name="Google Shape;5218;p88"/>
          <p:cNvSpPr txBox="1"/>
          <p:nvPr>
            <p:ph idx="12" type="sldNum"/>
          </p:nvPr>
        </p:nvSpPr>
        <p:spPr>
          <a:xfrm>
            <a:off x="9206737" y="6492875"/>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Link Layer: 6-</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
        <p:nvSpPr>
          <p:cNvPr id="5219" name="Google Shape;5219;p88"/>
          <p:cNvSpPr txBox="1"/>
          <p:nvPr/>
        </p:nvSpPr>
        <p:spPr>
          <a:xfrm>
            <a:off x="6284890" y="4378817"/>
            <a:ext cx="5589431" cy="2324636"/>
          </a:xfrm>
          <a:prstGeom prst="rect">
            <a:avLst/>
          </a:prstGeom>
          <a:noFill/>
          <a:ln>
            <a:noFill/>
          </a:ln>
        </p:spPr>
        <p:txBody>
          <a:bodyPr anchorCtr="0" anchor="t" bIns="45700" lIns="91425" spcFirstLastPara="1" rIns="91425" wrap="square" tIns="45700">
            <a:normAutofit/>
          </a:bodyPr>
          <a:lstStyle/>
          <a:p>
            <a:pPr indent="-339725" lvl="0" marL="352425"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000099"/>
                </a:solidFill>
                <a:latin typeface="Calibri"/>
                <a:ea typeface="Calibri"/>
                <a:cs typeface="Calibri"/>
                <a:sym typeface="Calibri"/>
              </a:rPr>
              <a:t>administrative issues:</a:t>
            </a:r>
            <a:endParaRPr b="0" i="0" sz="2800" u="none" cap="none" strike="noStrike">
              <a:solidFill>
                <a:srgbClr val="000000"/>
              </a:solidFill>
              <a:latin typeface="Calibri"/>
              <a:ea typeface="Calibri"/>
              <a:cs typeface="Calibri"/>
              <a:sym typeface="Calibri"/>
            </a:endParaRPr>
          </a:p>
          <a:p>
            <a:pPr indent="-282575" lvl="0" marL="346075" marR="0" rtl="0" algn="l">
              <a:lnSpc>
                <a:spcPct val="90000"/>
              </a:lnSpc>
              <a:spcBef>
                <a:spcPts val="1000"/>
              </a:spcBef>
              <a:spcAft>
                <a:spcPts val="0"/>
              </a:spcAft>
              <a:buClr>
                <a:srgbClr val="0000A3"/>
              </a:buClr>
              <a:buSzPts val="2600"/>
              <a:buFont typeface="Noto Sans Symbols"/>
              <a:buChar char="▪"/>
            </a:pPr>
            <a:r>
              <a:rPr b="0" i="0" lang="en-US" sz="2600" u="none" cap="none" strike="noStrike">
                <a:solidFill>
                  <a:srgbClr val="000000"/>
                </a:solidFill>
                <a:latin typeface="Calibri"/>
                <a:ea typeface="Calibri"/>
                <a:cs typeface="Calibri"/>
                <a:sym typeface="Calibri"/>
              </a:rPr>
              <a:t>CS user moves office to EE - </a:t>
            </a:r>
            <a:r>
              <a:rPr b="0" i="1" lang="en-US" sz="2600" u="none" cap="none" strike="noStrike">
                <a:solidFill>
                  <a:srgbClr val="0000A8"/>
                </a:solidFill>
                <a:latin typeface="Calibri"/>
                <a:ea typeface="Calibri"/>
                <a:cs typeface="Calibri"/>
                <a:sym typeface="Calibri"/>
              </a:rPr>
              <a:t>physically</a:t>
            </a:r>
            <a:r>
              <a:rPr b="0" i="0" lang="en-US" sz="2600" u="none" cap="none" strike="noStrike">
                <a:solidFill>
                  <a:srgbClr val="000000"/>
                </a:solidFill>
                <a:latin typeface="Calibri"/>
                <a:ea typeface="Calibri"/>
                <a:cs typeface="Calibri"/>
                <a:sym typeface="Calibri"/>
              </a:rPr>
              <a:t> attached to EE switch, but wants to remain</a:t>
            </a:r>
            <a:r>
              <a:rPr b="0" i="1" lang="en-US" sz="2600" u="none" cap="none" strike="noStrike">
                <a:solidFill>
                  <a:srgbClr val="0000A8"/>
                </a:solidFill>
                <a:latin typeface="Calibri"/>
                <a:ea typeface="Calibri"/>
                <a:cs typeface="Calibri"/>
                <a:sym typeface="Calibri"/>
              </a:rPr>
              <a:t> logically </a:t>
            </a:r>
            <a:r>
              <a:rPr b="0" i="0" lang="en-US" sz="2600" u="none" cap="none" strike="noStrike">
                <a:solidFill>
                  <a:srgbClr val="000000"/>
                </a:solidFill>
                <a:latin typeface="Calibri"/>
                <a:ea typeface="Calibri"/>
                <a:cs typeface="Calibri"/>
                <a:sym typeface="Calibri"/>
              </a:rPr>
              <a:t>attached to CS switch</a:t>
            </a:r>
            <a:endParaRPr/>
          </a:p>
          <a:p>
            <a:pPr indent="0" lvl="0" marL="130175" marR="0" rtl="0" algn="l">
              <a:lnSpc>
                <a:spcPct val="90000"/>
              </a:lnSpc>
              <a:spcBef>
                <a:spcPts val="1000"/>
              </a:spcBef>
              <a:spcAft>
                <a:spcPts val="0"/>
              </a:spcAft>
              <a:buClr>
                <a:srgbClr val="0000A3"/>
              </a:buClr>
              <a:buSzPts val="2400"/>
              <a:buFont typeface="Noto Sans Symbols"/>
              <a:buNone/>
            </a:pPr>
            <a:r>
              <a:t/>
            </a:r>
            <a:endParaRPr b="0" i="0" sz="2400" u="none" cap="none" strike="noStrike">
              <a:solidFill>
                <a:srgbClr val="000000"/>
              </a:solidFill>
              <a:latin typeface="Gill Sans"/>
              <a:ea typeface="Gill Sans"/>
              <a:cs typeface="Gill Sans"/>
              <a:sym typeface="Gill Sans"/>
            </a:endParaRPr>
          </a:p>
        </p:txBody>
      </p:sp>
      <p:cxnSp>
        <p:nvCxnSpPr>
          <p:cNvPr id="5220" name="Google Shape;5220;p88"/>
          <p:cNvCxnSpPr/>
          <p:nvPr/>
        </p:nvCxnSpPr>
        <p:spPr>
          <a:xfrm rot="10800000">
            <a:off x="1065709" y="4430966"/>
            <a:ext cx="380145" cy="0"/>
          </a:xfrm>
          <a:prstGeom prst="straightConnector1">
            <a:avLst/>
          </a:prstGeom>
          <a:noFill/>
          <a:ln cap="flat" cmpd="sng" w="9525">
            <a:solidFill>
              <a:srgbClr val="000000"/>
            </a:solidFill>
            <a:prstDash val="solid"/>
            <a:round/>
            <a:headEnd len="med" w="med" type="none"/>
            <a:tailEnd len="med" w="med" type="none"/>
          </a:ln>
        </p:spPr>
      </p:cxnSp>
      <p:cxnSp>
        <p:nvCxnSpPr>
          <p:cNvPr id="5221" name="Google Shape;5221;p88"/>
          <p:cNvCxnSpPr/>
          <p:nvPr/>
        </p:nvCxnSpPr>
        <p:spPr>
          <a:xfrm flipH="1">
            <a:off x="1330724" y="4466310"/>
            <a:ext cx="185728" cy="233268"/>
          </a:xfrm>
          <a:prstGeom prst="straightConnector1">
            <a:avLst/>
          </a:prstGeom>
          <a:noFill/>
          <a:ln cap="flat" cmpd="sng" w="9525">
            <a:solidFill>
              <a:srgbClr val="000000"/>
            </a:solidFill>
            <a:prstDash val="solid"/>
            <a:round/>
            <a:headEnd len="med" w="med" type="none"/>
            <a:tailEnd len="med" w="med" type="none"/>
          </a:ln>
        </p:spPr>
      </p:cxnSp>
      <p:cxnSp>
        <p:nvCxnSpPr>
          <p:cNvPr id="5222" name="Google Shape;5222;p88"/>
          <p:cNvCxnSpPr/>
          <p:nvPr/>
        </p:nvCxnSpPr>
        <p:spPr>
          <a:xfrm>
            <a:off x="1617462" y="4487516"/>
            <a:ext cx="49962" cy="219130"/>
          </a:xfrm>
          <a:prstGeom prst="straightConnector1">
            <a:avLst/>
          </a:prstGeom>
          <a:noFill/>
          <a:ln cap="flat" cmpd="sng" w="9525">
            <a:solidFill>
              <a:srgbClr val="000000"/>
            </a:solidFill>
            <a:prstDash val="solid"/>
            <a:round/>
            <a:headEnd len="med" w="med" type="none"/>
            <a:tailEnd len="med" w="med" type="none"/>
          </a:ln>
        </p:spPr>
      </p:cxnSp>
      <p:grpSp>
        <p:nvGrpSpPr>
          <p:cNvPr id="5223" name="Google Shape;5223;p88"/>
          <p:cNvGrpSpPr/>
          <p:nvPr/>
        </p:nvGrpSpPr>
        <p:grpSpPr>
          <a:xfrm>
            <a:off x="753990" y="4284879"/>
            <a:ext cx="388834" cy="356970"/>
            <a:chOff x="-44" y="1473"/>
            <a:chExt cx="981" cy="1105"/>
          </a:xfrm>
        </p:grpSpPr>
        <p:pic>
          <p:nvPicPr>
            <p:cNvPr descr="desktop_computer_stylized_medium" id="5224" name="Google Shape;5224;p8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225" name="Google Shape;5225;p8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226" name="Google Shape;5226;p88"/>
          <p:cNvGrpSpPr/>
          <p:nvPr/>
        </p:nvGrpSpPr>
        <p:grpSpPr>
          <a:xfrm>
            <a:off x="1032038" y="4624177"/>
            <a:ext cx="388834" cy="356970"/>
            <a:chOff x="-44" y="1473"/>
            <a:chExt cx="981" cy="1105"/>
          </a:xfrm>
        </p:grpSpPr>
        <p:pic>
          <p:nvPicPr>
            <p:cNvPr descr="desktop_computer_stylized_medium" id="5227" name="Google Shape;5227;p8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228" name="Google Shape;5228;p8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229" name="Google Shape;5229;p88"/>
          <p:cNvGrpSpPr/>
          <p:nvPr/>
        </p:nvGrpSpPr>
        <p:grpSpPr>
          <a:xfrm>
            <a:off x="1393719" y="4647740"/>
            <a:ext cx="388834" cy="356970"/>
            <a:chOff x="-44" y="1473"/>
            <a:chExt cx="981" cy="1105"/>
          </a:xfrm>
        </p:grpSpPr>
        <p:pic>
          <p:nvPicPr>
            <p:cNvPr descr="desktop_computer_stylized_medium" id="5230" name="Google Shape;5230;p8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231" name="Google Shape;5231;p8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cxnSp>
        <p:nvCxnSpPr>
          <p:cNvPr id="5232" name="Google Shape;5232;p88"/>
          <p:cNvCxnSpPr/>
          <p:nvPr/>
        </p:nvCxnSpPr>
        <p:spPr>
          <a:xfrm>
            <a:off x="1767347" y="4435678"/>
            <a:ext cx="258498" cy="226199"/>
          </a:xfrm>
          <a:prstGeom prst="straightConnector1">
            <a:avLst/>
          </a:prstGeom>
          <a:noFill/>
          <a:ln cap="flat" cmpd="sng" w="9525">
            <a:solidFill>
              <a:srgbClr val="000000"/>
            </a:solidFill>
            <a:prstDash val="solid"/>
            <a:round/>
            <a:headEnd len="med" w="med" type="none"/>
            <a:tailEnd len="med" w="med" type="none"/>
          </a:ln>
        </p:spPr>
      </p:cxnSp>
      <p:cxnSp>
        <p:nvCxnSpPr>
          <p:cNvPr id="5233" name="Google Shape;5233;p88"/>
          <p:cNvCxnSpPr/>
          <p:nvPr/>
        </p:nvCxnSpPr>
        <p:spPr>
          <a:xfrm flipH="1">
            <a:off x="1925922" y="4803252"/>
            <a:ext cx="82546" cy="217952"/>
          </a:xfrm>
          <a:prstGeom prst="straightConnector1">
            <a:avLst/>
          </a:prstGeom>
          <a:noFill/>
          <a:ln cap="flat" cmpd="sng" w="9525">
            <a:solidFill>
              <a:srgbClr val="000000"/>
            </a:solidFill>
            <a:prstDash val="solid"/>
            <a:round/>
            <a:headEnd len="med" w="med" type="none"/>
            <a:tailEnd len="med" w="med" type="none"/>
          </a:ln>
        </p:spPr>
      </p:cxnSp>
      <p:cxnSp>
        <p:nvCxnSpPr>
          <p:cNvPr id="5234" name="Google Shape;5234;p88"/>
          <p:cNvCxnSpPr/>
          <p:nvPr/>
        </p:nvCxnSpPr>
        <p:spPr>
          <a:xfrm>
            <a:off x="2202884" y="4811498"/>
            <a:ext cx="49962" cy="219130"/>
          </a:xfrm>
          <a:prstGeom prst="straightConnector1">
            <a:avLst/>
          </a:prstGeom>
          <a:noFill/>
          <a:ln cap="flat" cmpd="sng" w="9525">
            <a:solidFill>
              <a:srgbClr val="000000"/>
            </a:solidFill>
            <a:prstDash val="solid"/>
            <a:round/>
            <a:headEnd len="med" w="med" type="none"/>
            <a:tailEnd len="med" w="med" type="none"/>
          </a:ln>
        </p:spPr>
      </p:cxnSp>
      <p:cxnSp>
        <p:nvCxnSpPr>
          <p:cNvPr id="5235" name="Google Shape;5235;p88"/>
          <p:cNvCxnSpPr/>
          <p:nvPr/>
        </p:nvCxnSpPr>
        <p:spPr>
          <a:xfrm>
            <a:off x="2131694" y="4497705"/>
            <a:ext cx="1677" cy="225434"/>
          </a:xfrm>
          <a:prstGeom prst="straightConnector1">
            <a:avLst/>
          </a:prstGeom>
          <a:noFill/>
          <a:ln cap="flat" cmpd="sng" w="9525">
            <a:solidFill>
              <a:srgbClr val="000000"/>
            </a:solidFill>
            <a:prstDash val="solid"/>
            <a:round/>
            <a:headEnd len="med" w="med" type="none"/>
            <a:tailEnd len="med" w="med" type="none"/>
          </a:ln>
        </p:spPr>
      </p:cxnSp>
      <p:grpSp>
        <p:nvGrpSpPr>
          <p:cNvPr id="5236" name="Google Shape;5236;p88"/>
          <p:cNvGrpSpPr/>
          <p:nvPr/>
        </p:nvGrpSpPr>
        <p:grpSpPr>
          <a:xfrm>
            <a:off x="1670682" y="4924597"/>
            <a:ext cx="388834" cy="356970"/>
            <a:chOff x="-44" y="1473"/>
            <a:chExt cx="981" cy="1105"/>
          </a:xfrm>
        </p:grpSpPr>
        <p:pic>
          <p:nvPicPr>
            <p:cNvPr descr="desktop_computer_stylized_medium" id="5237" name="Google Shape;5237;p8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238" name="Google Shape;5238;p8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239" name="Google Shape;5239;p88"/>
          <p:cNvGrpSpPr/>
          <p:nvPr/>
        </p:nvGrpSpPr>
        <p:grpSpPr>
          <a:xfrm>
            <a:off x="1920239" y="4247763"/>
            <a:ext cx="388834" cy="356970"/>
            <a:chOff x="-44" y="1473"/>
            <a:chExt cx="981" cy="1105"/>
          </a:xfrm>
        </p:grpSpPr>
        <p:pic>
          <p:nvPicPr>
            <p:cNvPr descr="desktop_computer_stylized_medium" id="5240" name="Google Shape;5240;p8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241" name="Google Shape;5241;p8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cxnSp>
        <p:nvCxnSpPr>
          <p:cNvPr id="5242" name="Google Shape;5242;p88"/>
          <p:cNvCxnSpPr/>
          <p:nvPr/>
        </p:nvCxnSpPr>
        <p:spPr>
          <a:xfrm rot="10800000">
            <a:off x="3952637" y="4630068"/>
            <a:ext cx="380145" cy="0"/>
          </a:xfrm>
          <a:prstGeom prst="straightConnector1">
            <a:avLst/>
          </a:prstGeom>
          <a:noFill/>
          <a:ln cap="flat" cmpd="sng" w="9525">
            <a:solidFill>
              <a:srgbClr val="000000"/>
            </a:solidFill>
            <a:prstDash val="solid"/>
            <a:round/>
            <a:headEnd len="med" w="med" type="none"/>
            <a:tailEnd len="med" w="med" type="none"/>
          </a:ln>
        </p:spPr>
      </p:cxnSp>
      <p:cxnSp>
        <p:nvCxnSpPr>
          <p:cNvPr id="5243" name="Google Shape;5243;p88"/>
          <p:cNvCxnSpPr/>
          <p:nvPr/>
        </p:nvCxnSpPr>
        <p:spPr>
          <a:xfrm flipH="1">
            <a:off x="4217652" y="4665411"/>
            <a:ext cx="185728" cy="233268"/>
          </a:xfrm>
          <a:prstGeom prst="straightConnector1">
            <a:avLst/>
          </a:prstGeom>
          <a:noFill/>
          <a:ln cap="flat" cmpd="sng" w="9525">
            <a:solidFill>
              <a:srgbClr val="000000"/>
            </a:solidFill>
            <a:prstDash val="solid"/>
            <a:round/>
            <a:headEnd len="med" w="med" type="none"/>
            <a:tailEnd len="med" w="med" type="none"/>
          </a:ln>
        </p:spPr>
      </p:cxnSp>
      <p:cxnSp>
        <p:nvCxnSpPr>
          <p:cNvPr id="5244" name="Google Shape;5244;p88"/>
          <p:cNvCxnSpPr/>
          <p:nvPr/>
        </p:nvCxnSpPr>
        <p:spPr>
          <a:xfrm>
            <a:off x="4504390" y="4686617"/>
            <a:ext cx="49962" cy="219130"/>
          </a:xfrm>
          <a:prstGeom prst="straightConnector1">
            <a:avLst/>
          </a:prstGeom>
          <a:noFill/>
          <a:ln cap="flat" cmpd="sng" w="9525">
            <a:solidFill>
              <a:srgbClr val="000000"/>
            </a:solidFill>
            <a:prstDash val="solid"/>
            <a:round/>
            <a:headEnd len="med" w="med" type="none"/>
            <a:tailEnd len="med" w="med" type="none"/>
          </a:ln>
        </p:spPr>
      </p:cxnSp>
      <p:grpSp>
        <p:nvGrpSpPr>
          <p:cNvPr id="5245" name="Google Shape;5245;p88"/>
          <p:cNvGrpSpPr/>
          <p:nvPr/>
        </p:nvGrpSpPr>
        <p:grpSpPr>
          <a:xfrm>
            <a:off x="3741928" y="4492228"/>
            <a:ext cx="388834" cy="356970"/>
            <a:chOff x="-44" y="1473"/>
            <a:chExt cx="981" cy="1105"/>
          </a:xfrm>
        </p:grpSpPr>
        <p:pic>
          <p:nvPicPr>
            <p:cNvPr descr="desktop_computer_stylized_medium" id="5246" name="Google Shape;5246;p8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247" name="Google Shape;5247;p8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248" name="Google Shape;5248;p88"/>
          <p:cNvGrpSpPr/>
          <p:nvPr/>
        </p:nvGrpSpPr>
        <p:grpSpPr>
          <a:xfrm>
            <a:off x="3918966" y="4823279"/>
            <a:ext cx="389920" cy="356970"/>
            <a:chOff x="-44" y="1473"/>
            <a:chExt cx="981" cy="1105"/>
          </a:xfrm>
        </p:grpSpPr>
        <p:pic>
          <p:nvPicPr>
            <p:cNvPr descr="desktop_computer_stylized_medium" id="5249" name="Google Shape;5249;p8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250" name="Google Shape;5250;p8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251" name="Google Shape;5251;p88"/>
          <p:cNvGrpSpPr/>
          <p:nvPr/>
        </p:nvGrpSpPr>
        <p:grpSpPr>
          <a:xfrm>
            <a:off x="4280647" y="4845664"/>
            <a:ext cx="388834" cy="358148"/>
            <a:chOff x="-44" y="1473"/>
            <a:chExt cx="981" cy="1105"/>
          </a:xfrm>
        </p:grpSpPr>
        <p:pic>
          <p:nvPicPr>
            <p:cNvPr descr="desktop_computer_stylized_medium" id="5252" name="Google Shape;5252;p8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253" name="Google Shape;5253;p8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cxnSp>
        <p:nvCxnSpPr>
          <p:cNvPr id="5254" name="Google Shape;5254;p88"/>
          <p:cNvCxnSpPr/>
          <p:nvPr/>
        </p:nvCxnSpPr>
        <p:spPr>
          <a:xfrm rot="10800000">
            <a:off x="3250998" y="4664234"/>
            <a:ext cx="414901" cy="232089"/>
          </a:xfrm>
          <a:prstGeom prst="straightConnector1">
            <a:avLst/>
          </a:prstGeom>
          <a:noFill/>
          <a:ln cap="flat" cmpd="sng" w="9525">
            <a:solidFill>
              <a:srgbClr val="000000"/>
            </a:solidFill>
            <a:prstDash val="solid"/>
            <a:round/>
            <a:headEnd len="med" w="med" type="none"/>
            <a:tailEnd len="med" w="med" type="none"/>
          </a:ln>
        </p:spPr>
      </p:cxnSp>
      <p:cxnSp>
        <p:nvCxnSpPr>
          <p:cNvPr id="5255" name="Google Shape;5255;p88"/>
          <p:cNvCxnSpPr/>
          <p:nvPr/>
        </p:nvCxnSpPr>
        <p:spPr>
          <a:xfrm flipH="1">
            <a:off x="2933849" y="4630068"/>
            <a:ext cx="185728" cy="233268"/>
          </a:xfrm>
          <a:prstGeom prst="straightConnector1">
            <a:avLst/>
          </a:prstGeom>
          <a:noFill/>
          <a:ln cap="flat" cmpd="sng" w="9525">
            <a:solidFill>
              <a:srgbClr val="000000"/>
            </a:solidFill>
            <a:prstDash val="solid"/>
            <a:round/>
            <a:headEnd len="med" w="med" type="none"/>
            <a:tailEnd len="med" w="med" type="none"/>
          </a:ln>
        </p:spPr>
      </p:cxnSp>
      <p:cxnSp>
        <p:nvCxnSpPr>
          <p:cNvPr id="5256" name="Google Shape;5256;p88"/>
          <p:cNvCxnSpPr/>
          <p:nvPr/>
        </p:nvCxnSpPr>
        <p:spPr>
          <a:xfrm>
            <a:off x="3220586" y="4651274"/>
            <a:ext cx="49962" cy="219130"/>
          </a:xfrm>
          <a:prstGeom prst="straightConnector1">
            <a:avLst/>
          </a:prstGeom>
          <a:noFill/>
          <a:ln cap="flat" cmpd="sng" w="9525">
            <a:solidFill>
              <a:srgbClr val="000000"/>
            </a:solidFill>
            <a:prstDash val="solid"/>
            <a:round/>
            <a:headEnd len="med" w="med" type="none"/>
            <a:tailEnd len="med" w="med" type="none"/>
          </a:ln>
        </p:spPr>
      </p:cxnSp>
      <p:grpSp>
        <p:nvGrpSpPr>
          <p:cNvPr id="5257" name="Google Shape;5257;p88"/>
          <p:cNvGrpSpPr/>
          <p:nvPr/>
        </p:nvGrpSpPr>
        <p:grpSpPr>
          <a:xfrm>
            <a:off x="3349835" y="4784402"/>
            <a:ext cx="389920" cy="356970"/>
            <a:chOff x="-44" y="1473"/>
            <a:chExt cx="981" cy="1105"/>
          </a:xfrm>
        </p:grpSpPr>
        <p:pic>
          <p:nvPicPr>
            <p:cNvPr descr="desktop_computer_stylized_medium" id="5258" name="Google Shape;5258;p8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259" name="Google Shape;5259;p8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260" name="Google Shape;5260;p88"/>
          <p:cNvGrpSpPr/>
          <p:nvPr/>
        </p:nvGrpSpPr>
        <p:grpSpPr>
          <a:xfrm>
            <a:off x="2635163" y="4787936"/>
            <a:ext cx="389920" cy="358148"/>
            <a:chOff x="-44" y="1473"/>
            <a:chExt cx="981" cy="1105"/>
          </a:xfrm>
        </p:grpSpPr>
        <p:pic>
          <p:nvPicPr>
            <p:cNvPr descr="desktop_computer_stylized_medium" id="5261" name="Google Shape;5261;p8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262" name="Google Shape;5262;p8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263" name="Google Shape;5263;p88"/>
          <p:cNvGrpSpPr/>
          <p:nvPr/>
        </p:nvGrpSpPr>
        <p:grpSpPr>
          <a:xfrm>
            <a:off x="2996844" y="4811498"/>
            <a:ext cx="389920" cy="356970"/>
            <a:chOff x="-44" y="1473"/>
            <a:chExt cx="981" cy="1105"/>
          </a:xfrm>
        </p:grpSpPr>
        <p:pic>
          <p:nvPicPr>
            <p:cNvPr descr="desktop_computer_stylized_medium" id="5264" name="Google Shape;5264;p8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265" name="Google Shape;5265;p8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cxnSp>
        <p:nvCxnSpPr>
          <p:cNvPr id="5266" name="Google Shape;5266;p88"/>
          <p:cNvCxnSpPr/>
          <p:nvPr/>
        </p:nvCxnSpPr>
        <p:spPr>
          <a:xfrm rot="10800000">
            <a:off x="4510426" y="4534645"/>
            <a:ext cx="380145" cy="0"/>
          </a:xfrm>
          <a:prstGeom prst="straightConnector1">
            <a:avLst/>
          </a:prstGeom>
          <a:noFill/>
          <a:ln cap="flat" cmpd="sng" w="9525">
            <a:solidFill>
              <a:srgbClr val="000000"/>
            </a:solidFill>
            <a:prstDash val="solid"/>
            <a:round/>
            <a:headEnd len="med" w="med" type="none"/>
            <a:tailEnd len="med" w="med" type="none"/>
          </a:ln>
        </p:spPr>
      </p:cxnSp>
      <p:grpSp>
        <p:nvGrpSpPr>
          <p:cNvPr id="5267" name="Google Shape;5267;p88"/>
          <p:cNvGrpSpPr/>
          <p:nvPr/>
        </p:nvGrpSpPr>
        <p:grpSpPr>
          <a:xfrm>
            <a:off x="4622370" y="4306005"/>
            <a:ext cx="389920" cy="356970"/>
            <a:chOff x="-44" y="1487"/>
            <a:chExt cx="981" cy="1105"/>
          </a:xfrm>
        </p:grpSpPr>
        <p:pic>
          <p:nvPicPr>
            <p:cNvPr descr="desktop_computer_stylized_medium" id="5268" name="Google Shape;5268;p88"/>
            <p:cNvPicPr preferRelativeResize="0"/>
            <p:nvPr/>
          </p:nvPicPr>
          <p:blipFill rotWithShape="1">
            <a:blip r:embed="rId3">
              <a:alphaModFix/>
            </a:blip>
            <a:srcRect b="0" l="0" r="0" t="0"/>
            <a:stretch/>
          </p:blipFill>
          <p:spPr>
            <a:xfrm flipH="1">
              <a:off x="-44" y="1487"/>
              <a:ext cx="981" cy="1105"/>
            </a:xfrm>
            <a:prstGeom prst="rect">
              <a:avLst/>
            </a:prstGeom>
            <a:noFill/>
            <a:ln>
              <a:noFill/>
            </a:ln>
          </p:spPr>
        </p:pic>
        <p:sp>
          <p:nvSpPr>
            <p:cNvPr id="5269" name="Google Shape;5269;p8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270" name="Google Shape;5270;p88"/>
          <p:cNvGrpSpPr/>
          <p:nvPr/>
        </p:nvGrpSpPr>
        <p:grpSpPr>
          <a:xfrm>
            <a:off x="3580094" y="2469397"/>
            <a:ext cx="250896" cy="430014"/>
            <a:chOff x="4140" y="429"/>
            <a:chExt cx="1425" cy="2396"/>
          </a:xfrm>
        </p:grpSpPr>
        <p:sp>
          <p:nvSpPr>
            <p:cNvPr id="5271" name="Google Shape;5271;p88"/>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272" name="Google Shape;5272;p88"/>
            <p:cNvSpPr/>
            <p:nvPr/>
          </p:nvSpPr>
          <p:spPr>
            <a:xfrm>
              <a:off x="4208" y="429"/>
              <a:ext cx="1043"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273" name="Google Shape;5273;p88"/>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274" name="Google Shape;5274;p88"/>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275" name="Google Shape;5275;p88"/>
            <p:cNvSpPr/>
            <p:nvPr/>
          </p:nvSpPr>
          <p:spPr>
            <a:xfrm>
              <a:off x="4214" y="692"/>
              <a:ext cx="592"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5276" name="Google Shape;5276;p88"/>
            <p:cNvGrpSpPr/>
            <p:nvPr/>
          </p:nvGrpSpPr>
          <p:grpSpPr>
            <a:xfrm>
              <a:off x="4751" y="665"/>
              <a:ext cx="580" cy="125"/>
              <a:chOff x="616" y="2565"/>
              <a:chExt cx="724" cy="120"/>
            </a:xfrm>
          </p:grpSpPr>
          <p:sp>
            <p:nvSpPr>
              <p:cNvPr id="5277" name="Google Shape;5277;p88"/>
              <p:cNvSpPr/>
              <p:nvPr/>
            </p:nvSpPr>
            <p:spPr>
              <a:xfrm>
                <a:off x="616" y="2565"/>
                <a:ext cx="724" cy="12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278" name="Google Shape;5278;p88"/>
              <p:cNvSpPr/>
              <p:nvPr/>
            </p:nvSpPr>
            <p:spPr>
              <a:xfrm>
                <a:off x="632" y="2584"/>
                <a:ext cx="693"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5279" name="Google Shape;5279;p88"/>
            <p:cNvSpPr/>
            <p:nvPr/>
          </p:nvSpPr>
          <p:spPr>
            <a:xfrm>
              <a:off x="4226" y="1020"/>
              <a:ext cx="592"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5280" name="Google Shape;5280;p88"/>
            <p:cNvGrpSpPr/>
            <p:nvPr/>
          </p:nvGrpSpPr>
          <p:grpSpPr>
            <a:xfrm>
              <a:off x="4745" y="994"/>
              <a:ext cx="586" cy="131"/>
              <a:chOff x="611" y="2568"/>
              <a:chExt cx="731" cy="136"/>
            </a:xfrm>
          </p:grpSpPr>
          <p:sp>
            <p:nvSpPr>
              <p:cNvPr id="5281" name="Google Shape;5281;p88"/>
              <p:cNvSpPr/>
              <p:nvPr/>
            </p:nvSpPr>
            <p:spPr>
              <a:xfrm>
                <a:off x="611" y="2568"/>
                <a:ext cx="731" cy="136"/>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282" name="Google Shape;5282;p88"/>
              <p:cNvSpPr/>
              <p:nvPr/>
            </p:nvSpPr>
            <p:spPr>
              <a:xfrm>
                <a:off x="626" y="2581"/>
                <a:ext cx="700"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5283" name="Google Shape;5283;p88"/>
            <p:cNvSpPr/>
            <p:nvPr/>
          </p:nvSpPr>
          <p:spPr>
            <a:xfrm>
              <a:off x="4214" y="1361"/>
              <a:ext cx="598"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284" name="Google Shape;5284;p88"/>
            <p:cNvSpPr/>
            <p:nvPr/>
          </p:nvSpPr>
          <p:spPr>
            <a:xfrm>
              <a:off x="4226" y="1657"/>
              <a:ext cx="598"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5285" name="Google Shape;5285;p88"/>
            <p:cNvGrpSpPr/>
            <p:nvPr/>
          </p:nvGrpSpPr>
          <p:grpSpPr>
            <a:xfrm>
              <a:off x="4733" y="1630"/>
              <a:ext cx="586" cy="151"/>
              <a:chOff x="611" y="2571"/>
              <a:chExt cx="730" cy="139"/>
            </a:xfrm>
          </p:grpSpPr>
          <p:sp>
            <p:nvSpPr>
              <p:cNvPr id="5286" name="Google Shape;5286;p88"/>
              <p:cNvSpPr/>
              <p:nvPr/>
            </p:nvSpPr>
            <p:spPr>
              <a:xfrm>
                <a:off x="611" y="2571"/>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287" name="Google Shape;5287;p88"/>
              <p:cNvSpPr/>
              <p:nvPr/>
            </p:nvSpPr>
            <p:spPr>
              <a:xfrm>
                <a:off x="626" y="2589"/>
                <a:ext cx="699" cy="12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5288" name="Google Shape;5288;p88"/>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5289" name="Google Shape;5289;p88"/>
            <p:cNvGrpSpPr/>
            <p:nvPr/>
          </p:nvGrpSpPr>
          <p:grpSpPr>
            <a:xfrm>
              <a:off x="4738" y="1328"/>
              <a:ext cx="574" cy="138"/>
              <a:chOff x="613" y="2569"/>
              <a:chExt cx="715" cy="138"/>
            </a:xfrm>
          </p:grpSpPr>
          <p:sp>
            <p:nvSpPr>
              <p:cNvPr id="5290" name="Google Shape;5290;p88"/>
              <p:cNvSpPr/>
              <p:nvPr/>
            </p:nvSpPr>
            <p:spPr>
              <a:xfrm>
                <a:off x="613" y="2569"/>
                <a:ext cx="715"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291" name="Google Shape;5291;p88"/>
              <p:cNvSpPr/>
              <p:nvPr/>
            </p:nvSpPr>
            <p:spPr>
              <a:xfrm>
                <a:off x="629" y="2582"/>
                <a:ext cx="692"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5292" name="Google Shape;5292;p88"/>
            <p:cNvSpPr/>
            <p:nvPr/>
          </p:nvSpPr>
          <p:spPr>
            <a:xfrm>
              <a:off x="5250" y="429"/>
              <a:ext cx="68" cy="2291"/>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293" name="Google Shape;5293;p88"/>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294" name="Google Shape;5294;p88"/>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295" name="Google Shape;5295;p88"/>
            <p:cNvSpPr/>
            <p:nvPr/>
          </p:nvSpPr>
          <p:spPr>
            <a:xfrm>
              <a:off x="5516" y="2608"/>
              <a:ext cx="49" cy="98"/>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296" name="Google Shape;5296;p88"/>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297" name="Google Shape;5297;p88"/>
            <p:cNvSpPr/>
            <p:nvPr/>
          </p:nvSpPr>
          <p:spPr>
            <a:xfrm>
              <a:off x="4140" y="2681"/>
              <a:ext cx="1197" cy="144"/>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298" name="Google Shape;5298;p88"/>
            <p:cNvSpPr/>
            <p:nvPr/>
          </p:nvSpPr>
          <p:spPr>
            <a:xfrm>
              <a:off x="4208" y="2713"/>
              <a:ext cx="1067" cy="79"/>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299" name="Google Shape;5299;p88"/>
            <p:cNvSpPr/>
            <p:nvPr/>
          </p:nvSpPr>
          <p:spPr>
            <a:xfrm>
              <a:off x="4307" y="2385"/>
              <a:ext cx="160"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300" name="Google Shape;5300;p88"/>
            <p:cNvSpPr/>
            <p:nvPr/>
          </p:nvSpPr>
          <p:spPr>
            <a:xfrm>
              <a:off x="4485" y="2385"/>
              <a:ext cx="160" cy="144"/>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5301" name="Google Shape;5301;p88"/>
            <p:cNvSpPr/>
            <p:nvPr/>
          </p:nvSpPr>
          <p:spPr>
            <a:xfrm>
              <a:off x="4664" y="2379"/>
              <a:ext cx="154"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302" name="Google Shape;5302;p88"/>
            <p:cNvSpPr/>
            <p:nvPr/>
          </p:nvSpPr>
          <p:spPr>
            <a:xfrm>
              <a:off x="5059" y="1834"/>
              <a:ext cx="86"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303" name="Google Shape;5303;p88"/>
          <p:cNvGrpSpPr/>
          <p:nvPr/>
        </p:nvGrpSpPr>
        <p:grpSpPr>
          <a:xfrm>
            <a:off x="3993910" y="2847574"/>
            <a:ext cx="250895" cy="430013"/>
            <a:chOff x="4140" y="429"/>
            <a:chExt cx="1425" cy="2396"/>
          </a:xfrm>
        </p:grpSpPr>
        <p:sp>
          <p:nvSpPr>
            <p:cNvPr id="5304" name="Google Shape;5304;p88"/>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305" name="Google Shape;5305;p88"/>
            <p:cNvSpPr/>
            <p:nvPr/>
          </p:nvSpPr>
          <p:spPr>
            <a:xfrm>
              <a:off x="4208" y="429"/>
              <a:ext cx="1043"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306" name="Google Shape;5306;p88"/>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307" name="Google Shape;5307;p88"/>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308" name="Google Shape;5308;p88"/>
            <p:cNvSpPr/>
            <p:nvPr/>
          </p:nvSpPr>
          <p:spPr>
            <a:xfrm>
              <a:off x="4214" y="692"/>
              <a:ext cx="592"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5309" name="Google Shape;5309;p88"/>
            <p:cNvGrpSpPr/>
            <p:nvPr/>
          </p:nvGrpSpPr>
          <p:grpSpPr>
            <a:xfrm>
              <a:off x="4751" y="665"/>
              <a:ext cx="580" cy="125"/>
              <a:chOff x="616" y="2565"/>
              <a:chExt cx="724" cy="120"/>
            </a:xfrm>
          </p:grpSpPr>
          <p:sp>
            <p:nvSpPr>
              <p:cNvPr id="5310" name="Google Shape;5310;p88"/>
              <p:cNvSpPr/>
              <p:nvPr/>
            </p:nvSpPr>
            <p:spPr>
              <a:xfrm>
                <a:off x="616" y="2565"/>
                <a:ext cx="724" cy="12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311" name="Google Shape;5311;p88"/>
              <p:cNvSpPr/>
              <p:nvPr/>
            </p:nvSpPr>
            <p:spPr>
              <a:xfrm>
                <a:off x="632" y="2584"/>
                <a:ext cx="693"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5312" name="Google Shape;5312;p88"/>
            <p:cNvSpPr/>
            <p:nvPr/>
          </p:nvSpPr>
          <p:spPr>
            <a:xfrm>
              <a:off x="4226" y="1020"/>
              <a:ext cx="592"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5313" name="Google Shape;5313;p88"/>
            <p:cNvGrpSpPr/>
            <p:nvPr/>
          </p:nvGrpSpPr>
          <p:grpSpPr>
            <a:xfrm>
              <a:off x="4745" y="994"/>
              <a:ext cx="586" cy="131"/>
              <a:chOff x="611" y="2568"/>
              <a:chExt cx="731" cy="136"/>
            </a:xfrm>
          </p:grpSpPr>
          <p:sp>
            <p:nvSpPr>
              <p:cNvPr id="5314" name="Google Shape;5314;p88"/>
              <p:cNvSpPr/>
              <p:nvPr/>
            </p:nvSpPr>
            <p:spPr>
              <a:xfrm>
                <a:off x="611" y="2568"/>
                <a:ext cx="731" cy="136"/>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315" name="Google Shape;5315;p88"/>
              <p:cNvSpPr/>
              <p:nvPr/>
            </p:nvSpPr>
            <p:spPr>
              <a:xfrm>
                <a:off x="626" y="2581"/>
                <a:ext cx="700"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5316" name="Google Shape;5316;p88"/>
            <p:cNvSpPr/>
            <p:nvPr/>
          </p:nvSpPr>
          <p:spPr>
            <a:xfrm>
              <a:off x="4214" y="1361"/>
              <a:ext cx="598"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317" name="Google Shape;5317;p88"/>
            <p:cNvSpPr/>
            <p:nvPr/>
          </p:nvSpPr>
          <p:spPr>
            <a:xfrm>
              <a:off x="4226" y="1657"/>
              <a:ext cx="598"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5318" name="Google Shape;5318;p88"/>
            <p:cNvGrpSpPr/>
            <p:nvPr/>
          </p:nvGrpSpPr>
          <p:grpSpPr>
            <a:xfrm>
              <a:off x="4733" y="1630"/>
              <a:ext cx="586" cy="151"/>
              <a:chOff x="611" y="2571"/>
              <a:chExt cx="730" cy="139"/>
            </a:xfrm>
          </p:grpSpPr>
          <p:sp>
            <p:nvSpPr>
              <p:cNvPr id="5319" name="Google Shape;5319;p88"/>
              <p:cNvSpPr/>
              <p:nvPr/>
            </p:nvSpPr>
            <p:spPr>
              <a:xfrm>
                <a:off x="611" y="2571"/>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320" name="Google Shape;5320;p88"/>
              <p:cNvSpPr/>
              <p:nvPr/>
            </p:nvSpPr>
            <p:spPr>
              <a:xfrm>
                <a:off x="626" y="2589"/>
                <a:ext cx="699" cy="12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5321" name="Google Shape;5321;p88"/>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5322" name="Google Shape;5322;p88"/>
            <p:cNvGrpSpPr/>
            <p:nvPr/>
          </p:nvGrpSpPr>
          <p:grpSpPr>
            <a:xfrm>
              <a:off x="4738" y="1328"/>
              <a:ext cx="574" cy="138"/>
              <a:chOff x="613" y="2569"/>
              <a:chExt cx="715" cy="138"/>
            </a:xfrm>
          </p:grpSpPr>
          <p:sp>
            <p:nvSpPr>
              <p:cNvPr id="5323" name="Google Shape;5323;p88"/>
              <p:cNvSpPr/>
              <p:nvPr/>
            </p:nvSpPr>
            <p:spPr>
              <a:xfrm>
                <a:off x="613" y="2569"/>
                <a:ext cx="715"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324" name="Google Shape;5324;p88"/>
              <p:cNvSpPr/>
              <p:nvPr/>
            </p:nvSpPr>
            <p:spPr>
              <a:xfrm>
                <a:off x="629" y="2582"/>
                <a:ext cx="692"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5325" name="Google Shape;5325;p88"/>
            <p:cNvSpPr/>
            <p:nvPr/>
          </p:nvSpPr>
          <p:spPr>
            <a:xfrm>
              <a:off x="5250" y="429"/>
              <a:ext cx="68" cy="2291"/>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326" name="Google Shape;5326;p88"/>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327" name="Google Shape;5327;p88"/>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328" name="Google Shape;5328;p88"/>
            <p:cNvSpPr/>
            <p:nvPr/>
          </p:nvSpPr>
          <p:spPr>
            <a:xfrm>
              <a:off x="5516" y="2608"/>
              <a:ext cx="49" cy="98"/>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329" name="Google Shape;5329;p88"/>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330" name="Google Shape;5330;p88"/>
            <p:cNvSpPr/>
            <p:nvPr/>
          </p:nvSpPr>
          <p:spPr>
            <a:xfrm>
              <a:off x="4140" y="2681"/>
              <a:ext cx="1197" cy="144"/>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331" name="Google Shape;5331;p88"/>
            <p:cNvSpPr/>
            <p:nvPr/>
          </p:nvSpPr>
          <p:spPr>
            <a:xfrm>
              <a:off x="4208" y="2713"/>
              <a:ext cx="1067" cy="79"/>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332" name="Google Shape;5332;p88"/>
            <p:cNvSpPr/>
            <p:nvPr/>
          </p:nvSpPr>
          <p:spPr>
            <a:xfrm>
              <a:off x="4307" y="2385"/>
              <a:ext cx="160"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333" name="Google Shape;5333;p88"/>
            <p:cNvSpPr/>
            <p:nvPr/>
          </p:nvSpPr>
          <p:spPr>
            <a:xfrm>
              <a:off x="4485" y="2385"/>
              <a:ext cx="160" cy="144"/>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5334" name="Google Shape;5334;p88"/>
            <p:cNvSpPr/>
            <p:nvPr/>
          </p:nvSpPr>
          <p:spPr>
            <a:xfrm>
              <a:off x="4664" y="2379"/>
              <a:ext cx="154"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335" name="Google Shape;5335;p88"/>
            <p:cNvSpPr/>
            <p:nvPr/>
          </p:nvSpPr>
          <p:spPr>
            <a:xfrm>
              <a:off x="5059" y="1834"/>
              <a:ext cx="86"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336" name="Google Shape;5336;p88"/>
          <p:cNvGrpSpPr/>
          <p:nvPr/>
        </p:nvGrpSpPr>
        <p:grpSpPr>
          <a:xfrm>
            <a:off x="1943156" y="2557294"/>
            <a:ext cx="612237" cy="328385"/>
            <a:chOff x="7493876" y="2774731"/>
            <a:chExt cx="1481958" cy="894622"/>
          </a:xfrm>
        </p:grpSpPr>
        <p:sp>
          <p:nvSpPr>
            <p:cNvPr id="5337" name="Google Shape;5337;p8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5338" name="Google Shape;5338;p8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5339" name="Google Shape;5339;p88"/>
            <p:cNvGrpSpPr/>
            <p:nvPr/>
          </p:nvGrpSpPr>
          <p:grpSpPr>
            <a:xfrm>
              <a:off x="7713663" y="2848339"/>
              <a:ext cx="1042107" cy="425543"/>
              <a:chOff x="7786941" y="2884917"/>
              <a:chExt cx="897649" cy="353919"/>
            </a:xfrm>
          </p:grpSpPr>
          <p:sp>
            <p:nvSpPr>
              <p:cNvPr id="5340" name="Google Shape;5340;p8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41" name="Google Shape;5341;p8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42" name="Google Shape;5342;p8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43" name="Google Shape;5343;p8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344" name="Google Shape;5344;p88"/>
          <p:cNvGrpSpPr/>
          <p:nvPr/>
        </p:nvGrpSpPr>
        <p:grpSpPr>
          <a:xfrm>
            <a:off x="1853790" y="4620776"/>
            <a:ext cx="455726" cy="262502"/>
            <a:chOff x="3668110" y="2448910"/>
            <a:chExt cx="3794234" cy="2165130"/>
          </a:xfrm>
        </p:grpSpPr>
        <p:sp>
          <p:nvSpPr>
            <p:cNvPr id="5345" name="Google Shape;5345;p88"/>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46" name="Google Shape;5346;p88"/>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5347" name="Google Shape;5347;p88"/>
            <p:cNvGrpSpPr/>
            <p:nvPr/>
          </p:nvGrpSpPr>
          <p:grpSpPr>
            <a:xfrm>
              <a:off x="3941378" y="2603243"/>
              <a:ext cx="3202061" cy="1066110"/>
              <a:chOff x="7939341" y="3037317"/>
              <a:chExt cx="897649" cy="353919"/>
            </a:xfrm>
          </p:grpSpPr>
          <p:sp>
            <p:nvSpPr>
              <p:cNvPr id="5348" name="Google Shape;5348;p88"/>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49" name="Google Shape;5349;p88"/>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50" name="Google Shape;5350;p88"/>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51" name="Google Shape;5351;p88"/>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352" name="Google Shape;5352;p88"/>
          <p:cNvGrpSpPr/>
          <p:nvPr/>
        </p:nvGrpSpPr>
        <p:grpSpPr>
          <a:xfrm>
            <a:off x="2906147" y="4468033"/>
            <a:ext cx="455726" cy="262502"/>
            <a:chOff x="3668110" y="2448910"/>
            <a:chExt cx="3794234" cy="2165130"/>
          </a:xfrm>
        </p:grpSpPr>
        <p:sp>
          <p:nvSpPr>
            <p:cNvPr id="5353" name="Google Shape;5353;p88"/>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54" name="Google Shape;5354;p88"/>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5355" name="Google Shape;5355;p88"/>
            <p:cNvGrpSpPr/>
            <p:nvPr/>
          </p:nvGrpSpPr>
          <p:grpSpPr>
            <a:xfrm>
              <a:off x="3941378" y="2603243"/>
              <a:ext cx="3202061" cy="1066110"/>
              <a:chOff x="7939341" y="3037317"/>
              <a:chExt cx="897649" cy="353919"/>
            </a:xfrm>
          </p:grpSpPr>
          <p:sp>
            <p:nvSpPr>
              <p:cNvPr id="5356" name="Google Shape;5356;p88"/>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57" name="Google Shape;5357;p88"/>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58" name="Google Shape;5358;p88"/>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59" name="Google Shape;5359;p88"/>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5360" name="Google Shape;5360;p88"/>
          <p:cNvSpPr/>
          <p:nvPr/>
        </p:nvSpPr>
        <p:spPr>
          <a:xfrm>
            <a:off x="3789045" y="4034790"/>
            <a:ext cx="1415415" cy="1343025"/>
          </a:xfrm>
          <a:prstGeom prst="ellipse">
            <a:avLst/>
          </a:prstGeom>
          <a:noFill/>
          <a:ln cap="flat" cmpd="sng" w="1905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61" name="Google Shape;5361;p88"/>
          <p:cNvSpPr/>
          <p:nvPr/>
        </p:nvSpPr>
        <p:spPr>
          <a:xfrm rot="1109789">
            <a:off x="775631" y="4032587"/>
            <a:ext cx="1945861" cy="1335721"/>
          </a:xfrm>
          <a:prstGeom prst="ellipse">
            <a:avLst/>
          </a:prstGeom>
          <a:no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62" name="Google Shape;5362;p88"/>
          <p:cNvSpPr/>
          <p:nvPr/>
        </p:nvSpPr>
        <p:spPr>
          <a:xfrm>
            <a:off x="1023151" y="3962400"/>
            <a:ext cx="748665" cy="169545"/>
          </a:xfrm>
          <a:prstGeom prst="rect">
            <a:avLst/>
          </a:prstGeom>
          <a:solidFill>
            <a:srgbClr val="9CE0F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63" name="Google Shape;5363;p88"/>
          <p:cNvSpPr txBox="1"/>
          <p:nvPr/>
        </p:nvSpPr>
        <p:spPr>
          <a:xfrm>
            <a:off x="979209" y="3735832"/>
            <a:ext cx="1068947" cy="512769"/>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Computer </a:t>
            </a:r>
            <a:endParaRPr/>
          </a:p>
          <a:p>
            <a:pPr indent="0" lvl="0" marL="0" marR="0" rtl="0" algn="l">
              <a:lnSpc>
                <a:spcPct val="85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Science</a:t>
            </a:r>
            <a:endParaRPr/>
          </a:p>
        </p:txBody>
      </p:sp>
      <p:grpSp>
        <p:nvGrpSpPr>
          <p:cNvPr id="5364" name="Google Shape;5364;p88"/>
          <p:cNvGrpSpPr/>
          <p:nvPr/>
        </p:nvGrpSpPr>
        <p:grpSpPr>
          <a:xfrm>
            <a:off x="4561160" y="3962400"/>
            <a:ext cx="390965" cy="303481"/>
            <a:chOff x="3878580" y="5130446"/>
            <a:chExt cx="390965" cy="303481"/>
          </a:xfrm>
        </p:grpSpPr>
        <p:sp>
          <p:nvSpPr>
            <p:cNvPr id="5365" name="Google Shape;5365;p88"/>
            <p:cNvSpPr/>
            <p:nvPr/>
          </p:nvSpPr>
          <p:spPr>
            <a:xfrm>
              <a:off x="3878580" y="5172075"/>
              <a:ext cx="356235" cy="169545"/>
            </a:xfrm>
            <a:prstGeom prst="rect">
              <a:avLst/>
            </a:prstGeom>
            <a:solidFill>
              <a:srgbClr val="9CE0F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66" name="Google Shape;5366;p88"/>
            <p:cNvSpPr txBox="1"/>
            <p:nvPr/>
          </p:nvSpPr>
          <p:spPr>
            <a:xfrm>
              <a:off x="3882901" y="5130446"/>
              <a:ext cx="386644" cy="303481"/>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EE</a:t>
              </a:r>
              <a:endParaRPr/>
            </a:p>
          </p:txBody>
        </p:sp>
      </p:grpSp>
      <p:grpSp>
        <p:nvGrpSpPr>
          <p:cNvPr id="5367" name="Google Shape;5367;p88"/>
          <p:cNvGrpSpPr/>
          <p:nvPr/>
        </p:nvGrpSpPr>
        <p:grpSpPr>
          <a:xfrm>
            <a:off x="4226162" y="4486689"/>
            <a:ext cx="455726" cy="262502"/>
            <a:chOff x="3668110" y="2448910"/>
            <a:chExt cx="3794234" cy="2165130"/>
          </a:xfrm>
        </p:grpSpPr>
        <p:sp>
          <p:nvSpPr>
            <p:cNvPr id="5368" name="Google Shape;5368;p88"/>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69" name="Google Shape;5369;p88"/>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5370" name="Google Shape;5370;p88"/>
            <p:cNvGrpSpPr/>
            <p:nvPr/>
          </p:nvGrpSpPr>
          <p:grpSpPr>
            <a:xfrm>
              <a:off x="3941378" y="2603243"/>
              <a:ext cx="3202061" cy="1066110"/>
              <a:chOff x="7939341" y="3037317"/>
              <a:chExt cx="897649" cy="353919"/>
            </a:xfrm>
          </p:grpSpPr>
          <p:sp>
            <p:nvSpPr>
              <p:cNvPr id="5371" name="Google Shape;5371;p88"/>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72" name="Google Shape;5372;p88"/>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73" name="Google Shape;5373;p88"/>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74" name="Google Shape;5374;p88"/>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375" name="Google Shape;5375;p88"/>
          <p:cNvGrpSpPr/>
          <p:nvPr/>
        </p:nvGrpSpPr>
        <p:grpSpPr>
          <a:xfrm>
            <a:off x="1713595" y="3315547"/>
            <a:ext cx="3410855" cy="1758103"/>
            <a:chOff x="1713595" y="3315547"/>
            <a:chExt cx="3410855" cy="1758103"/>
          </a:xfrm>
        </p:grpSpPr>
        <p:grpSp>
          <p:nvGrpSpPr>
            <p:cNvPr id="5376" name="Google Shape;5376;p88"/>
            <p:cNvGrpSpPr/>
            <p:nvPr/>
          </p:nvGrpSpPr>
          <p:grpSpPr>
            <a:xfrm>
              <a:off x="4649795" y="4623478"/>
              <a:ext cx="474655" cy="450172"/>
              <a:chOff x="4649795" y="4623478"/>
              <a:chExt cx="474655" cy="450172"/>
            </a:xfrm>
          </p:grpSpPr>
          <p:sp>
            <p:nvSpPr>
              <p:cNvPr id="5377" name="Google Shape;5377;p88"/>
              <p:cNvSpPr/>
              <p:nvPr/>
            </p:nvSpPr>
            <p:spPr>
              <a:xfrm>
                <a:off x="4692650" y="4654550"/>
                <a:ext cx="431800" cy="419100"/>
              </a:xfrm>
              <a:prstGeom prst="ellipse">
                <a:avLst/>
              </a:prstGeom>
              <a:no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78" name="Google Shape;5378;p88"/>
              <p:cNvSpPr/>
              <p:nvPr/>
            </p:nvSpPr>
            <p:spPr>
              <a:xfrm rot="1672634">
                <a:off x="4708332" y="4630977"/>
                <a:ext cx="100405" cy="275301"/>
              </a:xfrm>
              <a:prstGeom prst="rect">
                <a:avLst/>
              </a:prstGeom>
              <a:solidFill>
                <a:srgbClr val="9CE0F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5379" name="Google Shape;5379;p88"/>
            <p:cNvGrpSpPr/>
            <p:nvPr/>
          </p:nvGrpSpPr>
          <p:grpSpPr>
            <a:xfrm>
              <a:off x="1713595" y="3315547"/>
              <a:ext cx="3145873" cy="1350613"/>
              <a:chOff x="1713595" y="3315547"/>
              <a:chExt cx="3145873" cy="1350613"/>
            </a:xfrm>
          </p:grpSpPr>
          <p:sp>
            <p:nvSpPr>
              <p:cNvPr id="5380" name="Google Shape;5380;p88"/>
              <p:cNvSpPr/>
              <p:nvPr/>
            </p:nvSpPr>
            <p:spPr>
              <a:xfrm rot="959039">
                <a:off x="1720833" y="4041748"/>
                <a:ext cx="595424" cy="136164"/>
              </a:xfrm>
              <a:prstGeom prst="rect">
                <a:avLst/>
              </a:prstGeom>
              <a:solidFill>
                <a:srgbClr val="9CE0F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81" name="Google Shape;5381;p88"/>
              <p:cNvSpPr/>
              <p:nvPr/>
            </p:nvSpPr>
            <p:spPr>
              <a:xfrm>
                <a:off x="1831800" y="3315547"/>
                <a:ext cx="3027668" cy="1350613"/>
              </a:xfrm>
              <a:custGeom>
                <a:rect b="b" l="l" r="r" t="t"/>
                <a:pathLst>
                  <a:path extrusionOk="0" h="1350613" w="3027668">
                    <a:moveTo>
                      <a:pt x="3027668" y="1341548"/>
                    </a:moveTo>
                    <a:cubicBezTo>
                      <a:pt x="2853298" y="1402927"/>
                      <a:pt x="2569597" y="1136314"/>
                      <a:pt x="2481366" y="1032040"/>
                    </a:cubicBezTo>
                    <a:cubicBezTo>
                      <a:pt x="2185720" y="779811"/>
                      <a:pt x="1590333" y="-763"/>
                      <a:pt x="1253784" y="1"/>
                    </a:cubicBezTo>
                    <a:cubicBezTo>
                      <a:pt x="917235" y="765"/>
                      <a:pt x="216481" y="770689"/>
                      <a:pt x="0" y="714162"/>
                    </a:cubicBezTo>
                  </a:path>
                </a:pathLst>
              </a:custGeom>
              <a:no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5382" name="Google Shape;5382;p88"/>
            <p:cNvSpPr/>
            <p:nvPr/>
          </p:nvSpPr>
          <p:spPr>
            <a:xfrm>
              <a:off x="2277117" y="3425460"/>
              <a:ext cx="2420012" cy="1483426"/>
            </a:xfrm>
            <a:custGeom>
              <a:rect b="b" l="l" r="r" t="t"/>
              <a:pathLst>
                <a:path extrusionOk="0" h="1483426" w="2420012">
                  <a:moveTo>
                    <a:pt x="2420012" y="1483426"/>
                  </a:moveTo>
                  <a:cubicBezTo>
                    <a:pt x="2401354" y="1286387"/>
                    <a:pt x="2137532" y="1185427"/>
                    <a:pt x="2049301" y="1081153"/>
                  </a:cubicBezTo>
                  <a:cubicBezTo>
                    <a:pt x="1746098" y="841078"/>
                    <a:pt x="952480" y="-4290"/>
                    <a:pt x="797173" y="17"/>
                  </a:cubicBezTo>
                  <a:cubicBezTo>
                    <a:pt x="641866" y="4324"/>
                    <a:pt x="289883" y="346087"/>
                    <a:pt x="160106" y="481027"/>
                  </a:cubicBezTo>
                  <a:cubicBezTo>
                    <a:pt x="30329" y="615967"/>
                    <a:pt x="-34430" y="756719"/>
                    <a:pt x="18509" y="809658"/>
                  </a:cubicBezTo>
                </a:path>
              </a:pathLst>
            </a:custGeom>
            <a:no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5383" name="Google Shape;5383;p88"/>
          <p:cNvGrpSpPr/>
          <p:nvPr/>
        </p:nvGrpSpPr>
        <p:grpSpPr>
          <a:xfrm>
            <a:off x="1377841" y="4315992"/>
            <a:ext cx="446640" cy="251686"/>
            <a:chOff x="3668110" y="2448910"/>
            <a:chExt cx="3794234" cy="2165130"/>
          </a:xfrm>
        </p:grpSpPr>
        <p:sp>
          <p:nvSpPr>
            <p:cNvPr id="5384" name="Google Shape;5384;p88"/>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85" name="Google Shape;5385;p88"/>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5386" name="Google Shape;5386;p88"/>
            <p:cNvGrpSpPr/>
            <p:nvPr/>
          </p:nvGrpSpPr>
          <p:grpSpPr>
            <a:xfrm>
              <a:off x="3941378" y="2603243"/>
              <a:ext cx="3202061" cy="1066110"/>
              <a:chOff x="7939341" y="3037317"/>
              <a:chExt cx="897649" cy="353919"/>
            </a:xfrm>
          </p:grpSpPr>
          <p:sp>
            <p:nvSpPr>
              <p:cNvPr id="5387" name="Google Shape;5387;p88"/>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88" name="Google Shape;5388;p88"/>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89" name="Google Shape;5389;p88"/>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90" name="Google Shape;5390;p88"/>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cxnSp>
        <p:nvCxnSpPr>
          <p:cNvPr id="5391" name="Google Shape;5391;p88"/>
          <p:cNvCxnSpPr/>
          <p:nvPr/>
        </p:nvCxnSpPr>
        <p:spPr>
          <a:xfrm flipH="1">
            <a:off x="1724471" y="3455082"/>
            <a:ext cx="1147604" cy="859168"/>
          </a:xfrm>
          <a:prstGeom prst="straightConnector1">
            <a:avLst/>
          </a:prstGeom>
          <a:noFill/>
          <a:ln cap="flat" cmpd="sng" w="9525">
            <a:solidFill>
              <a:srgbClr val="000000"/>
            </a:solidFill>
            <a:prstDash val="solid"/>
            <a:round/>
            <a:headEnd len="med" w="med" type="none"/>
            <a:tailEnd len="med" w="med" type="none"/>
          </a:ln>
        </p:spPr>
      </p:cxnSp>
      <p:cxnSp>
        <p:nvCxnSpPr>
          <p:cNvPr id="5392" name="Google Shape;5392;p88"/>
          <p:cNvCxnSpPr/>
          <p:nvPr/>
        </p:nvCxnSpPr>
        <p:spPr>
          <a:xfrm>
            <a:off x="4677507" y="4700953"/>
            <a:ext cx="223945" cy="79475"/>
          </a:xfrm>
          <a:prstGeom prst="straightConnector1">
            <a:avLst/>
          </a:prstGeom>
          <a:noFill/>
          <a:ln cap="flat" cmpd="sng" w="9525">
            <a:solidFill>
              <a:srgbClr val="000000"/>
            </a:solidFill>
            <a:prstDash val="solid"/>
            <a:round/>
            <a:headEnd len="med" w="med" type="none"/>
            <a:tailEnd len="med" w="med" type="none"/>
          </a:ln>
        </p:spPr>
      </p:cxnSp>
      <p:grpSp>
        <p:nvGrpSpPr>
          <p:cNvPr id="5393" name="Google Shape;5393;p88"/>
          <p:cNvGrpSpPr/>
          <p:nvPr/>
        </p:nvGrpSpPr>
        <p:grpSpPr>
          <a:xfrm>
            <a:off x="1996999" y="4952734"/>
            <a:ext cx="388834" cy="356970"/>
            <a:chOff x="-44" y="1473"/>
            <a:chExt cx="981" cy="1105"/>
          </a:xfrm>
        </p:grpSpPr>
        <p:pic>
          <p:nvPicPr>
            <p:cNvPr descr="desktop_computer_stylized_medium" id="5394" name="Google Shape;5394;p8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395" name="Google Shape;5395;p8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5396" name="Google Shape;5396;p88"/>
          <p:cNvSpPr txBox="1"/>
          <p:nvPr/>
        </p:nvSpPr>
        <p:spPr>
          <a:xfrm>
            <a:off x="6001555" y="1957589"/>
            <a:ext cx="5782614" cy="2588653"/>
          </a:xfrm>
          <a:prstGeom prst="rect">
            <a:avLst/>
          </a:prstGeom>
          <a:noFill/>
          <a:ln>
            <a:noFill/>
          </a:ln>
        </p:spPr>
        <p:txBody>
          <a:bodyPr anchorCtr="0" anchor="t" bIns="45700" lIns="91425" spcFirstLastPara="1" rIns="91425" wrap="square" tIns="45700">
            <a:normAutofit/>
          </a:bodyPr>
          <a:lstStyle/>
          <a:p>
            <a:pPr indent="0" lvl="0" marL="76200"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0000A8"/>
                </a:solidFill>
                <a:latin typeface="Calibri"/>
                <a:ea typeface="Calibri"/>
                <a:cs typeface="Calibri"/>
                <a:sym typeface="Calibri"/>
              </a:rPr>
              <a:t>single broadcast domain:</a:t>
            </a:r>
            <a:endParaRPr/>
          </a:p>
          <a:p>
            <a:pPr indent="-230187" lvl="1" marL="576263" marR="0" rtl="0" algn="l">
              <a:lnSpc>
                <a:spcPct val="90000"/>
              </a:lnSpc>
              <a:spcBef>
                <a:spcPts val="500"/>
              </a:spcBef>
              <a:spcAft>
                <a:spcPts val="0"/>
              </a:spcAft>
              <a:buClr>
                <a:srgbClr val="0000A8"/>
              </a:buClr>
              <a:buSzPts val="2600"/>
              <a:buFont typeface="Noto Sans Symbols"/>
              <a:buChar char="▪"/>
            </a:pPr>
            <a:r>
              <a:rPr b="0" i="1" lang="en-US" sz="2600" u="none" cap="none" strike="noStrike">
                <a:solidFill>
                  <a:srgbClr val="0000A8"/>
                </a:solidFill>
                <a:latin typeface="Calibri"/>
                <a:ea typeface="Calibri"/>
                <a:cs typeface="Calibri"/>
                <a:sym typeface="Calibri"/>
              </a:rPr>
              <a:t>scaling: </a:t>
            </a:r>
            <a:r>
              <a:rPr b="0" i="0" lang="en-US" sz="2600" u="none" cap="none" strike="noStrike">
                <a:solidFill>
                  <a:srgbClr val="000000"/>
                </a:solidFill>
                <a:latin typeface="Calibri"/>
                <a:ea typeface="Calibri"/>
                <a:cs typeface="Calibri"/>
                <a:sym typeface="Calibri"/>
              </a:rPr>
              <a:t>all layer-2 broadcast traffic (ARP, DHCP, unknown MAC) must cross entire LAN </a:t>
            </a:r>
            <a:endParaRPr/>
          </a:p>
          <a:p>
            <a:pPr indent="-230187" lvl="1" marL="576263" marR="0" rtl="0" algn="l">
              <a:lnSpc>
                <a:spcPct val="90000"/>
              </a:lnSpc>
              <a:spcBef>
                <a:spcPts val="500"/>
              </a:spcBef>
              <a:spcAft>
                <a:spcPts val="0"/>
              </a:spcAft>
              <a:buClr>
                <a:srgbClr val="0000A8"/>
              </a:buClr>
              <a:buSzPts val="2600"/>
              <a:buFont typeface="Noto Sans Symbols"/>
              <a:buChar char="▪"/>
            </a:pPr>
            <a:r>
              <a:rPr b="0" i="0" lang="en-US" sz="2600" u="none" cap="none" strike="noStrike">
                <a:solidFill>
                  <a:srgbClr val="000000"/>
                </a:solidFill>
                <a:latin typeface="Calibri"/>
                <a:ea typeface="Calibri"/>
                <a:cs typeface="Calibri"/>
                <a:sym typeface="Calibri"/>
              </a:rPr>
              <a:t>efficiency, security, privacy, efficiency issues</a:t>
            </a:r>
            <a:endParaRPr/>
          </a:p>
        </p:txBody>
      </p:sp>
      <p:sp>
        <p:nvSpPr>
          <p:cNvPr id="5397" name="Google Shape;5397;p88"/>
          <p:cNvSpPr txBox="1"/>
          <p:nvPr/>
        </p:nvSpPr>
        <p:spPr>
          <a:xfrm>
            <a:off x="785611" y="1262130"/>
            <a:ext cx="10521214"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2800"/>
              <a:buFont typeface="Calibri"/>
              <a:buNone/>
            </a:pPr>
            <a:r>
              <a:rPr b="0" i="1" lang="en-US" sz="2800" u="none" cap="none" strike="noStrike">
                <a:solidFill>
                  <a:srgbClr val="0000A8"/>
                </a:solidFill>
                <a:latin typeface="Calibri"/>
                <a:ea typeface="Calibri"/>
                <a:cs typeface="Calibri"/>
                <a:sym typeface="Calibri"/>
              </a:rPr>
              <a:t>Q: </a:t>
            </a:r>
            <a:r>
              <a:rPr b="0" i="0" lang="en-US" sz="2800" u="none" cap="none" strike="noStrike">
                <a:solidFill>
                  <a:srgbClr val="000000"/>
                </a:solidFill>
                <a:latin typeface="Calibri"/>
                <a:ea typeface="Calibri"/>
                <a:cs typeface="Calibri"/>
                <a:sym typeface="Calibri"/>
              </a:rPr>
              <a:t>what happens as LAN sizes scale, users change point of attachment?</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5234"/>
                                        </p:tgtEl>
                                      </p:cBhvr>
                                    </p:animEffect>
                                    <p:set>
                                      <p:cBhvr>
                                        <p:cTn dur="1" fill="hold">
                                          <p:stCondLst>
                                            <p:cond delay="500"/>
                                          </p:stCondLst>
                                        </p:cTn>
                                        <p:tgtEl>
                                          <p:spTgt spid="5234"/>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392"/>
                                        </p:tgtEl>
                                        <p:attrNameLst>
                                          <p:attrName>style.visibility</p:attrName>
                                        </p:attrNameLst>
                                      </p:cBhvr>
                                      <p:to>
                                        <p:strVal val="visible"/>
                                      </p:to>
                                    </p:set>
                                    <p:animEffect filter="fade" transition="in">
                                      <p:cBhvr>
                                        <p:cTn dur="500"/>
                                        <p:tgtEl>
                                          <p:spTgt spid="53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75"/>
                                        </p:tgtEl>
                                        <p:attrNameLst>
                                          <p:attrName>style.visibility</p:attrName>
                                        </p:attrNameLst>
                                      </p:cBhvr>
                                      <p:to>
                                        <p:strVal val="visible"/>
                                      </p:to>
                                    </p:set>
                                    <p:animEffect filter="fade" transition="in">
                                      <p:cBhvr>
                                        <p:cTn dur="500"/>
                                        <p:tgtEl>
                                          <p:spTgt spid="53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2" name="Shape 5402"/>
        <p:cNvGrpSpPr/>
        <p:nvPr/>
      </p:nvGrpSpPr>
      <p:grpSpPr>
        <a:xfrm>
          <a:off x="0" y="0"/>
          <a:ext cx="0" cy="0"/>
          <a:chOff x="0" y="0"/>
          <a:chExt cx="0" cy="0"/>
        </a:xfrm>
      </p:grpSpPr>
      <p:grpSp>
        <p:nvGrpSpPr>
          <p:cNvPr id="5403" name="Google Shape;5403;p89"/>
          <p:cNvGrpSpPr/>
          <p:nvPr/>
        </p:nvGrpSpPr>
        <p:grpSpPr>
          <a:xfrm>
            <a:off x="7535443" y="2298503"/>
            <a:ext cx="1243611" cy="519112"/>
            <a:chOff x="9287864" y="4082048"/>
            <a:chExt cx="1243611" cy="519112"/>
          </a:xfrm>
        </p:grpSpPr>
        <p:sp>
          <p:nvSpPr>
            <p:cNvPr id="5404" name="Google Shape;5404;p89"/>
            <p:cNvSpPr/>
            <p:nvPr/>
          </p:nvSpPr>
          <p:spPr>
            <a:xfrm>
              <a:off x="9340181" y="4127584"/>
              <a:ext cx="1188897" cy="471997"/>
            </a:xfrm>
            <a:prstGeom prst="rect">
              <a:avLst/>
            </a:prstGeom>
            <a:solidFill>
              <a:srgbClr val="F56F6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405" name="Google Shape;5405;p89"/>
            <p:cNvSpPr/>
            <p:nvPr/>
          </p:nvSpPr>
          <p:spPr>
            <a:xfrm>
              <a:off x="9349866" y="4128085"/>
              <a:ext cx="1181609" cy="468313"/>
            </a:xfrm>
            <a:prstGeom prst="rect">
              <a:avLst/>
            </a:prstGeom>
            <a:no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5406" name="Google Shape;5406;p89"/>
            <p:cNvCxnSpPr/>
            <p:nvPr/>
          </p:nvCxnSpPr>
          <p:spPr>
            <a:xfrm flipH="1" rot="10800000">
              <a:off x="9351453" y="4342570"/>
              <a:ext cx="1179110" cy="1416"/>
            </a:xfrm>
            <a:prstGeom prst="straightConnector1">
              <a:avLst/>
            </a:prstGeom>
            <a:noFill/>
            <a:ln cap="flat" cmpd="sng" w="9525">
              <a:solidFill>
                <a:srgbClr val="000000"/>
              </a:solidFill>
              <a:prstDash val="solid"/>
              <a:round/>
              <a:headEnd len="med" w="med" type="none"/>
              <a:tailEnd len="med" w="med" type="none"/>
            </a:ln>
          </p:spPr>
        </p:cxnSp>
        <p:sp>
          <p:nvSpPr>
            <p:cNvPr id="5407" name="Google Shape;5407;p89"/>
            <p:cNvSpPr txBox="1"/>
            <p:nvPr/>
          </p:nvSpPr>
          <p:spPr>
            <a:xfrm>
              <a:off x="9287864" y="4107358"/>
              <a:ext cx="241300" cy="2143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1</a:t>
              </a:r>
              <a:endParaRPr/>
            </a:p>
          </p:txBody>
        </p:sp>
        <p:cxnSp>
          <p:nvCxnSpPr>
            <p:cNvPr id="5408" name="Google Shape;5408;p89"/>
            <p:cNvCxnSpPr/>
            <p:nvPr/>
          </p:nvCxnSpPr>
          <p:spPr>
            <a:xfrm>
              <a:off x="9930891" y="4132848"/>
              <a:ext cx="0" cy="463550"/>
            </a:xfrm>
            <a:prstGeom prst="straightConnector1">
              <a:avLst/>
            </a:prstGeom>
            <a:noFill/>
            <a:ln cap="flat" cmpd="sng" w="9525">
              <a:solidFill>
                <a:srgbClr val="000000"/>
              </a:solidFill>
              <a:prstDash val="solid"/>
              <a:round/>
              <a:headEnd len="med" w="med" type="none"/>
              <a:tailEnd len="med" w="med" type="none"/>
            </a:ln>
          </p:spPr>
        </p:cxnSp>
        <p:cxnSp>
          <p:nvCxnSpPr>
            <p:cNvPr id="5409" name="Google Shape;5409;p89"/>
            <p:cNvCxnSpPr/>
            <p:nvPr/>
          </p:nvCxnSpPr>
          <p:spPr>
            <a:xfrm>
              <a:off x="9640378" y="4129673"/>
              <a:ext cx="0" cy="463550"/>
            </a:xfrm>
            <a:prstGeom prst="straightConnector1">
              <a:avLst/>
            </a:prstGeom>
            <a:noFill/>
            <a:ln cap="flat" cmpd="sng" w="9525">
              <a:solidFill>
                <a:srgbClr val="000000"/>
              </a:solidFill>
              <a:prstDash val="solid"/>
              <a:round/>
              <a:headEnd len="med" w="med" type="none"/>
              <a:tailEnd len="med" w="med" type="none"/>
            </a:ln>
          </p:spPr>
        </p:cxnSp>
        <p:cxnSp>
          <p:nvCxnSpPr>
            <p:cNvPr id="5410" name="Google Shape;5410;p89"/>
            <p:cNvCxnSpPr/>
            <p:nvPr/>
          </p:nvCxnSpPr>
          <p:spPr>
            <a:xfrm>
              <a:off x="10211878" y="4137610"/>
              <a:ext cx="0" cy="463550"/>
            </a:xfrm>
            <a:prstGeom prst="straightConnector1">
              <a:avLst/>
            </a:prstGeom>
            <a:noFill/>
            <a:ln cap="flat" cmpd="sng" w="9525">
              <a:solidFill>
                <a:srgbClr val="000000"/>
              </a:solidFill>
              <a:prstDash val="solid"/>
              <a:round/>
              <a:headEnd len="med" w="med" type="none"/>
              <a:tailEnd len="med" w="med" type="none"/>
            </a:ln>
          </p:spPr>
        </p:cxnSp>
        <p:sp>
          <p:nvSpPr>
            <p:cNvPr id="5411" name="Google Shape;5411;p89"/>
            <p:cNvSpPr txBox="1"/>
            <p:nvPr/>
          </p:nvSpPr>
          <p:spPr>
            <a:xfrm>
              <a:off x="10148378" y="4296360"/>
              <a:ext cx="241300" cy="2143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8</a:t>
              </a:r>
              <a:endParaRPr/>
            </a:p>
          </p:txBody>
        </p:sp>
        <p:sp>
          <p:nvSpPr>
            <p:cNvPr id="5412" name="Google Shape;5412;p89"/>
            <p:cNvSpPr txBox="1"/>
            <p:nvPr/>
          </p:nvSpPr>
          <p:spPr>
            <a:xfrm>
              <a:off x="9290540" y="4300533"/>
              <a:ext cx="241300" cy="2143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2</a:t>
              </a:r>
              <a:endParaRPr/>
            </a:p>
          </p:txBody>
        </p:sp>
        <p:sp>
          <p:nvSpPr>
            <p:cNvPr id="5413" name="Google Shape;5413;p89"/>
            <p:cNvSpPr txBox="1"/>
            <p:nvPr/>
          </p:nvSpPr>
          <p:spPr>
            <a:xfrm>
              <a:off x="10143616" y="4082048"/>
              <a:ext cx="241300" cy="2143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7</a:t>
              </a:r>
              <a:endParaRPr/>
            </a:p>
          </p:txBody>
        </p:sp>
        <p:sp>
          <p:nvSpPr>
            <p:cNvPr id="5414" name="Google Shape;5414;p89"/>
            <p:cNvSpPr/>
            <p:nvPr/>
          </p:nvSpPr>
          <p:spPr>
            <a:xfrm>
              <a:off x="9465753" y="4442410"/>
              <a:ext cx="42863" cy="47625"/>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415" name="Google Shape;5415;p89"/>
            <p:cNvSpPr/>
            <p:nvPr/>
          </p:nvSpPr>
          <p:spPr>
            <a:xfrm>
              <a:off x="9757853" y="4439235"/>
              <a:ext cx="42863" cy="47625"/>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416" name="Google Shape;5416;p89"/>
            <p:cNvSpPr/>
            <p:nvPr/>
          </p:nvSpPr>
          <p:spPr>
            <a:xfrm>
              <a:off x="10345228" y="4443998"/>
              <a:ext cx="42863" cy="47625"/>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417" name="Google Shape;5417;p89"/>
          <p:cNvGrpSpPr/>
          <p:nvPr/>
        </p:nvGrpSpPr>
        <p:grpSpPr>
          <a:xfrm>
            <a:off x="8704311" y="2293748"/>
            <a:ext cx="1259780" cy="523875"/>
            <a:chOff x="10932220" y="4822113"/>
            <a:chExt cx="1259780" cy="523875"/>
          </a:xfrm>
        </p:grpSpPr>
        <p:sp>
          <p:nvSpPr>
            <p:cNvPr id="5418" name="Google Shape;5418;p89"/>
            <p:cNvSpPr/>
            <p:nvPr/>
          </p:nvSpPr>
          <p:spPr>
            <a:xfrm>
              <a:off x="11001071" y="4880851"/>
              <a:ext cx="1190929" cy="457200"/>
            </a:xfrm>
            <a:prstGeom prst="rect">
              <a:avLst/>
            </a:prstGeom>
            <a:solidFill>
              <a:srgbClr val="9CC2E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419" name="Google Shape;5419;p89"/>
            <p:cNvSpPr/>
            <p:nvPr/>
          </p:nvSpPr>
          <p:spPr>
            <a:xfrm>
              <a:off x="11010391" y="4872913"/>
              <a:ext cx="1181609" cy="468313"/>
            </a:xfrm>
            <a:prstGeom prst="rect">
              <a:avLst/>
            </a:prstGeom>
            <a:no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5420" name="Google Shape;5420;p89"/>
            <p:cNvCxnSpPr/>
            <p:nvPr/>
          </p:nvCxnSpPr>
          <p:spPr>
            <a:xfrm>
              <a:off x="11009376" y="5090714"/>
              <a:ext cx="1163270" cy="2862"/>
            </a:xfrm>
            <a:prstGeom prst="straightConnector1">
              <a:avLst/>
            </a:prstGeom>
            <a:noFill/>
            <a:ln cap="flat" cmpd="sng" w="9525">
              <a:solidFill>
                <a:srgbClr val="000000"/>
              </a:solidFill>
              <a:prstDash val="solid"/>
              <a:round/>
              <a:headEnd len="med" w="med" type="none"/>
              <a:tailEnd len="med" w="med" type="none"/>
            </a:ln>
          </p:spPr>
        </p:cxnSp>
        <p:cxnSp>
          <p:nvCxnSpPr>
            <p:cNvPr id="5421" name="Google Shape;5421;p89"/>
            <p:cNvCxnSpPr/>
            <p:nvPr/>
          </p:nvCxnSpPr>
          <p:spPr>
            <a:xfrm>
              <a:off x="11601146" y="4882438"/>
              <a:ext cx="0" cy="463550"/>
            </a:xfrm>
            <a:prstGeom prst="straightConnector1">
              <a:avLst/>
            </a:prstGeom>
            <a:noFill/>
            <a:ln cap="flat" cmpd="sng" w="9525">
              <a:solidFill>
                <a:srgbClr val="000000"/>
              </a:solidFill>
              <a:prstDash val="solid"/>
              <a:round/>
              <a:headEnd len="med" w="med" type="none"/>
              <a:tailEnd len="med" w="med" type="none"/>
            </a:ln>
          </p:spPr>
        </p:cxnSp>
        <p:cxnSp>
          <p:nvCxnSpPr>
            <p:cNvPr id="5422" name="Google Shape;5422;p89"/>
            <p:cNvCxnSpPr/>
            <p:nvPr/>
          </p:nvCxnSpPr>
          <p:spPr>
            <a:xfrm>
              <a:off x="11305871" y="4877676"/>
              <a:ext cx="0" cy="463550"/>
            </a:xfrm>
            <a:prstGeom prst="straightConnector1">
              <a:avLst/>
            </a:prstGeom>
            <a:noFill/>
            <a:ln cap="flat" cmpd="sng" w="9525">
              <a:solidFill>
                <a:srgbClr val="000000"/>
              </a:solidFill>
              <a:prstDash val="solid"/>
              <a:round/>
              <a:headEnd len="med" w="med" type="none"/>
              <a:tailEnd len="med" w="med" type="none"/>
            </a:ln>
          </p:spPr>
        </p:cxnSp>
        <p:cxnSp>
          <p:nvCxnSpPr>
            <p:cNvPr id="5423" name="Google Shape;5423;p89"/>
            <p:cNvCxnSpPr/>
            <p:nvPr/>
          </p:nvCxnSpPr>
          <p:spPr>
            <a:xfrm>
              <a:off x="11896421" y="4872913"/>
              <a:ext cx="0" cy="463550"/>
            </a:xfrm>
            <a:prstGeom prst="straightConnector1">
              <a:avLst/>
            </a:prstGeom>
            <a:noFill/>
            <a:ln cap="flat" cmpd="sng" w="9525">
              <a:solidFill>
                <a:srgbClr val="000000"/>
              </a:solidFill>
              <a:prstDash val="solid"/>
              <a:round/>
              <a:headEnd len="med" w="med" type="none"/>
              <a:tailEnd len="med" w="med" type="none"/>
            </a:ln>
          </p:spPr>
        </p:cxnSp>
        <p:sp>
          <p:nvSpPr>
            <p:cNvPr id="5424" name="Google Shape;5424;p89"/>
            <p:cNvSpPr txBox="1"/>
            <p:nvPr/>
          </p:nvSpPr>
          <p:spPr>
            <a:xfrm>
              <a:off x="10947845" y="4840575"/>
              <a:ext cx="241300" cy="2143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9</a:t>
              </a:r>
              <a:endParaRPr/>
            </a:p>
          </p:txBody>
        </p:sp>
        <p:sp>
          <p:nvSpPr>
            <p:cNvPr id="5425" name="Google Shape;5425;p89"/>
            <p:cNvSpPr txBox="1"/>
            <p:nvPr/>
          </p:nvSpPr>
          <p:spPr>
            <a:xfrm>
              <a:off x="11813871" y="5045951"/>
              <a:ext cx="298450" cy="2143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16</a:t>
              </a:r>
              <a:endParaRPr/>
            </a:p>
          </p:txBody>
        </p:sp>
        <p:sp>
          <p:nvSpPr>
            <p:cNvPr id="5426" name="Google Shape;5426;p89"/>
            <p:cNvSpPr txBox="1"/>
            <p:nvPr/>
          </p:nvSpPr>
          <p:spPr>
            <a:xfrm>
              <a:off x="10932220" y="5049376"/>
              <a:ext cx="298450" cy="2143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10</a:t>
              </a:r>
              <a:endParaRPr/>
            </a:p>
          </p:txBody>
        </p:sp>
        <p:sp>
          <p:nvSpPr>
            <p:cNvPr id="5427" name="Google Shape;5427;p89"/>
            <p:cNvSpPr txBox="1"/>
            <p:nvPr/>
          </p:nvSpPr>
          <p:spPr>
            <a:xfrm>
              <a:off x="11809108" y="4822113"/>
              <a:ext cx="298450" cy="2143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15</a:t>
              </a:r>
              <a:endParaRPr/>
            </a:p>
          </p:txBody>
        </p:sp>
        <p:sp>
          <p:nvSpPr>
            <p:cNvPr id="5428" name="Google Shape;5428;p89"/>
            <p:cNvSpPr/>
            <p:nvPr/>
          </p:nvSpPr>
          <p:spPr>
            <a:xfrm>
              <a:off x="11147121" y="5185651"/>
              <a:ext cx="42862" cy="47625"/>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Arial"/>
                <a:ea typeface="Arial"/>
                <a:cs typeface="Arial"/>
                <a:sym typeface="Arial"/>
              </a:endParaRPr>
            </a:p>
          </p:txBody>
        </p:sp>
        <p:sp>
          <p:nvSpPr>
            <p:cNvPr id="5429" name="Google Shape;5429;p89"/>
            <p:cNvSpPr/>
            <p:nvPr/>
          </p:nvSpPr>
          <p:spPr>
            <a:xfrm>
              <a:off x="11134421" y="4971338"/>
              <a:ext cx="42862" cy="47625"/>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Arial"/>
                <a:ea typeface="Arial"/>
                <a:cs typeface="Arial"/>
                <a:sym typeface="Arial"/>
              </a:endParaRPr>
            </a:p>
          </p:txBody>
        </p:sp>
        <p:sp>
          <p:nvSpPr>
            <p:cNvPr id="5430" name="Google Shape;5430;p89"/>
            <p:cNvSpPr/>
            <p:nvPr/>
          </p:nvSpPr>
          <p:spPr>
            <a:xfrm>
              <a:off x="12009133" y="4968163"/>
              <a:ext cx="42863" cy="47625"/>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Arial"/>
                <a:ea typeface="Arial"/>
                <a:cs typeface="Arial"/>
                <a:sym typeface="Arial"/>
              </a:endParaRPr>
            </a:p>
          </p:txBody>
        </p:sp>
      </p:grpSp>
      <p:sp>
        <p:nvSpPr>
          <p:cNvPr id="5431" name="Google Shape;5431;p89"/>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b="0" lang="en-US">
                <a:latin typeface="Calibri"/>
                <a:ea typeface="Calibri"/>
                <a:cs typeface="Calibri"/>
                <a:sym typeface="Calibri"/>
              </a:rPr>
              <a:t>Port-based VLANs</a:t>
            </a:r>
            <a:endParaRPr b="0" sz="4400">
              <a:latin typeface="Calibri"/>
              <a:ea typeface="Calibri"/>
              <a:cs typeface="Calibri"/>
              <a:sym typeface="Calibri"/>
            </a:endParaRPr>
          </a:p>
        </p:txBody>
      </p:sp>
      <p:sp>
        <p:nvSpPr>
          <p:cNvPr id="5432" name="Google Shape;5432;p89"/>
          <p:cNvSpPr txBox="1"/>
          <p:nvPr>
            <p:ph idx="12" type="sldNum"/>
          </p:nvPr>
        </p:nvSpPr>
        <p:spPr>
          <a:xfrm>
            <a:off x="9206737" y="6492875"/>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Link Layer: 6-</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
        <p:nvSpPr>
          <p:cNvPr id="5433" name="Google Shape;5433;p89"/>
          <p:cNvSpPr txBox="1"/>
          <p:nvPr/>
        </p:nvSpPr>
        <p:spPr>
          <a:xfrm>
            <a:off x="1234828" y="2469025"/>
            <a:ext cx="3697780" cy="26776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switch(es) supporting VLAN capabilities can be configured to define multiple </a:t>
            </a:r>
            <a:r>
              <a:rPr b="0" i="1" lang="en-US" sz="2800" u="none" cap="none" strike="noStrike">
                <a:solidFill>
                  <a:srgbClr val="0000A8"/>
                </a:solidFill>
                <a:latin typeface="Calibri"/>
                <a:ea typeface="Calibri"/>
                <a:cs typeface="Calibri"/>
                <a:sym typeface="Calibri"/>
              </a:rPr>
              <a:t>virtual </a:t>
            </a:r>
            <a:r>
              <a:rPr b="0" i="0" lang="en-US" sz="2800" u="none" cap="none" strike="noStrike">
                <a:solidFill>
                  <a:srgbClr val="000000"/>
                </a:solidFill>
                <a:latin typeface="Calibri"/>
                <a:ea typeface="Calibri"/>
                <a:cs typeface="Calibri"/>
                <a:sym typeface="Calibri"/>
              </a:rPr>
              <a:t>LANS over single physical LAN infrastructure.</a:t>
            </a:r>
            <a:endParaRPr/>
          </a:p>
        </p:txBody>
      </p:sp>
      <p:sp>
        <p:nvSpPr>
          <p:cNvPr id="5434" name="Google Shape;5434;p89"/>
          <p:cNvSpPr/>
          <p:nvPr/>
        </p:nvSpPr>
        <p:spPr>
          <a:xfrm>
            <a:off x="907603" y="1867773"/>
            <a:ext cx="4140915" cy="3476960"/>
          </a:xfrm>
          <a:prstGeom prst="rect">
            <a:avLst/>
          </a:prstGeom>
          <a:noFill/>
          <a:ln cap="flat" cmpd="sng" w="254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435" name="Google Shape;5435;p89"/>
          <p:cNvSpPr txBox="1"/>
          <p:nvPr/>
        </p:nvSpPr>
        <p:spPr>
          <a:xfrm>
            <a:off x="1235365" y="1607445"/>
            <a:ext cx="3014663" cy="828047"/>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C00000"/>
              </a:buClr>
              <a:buSzPts val="2800"/>
              <a:buFont typeface="Calibri"/>
              <a:buNone/>
            </a:pPr>
            <a:r>
              <a:rPr b="0" i="0" lang="en-US" sz="2800" u="none" cap="none" strike="noStrike">
                <a:solidFill>
                  <a:srgbClr val="C00000"/>
                </a:solidFill>
                <a:latin typeface="Calibri"/>
                <a:ea typeface="Calibri"/>
                <a:cs typeface="Calibri"/>
                <a:sym typeface="Calibri"/>
              </a:rPr>
              <a:t>Virtual Local Area Network (VLAN)</a:t>
            </a:r>
            <a:endParaRPr/>
          </a:p>
        </p:txBody>
      </p:sp>
      <p:grpSp>
        <p:nvGrpSpPr>
          <p:cNvPr id="5436" name="Google Shape;5436;p89"/>
          <p:cNvGrpSpPr/>
          <p:nvPr/>
        </p:nvGrpSpPr>
        <p:grpSpPr>
          <a:xfrm>
            <a:off x="7579415" y="1918955"/>
            <a:ext cx="2388836" cy="410624"/>
            <a:chOff x="7399107" y="1365161"/>
            <a:chExt cx="2388836" cy="732595"/>
          </a:xfrm>
        </p:grpSpPr>
        <p:sp>
          <p:nvSpPr>
            <p:cNvPr id="5437" name="Google Shape;5437;p89"/>
            <p:cNvSpPr/>
            <p:nvPr/>
          </p:nvSpPr>
          <p:spPr>
            <a:xfrm>
              <a:off x="7399107" y="1365161"/>
              <a:ext cx="2388836" cy="732595"/>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5438" name="Google Shape;5438;p89"/>
            <p:cNvGrpSpPr/>
            <p:nvPr/>
          </p:nvGrpSpPr>
          <p:grpSpPr>
            <a:xfrm>
              <a:off x="7564998" y="1450537"/>
              <a:ext cx="2021605" cy="589765"/>
              <a:chOff x="7939341" y="3037317"/>
              <a:chExt cx="897649" cy="353919"/>
            </a:xfrm>
          </p:grpSpPr>
          <p:sp>
            <p:nvSpPr>
              <p:cNvPr id="5439" name="Google Shape;5439;p89"/>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40" name="Google Shape;5440;p89"/>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41" name="Google Shape;5441;p89"/>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42" name="Google Shape;5442;p89"/>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5443" name="Google Shape;5443;p89"/>
          <p:cNvSpPr txBox="1"/>
          <p:nvPr/>
        </p:nvSpPr>
        <p:spPr>
          <a:xfrm>
            <a:off x="5943932" y="721723"/>
            <a:ext cx="5961059" cy="1625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2800"/>
              <a:buFont typeface="Noto Sans Symbols"/>
              <a:buNone/>
            </a:pPr>
            <a:r>
              <a:rPr b="0" i="0" lang="en-US" sz="2800" u="none" cap="none" strike="noStrike">
                <a:solidFill>
                  <a:srgbClr val="CC0000"/>
                </a:solidFill>
                <a:latin typeface="Calibri"/>
                <a:ea typeface="Calibri"/>
                <a:cs typeface="Calibri"/>
                <a:sym typeface="Calibri"/>
              </a:rPr>
              <a:t>port-based VLAN: </a:t>
            </a:r>
            <a:r>
              <a:rPr b="0" i="0" lang="en-US" sz="2400" u="none" cap="none" strike="noStrike">
                <a:solidFill>
                  <a:srgbClr val="000000"/>
                </a:solidFill>
                <a:latin typeface="Calibri"/>
                <a:ea typeface="Calibri"/>
                <a:cs typeface="Calibri"/>
                <a:sym typeface="Calibri"/>
              </a:rPr>
              <a:t>switch ports grouped (by switch management software) so that </a:t>
            </a:r>
            <a:r>
              <a:rPr b="0" i="1" lang="en-US" sz="2400" u="none" cap="none" strike="noStrike">
                <a:solidFill>
                  <a:srgbClr val="0000A8"/>
                </a:solidFill>
                <a:latin typeface="Calibri"/>
                <a:ea typeface="Calibri"/>
                <a:cs typeface="Calibri"/>
                <a:sym typeface="Calibri"/>
              </a:rPr>
              <a:t>single</a:t>
            </a:r>
            <a:r>
              <a:rPr b="0" i="0" lang="en-US" sz="2400" u="none" cap="none" strike="noStrike">
                <a:solidFill>
                  <a:srgbClr val="CC0000"/>
                </a:solidFill>
                <a:latin typeface="Calibri"/>
                <a:ea typeface="Calibri"/>
                <a:cs typeface="Calibri"/>
                <a:sym typeface="Calibri"/>
              </a:rPr>
              <a:t> </a:t>
            </a:r>
            <a:r>
              <a:rPr b="0" i="0" lang="en-US" sz="2400" u="none" cap="none" strike="noStrike">
                <a:solidFill>
                  <a:srgbClr val="000000"/>
                </a:solidFill>
                <a:latin typeface="Calibri"/>
                <a:ea typeface="Calibri"/>
                <a:cs typeface="Calibri"/>
                <a:sym typeface="Calibri"/>
              </a:rPr>
              <a:t>physical switch ……</a:t>
            </a:r>
            <a:endParaRPr/>
          </a:p>
          <a:p>
            <a:pPr indent="-215900" lvl="0" marL="342900" marR="0" rtl="0" algn="l">
              <a:lnSpc>
                <a:spcPct val="85000"/>
              </a:lnSpc>
              <a:spcBef>
                <a:spcPts val="400"/>
              </a:spcBef>
              <a:spcAft>
                <a:spcPts val="0"/>
              </a:spcAft>
              <a:buClr>
                <a:srgbClr val="000099"/>
              </a:buClr>
              <a:buSzPts val="2000"/>
              <a:buFont typeface="Noto Sans Symbols"/>
              <a:buNone/>
            </a:pPr>
            <a:r>
              <a:t/>
            </a:r>
            <a:endParaRPr b="0" i="0" sz="2000" u="none" cap="none" strike="noStrike">
              <a:solidFill>
                <a:srgbClr val="000000"/>
              </a:solidFill>
              <a:latin typeface="Gill Sans"/>
              <a:ea typeface="Gill Sans"/>
              <a:cs typeface="Gill Sans"/>
              <a:sym typeface="Gill Sans"/>
            </a:endParaRPr>
          </a:p>
        </p:txBody>
      </p:sp>
      <p:cxnSp>
        <p:nvCxnSpPr>
          <p:cNvPr id="5444" name="Google Shape;5444;p89"/>
          <p:cNvCxnSpPr/>
          <p:nvPr/>
        </p:nvCxnSpPr>
        <p:spPr>
          <a:xfrm flipH="1">
            <a:off x="6827193" y="2649273"/>
            <a:ext cx="901700" cy="279400"/>
          </a:xfrm>
          <a:prstGeom prst="straightConnector1">
            <a:avLst/>
          </a:prstGeom>
          <a:noFill/>
          <a:ln cap="flat" cmpd="sng" w="9525">
            <a:solidFill>
              <a:srgbClr val="000000"/>
            </a:solidFill>
            <a:prstDash val="solid"/>
            <a:round/>
            <a:headEnd len="med" w="med" type="none"/>
            <a:tailEnd len="med" w="med" type="none"/>
          </a:ln>
        </p:spPr>
      </p:cxnSp>
      <p:cxnSp>
        <p:nvCxnSpPr>
          <p:cNvPr id="5445" name="Google Shape;5445;p89"/>
          <p:cNvCxnSpPr/>
          <p:nvPr/>
        </p:nvCxnSpPr>
        <p:spPr>
          <a:xfrm flipH="1">
            <a:off x="7212956" y="2649273"/>
            <a:ext cx="806450" cy="419100"/>
          </a:xfrm>
          <a:prstGeom prst="straightConnector1">
            <a:avLst/>
          </a:prstGeom>
          <a:noFill/>
          <a:ln cap="flat" cmpd="sng" w="9525">
            <a:solidFill>
              <a:srgbClr val="000000"/>
            </a:solidFill>
            <a:prstDash val="solid"/>
            <a:round/>
            <a:headEnd len="med" w="med" type="none"/>
            <a:tailEnd len="med" w="med" type="none"/>
          </a:ln>
        </p:spPr>
      </p:cxnSp>
      <p:cxnSp>
        <p:nvCxnSpPr>
          <p:cNvPr id="5446" name="Google Shape;5446;p89"/>
          <p:cNvCxnSpPr/>
          <p:nvPr/>
        </p:nvCxnSpPr>
        <p:spPr>
          <a:xfrm flipH="1">
            <a:off x="7932092" y="2664199"/>
            <a:ext cx="672983" cy="361311"/>
          </a:xfrm>
          <a:prstGeom prst="straightConnector1">
            <a:avLst/>
          </a:prstGeom>
          <a:noFill/>
          <a:ln cap="flat" cmpd="sng" w="9525">
            <a:solidFill>
              <a:srgbClr val="000000"/>
            </a:solidFill>
            <a:prstDash val="solid"/>
            <a:round/>
            <a:headEnd len="med" w="med" type="none"/>
            <a:tailEnd len="med" w="med" type="none"/>
          </a:ln>
        </p:spPr>
      </p:cxnSp>
      <p:sp>
        <p:nvSpPr>
          <p:cNvPr id="5447" name="Google Shape;5447;p89"/>
          <p:cNvSpPr txBox="1"/>
          <p:nvPr/>
        </p:nvSpPr>
        <p:spPr>
          <a:xfrm>
            <a:off x="9721614" y="2864458"/>
            <a:ext cx="34336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t>
            </a:r>
            <a:endParaRPr/>
          </a:p>
        </p:txBody>
      </p:sp>
      <p:cxnSp>
        <p:nvCxnSpPr>
          <p:cNvPr id="5448" name="Google Shape;5448;p89"/>
          <p:cNvCxnSpPr/>
          <p:nvPr/>
        </p:nvCxnSpPr>
        <p:spPr>
          <a:xfrm>
            <a:off x="8940156" y="2652448"/>
            <a:ext cx="101600" cy="377825"/>
          </a:xfrm>
          <a:prstGeom prst="straightConnector1">
            <a:avLst/>
          </a:prstGeom>
          <a:noFill/>
          <a:ln cap="flat" cmpd="sng" w="9525">
            <a:solidFill>
              <a:srgbClr val="000000"/>
            </a:solidFill>
            <a:prstDash val="solid"/>
            <a:round/>
            <a:headEnd len="med" w="med" type="none"/>
            <a:tailEnd len="med" w="med" type="none"/>
          </a:ln>
        </p:spPr>
      </p:cxnSp>
      <p:cxnSp>
        <p:nvCxnSpPr>
          <p:cNvPr id="5449" name="Google Shape;5449;p89"/>
          <p:cNvCxnSpPr/>
          <p:nvPr/>
        </p:nvCxnSpPr>
        <p:spPr>
          <a:xfrm>
            <a:off x="8930631" y="2450835"/>
            <a:ext cx="479425" cy="603250"/>
          </a:xfrm>
          <a:prstGeom prst="straightConnector1">
            <a:avLst/>
          </a:prstGeom>
          <a:noFill/>
          <a:ln cap="flat" cmpd="sng" w="9525">
            <a:solidFill>
              <a:srgbClr val="000000"/>
            </a:solidFill>
            <a:prstDash val="solid"/>
            <a:round/>
            <a:headEnd len="med" w="med" type="none"/>
            <a:tailEnd len="med" w="med" type="none"/>
          </a:ln>
        </p:spPr>
      </p:cxnSp>
      <p:cxnSp>
        <p:nvCxnSpPr>
          <p:cNvPr id="5450" name="Google Shape;5450;p89"/>
          <p:cNvCxnSpPr/>
          <p:nvPr/>
        </p:nvCxnSpPr>
        <p:spPr>
          <a:xfrm>
            <a:off x="9786293" y="2395273"/>
            <a:ext cx="514350" cy="484187"/>
          </a:xfrm>
          <a:prstGeom prst="straightConnector1">
            <a:avLst/>
          </a:prstGeom>
          <a:noFill/>
          <a:ln cap="flat" cmpd="sng" w="9525">
            <a:solidFill>
              <a:srgbClr val="000000"/>
            </a:solidFill>
            <a:prstDash val="solid"/>
            <a:round/>
            <a:headEnd len="med" w="med" type="none"/>
            <a:tailEnd len="med" w="med" type="none"/>
          </a:ln>
        </p:spPr>
      </p:cxnSp>
      <p:sp>
        <p:nvSpPr>
          <p:cNvPr id="5451" name="Google Shape;5451;p89"/>
          <p:cNvSpPr txBox="1"/>
          <p:nvPr/>
        </p:nvSpPr>
        <p:spPr>
          <a:xfrm>
            <a:off x="6446520" y="3356023"/>
            <a:ext cx="1731567" cy="27699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EE (VLAN ports 1-8)</a:t>
            </a:r>
            <a:endParaRPr/>
          </a:p>
        </p:txBody>
      </p:sp>
      <p:sp>
        <p:nvSpPr>
          <p:cNvPr id="5452" name="Google Shape;5452;p89"/>
          <p:cNvSpPr txBox="1"/>
          <p:nvPr/>
        </p:nvSpPr>
        <p:spPr>
          <a:xfrm>
            <a:off x="8387415" y="3356023"/>
            <a:ext cx="2572510" cy="27699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CS (VLAN ports 9-15)</a:t>
            </a:r>
            <a:endParaRPr/>
          </a:p>
        </p:txBody>
      </p:sp>
      <p:sp>
        <p:nvSpPr>
          <p:cNvPr id="5453" name="Google Shape;5453;p89"/>
          <p:cNvSpPr txBox="1"/>
          <p:nvPr/>
        </p:nvSpPr>
        <p:spPr>
          <a:xfrm>
            <a:off x="7475370" y="2827505"/>
            <a:ext cx="34336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t>
            </a:r>
            <a:endParaRPr/>
          </a:p>
        </p:txBody>
      </p:sp>
      <p:grpSp>
        <p:nvGrpSpPr>
          <p:cNvPr id="5454" name="Google Shape;5454;p89"/>
          <p:cNvGrpSpPr/>
          <p:nvPr/>
        </p:nvGrpSpPr>
        <p:grpSpPr>
          <a:xfrm>
            <a:off x="6290618" y="2835010"/>
            <a:ext cx="609600" cy="558800"/>
            <a:chOff x="-44" y="1473"/>
            <a:chExt cx="981" cy="1105"/>
          </a:xfrm>
        </p:grpSpPr>
        <p:pic>
          <p:nvPicPr>
            <p:cNvPr descr="desktop_computer_stylized_medium" id="5455" name="Google Shape;5455;p8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456" name="Google Shape;5456;p8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457" name="Google Shape;5457;p89"/>
          <p:cNvGrpSpPr/>
          <p:nvPr/>
        </p:nvGrpSpPr>
        <p:grpSpPr>
          <a:xfrm>
            <a:off x="6855399" y="2840344"/>
            <a:ext cx="609600" cy="558800"/>
            <a:chOff x="-44" y="1473"/>
            <a:chExt cx="981" cy="1105"/>
          </a:xfrm>
        </p:grpSpPr>
        <p:pic>
          <p:nvPicPr>
            <p:cNvPr descr="desktop_computer_stylized_medium" id="5458" name="Google Shape;5458;p8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459" name="Google Shape;5459;p8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460" name="Google Shape;5460;p89"/>
          <p:cNvGrpSpPr/>
          <p:nvPr/>
        </p:nvGrpSpPr>
        <p:grpSpPr>
          <a:xfrm>
            <a:off x="7612266" y="2835682"/>
            <a:ext cx="609600" cy="558800"/>
            <a:chOff x="-44" y="1473"/>
            <a:chExt cx="981" cy="1105"/>
          </a:xfrm>
        </p:grpSpPr>
        <p:pic>
          <p:nvPicPr>
            <p:cNvPr descr="desktop_computer_stylized_medium" id="5461" name="Google Shape;5461;p8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462" name="Google Shape;5462;p8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463" name="Google Shape;5463;p89"/>
          <p:cNvGrpSpPr/>
          <p:nvPr/>
        </p:nvGrpSpPr>
        <p:grpSpPr>
          <a:xfrm>
            <a:off x="8577667" y="2831020"/>
            <a:ext cx="609600" cy="558800"/>
            <a:chOff x="-44" y="1473"/>
            <a:chExt cx="981" cy="1105"/>
          </a:xfrm>
        </p:grpSpPr>
        <p:pic>
          <p:nvPicPr>
            <p:cNvPr descr="desktop_computer_stylized_medium" id="5464" name="Google Shape;5464;p8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465" name="Google Shape;5465;p8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466" name="Google Shape;5466;p89"/>
          <p:cNvGrpSpPr/>
          <p:nvPr/>
        </p:nvGrpSpPr>
        <p:grpSpPr>
          <a:xfrm>
            <a:off x="9092894" y="2836930"/>
            <a:ext cx="609600" cy="558800"/>
            <a:chOff x="-44" y="1473"/>
            <a:chExt cx="981" cy="1105"/>
          </a:xfrm>
        </p:grpSpPr>
        <p:pic>
          <p:nvPicPr>
            <p:cNvPr descr="desktop_computer_stylized_medium" id="5467" name="Google Shape;5467;p8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468" name="Google Shape;5468;p8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469" name="Google Shape;5469;p89"/>
          <p:cNvGrpSpPr/>
          <p:nvPr/>
        </p:nvGrpSpPr>
        <p:grpSpPr>
          <a:xfrm>
            <a:off x="9956495" y="2845922"/>
            <a:ext cx="609600" cy="558800"/>
            <a:chOff x="-44" y="1473"/>
            <a:chExt cx="981" cy="1105"/>
          </a:xfrm>
        </p:grpSpPr>
        <p:pic>
          <p:nvPicPr>
            <p:cNvPr descr="desktop_computer_stylized_medium" id="5470" name="Google Shape;5470;p8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471" name="Google Shape;5471;p8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472" name="Google Shape;5472;p89"/>
          <p:cNvGrpSpPr/>
          <p:nvPr/>
        </p:nvGrpSpPr>
        <p:grpSpPr>
          <a:xfrm>
            <a:off x="6211492" y="3817384"/>
            <a:ext cx="5305402" cy="2612342"/>
            <a:chOff x="6211492" y="3817384"/>
            <a:chExt cx="5305402" cy="2612342"/>
          </a:xfrm>
        </p:grpSpPr>
        <p:grpSp>
          <p:nvGrpSpPr>
            <p:cNvPr id="5473" name="Google Shape;5473;p89"/>
            <p:cNvGrpSpPr/>
            <p:nvPr/>
          </p:nvGrpSpPr>
          <p:grpSpPr>
            <a:xfrm>
              <a:off x="6540241" y="4410585"/>
              <a:ext cx="4725167" cy="1478151"/>
              <a:chOff x="6576817" y="3374265"/>
              <a:chExt cx="4310127" cy="1451015"/>
            </a:xfrm>
          </p:grpSpPr>
          <p:sp>
            <p:nvSpPr>
              <p:cNvPr id="5474" name="Google Shape;5474;p89"/>
              <p:cNvSpPr/>
              <p:nvPr/>
            </p:nvSpPr>
            <p:spPr>
              <a:xfrm>
                <a:off x="8691093" y="3384997"/>
                <a:ext cx="1094704" cy="528034"/>
              </a:xfrm>
              <a:prstGeom prst="ellipse">
                <a:avLst/>
              </a:prstGeom>
              <a:noFill/>
              <a:ln cap="flat" cmpd="sng" w="12700">
                <a:solidFill>
                  <a:srgbClr val="31538F"/>
                </a:solidFill>
                <a:prstDash val="solid"/>
                <a:miter lim="800000"/>
                <a:headEnd len="sm" w="sm" type="none"/>
                <a:tailEnd len="sm" w="sm" type="none"/>
              </a:ln>
              <a:effectLst>
                <a:outerShdw blurRad="50800" rotWithShape="0" dir="162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75" name="Google Shape;5475;p89"/>
              <p:cNvSpPr/>
              <p:nvPr/>
            </p:nvSpPr>
            <p:spPr>
              <a:xfrm>
                <a:off x="9704233" y="3561007"/>
                <a:ext cx="1094704" cy="528034"/>
              </a:xfrm>
              <a:prstGeom prst="ellipse">
                <a:avLst/>
              </a:prstGeom>
              <a:noFill/>
              <a:ln cap="flat" cmpd="sng" w="12700">
                <a:solidFill>
                  <a:srgbClr val="31538F"/>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76" name="Google Shape;5476;p89"/>
              <p:cNvSpPr/>
              <p:nvPr/>
            </p:nvSpPr>
            <p:spPr>
              <a:xfrm>
                <a:off x="9274940" y="4110502"/>
                <a:ext cx="1094704" cy="575259"/>
              </a:xfrm>
              <a:prstGeom prst="ellipse">
                <a:avLst/>
              </a:prstGeom>
              <a:no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77" name="Google Shape;5477;p89"/>
              <p:cNvSpPr/>
              <p:nvPr/>
            </p:nvSpPr>
            <p:spPr>
              <a:xfrm>
                <a:off x="8178090" y="4250021"/>
                <a:ext cx="1313640" cy="575259"/>
              </a:xfrm>
              <a:prstGeom prst="ellipse">
                <a:avLst/>
              </a:prstGeom>
              <a:no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78" name="Google Shape;5478;p89"/>
              <p:cNvSpPr/>
              <p:nvPr/>
            </p:nvSpPr>
            <p:spPr>
              <a:xfrm>
                <a:off x="7222907" y="4170602"/>
                <a:ext cx="1313640" cy="575259"/>
              </a:xfrm>
              <a:prstGeom prst="ellipse">
                <a:avLst/>
              </a:prstGeom>
              <a:no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79" name="Google Shape;5479;p89"/>
              <p:cNvSpPr/>
              <p:nvPr/>
            </p:nvSpPr>
            <p:spPr>
              <a:xfrm>
                <a:off x="7029724" y="3539536"/>
                <a:ext cx="1313640" cy="575259"/>
              </a:xfrm>
              <a:prstGeom prst="ellipse">
                <a:avLst/>
              </a:prstGeom>
              <a:noFill/>
              <a:ln cap="flat" cmpd="sng" w="12700">
                <a:solidFill>
                  <a:srgbClr val="31538F"/>
                </a:solidFill>
                <a:prstDash val="solid"/>
                <a:miter lim="800000"/>
                <a:headEnd len="sm" w="sm" type="none"/>
                <a:tailEnd len="sm" w="sm" type="none"/>
              </a:ln>
              <a:effectLst>
                <a:outerShdw blurRad="50800" rotWithShape="0" algn="br" dir="135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80" name="Google Shape;5480;p89"/>
              <p:cNvSpPr/>
              <p:nvPr/>
            </p:nvSpPr>
            <p:spPr>
              <a:xfrm>
                <a:off x="9792240" y="3842194"/>
                <a:ext cx="1094704" cy="575259"/>
              </a:xfrm>
              <a:prstGeom prst="ellipse">
                <a:avLst/>
              </a:prstGeom>
              <a:solidFill>
                <a:schemeClr val="l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81" name="Google Shape;5481;p89"/>
              <p:cNvSpPr/>
              <p:nvPr/>
            </p:nvSpPr>
            <p:spPr>
              <a:xfrm>
                <a:off x="9358649" y="3395729"/>
                <a:ext cx="1094704" cy="528034"/>
              </a:xfrm>
              <a:prstGeom prst="ellipse">
                <a:avLst/>
              </a:prstGeom>
              <a:solidFill>
                <a:schemeClr val="lt1"/>
              </a:solidFill>
              <a:ln cap="flat" cmpd="sng" w="12700">
                <a:solidFill>
                  <a:srgbClr val="31538F"/>
                </a:solidFill>
                <a:prstDash val="solid"/>
                <a:miter lim="800000"/>
                <a:headEnd len="sm" w="sm" type="none"/>
                <a:tailEnd len="sm" w="sm" type="none"/>
              </a:ln>
              <a:effectLst>
                <a:outerShdw blurRad="50800" rotWithShape="0" algn="bl" dir="18900000" dist="38100">
                  <a:srgbClr val="A5A5A5">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82" name="Google Shape;5482;p89"/>
              <p:cNvSpPr/>
              <p:nvPr/>
            </p:nvSpPr>
            <p:spPr>
              <a:xfrm>
                <a:off x="7727324" y="3374265"/>
                <a:ext cx="1442434" cy="605307"/>
              </a:xfrm>
              <a:prstGeom prst="ellipse">
                <a:avLst/>
              </a:prstGeom>
              <a:solidFill>
                <a:schemeClr val="lt1"/>
              </a:solidFill>
              <a:ln cap="flat" cmpd="sng" w="12700">
                <a:solidFill>
                  <a:srgbClr val="31538F"/>
                </a:solidFill>
                <a:prstDash val="solid"/>
                <a:miter lim="800000"/>
                <a:headEnd len="sm" w="sm" type="none"/>
                <a:tailEnd len="sm" w="sm" type="none"/>
              </a:ln>
              <a:effectLst>
                <a:outerShdw blurRad="50800" rotWithShape="0" dir="16200000" dist="38100">
                  <a:srgbClr val="A5A5A5">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83" name="Google Shape;5483;p89"/>
              <p:cNvSpPr/>
              <p:nvPr/>
            </p:nvSpPr>
            <p:spPr>
              <a:xfrm>
                <a:off x="6576817" y="3859361"/>
                <a:ext cx="1313640" cy="575259"/>
              </a:xfrm>
              <a:prstGeom prst="ellipse">
                <a:avLst/>
              </a:prstGeom>
              <a:solidFill>
                <a:schemeClr val="lt1"/>
              </a:solidFill>
              <a:ln cap="flat" cmpd="sng" w="12700">
                <a:solidFill>
                  <a:srgbClr val="31538F"/>
                </a:solidFill>
                <a:prstDash val="solid"/>
                <a:miter lim="800000"/>
                <a:headEnd len="sm" w="sm" type="none"/>
                <a:tailEnd len="sm" w="sm" type="none"/>
              </a:ln>
              <a:effectLst>
                <a:outerShdw blurRad="50800" rotWithShape="0" algn="br" dir="13500000" dist="38100">
                  <a:srgbClr val="BFBFBF">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84" name="Google Shape;5484;p89"/>
              <p:cNvSpPr/>
              <p:nvPr/>
            </p:nvSpPr>
            <p:spPr>
              <a:xfrm>
                <a:off x="7094483" y="3443189"/>
                <a:ext cx="3651294" cy="1248629"/>
              </a:xfrm>
              <a:custGeom>
                <a:rect b="b" l="l" r="r" t="t"/>
                <a:pathLst>
                  <a:path extrusionOk="0" h="1248629" w="3651294">
                    <a:moveTo>
                      <a:pt x="18918" y="327923"/>
                    </a:moveTo>
                    <a:lnTo>
                      <a:pt x="0" y="472965"/>
                    </a:lnTo>
                    <a:lnTo>
                      <a:pt x="75674" y="939625"/>
                    </a:lnTo>
                    <a:lnTo>
                      <a:pt x="176574" y="964850"/>
                    </a:lnTo>
                    <a:lnTo>
                      <a:pt x="214411" y="1034218"/>
                    </a:lnTo>
                    <a:lnTo>
                      <a:pt x="1072055" y="1248629"/>
                    </a:lnTo>
                    <a:lnTo>
                      <a:pt x="1210791" y="1179261"/>
                    </a:lnTo>
                    <a:lnTo>
                      <a:pt x="1311691" y="1248629"/>
                    </a:lnTo>
                    <a:lnTo>
                      <a:pt x="2238703" y="1242323"/>
                    </a:lnTo>
                    <a:lnTo>
                      <a:pt x="2352215" y="1072055"/>
                    </a:lnTo>
                    <a:lnTo>
                      <a:pt x="2453114" y="1109892"/>
                    </a:lnTo>
                    <a:lnTo>
                      <a:pt x="3165716" y="1021605"/>
                    </a:lnTo>
                    <a:lnTo>
                      <a:pt x="3272921" y="870257"/>
                    </a:lnTo>
                    <a:lnTo>
                      <a:pt x="3651294" y="567559"/>
                    </a:lnTo>
                    <a:lnTo>
                      <a:pt x="3600844" y="510803"/>
                    </a:lnTo>
                    <a:lnTo>
                      <a:pt x="3619763" y="416210"/>
                    </a:lnTo>
                    <a:lnTo>
                      <a:pt x="3436883" y="245942"/>
                    </a:lnTo>
                    <a:lnTo>
                      <a:pt x="3436883" y="245942"/>
                    </a:lnTo>
                    <a:lnTo>
                      <a:pt x="3285534" y="182880"/>
                    </a:lnTo>
                    <a:lnTo>
                      <a:pt x="2699056" y="18919"/>
                    </a:lnTo>
                    <a:lnTo>
                      <a:pt x="2440502" y="69368"/>
                    </a:lnTo>
                    <a:lnTo>
                      <a:pt x="2308071" y="6306"/>
                    </a:lnTo>
                    <a:lnTo>
                      <a:pt x="2011680" y="0"/>
                    </a:lnTo>
                    <a:lnTo>
                      <a:pt x="1828800" y="31531"/>
                    </a:lnTo>
                    <a:lnTo>
                      <a:pt x="775663" y="94593"/>
                    </a:lnTo>
                    <a:lnTo>
                      <a:pt x="599089" y="170268"/>
                    </a:lnTo>
                    <a:lnTo>
                      <a:pt x="283779" y="195492"/>
                    </a:lnTo>
                    <a:lnTo>
                      <a:pt x="18918" y="327923"/>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5485" name="Google Shape;5485;p89"/>
            <p:cNvSpPr/>
            <p:nvPr/>
          </p:nvSpPr>
          <p:spPr>
            <a:xfrm>
              <a:off x="6211492" y="3817384"/>
              <a:ext cx="5140325" cy="500063"/>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1560"/>
                <a:buFont typeface="Noto Sans Symbols"/>
                <a:buNone/>
              </a:pPr>
              <a:r>
                <a:rPr b="0" i="0" lang="en-US" sz="2400" u="none" cap="none" strike="noStrike">
                  <a:solidFill>
                    <a:srgbClr val="000000"/>
                  </a:solidFill>
                  <a:latin typeface="Calibri"/>
                  <a:ea typeface="Calibri"/>
                  <a:cs typeface="Calibri"/>
                  <a:sym typeface="Calibri"/>
                </a:rPr>
                <a:t>… operates as </a:t>
              </a:r>
              <a:r>
                <a:rPr b="0" i="0" lang="en-US" sz="2400" u="none" cap="none" strike="noStrike">
                  <a:solidFill>
                    <a:srgbClr val="CC0000"/>
                  </a:solidFill>
                  <a:latin typeface="Calibri"/>
                  <a:ea typeface="Calibri"/>
                  <a:cs typeface="Calibri"/>
                  <a:sym typeface="Calibri"/>
                </a:rPr>
                <a:t>multiple </a:t>
              </a:r>
              <a:r>
                <a:rPr b="0" i="0" lang="en-US" sz="2400" u="none" cap="none" strike="noStrike">
                  <a:solidFill>
                    <a:srgbClr val="000000"/>
                  </a:solidFill>
                  <a:latin typeface="Calibri"/>
                  <a:ea typeface="Calibri"/>
                  <a:cs typeface="Calibri"/>
                  <a:sym typeface="Calibri"/>
                </a:rPr>
                <a:t>virtual switches</a:t>
              </a:r>
              <a:endParaRPr/>
            </a:p>
            <a:p>
              <a:pPr indent="-260350" lvl="0" marL="342900" marR="0" rtl="0" algn="l">
                <a:lnSpc>
                  <a:spcPct val="85000"/>
                </a:lnSpc>
                <a:spcBef>
                  <a:spcPts val="400"/>
                </a:spcBef>
                <a:spcAft>
                  <a:spcPts val="0"/>
                </a:spcAft>
                <a:buClr>
                  <a:srgbClr val="000099"/>
                </a:buClr>
                <a:buSzPts val="1300"/>
                <a:buFont typeface="Noto Sans Symbols"/>
                <a:buNone/>
              </a:pPr>
              <a:r>
                <a:t/>
              </a:r>
              <a:endParaRPr b="0" i="0" sz="2000" u="none" cap="none" strike="noStrike">
                <a:solidFill>
                  <a:srgbClr val="000000"/>
                </a:solidFill>
                <a:latin typeface="Gill Sans"/>
                <a:ea typeface="Gill Sans"/>
                <a:cs typeface="Gill Sans"/>
                <a:sym typeface="Gill Sans"/>
              </a:endParaRPr>
            </a:p>
          </p:txBody>
        </p:sp>
        <p:grpSp>
          <p:nvGrpSpPr>
            <p:cNvPr id="5486" name="Google Shape;5486;p89"/>
            <p:cNvGrpSpPr/>
            <p:nvPr/>
          </p:nvGrpSpPr>
          <p:grpSpPr>
            <a:xfrm>
              <a:off x="6371136" y="4706033"/>
              <a:ext cx="2504545" cy="1723693"/>
              <a:chOff x="6713475" y="4508715"/>
              <a:chExt cx="2504545" cy="1723693"/>
            </a:xfrm>
          </p:grpSpPr>
          <p:grpSp>
            <p:nvGrpSpPr>
              <p:cNvPr id="5487" name="Google Shape;5487;p89"/>
              <p:cNvGrpSpPr/>
              <p:nvPr/>
            </p:nvGrpSpPr>
            <p:grpSpPr>
              <a:xfrm>
                <a:off x="7956791" y="4882148"/>
                <a:ext cx="1253884" cy="519112"/>
                <a:chOff x="9277591" y="4082048"/>
                <a:chExt cx="1253884" cy="519112"/>
              </a:xfrm>
            </p:grpSpPr>
            <p:sp>
              <p:nvSpPr>
                <p:cNvPr id="5488" name="Google Shape;5488;p89"/>
                <p:cNvSpPr/>
                <p:nvPr/>
              </p:nvSpPr>
              <p:spPr>
                <a:xfrm>
                  <a:off x="9340181" y="4127584"/>
                  <a:ext cx="1188897" cy="471997"/>
                </a:xfrm>
                <a:prstGeom prst="rect">
                  <a:avLst/>
                </a:prstGeom>
                <a:solidFill>
                  <a:srgbClr val="F56F6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489" name="Google Shape;5489;p89"/>
                <p:cNvSpPr/>
                <p:nvPr/>
              </p:nvSpPr>
              <p:spPr>
                <a:xfrm>
                  <a:off x="9349866" y="4128085"/>
                  <a:ext cx="1181609" cy="468313"/>
                </a:xfrm>
                <a:prstGeom prst="rect">
                  <a:avLst/>
                </a:prstGeom>
                <a:no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5490" name="Google Shape;5490;p89"/>
                <p:cNvCxnSpPr/>
                <p:nvPr/>
              </p:nvCxnSpPr>
              <p:spPr>
                <a:xfrm flipH="1" rot="10800000">
                  <a:off x="9351453" y="4342570"/>
                  <a:ext cx="1179110" cy="1416"/>
                </a:xfrm>
                <a:prstGeom prst="straightConnector1">
                  <a:avLst/>
                </a:prstGeom>
                <a:noFill/>
                <a:ln cap="flat" cmpd="sng" w="9525">
                  <a:solidFill>
                    <a:srgbClr val="000000"/>
                  </a:solidFill>
                  <a:prstDash val="solid"/>
                  <a:round/>
                  <a:headEnd len="med" w="med" type="none"/>
                  <a:tailEnd len="med" w="med" type="none"/>
                </a:ln>
              </p:spPr>
            </p:cxnSp>
            <p:sp>
              <p:nvSpPr>
                <p:cNvPr id="5491" name="Google Shape;5491;p89"/>
                <p:cNvSpPr txBox="1"/>
                <p:nvPr/>
              </p:nvSpPr>
              <p:spPr>
                <a:xfrm>
                  <a:off x="9277591" y="4097084"/>
                  <a:ext cx="241300" cy="2143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1</a:t>
                  </a:r>
                  <a:endParaRPr/>
                </a:p>
              </p:txBody>
            </p:sp>
            <p:cxnSp>
              <p:nvCxnSpPr>
                <p:cNvPr id="5492" name="Google Shape;5492;p89"/>
                <p:cNvCxnSpPr/>
                <p:nvPr/>
              </p:nvCxnSpPr>
              <p:spPr>
                <a:xfrm>
                  <a:off x="9930891" y="4132848"/>
                  <a:ext cx="0" cy="463550"/>
                </a:xfrm>
                <a:prstGeom prst="straightConnector1">
                  <a:avLst/>
                </a:prstGeom>
                <a:noFill/>
                <a:ln cap="flat" cmpd="sng" w="9525">
                  <a:solidFill>
                    <a:srgbClr val="000000"/>
                  </a:solidFill>
                  <a:prstDash val="solid"/>
                  <a:round/>
                  <a:headEnd len="med" w="med" type="none"/>
                  <a:tailEnd len="med" w="med" type="none"/>
                </a:ln>
              </p:spPr>
            </p:cxnSp>
            <p:cxnSp>
              <p:nvCxnSpPr>
                <p:cNvPr id="5493" name="Google Shape;5493;p89"/>
                <p:cNvCxnSpPr/>
                <p:nvPr/>
              </p:nvCxnSpPr>
              <p:spPr>
                <a:xfrm>
                  <a:off x="9640378" y="4129673"/>
                  <a:ext cx="0" cy="463550"/>
                </a:xfrm>
                <a:prstGeom prst="straightConnector1">
                  <a:avLst/>
                </a:prstGeom>
                <a:noFill/>
                <a:ln cap="flat" cmpd="sng" w="9525">
                  <a:solidFill>
                    <a:srgbClr val="000000"/>
                  </a:solidFill>
                  <a:prstDash val="solid"/>
                  <a:round/>
                  <a:headEnd len="med" w="med" type="none"/>
                  <a:tailEnd len="med" w="med" type="none"/>
                </a:ln>
              </p:spPr>
            </p:cxnSp>
            <p:cxnSp>
              <p:nvCxnSpPr>
                <p:cNvPr id="5494" name="Google Shape;5494;p89"/>
                <p:cNvCxnSpPr/>
                <p:nvPr/>
              </p:nvCxnSpPr>
              <p:spPr>
                <a:xfrm>
                  <a:off x="10211878" y="4137610"/>
                  <a:ext cx="0" cy="463550"/>
                </a:xfrm>
                <a:prstGeom prst="straightConnector1">
                  <a:avLst/>
                </a:prstGeom>
                <a:noFill/>
                <a:ln cap="flat" cmpd="sng" w="9525">
                  <a:solidFill>
                    <a:srgbClr val="000000"/>
                  </a:solidFill>
                  <a:prstDash val="solid"/>
                  <a:round/>
                  <a:headEnd len="med" w="med" type="none"/>
                  <a:tailEnd len="med" w="med" type="none"/>
                </a:ln>
              </p:spPr>
            </p:cxnSp>
            <p:sp>
              <p:nvSpPr>
                <p:cNvPr id="5495" name="Google Shape;5495;p89"/>
                <p:cNvSpPr txBox="1"/>
                <p:nvPr/>
              </p:nvSpPr>
              <p:spPr>
                <a:xfrm>
                  <a:off x="10148378" y="4296360"/>
                  <a:ext cx="241300" cy="2143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8</a:t>
                  </a:r>
                  <a:endParaRPr/>
                </a:p>
              </p:txBody>
            </p:sp>
            <p:sp>
              <p:nvSpPr>
                <p:cNvPr id="5496" name="Google Shape;5496;p89"/>
                <p:cNvSpPr txBox="1"/>
                <p:nvPr/>
              </p:nvSpPr>
              <p:spPr>
                <a:xfrm>
                  <a:off x="9287115" y="4297109"/>
                  <a:ext cx="241300" cy="2143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2</a:t>
                  </a:r>
                  <a:endParaRPr/>
                </a:p>
              </p:txBody>
            </p:sp>
            <p:sp>
              <p:nvSpPr>
                <p:cNvPr id="5497" name="Google Shape;5497;p89"/>
                <p:cNvSpPr txBox="1"/>
                <p:nvPr/>
              </p:nvSpPr>
              <p:spPr>
                <a:xfrm>
                  <a:off x="10143616" y="4082048"/>
                  <a:ext cx="241300" cy="2143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7</a:t>
                  </a:r>
                  <a:endParaRPr/>
                </a:p>
              </p:txBody>
            </p:sp>
            <p:sp>
              <p:nvSpPr>
                <p:cNvPr id="5498" name="Google Shape;5498;p89"/>
                <p:cNvSpPr/>
                <p:nvPr/>
              </p:nvSpPr>
              <p:spPr>
                <a:xfrm>
                  <a:off x="9465753" y="4442410"/>
                  <a:ext cx="42863" cy="47625"/>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499" name="Google Shape;5499;p89"/>
                <p:cNvSpPr/>
                <p:nvPr/>
              </p:nvSpPr>
              <p:spPr>
                <a:xfrm>
                  <a:off x="9757853" y="4439235"/>
                  <a:ext cx="42863" cy="47625"/>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500" name="Google Shape;5500;p89"/>
                <p:cNvSpPr/>
                <p:nvPr/>
              </p:nvSpPr>
              <p:spPr>
                <a:xfrm>
                  <a:off x="10345228" y="4443998"/>
                  <a:ext cx="42863" cy="47625"/>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501" name="Google Shape;5501;p89"/>
              <p:cNvGrpSpPr/>
              <p:nvPr/>
            </p:nvGrpSpPr>
            <p:grpSpPr>
              <a:xfrm>
                <a:off x="8011898" y="4508715"/>
                <a:ext cx="1206122" cy="410624"/>
                <a:chOff x="7399107" y="1365161"/>
                <a:chExt cx="2388836" cy="732595"/>
              </a:xfrm>
            </p:grpSpPr>
            <p:sp>
              <p:nvSpPr>
                <p:cNvPr id="5502" name="Google Shape;5502;p89"/>
                <p:cNvSpPr/>
                <p:nvPr/>
              </p:nvSpPr>
              <p:spPr>
                <a:xfrm>
                  <a:off x="7399107" y="1365161"/>
                  <a:ext cx="2388836" cy="732595"/>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5503" name="Google Shape;5503;p89"/>
                <p:cNvGrpSpPr/>
                <p:nvPr/>
              </p:nvGrpSpPr>
              <p:grpSpPr>
                <a:xfrm>
                  <a:off x="7564998" y="1450537"/>
                  <a:ext cx="2021605" cy="589765"/>
                  <a:chOff x="7939341" y="3037317"/>
                  <a:chExt cx="897649" cy="353919"/>
                </a:xfrm>
              </p:grpSpPr>
              <p:sp>
                <p:nvSpPr>
                  <p:cNvPr id="5504" name="Google Shape;5504;p89"/>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505" name="Google Shape;5505;p89"/>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506" name="Google Shape;5506;p89"/>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507" name="Google Shape;5507;p89"/>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508" name="Google Shape;5508;p89"/>
              <p:cNvGrpSpPr/>
              <p:nvPr/>
            </p:nvGrpSpPr>
            <p:grpSpPr>
              <a:xfrm>
                <a:off x="6713475" y="5263098"/>
                <a:ext cx="2324083" cy="969310"/>
                <a:chOff x="6713475" y="5263098"/>
                <a:chExt cx="2324083" cy="969310"/>
              </a:xfrm>
            </p:grpSpPr>
            <p:cxnSp>
              <p:nvCxnSpPr>
                <p:cNvPr id="5509" name="Google Shape;5509;p89"/>
                <p:cNvCxnSpPr/>
                <p:nvPr/>
              </p:nvCxnSpPr>
              <p:spPr>
                <a:xfrm flipH="1">
                  <a:off x="7259676" y="5267911"/>
                  <a:ext cx="901700" cy="279400"/>
                </a:xfrm>
                <a:prstGeom prst="straightConnector1">
                  <a:avLst/>
                </a:prstGeom>
                <a:noFill/>
                <a:ln cap="flat" cmpd="sng" w="9525">
                  <a:solidFill>
                    <a:srgbClr val="000000"/>
                  </a:solidFill>
                  <a:prstDash val="solid"/>
                  <a:round/>
                  <a:headEnd len="med" w="med" type="none"/>
                  <a:tailEnd len="med" w="med" type="none"/>
                </a:ln>
              </p:spPr>
            </p:cxnSp>
            <p:cxnSp>
              <p:nvCxnSpPr>
                <p:cNvPr id="5510" name="Google Shape;5510;p89"/>
                <p:cNvCxnSpPr/>
                <p:nvPr/>
              </p:nvCxnSpPr>
              <p:spPr>
                <a:xfrm flipH="1">
                  <a:off x="7645439" y="5263098"/>
                  <a:ext cx="806450" cy="419100"/>
                </a:xfrm>
                <a:prstGeom prst="straightConnector1">
                  <a:avLst/>
                </a:prstGeom>
                <a:noFill/>
                <a:ln cap="flat" cmpd="sng" w="9525">
                  <a:solidFill>
                    <a:srgbClr val="000000"/>
                  </a:solidFill>
                  <a:prstDash val="solid"/>
                  <a:round/>
                  <a:headEnd len="med" w="med" type="none"/>
                  <a:tailEnd len="med" w="med" type="none"/>
                </a:ln>
              </p:spPr>
            </p:cxnSp>
            <p:cxnSp>
              <p:nvCxnSpPr>
                <p:cNvPr id="5511" name="Google Shape;5511;p89"/>
                <p:cNvCxnSpPr/>
                <p:nvPr/>
              </p:nvCxnSpPr>
              <p:spPr>
                <a:xfrm flipH="1">
                  <a:off x="8364575" y="5268398"/>
                  <a:ext cx="672983" cy="361311"/>
                </a:xfrm>
                <a:prstGeom prst="straightConnector1">
                  <a:avLst/>
                </a:prstGeom>
                <a:noFill/>
                <a:ln cap="flat" cmpd="sng" w="9525">
                  <a:solidFill>
                    <a:srgbClr val="000000"/>
                  </a:solidFill>
                  <a:prstDash val="solid"/>
                  <a:round/>
                  <a:headEnd len="med" w="med" type="none"/>
                  <a:tailEnd len="med" w="med" type="none"/>
                </a:ln>
              </p:spPr>
            </p:cxnSp>
            <p:sp>
              <p:nvSpPr>
                <p:cNvPr id="5512" name="Google Shape;5512;p89"/>
                <p:cNvSpPr txBox="1"/>
                <p:nvPr/>
              </p:nvSpPr>
              <p:spPr>
                <a:xfrm>
                  <a:off x="6869377" y="5955409"/>
                  <a:ext cx="1731567" cy="27699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EE (VLAN ports 1-8)</a:t>
                  </a:r>
                  <a:endParaRPr/>
                </a:p>
              </p:txBody>
            </p:sp>
            <p:sp>
              <p:nvSpPr>
                <p:cNvPr id="5513" name="Google Shape;5513;p89"/>
                <p:cNvSpPr txBox="1"/>
                <p:nvPr/>
              </p:nvSpPr>
              <p:spPr>
                <a:xfrm>
                  <a:off x="7898227" y="5426891"/>
                  <a:ext cx="34336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t>
                  </a:r>
                  <a:endParaRPr/>
                </a:p>
              </p:txBody>
            </p:sp>
            <p:grpSp>
              <p:nvGrpSpPr>
                <p:cNvPr id="5514" name="Google Shape;5514;p89"/>
                <p:cNvGrpSpPr/>
                <p:nvPr/>
              </p:nvGrpSpPr>
              <p:grpSpPr>
                <a:xfrm>
                  <a:off x="6713475" y="5434396"/>
                  <a:ext cx="609600" cy="558800"/>
                  <a:chOff x="-44" y="1473"/>
                  <a:chExt cx="981" cy="1105"/>
                </a:xfrm>
              </p:grpSpPr>
              <p:pic>
                <p:nvPicPr>
                  <p:cNvPr descr="desktop_computer_stylized_medium" id="5515" name="Google Shape;5515;p8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516" name="Google Shape;5516;p8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517" name="Google Shape;5517;p89"/>
                <p:cNvGrpSpPr/>
                <p:nvPr/>
              </p:nvGrpSpPr>
              <p:grpSpPr>
                <a:xfrm>
                  <a:off x="7278256" y="5439730"/>
                  <a:ext cx="609600" cy="558800"/>
                  <a:chOff x="-44" y="1473"/>
                  <a:chExt cx="981" cy="1105"/>
                </a:xfrm>
              </p:grpSpPr>
              <p:pic>
                <p:nvPicPr>
                  <p:cNvPr descr="desktop_computer_stylized_medium" id="5518" name="Google Shape;5518;p8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519" name="Google Shape;5519;p8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520" name="Google Shape;5520;p89"/>
                <p:cNvGrpSpPr/>
                <p:nvPr/>
              </p:nvGrpSpPr>
              <p:grpSpPr>
                <a:xfrm>
                  <a:off x="8035123" y="5435068"/>
                  <a:ext cx="609600" cy="558800"/>
                  <a:chOff x="-44" y="1473"/>
                  <a:chExt cx="981" cy="1105"/>
                </a:xfrm>
              </p:grpSpPr>
              <p:pic>
                <p:nvPicPr>
                  <p:cNvPr descr="desktop_computer_stylized_medium" id="5521" name="Google Shape;5521;p8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522" name="Google Shape;5522;p8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grpSp>
        <p:grpSp>
          <p:nvGrpSpPr>
            <p:cNvPr id="5523" name="Google Shape;5523;p89"/>
            <p:cNvGrpSpPr/>
            <p:nvPr/>
          </p:nvGrpSpPr>
          <p:grpSpPr>
            <a:xfrm>
              <a:off x="8944384" y="4697880"/>
              <a:ext cx="2572510" cy="1717408"/>
              <a:chOff x="8810272" y="4515000"/>
              <a:chExt cx="2572510" cy="1717408"/>
            </a:xfrm>
          </p:grpSpPr>
          <p:grpSp>
            <p:nvGrpSpPr>
              <p:cNvPr id="5524" name="Google Shape;5524;p89"/>
              <p:cNvGrpSpPr/>
              <p:nvPr/>
            </p:nvGrpSpPr>
            <p:grpSpPr>
              <a:xfrm>
                <a:off x="9139356" y="4877393"/>
                <a:ext cx="1256356" cy="523875"/>
                <a:chOff x="10935644" y="4822113"/>
                <a:chExt cx="1256356" cy="523875"/>
              </a:xfrm>
            </p:grpSpPr>
            <p:sp>
              <p:nvSpPr>
                <p:cNvPr id="5525" name="Google Shape;5525;p89"/>
                <p:cNvSpPr/>
                <p:nvPr/>
              </p:nvSpPr>
              <p:spPr>
                <a:xfrm>
                  <a:off x="11001071" y="4880851"/>
                  <a:ext cx="1190929" cy="457200"/>
                </a:xfrm>
                <a:prstGeom prst="rect">
                  <a:avLst/>
                </a:prstGeom>
                <a:solidFill>
                  <a:srgbClr val="9CC2E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526" name="Google Shape;5526;p89"/>
                <p:cNvSpPr/>
                <p:nvPr/>
              </p:nvSpPr>
              <p:spPr>
                <a:xfrm>
                  <a:off x="11010391" y="4872913"/>
                  <a:ext cx="1181609" cy="468313"/>
                </a:xfrm>
                <a:prstGeom prst="rect">
                  <a:avLst/>
                </a:prstGeom>
                <a:no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5527" name="Google Shape;5527;p89"/>
                <p:cNvCxnSpPr/>
                <p:nvPr/>
              </p:nvCxnSpPr>
              <p:spPr>
                <a:xfrm>
                  <a:off x="11009376" y="5090714"/>
                  <a:ext cx="1163270" cy="2862"/>
                </a:xfrm>
                <a:prstGeom prst="straightConnector1">
                  <a:avLst/>
                </a:prstGeom>
                <a:noFill/>
                <a:ln cap="flat" cmpd="sng" w="9525">
                  <a:solidFill>
                    <a:srgbClr val="000000"/>
                  </a:solidFill>
                  <a:prstDash val="solid"/>
                  <a:round/>
                  <a:headEnd len="med" w="med" type="none"/>
                  <a:tailEnd len="med" w="med" type="none"/>
                </a:ln>
              </p:spPr>
            </p:cxnSp>
            <p:cxnSp>
              <p:nvCxnSpPr>
                <p:cNvPr id="5528" name="Google Shape;5528;p89"/>
                <p:cNvCxnSpPr/>
                <p:nvPr/>
              </p:nvCxnSpPr>
              <p:spPr>
                <a:xfrm>
                  <a:off x="11601146" y="4882438"/>
                  <a:ext cx="0" cy="463550"/>
                </a:xfrm>
                <a:prstGeom prst="straightConnector1">
                  <a:avLst/>
                </a:prstGeom>
                <a:noFill/>
                <a:ln cap="flat" cmpd="sng" w="9525">
                  <a:solidFill>
                    <a:srgbClr val="000000"/>
                  </a:solidFill>
                  <a:prstDash val="solid"/>
                  <a:round/>
                  <a:headEnd len="med" w="med" type="none"/>
                  <a:tailEnd len="med" w="med" type="none"/>
                </a:ln>
              </p:spPr>
            </p:cxnSp>
            <p:cxnSp>
              <p:nvCxnSpPr>
                <p:cNvPr id="5529" name="Google Shape;5529;p89"/>
                <p:cNvCxnSpPr/>
                <p:nvPr/>
              </p:nvCxnSpPr>
              <p:spPr>
                <a:xfrm>
                  <a:off x="11305871" y="4877676"/>
                  <a:ext cx="0" cy="463550"/>
                </a:xfrm>
                <a:prstGeom prst="straightConnector1">
                  <a:avLst/>
                </a:prstGeom>
                <a:noFill/>
                <a:ln cap="flat" cmpd="sng" w="9525">
                  <a:solidFill>
                    <a:srgbClr val="000000"/>
                  </a:solidFill>
                  <a:prstDash val="solid"/>
                  <a:round/>
                  <a:headEnd len="med" w="med" type="none"/>
                  <a:tailEnd len="med" w="med" type="none"/>
                </a:ln>
              </p:spPr>
            </p:cxnSp>
            <p:cxnSp>
              <p:nvCxnSpPr>
                <p:cNvPr id="5530" name="Google Shape;5530;p89"/>
                <p:cNvCxnSpPr/>
                <p:nvPr/>
              </p:nvCxnSpPr>
              <p:spPr>
                <a:xfrm>
                  <a:off x="11896421" y="4872913"/>
                  <a:ext cx="0" cy="463550"/>
                </a:xfrm>
                <a:prstGeom prst="straightConnector1">
                  <a:avLst/>
                </a:prstGeom>
                <a:noFill/>
                <a:ln cap="flat" cmpd="sng" w="9525">
                  <a:solidFill>
                    <a:srgbClr val="000000"/>
                  </a:solidFill>
                  <a:prstDash val="solid"/>
                  <a:round/>
                  <a:headEnd len="med" w="med" type="none"/>
                  <a:tailEnd len="med" w="med" type="none"/>
                </a:ln>
              </p:spPr>
            </p:cxnSp>
            <p:sp>
              <p:nvSpPr>
                <p:cNvPr id="5531" name="Google Shape;5531;p89"/>
                <p:cNvSpPr txBox="1"/>
                <p:nvPr/>
              </p:nvSpPr>
              <p:spPr>
                <a:xfrm>
                  <a:off x="10954695" y="4830300"/>
                  <a:ext cx="241300" cy="2143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9</a:t>
                  </a:r>
                  <a:endParaRPr/>
                </a:p>
              </p:txBody>
            </p:sp>
            <p:sp>
              <p:nvSpPr>
                <p:cNvPr id="5532" name="Google Shape;5532;p89"/>
                <p:cNvSpPr txBox="1"/>
                <p:nvPr/>
              </p:nvSpPr>
              <p:spPr>
                <a:xfrm>
                  <a:off x="11813871" y="5045951"/>
                  <a:ext cx="298450" cy="2143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16</a:t>
                  </a:r>
                  <a:endParaRPr/>
                </a:p>
              </p:txBody>
            </p:sp>
            <p:sp>
              <p:nvSpPr>
                <p:cNvPr id="5533" name="Google Shape;5533;p89"/>
                <p:cNvSpPr txBox="1"/>
                <p:nvPr/>
              </p:nvSpPr>
              <p:spPr>
                <a:xfrm>
                  <a:off x="10935644" y="5045951"/>
                  <a:ext cx="298450" cy="2143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10</a:t>
                  </a:r>
                  <a:endParaRPr/>
                </a:p>
              </p:txBody>
            </p:sp>
            <p:sp>
              <p:nvSpPr>
                <p:cNvPr id="5534" name="Google Shape;5534;p89"/>
                <p:cNvSpPr txBox="1"/>
                <p:nvPr/>
              </p:nvSpPr>
              <p:spPr>
                <a:xfrm>
                  <a:off x="11809108" y="4822113"/>
                  <a:ext cx="298450" cy="2143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15</a:t>
                  </a:r>
                  <a:endParaRPr/>
                </a:p>
              </p:txBody>
            </p:sp>
            <p:sp>
              <p:nvSpPr>
                <p:cNvPr id="5535" name="Google Shape;5535;p89"/>
                <p:cNvSpPr/>
                <p:nvPr/>
              </p:nvSpPr>
              <p:spPr>
                <a:xfrm>
                  <a:off x="11147121" y="5185651"/>
                  <a:ext cx="42862" cy="47625"/>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Arial"/>
                    <a:ea typeface="Arial"/>
                    <a:cs typeface="Arial"/>
                    <a:sym typeface="Arial"/>
                  </a:endParaRPr>
                </a:p>
              </p:txBody>
            </p:sp>
            <p:sp>
              <p:nvSpPr>
                <p:cNvPr id="5536" name="Google Shape;5536;p89"/>
                <p:cNvSpPr/>
                <p:nvPr/>
              </p:nvSpPr>
              <p:spPr>
                <a:xfrm>
                  <a:off x="11134421" y="4971338"/>
                  <a:ext cx="42862" cy="47625"/>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Arial"/>
                    <a:ea typeface="Arial"/>
                    <a:cs typeface="Arial"/>
                    <a:sym typeface="Arial"/>
                  </a:endParaRPr>
                </a:p>
              </p:txBody>
            </p:sp>
            <p:sp>
              <p:nvSpPr>
                <p:cNvPr id="5537" name="Google Shape;5537;p89"/>
                <p:cNvSpPr/>
                <p:nvPr/>
              </p:nvSpPr>
              <p:spPr>
                <a:xfrm>
                  <a:off x="12009133" y="4968163"/>
                  <a:ext cx="42863" cy="47625"/>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Arial"/>
                    <a:ea typeface="Arial"/>
                    <a:cs typeface="Arial"/>
                    <a:sym typeface="Arial"/>
                  </a:endParaRPr>
                </a:p>
              </p:txBody>
            </p:sp>
          </p:grpSp>
          <p:sp>
            <p:nvSpPr>
              <p:cNvPr id="5538" name="Google Shape;5538;p89"/>
              <p:cNvSpPr txBox="1"/>
              <p:nvPr/>
            </p:nvSpPr>
            <p:spPr>
              <a:xfrm>
                <a:off x="10144471" y="5463844"/>
                <a:ext cx="34336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t>
                </a:r>
                <a:endParaRPr/>
              </a:p>
            </p:txBody>
          </p:sp>
          <p:cxnSp>
            <p:nvCxnSpPr>
              <p:cNvPr id="5539" name="Google Shape;5539;p89"/>
              <p:cNvCxnSpPr/>
              <p:nvPr/>
            </p:nvCxnSpPr>
            <p:spPr>
              <a:xfrm>
                <a:off x="9363013" y="5251834"/>
                <a:ext cx="101600" cy="377825"/>
              </a:xfrm>
              <a:prstGeom prst="straightConnector1">
                <a:avLst/>
              </a:prstGeom>
              <a:noFill/>
              <a:ln cap="flat" cmpd="sng" w="9525">
                <a:solidFill>
                  <a:srgbClr val="000000"/>
                </a:solidFill>
                <a:prstDash val="solid"/>
                <a:round/>
                <a:headEnd len="med" w="med" type="none"/>
                <a:tailEnd len="med" w="med" type="none"/>
              </a:ln>
            </p:spPr>
          </p:cxnSp>
          <p:cxnSp>
            <p:nvCxnSpPr>
              <p:cNvPr id="5540" name="Google Shape;5540;p89"/>
              <p:cNvCxnSpPr/>
              <p:nvPr/>
            </p:nvCxnSpPr>
            <p:spPr>
              <a:xfrm>
                <a:off x="9353488" y="5050221"/>
                <a:ext cx="479425" cy="603250"/>
              </a:xfrm>
              <a:prstGeom prst="straightConnector1">
                <a:avLst/>
              </a:prstGeom>
              <a:noFill/>
              <a:ln cap="flat" cmpd="sng" w="9525">
                <a:solidFill>
                  <a:srgbClr val="000000"/>
                </a:solidFill>
                <a:prstDash val="solid"/>
                <a:round/>
                <a:headEnd len="med" w="med" type="none"/>
                <a:tailEnd len="med" w="med" type="none"/>
              </a:ln>
            </p:spPr>
          </p:cxnSp>
          <p:sp>
            <p:nvSpPr>
              <p:cNvPr id="5541" name="Google Shape;5541;p89"/>
              <p:cNvSpPr txBox="1"/>
              <p:nvPr/>
            </p:nvSpPr>
            <p:spPr>
              <a:xfrm>
                <a:off x="8810272" y="5955409"/>
                <a:ext cx="2572510" cy="27699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CS (VLAN ports 9-15)</a:t>
                </a:r>
                <a:endParaRPr/>
              </a:p>
            </p:txBody>
          </p:sp>
          <p:grpSp>
            <p:nvGrpSpPr>
              <p:cNvPr id="5542" name="Google Shape;5542;p89"/>
              <p:cNvGrpSpPr/>
              <p:nvPr/>
            </p:nvGrpSpPr>
            <p:grpSpPr>
              <a:xfrm>
                <a:off x="9000524" y="5430406"/>
                <a:ext cx="609600" cy="558800"/>
                <a:chOff x="-44" y="1473"/>
                <a:chExt cx="981" cy="1105"/>
              </a:xfrm>
            </p:grpSpPr>
            <p:pic>
              <p:nvPicPr>
                <p:cNvPr descr="desktop_computer_stylized_medium" id="5543" name="Google Shape;5543;p8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544" name="Google Shape;5544;p8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545" name="Google Shape;5545;p89"/>
              <p:cNvGrpSpPr/>
              <p:nvPr/>
            </p:nvGrpSpPr>
            <p:grpSpPr>
              <a:xfrm>
                <a:off x="9515751" y="5436316"/>
                <a:ext cx="609600" cy="558800"/>
                <a:chOff x="-44" y="1473"/>
                <a:chExt cx="981" cy="1105"/>
              </a:xfrm>
            </p:grpSpPr>
            <p:pic>
              <p:nvPicPr>
                <p:cNvPr descr="desktop_computer_stylized_medium" id="5546" name="Google Shape;5546;p8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547" name="Google Shape;5547;p8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548" name="Google Shape;5548;p89"/>
              <p:cNvGrpSpPr/>
              <p:nvPr/>
            </p:nvGrpSpPr>
            <p:grpSpPr>
              <a:xfrm>
                <a:off x="9202354" y="4515000"/>
                <a:ext cx="1206122" cy="410624"/>
                <a:chOff x="7399107" y="1365161"/>
                <a:chExt cx="2388836" cy="732595"/>
              </a:xfrm>
            </p:grpSpPr>
            <p:sp>
              <p:nvSpPr>
                <p:cNvPr id="5549" name="Google Shape;5549;p89"/>
                <p:cNvSpPr/>
                <p:nvPr/>
              </p:nvSpPr>
              <p:spPr>
                <a:xfrm>
                  <a:off x="7399107" y="1365161"/>
                  <a:ext cx="2388836" cy="732595"/>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5550" name="Google Shape;5550;p89"/>
                <p:cNvGrpSpPr/>
                <p:nvPr/>
              </p:nvGrpSpPr>
              <p:grpSpPr>
                <a:xfrm>
                  <a:off x="7564998" y="1450537"/>
                  <a:ext cx="2021605" cy="589765"/>
                  <a:chOff x="7939341" y="3037317"/>
                  <a:chExt cx="897649" cy="353919"/>
                </a:xfrm>
              </p:grpSpPr>
              <p:sp>
                <p:nvSpPr>
                  <p:cNvPr id="5551" name="Google Shape;5551;p89"/>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552" name="Google Shape;5552;p89"/>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553" name="Google Shape;5553;p89"/>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554" name="Google Shape;5554;p89"/>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cxnSp>
            <p:nvCxnSpPr>
              <p:cNvPr id="5555" name="Google Shape;5555;p89"/>
              <p:cNvCxnSpPr/>
              <p:nvPr/>
            </p:nvCxnSpPr>
            <p:spPr>
              <a:xfrm>
                <a:off x="10232595" y="5048617"/>
                <a:ext cx="479425" cy="603250"/>
              </a:xfrm>
              <a:prstGeom prst="straightConnector1">
                <a:avLst/>
              </a:prstGeom>
              <a:noFill/>
              <a:ln cap="flat" cmpd="sng" w="9525">
                <a:solidFill>
                  <a:srgbClr val="000000"/>
                </a:solidFill>
                <a:prstDash val="solid"/>
                <a:round/>
                <a:headEnd len="med" w="med" type="none"/>
                <a:tailEnd len="med" w="med" type="none"/>
              </a:ln>
            </p:spPr>
          </p:cxnSp>
          <p:grpSp>
            <p:nvGrpSpPr>
              <p:cNvPr id="5556" name="Google Shape;5556;p89"/>
              <p:cNvGrpSpPr/>
              <p:nvPr/>
            </p:nvGrpSpPr>
            <p:grpSpPr>
              <a:xfrm>
                <a:off x="10379352" y="5445308"/>
                <a:ext cx="609600" cy="558800"/>
                <a:chOff x="-44" y="1473"/>
                <a:chExt cx="981" cy="1105"/>
              </a:xfrm>
            </p:grpSpPr>
            <p:pic>
              <p:nvPicPr>
                <p:cNvPr descr="desktop_computer_stylized_medium" id="5557" name="Google Shape;5557;p8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558" name="Google Shape;5558;p8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gr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72"/>
                                        </p:tgtEl>
                                        <p:attrNameLst>
                                          <p:attrName>style.visibility</p:attrName>
                                        </p:attrNameLst>
                                      </p:cBhvr>
                                      <p:to>
                                        <p:strVal val="visible"/>
                                      </p:to>
                                    </p:set>
                                    <p:animEffect filter="fade" transition="in">
                                      <p:cBhvr>
                                        <p:cTn dur="500"/>
                                        <p:tgtEl>
                                          <p:spTgt spid="54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3" name="Shape 5563"/>
        <p:cNvGrpSpPr/>
        <p:nvPr/>
      </p:nvGrpSpPr>
      <p:grpSpPr>
        <a:xfrm>
          <a:off x="0" y="0"/>
          <a:ext cx="0" cy="0"/>
          <a:chOff x="0" y="0"/>
          <a:chExt cx="0" cy="0"/>
        </a:xfrm>
      </p:grpSpPr>
      <p:grpSp>
        <p:nvGrpSpPr>
          <p:cNvPr id="5564" name="Google Shape;5564;p90"/>
          <p:cNvGrpSpPr/>
          <p:nvPr/>
        </p:nvGrpSpPr>
        <p:grpSpPr>
          <a:xfrm>
            <a:off x="8767518" y="3871809"/>
            <a:ext cx="1243611" cy="519112"/>
            <a:chOff x="9287864" y="4082048"/>
            <a:chExt cx="1243611" cy="519112"/>
          </a:xfrm>
        </p:grpSpPr>
        <p:sp>
          <p:nvSpPr>
            <p:cNvPr id="5565" name="Google Shape;5565;p90"/>
            <p:cNvSpPr/>
            <p:nvPr/>
          </p:nvSpPr>
          <p:spPr>
            <a:xfrm>
              <a:off x="9340181" y="4127584"/>
              <a:ext cx="1188897" cy="471997"/>
            </a:xfrm>
            <a:prstGeom prst="rect">
              <a:avLst/>
            </a:prstGeom>
            <a:solidFill>
              <a:srgbClr val="F56F6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566" name="Google Shape;5566;p90"/>
            <p:cNvSpPr/>
            <p:nvPr/>
          </p:nvSpPr>
          <p:spPr>
            <a:xfrm>
              <a:off x="9349866" y="4128085"/>
              <a:ext cx="1181609" cy="468313"/>
            </a:xfrm>
            <a:prstGeom prst="rect">
              <a:avLst/>
            </a:prstGeom>
            <a:no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5567" name="Google Shape;5567;p90"/>
            <p:cNvCxnSpPr/>
            <p:nvPr/>
          </p:nvCxnSpPr>
          <p:spPr>
            <a:xfrm flipH="1" rot="10800000">
              <a:off x="9351453" y="4342570"/>
              <a:ext cx="1179110" cy="1416"/>
            </a:xfrm>
            <a:prstGeom prst="straightConnector1">
              <a:avLst/>
            </a:prstGeom>
            <a:noFill/>
            <a:ln cap="flat" cmpd="sng" w="9525">
              <a:solidFill>
                <a:srgbClr val="000000"/>
              </a:solidFill>
              <a:prstDash val="solid"/>
              <a:round/>
              <a:headEnd len="med" w="med" type="none"/>
              <a:tailEnd len="med" w="med" type="none"/>
            </a:ln>
          </p:spPr>
        </p:cxnSp>
        <p:sp>
          <p:nvSpPr>
            <p:cNvPr id="5568" name="Google Shape;5568;p90"/>
            <p:cNvSpPr txBox="1"/>
            <p:nvPr/>
          </p:nvSpPr>
          <p:spPr>
            <a:xfrm>
              <a:off x="9287864" y="4107358"/>
              <a:ext cx="241300" cy="2143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1</a:t>
              </a:r>
              <a:endParaRPr/>
            </a:p>
          </p:txBody>
        </p:sp>
        <p:cxnSp>
          <p:nvCxnSpPr>
            <p:cNvPr id="5569" name="Google Shape;5569;p90"/>
            <p:cNvCxnSpPr/>
            <p:nvPr/>
          </p:nvCxnSpPr>
          <p:spPr>
            <a:xfrm>
              <a:off x="9930891" y="4132848"/>
              <a:ext cx="0" cy="463550"/>
            </a:xfrm>
            <a:prstGeom prst="straightConnector1">
              <a:avLst/>
            </a:prstGeom>
            <a:noFill/>
            <a:ln cap="flat" cmpd="sng" w="9525">
              <a:solidFill>
                <a:srgbClr val="000000"/>
              </a:solidFill>
              <a:prstDash val="solid"/>
              <a:round/>
              <a:headEnd len="med" w="med" type="none"/>
              <a:tailEnd len="med" w="med" type="none"/>
            </a:ln>
          </p:spPr>
        </p:cxnSp>
        <p:cxnSp>
          <p:nvCxnSpPr>
            <p:cNvPr id="5570" name="Google Shape;5570;p90"/>
            <p:cNvCxnSpPr/>
            <p:nvPr/>
          </p:nvCxnSpPr>
          <p:spPr>
            <a:xfrm>
              <a:off x="9640378" y="4129673"/>
              <a:ext cx="0" cy="463550"/>
            </a:xfrm>
            <a:prstGeom prst="straightConnector1">
              <a:avLst/>
            </a:prstGeom>
            <a:noFill/>
            <a:ln cap="flat" cmpd="sng" w="9525">
              <a:solidFill>
                <a:srgbClr val="000000"/>
              </a:solidFill>
              <a:prstDash val="solid"/>
              <a:round/>
              <a:headEnd len="med" w="med" type="none"/>
              <a:tailEnd len="med" w="med" type="none"/>
            </a:ln>
          </p:spPr>
        </p:cxnSp>
        <p:cxnSp>
          <p:nvCxnSpPr>
            <p:cNvPr id="5571" name="Google Shape;5571;p90"/>
            <p:cNvCxnSpPr/>
            <p:nvPr/>
          </p:nvCxnSpPr>
          <p:spPr>
            <a:xfrm>
              <a:off x="10211878" y="4137610"/>
              <a:ext cx="0" cy="463550"/>
            </a:xfrm>
            <a:prstGeom prst="straightConnector1">
              <a:avLst/>
            </a:prstGeom>
            <a:noFill/>
            <a:ln cap="flat" cmpd="sng" w="9525">
              <a:solidFill>
                <a:srgbClr val="000000"/>
              </a:solidFill>
              <a:prstDash val="solid"/>
              <a:round/>
              <a:headEnd len="med" w="med" type="none"/>
              <a:tailEnd len="med" w="med" type="none"/>
            </a:ln>
          </p:spPr>
        </p:cxnSp>
        <p:sp>
          <p:nvSpPr>
            <p:cNvPr id="5572" name="Google Shape;5572;p90"/>
            <p:cNvSpPr txBox="1"/>
            <p:nvPr/>
          </p:nvSpPr>
          <p:spPr>
            <a:xfrm>
              <a:off x="10148378" y="4296360"/>
              <a:ext cx="241300" cy="2143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8</a:t>
              </a:r>
              <a:endParaRPr/>
            </a:p>
          </p:txBody>
        </p:sp>
        <p:sp>
          <p:nvSpPr>
            <p:cNvPr id="5573" name="Google Shape;5573;p90"/>
            <p:cNvSpPr txBox="1"/>
            <p:nvPr/>
          </p:nvSpPr>
          <p:spPr>
            <a:xfrm>
              <a:off x="9290540" y="4300533"/>
              <a:ext cx="241300" cy="2143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2</a:t>
              </a:r>
              <a:endParaRPr/>
            </a:p>
          </p:txBody>
        </p:sp>
        <p:sp>
          <p:nvSpPr>
            <p:cNvPr id="5574" name="Google Shape;5574;p90"/>
            <p:cNvSpPr txBox="1"/>
            <p:nvPr/>
          </p:nvSpPr>
          <p:spPr>
            <a:xfrm>
              <a:off x="10143616" y="4082048"/>
              <a:ext cx="241300" cy="2143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7</a:t>
              </a:r>
              <a:endParaRPr/>
            </a:p>
          </p:txBody>
        </p:sp>
        <p:sp>
          <p:nvSpPr>
            <p:cNvPr id="5575" name="Google Shape;5575;p90"/>
            <p:cNvSpPr/>
            <p:nvPr/>
          </p:nvSpPr>
          <p:spPr>
            <a:xfrm>
              <a:off x="9465753" y="4442410"/>
              <a:ext cx="42863" cy="47625"/>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576" name="Google Shape;5576;p90"/>
            <p:cNvSpPr/>
            <p:nvPr/>
          </p:nvSpPr>
          <p:spPr>
            <a:xfrm>
              <a:off x="9757853" y="4439235"/>
              <a:ext cx="42863" cy="47625"/>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577" name="Google Shape;5577;p90"/>
            <p:cNvSpPr/>
            <p:nvPr/>
          </p:nvSpPr>
          <p:spPr>
            <a:xfrm>
              <a:off x="10345228" y="4443998"/>
              <a:ext cx="42863" cy="47625"/>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578" name="Google Shape;5578;p90"/>
          <p:cNvGrpSpPr/>
          <p:nvPr/>
        </p:nvGrpSpPr>
        <p:grpSpPr>
          <a:xfrm>
            <a:off x="9936386" y="3867054"/>
            <a:ext cx="1259780" cy="523875"/>
            <a:chOff x="10932220" y="4822113"/>
            <a:chExt cx="1259780" cy="523875"/>
          </a:xfrm>
        </p:grpSpPr>
        <p:sp>
          <p:nvSpPr>
            <p:cNvPr id="5579" name="Google Shape;5579;p90"/>
            <p:cNvSpPr/>
            <p:nvPr/>
          </p:nvSpPr>
          <p:spPr>
            <a:xfrm>
              <a:off x="11001071" y="4880851"/>
              <a:ext cx="1190929" cy="457200"/>
            </a:xfrm>
            <a:prstGeom prst="rect">
              <a:avLst/>
            </a:prstGeom>
            <a:solidFill>
              <a:srgbClr val="9CC2E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580" name="Google Shape;5580;p90"/>
            <p:cNvSpPr/>
            <p:nvPr/>
          </p:nvSpPr>
          <p:spPr>
            <a:xfrm>
              <a:off x="11010391" y="4872913"/>
              <a:ext cx="1181609" cy="468313"/>
            </a:xfrm>
            <a:prstGeom prst="rect">
              <a:avLst/>
            </a:prstGeom>
            <a:no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5581" name="Google Shape;5581;p90"/>
            <p:cNvCxnSpPr/>
            <p:nvPr/>
          </p:nvCxnSpPr>
          <p:spPr>
            <a:xfrm>
              <a:off x="11009376" y="5090714"/>
              <a:ext cx="1163270" cy="2862"/>
            </a:xfrm>
            <a:prstGeom prst="straightConnector1">
              <a:avLst/>
            </a:prstGeom>
            <a:noFill/>
            <a:ln cap="flat" cmpd="sng" w="9525">
              <a:solidFill>
                <a:srgbClr val="000000"/>
              </a:solidFill>
              <a:prstDash val="solid"/>
              <a:round/>
              <a:headEnd len="med" w="med" type="none"/>
              <a:tailEnd len="med" w="med" type="none"/>
            </a:ln>
          </p:spPr>
        </p:cxnSp>
        <p:cxnSp>
          <p:nvCxnSpPr>
            <p:cNvPr id="5582" name="Google Shape;5582;p90"/>
            <p:cNvCxnSpPr/>
            <p:nvPr/>
          </p:nvCxnSpPr>
          <p:spPr>
            <a:xfrm>
              <a:off x="11601146" y="4882438"/>
              <a:ext cx="0" cy="463550"/>
            </a:xfrm>
            <a:prstGeom prst="straightConnector1">
              <a:avLst/>
            </a:prstGeom>
            <a:noFill/>
            <a:ln cap="flat" cmpd="sng" w="9525">
              <a:solidFill>
                <a:srgbClr val="000000"/>
              </a:solidFill>
              <a:prstDash val="solid"/>
              <a:round/>
              <a:headEnd len="med" w="med" type="none"/>
              <a:tailEnd len="med" w="med" type="none"/>
            </a:ln>
          </p:spPr>
        </p:cxnSp>
        <p:cxnSp>
          <p:nvCxnSpPr>
            <p:cNvPr id="5583" name="Google Shape;5583;p90"/>
            <p:cNvCxnSpPr/>
            <p:nvPr/>
          </p:nvCxnSpPr>
          <p:spPr>
            <a:xfrm>
              <a:off x="11305871" y="4877676"/>
              <a:ext cx="0" cy="463550"/>
            </a:xfrm>
            <a:prstGeom prst="straightConnector1">
              <a:avLst/>
            </a:prstGeom>
            <a:noFill/>
            <a:ln cap="flat" cmpd="sng" w="9525">
              <a:solidFill>
                <a:srgbClr val="000000"/>
              </a:solidFill>
              <a:prstDash val="solid"/>
              <a:round/>
              <a:headEnd len="med" w="med" type="none"/>
              <a:tailEnd len="med" w="med" type="none"/>
            </a:ln>
          </p:spPr>
        </p:cxnSp>
        <p:cxnSp>
          <p:nvCxnSpPr>
            <p:cNvPr id="5584" name="Google Shape;5584;p90"/>
            <p:cNvCxnSpPr/>
            <p:nvPr/>
          </p:nvCxnSpPr>
          <p:spPr>
            <a:xfrm>
              <a:off x="11896421" y="4872913"/>
              <a:ext cx="0" cy="463550"/>
            </a:xfrm>
            <a:prstGeom prst="straightConnector1">
              <a:avLst/>
            </a:prstGeom>
            <a:noFill/>
            <a:ln cap="flat" cmpd="sng" w="9525">
              <a:solidFill>
                <a:srgbClr val="000000"/>
              </a:solidFill>
              <a:prstDash val="solid"/>
              <a:round/>
              <a:headEnd len="med" w="med" type="none"/>
              <a:tailEnd len="med" w="med" type="none"/>
            </a:ln>
          </p:spPr>
        </p:cxnSp>
        <p:sp>
          <p:nvSpPr>
            <p:cNvPr id="5585" name="Google Shape;5585;p90"/>
            <p:cNvSpPr txBox="1"/>
            <p:nvPr/>
          </p:nvSpPr>
          <p:spPr>
            <a:xfrm>
              <a:off x="10947845" y="4840575"/>
              <a:ext cx="241300" cy="2143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9</a:t>
              </a:r>
              <a:endParaRPr/>
            </a:p>
          </p:txBody>
        </p:sp>
        <p:sp>
          <p:nvSpPr>
            <p:cNvPr id="5586" name="Google Shape;5586;p90"/>
            <p:cNvSpPr txBox="1"/>
            <p:nvPr/>
          </p:nvSpPr>
          <p:spPr>
            <a:xfrm>
              <a:off x="11813871" y="5045951"/>
              <a:ext cx="298450" cy="2143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16</a:t>
              </a:r>
              <a:endParaRPr/>
            </a:p>
          </p:txBody>
        </p:sp>
        <p:sp>
          <p:nvSpPr>
            <p:cNvPr id="5587" name="Google Shape;5587;p90"/>
            <p:cNvSpPr txBox="1"/>
            <p:nvPr/>
          </p:nvSpPr>
          <p:spPr>
            <a:xfrm>
              <a:off x="10932220" y="5049376"/>
              <a:ext cx="298450" cy="2143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10</a:t>
              </a:r>
              <a:endParaRPr/>
            </a:p>
          </p:txBody>
        </p:sp>
        <p:sp>
          <p:nvSpPr>
            <p:cNvPr id="5588" name="Google Shape;5588;p90"/>
            <p:cNvSpPr txBox="1"/>
            <p:nvPr/>
          </p:nvSpPr>
          <p:spPr>
            <a:xfrm>
              <a:off x="11809108" y="4822113"/>
              <a:ext cx="298450" cy="2143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15</a:t>
              </a:r>
              <a:endParaRPr/>
            </a:p>
          </p:txBody>
        </p:sp>
        <p:sp>
          <p:nvSpPr>
            <p:cNvPr id="5589" name="Google Shape;5589;p90"/>
            <p:cNvSpPr/>
            <p:nvPr/>
          </p:nvSpPr>
          <p:spPr>
            <a:xfrm>
              <a:off x="11147121" y="5185651"/>
              <a:ext cx="42862" cy="47625"/>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Arial"/>
                <a:ea typeface="Arial"/>
                <a:cs typeface="Arial"/>
                <a:sym typeface="Arial"/>
              </a:endParaRPr>
            </a:p>
          </p:txBody>
        </p:sp>
        <p:sp>
          <p:nvSpPr>
            <p:cNvPr id="5590" name="Google Shape;5590;p90"/>
            <p:cNvSpPr/>
            <p:nvPr/>
          </p:nvSpPr>
          <p:spPr>
            <a:xfrm>
              <a:off x="11134421" y="4971338"/>
              <a:ext cx="42862" cy="47625"/>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Arial"/>
                <a:ea typeface="Arial"/>
                <a:cs typeface="Arial"/>
                <a:sym typeface="Arial"/>
              </a:endParaRPr>
            </a:p>
          </p:txBody>
        </p:sp>
        <p:sp>
          <p:nvSpPr>
            <p:cNvPr id="5591" name="Google Shape;5591;p90"/>
            <p:cNvSpPr/>
            <p:nvPr/>
          </p:nvSpPr>
          <p:spPr>
            <a:xfrm>
              <a:off x="12009133" y="4968163"/>
              <a:ext cx="42863" cy="47625"/>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Arial"/>
                <a:ea typeface="Arial"/>
                <a:cs typeface="Arial"/>
                <a:sym typeface="Arial"/>
              </a:endParaRPr>
            </a:p>
          </p:txBody>
        </p:sp>
      </p:grpSp>
      <p:sp>
        <p:nvSpPr>
          <p:cNvPr id="5592" name="Google Shape;5592;p90"/>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b="0" lang="en-US">
                <a:latin typeface="Calibri"/>
                <a:ea typeface="Calibri"/>
                <a:cs typeface="Calibri"/>
                <a:sym typeface="Calibri"/>
              </a:rPr>
              <a:t>Port-based VLANs</a:t>
            </a:r>
            <a:endParaRPr b="0" sz="4400">
              <a:latin typeface="Calibri"/>
              <a:ea typeface="Calibri"/>
              <a:cs typeface="Calibri"/>
              <a:sym typeface="Calibri"/>
            </a:endParaRPr>
          </a:p>
        </p:txBody>
      </p:sp>
      <p:sp>
        <p:nvSpPr>
          <p:cNvPr id="5593" name="Google Shape;5593;p90"/>
          <p:cNvSpPr txBox="1"/>
          <p:nvPr>
            <p:ph idx="12" type="sldNum"/>
          </p:nvPr>
        </p:nvSpPr>
        <p:spPr>
          <a:xfrm>
            <a:off x="9206737" y="6492875"/>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Link Layer: 6-</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grpSp>
        <p:nvGrpSpPr>
          <p:cNvPr id="5594" name="Google Shape;5594;p90"/>
          <p:cNvGrpSpPr/>
          <p:nvPr/>
        </p:nvGrpSpPr>
        <p:grpSpPr>
          <a:xfrm>
            <a:off x="8811490" y="3492261"/>
            <a:ext cx="2388836" cy="410624"/>
            <a:chOff x="7399107" y="1365161"/>
            <a:chExt cx="2388836" cy="732595"/>
          </a:xfrm>
        </p:grpSpPr>
        <p:sp>
          <p:nvSpPr>
            <p:cNvPr id="5595" name="Google Shape;5595;p90"/>
            <p:cNvSpPr/>
            <p:nvPr/>
          </p:nvSpPr>
          <p:spPr>
            <a:xfrm>
              <a:off x="7399107" y="1365161"/>
              <a:ext cx="2388836" cy="732595"/>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5596" name="Google Shape;5596;p90"/>
            <p:cNvGrpSpPr/>
            <p:nvPr/>
          </p:nvGrpSpPr>
          <p:grpSpPr>
            <a:xfrm>
              <a:off x="7564998" y="1450537"/>
              <a:ext cx="2021605" cy="589765"/>
              <a:chOff x="7939341" y="3037317"/>
              <a:chExt cx="897649" cy="353919"/>
            </a:xfrm>
          </p:grpSpPr>
          <p:sp>
            <p:nvSpPr>
              <p:cNvPr id="5597" name="Google Shape;5597;p90"/>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598" name="Google Shape;5598;p90"/>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599" name="Google Shape;5599;p90"/>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600" name="Google Shape;5600;p90"/>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cxnSp>
        <p:nvCxnSpPr>
          <p:cNvPr id="5601" name="Google Shape;5601;p90"/>
          <p:cNvCxnSpPr/>
          <p:nvPr/>
        </p:nvCxnSpPr>
        <p:spPr>
          <a:xfrm flipH="1">
            <a:off x="8059268" y="4222579"/>
            <a:ext cx="901700" cy="279400"/>
          </a:xfrm>
          <a:prstGeom prst="straightConnector1">
            <a:avLst/>
          </a:prstGeom>
          <a:noFill/>
          <a:ln cap="flat" cmpd="sng" w="9525">
            <a:solidFill>
              <a:srgbClr val="000000"/>
            </a:solidFill>
            <a:prstDash val="solid"/>
            <a:round/>
            <a:headEnd len="med" w="med" type="none"/>
            <a:tailEnd len="med" w="med" type="none"/>
          </a:ln>
        </p:spPr>
      </p:cxnSp>
      <p:cxnSp>
        <p:nvCxnSpPr>
          <p:cNvPr id="5602" name="Google Shape;5602;p90"/>
          <p:cNvCxnSpPr/>
          <p:nvPr/>
        </p:nvCxnSpPr>
        <p:spPr>
          <a:xfrm flipH="1">
            <a:off x="8445031" y="4222579"/>
            <a:ext cx="806450" cy="419100"/>
          </a:xfrm>
          <a:prstGeom prst="straightConnector1">
            <a:avLst/>
          </a:prstGeom>
          <a:noFill/>
          <a:ln cap="flat" cmpd="sng" w="9525">
            <a:solidFill>
              <a:srgbClr val="000000"/>
            </a:solidFill>
            <a:prstDash val="solid"/>
            <a:round/>
            <a:headEnd len="med" w="med" type="none"/>
            <a:tailEnd len="med" w="med" type="none"/>
          </a:ln>
        </p:spPr>
      </p:cxnSp>
      <p:cxnSp>
        <p:nvCxnSpPr>
          <p:cNvPr id="5603" name="Google Shape;5603;p90"/>
          <p:cNvCxnSpPr/>
          <p:nvPr/>
        </p:nvCxnSpPr>
        <p:spPr>
          <a:xfrm flipH="1">
            <a:off x="9164167" y="4237505"/>
            <a:ext cx="672983" cy="361311"/>
          </a:xfrm>
          <a:prstGeom prst="straightConnector1">
            <a:avLst/>
          </a:prstGeom>
          <a:noFill/>
          <a:ln cap="flat" cmpd="sng" w="9525">
            <a:solidFill>
              <a:srgbClr val="000000"/>
            </a:solidFill>
            <a:prstDash val="solid"/>
            <a:round/>
            <a:headEnd len="med" w="med" type="none"/>
            <a:tailEnd len="med" w="med" type="none"/>
          </a:ln>
        </p:spPr>
      </p:cxnSp>
      <p:sp>
        <p:nvSpPr>
          <p:cNvPr id="5604" name="Google Shape;5604;p90"/>
          <p:cNvSpPr txBox="1"/>
          <p:nvPr/>
        </p:nvSpPr>
        <p:spPr>
          <a:xfrm>
            <a:off x="10953689" y="4437764"/>
            <a:ext cx="34336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t>
            </a:r>
            <a:endParaRPr/>
          </a:p>
        </p:txBody>
      </p:sp>
      <p:cxnSp>
        <p:nvCxnSpPr>
          <p:cNvPr id="5605" name="Google Shape;5605;p90"/>
          <p:cNvCxnSpPr/>
          <p:nvPr/>
        </p:nvCxnSpPr>
        <p:spPr>
          <a:xfrm>
            <a:off x="10172231" y="4225754"/>
            <a:ext cx="101600" cy="377825"/>
          </a:xfrm>
          <a:prstGeom prst="straightConnector1">
            <a:avLst/>
          </a:prstGeom>
          <a:noFill/>
          <a:ln cap="flat" cmpd="sng" w="9525">
            <a:solidFill>
              <a:srgbClr val="000000"/>
            </a:solidFill>
            <a:prstDash val="solid"/>
            <a:round/>
            <a:headEnd len="med" w="med" type="none"/>
            <a:tailEnd len="med" w="med" type="none"/>
          </a:ln>
        </p:spPr>
      </p:cxnSp>
      <p:cxnSp>
        <p:nvCxnSpPr>
          <p:cNvPr id="5606" name="Google Shape;5606;p90"/>
          <p:cNvCxnSpPr/>
          <p:nvPr/>
        </p:nvCxnSpPr>
        <p:spPr>
          <a:xfrm>
            <a:off x="10162706" y="4024141"/>
            <a:ext cx="479425" cy="603250"/>
          </a:xfrm>
          <a:prstGeom prst="straightConnector1">
            <a:avLst/>
          </a:prstGeom>
          <a:noFill/>
          <a:ln cap="flat" cmpd="sng" w="9525">
            <a:solidFill>
              <a:srgbClr val="000000"/>
            </a:solidFill>
            <a:prstDash val="solid"/>
            <a:round/>
            <a:headEnd len="med" w="med" type="none"/>
            <a:tailEnd len="med" w="med" type="none"/>
          </a:ln>
        </p:spPr>
      </p:cxnSp>
      <p:cxnSp>
        <p:nvCxnSpPr>
          <p:cNvPr id="5607" name="Google Shape;5607;p90"/>
          <p:cNvCxnSpPr/>
          <p:nvPr/>
        </p:nvCxnSpPr>
        <p:spPr>
          <a:xfrm>
            <a:off x="11018368" y="3968579"/>
            <a:ext cx="514350" cy="484187"/>
          </a:xfrm>
          <a:prstGeom prst="straightConnector1">
            <a:avLst/>
          </a:prstGeom>
          <a:noFill/>
          <a:ln cap="flat" cmpd="sng" w="9525">
            <a:solidFill>
              <a:srgbClr val="000000"/>
            </a:solidFill>
            <a:prstDash val="solid"/>
            <a:round/>
            <a:headEnd len="med" w="med" type="none"/>
            <a:tailEnd len="med" w="med" type="none"/>
          </a:ln>
        </p:spPr>
      </p:cxnSp>
      <p:sp>
        <p:nvSpPr>
          <p:cNvPr id="5608" name="Google Shape;5608;p90"/>
          <p:cNvSpPr txBox="1"/>
          <p:nvPr/>
        </p:nvSpPr>
        <p:spPr>
          <a:xfrm>
            <a:off x="7678595" y="4929329"/>
            <a:ext cx="1731567" cy="27699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EE (VLAN ports 1-8)</a:t>
            </a:r>
            <a:endParaRPr/>
          </a:p>
        </p:txBody>
      </p:sp>
      <p:sp>
        <p:nvSpPr>
          <p:cNvPr id="5609" name="Google Shape;5609;p90"/>
          <p:cNvSpPr txBox="1"/>
          <p:nvPr/>
        </p:nvSpPr>
        <p:spPr>
          <a:xfrm>
            <a:off x="9619490" y="4929329"/>
            <a:ext cx="2572510" cy="27699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CS (VLAN ports 9-15)</a:t>
            </a:r>
            <a:endParaRPr/>
          </a:p>
        </p:txBody>
      </p:sp>
      <p:sp>
        <p:nvSpPr>
          <p:cNvPr id="5610" name="Google Shape;5610;p90"/>
          <p:cNvSpPr txBox="1"/>
          <p:nvPr/>
        </p:nvSpPr>
        <p:spPr>
          <a:xfrm>
            <a:off x="8707445" y="4400811"/>
            <a:ext cx="34336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t>
            </a:r>
            <a:endParaRPr/>
          </a:p>
        </p:txBody>
      </p:sp>
      <p:grpSp>
        <p:nvGrpSpPr>
          <p:cNvPr id="5611" name="Google Shape;5611;p90"/>
          <p:cNvGrpSpPr/>
          <p:nvPr/>
        </p:nvGrpSpPr>
        <p:grpSpPr>
          <a:xfrm>
            <a:off x="7522693" y="4408316"/>
            <a:ext cx="609600" cy="558800"/>
            <a:chOff x="-44" y="1473"/>
            <a:chExt cx="981" cy="1105"/>
          </a:xfrm>
        </p:grpSpPr>
        <p:pic>
          <p:nvPicPr>
            <p:cNvPr descr="desktop_computer_stylized_medium" id="5612" name="Google Shape;5612;p9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613" name="Google Shape;5613;p9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614" name="Google Shape;5614;p90"/>
          <p:cNvGrpSpPr/>
          <p:nvPr/>
        </p:nvGrpSpPr>
        <p:grpSpPr>
          <a:xfrm>
            <a:off x="8087474" y="4413650"/>
            <a:ext cx="609600" cy="558800"/>
            <a:chOff x="-44" y="1473"/>
            <a:chExt cx="981" cy="1105"/>
          </a:xfrm>
        </p:grpSpPr>
        <p:pic>
          <p:nvPicPr>
            <p:cNvPr descr="desktop_computer_stylized_medium" id="5615" name="Google Shape;5615;p9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616" name="Google Shape;5616;p9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617" name="Google Shape;5617;p90"/>
          <p:cNvGrpSpPr/>
          <p:nvPr/>
        </p:nvGrpSpPr>
        <p:grpSpPr>
          <a:xfrm>
            <a:off x="8844341" y="4408988"/>
            <a:ext cx="609600" cy="558800"/>
            <a:chOff x="-44" y="1473"/>
            <a:chExt cx="981" cy="1105"/>
          </a:xfrm>
        </p:grpSpPr>
        <p:pic>
          <p:nvPicPr>
            <p:cNvPr descr="desktop_computer_stylized_medium" id="5618" name="Google Shape;5618;p9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619" name="Google Shape;5619;p9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620" name="Google Shape;5620;p90"/>
          <p:cNvGrpSpPr/>
          <p:nvPr/>
        </p:nvGrpSpPr>
        <p:grpSpPr>
          <a:xfrm>
            <a:off x="9809742" y="4404326"/>
            <a:ext cx="609600" cy="558800"/>
            <a:chOff x="-44" y="1473"/>
            <a:chExt cx="981" cy="1105"/>
          </a:xfrm>
        </p:grpSpPr>
        <p:pic>
          <p:nvPicPr>
            <p:cNvPr descr="desktop_computer_stylized_medium" id="5621" name="Google Shape;5621;p9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622" name="Google Shape;5622;p9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623" name="Google Shape;5623;p90"/>
          <p:cNvGrpSpPr/>
          <p:nvPr/>
        </p:nvGrpSpPr>
        <p:grpSpPr>
          <a:xfrm>
            <a:off x="10324969" y="4410236"/>
            <a:ext cx="609600" cy="558800"/>
            <a:chOff x="-44" y="1473"/>
            <a:chExt cx="981" cy="1105"/>
          </a:xfrm>
        </p:grpSpPr>
        <p:pic>
          <p:nvPicPr>
            <p:cNvPr descr="desktop_computer_stylized_medium" id="5624" name="Google Shape;5624;p9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625" name="Google Shape;5625;p9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626" name="Google Shape;5626;p90"/>
          <p:cNvGrpSpPr/>
          <p:nvPr/>
        </p:nvGrpSpPr>
        <p:grpSpPr>
          <a:xfrm>
            <a:off x="11188570" y="4419228"/>
            <a:ext cx="609600" cy="558800"/>
            <a:chOff x="-44" y="1473"/>
            <a:chExt cx="981" cy="1105"/>
          </a:xfrm>
        </p:grpSpPr>
        <p:pic>
          <p:nvPicPr>
            <p:cNvPr descr="desktop_computer_stylized_medium" id="5627" name="Google Shape;5627;p9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628" name="Google Shape;5628;p9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5629" name="Google Shape;5629;p90"/>
          <p:cNvSpPr txBox="1"/>
          <p:nvPr/>
        </p:nvSpPr>
        <p:spPr>
          <a:xfrm>
            <a:off x="998537" y="1497947"/>
            <a:ext cx="6074615" cy="1763712"/>
          </a:xfrm>
          <a:prstGeom prst="rect">
            <a:avLst/>
          </a:prstGeom>
          <a:noFill/>
          <a:ln>
            <a:noFill/>
          </a:ln>
        </p:spPr>
        <p:txBody>
          <a:bodyPr anchorCtr="0" anchor="t" bIns="45700" lIns="91425" spcFirstLastPara="1" rIns="91425" wrap="square" tIns="45700">
            <a:noAutofit/>
          </a:bodyPr>
          <a:lstStyle/>
          <a:p>
            <a:pPr indent="-231775" lvl="0" marL="231775" marR="0" rtl="0" algn="l">
              <a:lnSpc>
                <a:spcPct val="85000"/>
              </a:lnSpc>
              <a:spcBef>
                <a:spcPts val="0"/>
              </a:spcBef>
              <a:spcAft>
                <a:spcPts val="0"/>
              </a:spcAft>
              <a:buClr>
                <a:srgbClr val="000099"/>
              </a:buClr>
              <a:buSzPts val="2800"/>
              <a:buFont typeface="Noto Sans Symbols"/>
              <a:buChar char="▪"/>
            </a:pPr>
            <a:r>
              <a:rPr b="0" i="0" lang="en-US" sz="2800" u="none" cap="none" strike="noStrike">
                <a:solidFill>
                  <a:srgbClr val="C00000"/>
                </a:solidFill>
                <a:latin typeface="Calibri"/>
                <a:ea typeface="Calibri"/>
                <a:cs typeface="Calibri"/>
                <a:sym typeface="Calibri"/>
              </a:rPr>
              <a:t>traffic isolation: </a:t>
            </a:r>
            <a:r>
              <a:rPr b="0" i="0" lang="en-US" sz="2800" u="none" cap="none" strike="noStrike">
                <a:solidFill>
                  <a:srgbClr val="000000"/>
                </a:solidFill>
                <a:latin typeface="Calibri"/>
                <a:ea typeface="Calibri"/>
                <a:cs typeface="Calibri"/>
                <a:sym typeface="Calibri"/>
              </a:rPr>
              <a:t>frames to/from ports 1-8 can </a:t>
            </a:r>
            <a:r>
              <a:rPr b="0" i="1" lang="en-US" sz="2800" u="none" cap="none" strike="noStrike">
                <a:solidFill>
                  <a:srgbClr val="000000"/>
                </a:solidFill>
                <a:latin typeface="Calibri"/>
                <a:ea typeface="Calibri"/>
                <a:cs typeface="Calibri"/>
                <a:sym typeface="Calibri"/>
              </a:rPr>
              <a:t>only</a:t>
            </a:r>
            <a:r>
              <a:rPr b="0" i="0" lang="en-US" sz="2800" u="none" cap="none" strike="noStrike">
                <a:solidFill>
                  <a:srgbClr val="000000"/>
                </a:solidFill>
                <a:latin typeface="Calibri"/>
                <a:ea typeface="Calibri"/>
                <a:cs typeface="Calibri"/>
                <a:sym typeface="Calibri"/>
              </a:rPr>
              <a:t> reach ports 1-8</a:t>
            </a:r>
            <a:endParaRPr/>
          </a:p>
          <a:p>
            <a:pPr indent="-223837" lvl="1" marL="681038" marR="0" rtl="0" algn="l">
              <a:lnSpc>
                <a:spcPct val="85000"/>
              </a:lnSpc>
              <a:spcBef>
                <a:spcPts val="480"/>
              </a:spcBef>
              <a:spcAft>
                <a:spcPts val="0"/>
              </a:spcAft>
              <a:buClr>
                <a:srgbClr val="000099"/>
              </a:buClr>
              <a:buSzPts val="2400"/>
              <a:buFont typeface="Arial"/>
              <a:buChar char="•"/>
            </a:pPr>
            <a:r>
              <a:rPr b="0" i="0" lang="en-US" sz="2400" u="none" cap="none" strike="noStrike">
                <a:solidFill>
                  <a:srgbClr val="000000"/>
                </a:solidFill>
                <a:latin typeface="Calibri"/>
                <a:ea typeface="Calibri"/>
                <a:cs typeface="Calibri"/>
                <a:sym typeface="Calibri"/>
              </a:rPr>
              <a:t>can also define VLAN based on MAC addresses of endpoints, rather than switch port</a:t>
            </a:r>
            <a:endParaRPr/>
          </a:p>
        </p:txBody>
      </p:sp>
      <p:sp>
        <p:nvSpPr>
          <p:cNvPr id="5630" name="Google Shape;5630;p90"/>
          <p:cNvSpPr/>
          <p:nvPr/>
        </p:nvSpPr>
        <p:spPr>
          <a:xfrm>
            <a:off x="998444" y="3339914"/>
            <a:ext cx="5886450" cy="1612900"/>
          </a:xfrm>
          <a:prstGeom prst="rect">
            <a:avLst/>
          </a:prstGeom>
          <a:noFill/>
          <a:ln>
            <a:noFill/>
          </a:ln>
        </p:spPr>
        <p:txBody>
          <a:bodyPr anchorCtr="0" anchor="t" bIns="45700" lIns="91425" spcFirstLastPara="1" rIns="91425" wrap="square" tIns="45700">
            <a:noAutofit/>
          </a:bodyPr>
          <a:lstStyle/>
          <a:p>
            <a:pPr indent="-231775" lvl="0" marL="231775" marR="0" rtl="0" algn="l">
              <a:lnSpc>
                <a:spcPct val="85000"/>
              </a:lnSpc>
              <a:spcBef>
                <a:spcPts val="0"/>
              </a:spcBef>
              <a:spcAft>
                <a:spcPts val="0"/>
              </a:spcAft>
              <a:buClr>
                <a:srgbClr val="000099"/>
              </a:buClr>
              <a:buSzPts val="2800"/>
              <a:buFont typeface="Noto Sans Symbols"/>
              <a:buChar char="▪"/>
            </a:pPr>
            <a:r>
              <a:rPr b="0" i="0" lang="en-US" sz="2800" u="none" cap="none" strike="noStrike">
                <a:solidFill>
                  <a:srgbClr val="CC0000"/>
                </a:solidFill>
                <a:latin typeface="Calibri"/>
                <a:ea typeface="Calibri"/>
                <a:cs typeface="Calibri"/>
                <a:sym typeface="Calibri"/>
              </a:rPr>
              <a:t>dynamic membership</a:t>
            </a:r>
            <a:r>
              <a:rPr b="0" i="0" lang="en-US" sz="2800" u="none" cap="none" strike="noStrike">
                <a:solidFill>
                  <a:srgbClr val="FF0000"/>
                </a:solidFill>
                <a:latin typeface="Calibri"/>
                <a:ea typeface="Calibri"/>
                <a:cs typeface="Calibri"/>
                <a:sym typeface="Calibri"/>
              </a:rPr>
              <a:t>:</a:t>
            </a:r>
            <a:r>
              <a:rPr b="0" i="0" lang="en-US" sz="2800" u="none" cap="none" strike="noStrike">
                <a:solidFill>
                  <a:srgbClr val="000000"/>
                </a:solidFill>
                <a:latin typeface="Calibri"/>
                <a:ea typeface="Calibri"/>
                <a:cs typeface="Calibri"/>
                <a:sym typeface="Calibri"/>
              </a:rPr>
              <a:t> ports can be dynamically assigned among VLANs</a:t>
            </a:r>
            <a:endParaRPr/>
          </a:p>
        </p:txBody>
      </p:sp>
      <p:grpSp>
        <p:nvGrpSpPr>
          <p:cNvPr id="5631" name="Google Shape;5631;p90"/>
          <p:cNvGrpSpPr/>
          <p:nvPr/>
        </p:nvGrpSpPr>
        <p:grpSpPr>
          <a:xfrm>
            <a:off x="994376" y="1896035"/>
            <a:ext cx="9669142" cy="4109104"/>
            <a:chOff x="994376" y="1896035"/>
            <a:chExt cx="9669142" cy="4109104"/>
          </a:xfrm>
        </p:grpSpPr>
        <p:sp>
          <p:nvSpPr>
            <p:cNvPr id="5632" name="Google Shape;5632;p90"/>
            <p:cNvSpPr/>
            <p:nvPr/>
          </p:nvSpPr>
          <p:spPr>
            <a:xfrm>
              <a:off x="994376" y="4392239"/>
              <a:ext cx="6199939" cy="16129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2800"/>
                <a:buFont typeface="Noto Sans Symbols"/>
                <a:buChar char="▪"/>
              </a:pPr>
              <a:r>
                <a:rPr b="0" i="0" lang="en-US" sz="2800" u="none" cap="none" strike="noStrike">
                  <a:solidFill>
                    <a:srgbClr val="CC0000"/>
                  </a:solidFill>
                  <a:latin typeface="Calibri"/>
                  <a:ea typeface="Calibri"/>
                  <a:cs typeface="Calibri"/>
                  <a:sym typeface="Calibri"/>
                </a:rPr>
                <a:t>forwarding between VLANS: </a:t>
              </a:r>
              <a:r>
                <a:rPr b="0" i="0" lang="en-US" sz="2800" u="none" cap="none" strike="noStrike">
                  <a:solidFill>
                    <a:srgbClr val="000000"/>
                  </a:solidFill>
                  <a:latin typeface="Calibri"/>
                  <a:ea typeface="Calibri"/>
                  <a:cs typeface="Calibri"/>
                  <a:sym typeface="Calibri"/>
                </a:rPr>
                <a:t>done via routing (just as with separate switches)</a:t>
              </a:r>
              <a:endParaRPr/>
            </a:p>
            <a:p>
              <a:pPr indent="-223837" lvl="1" marL="681038" marR="0" rtl="0" algn="l">
                <a:lnSpc>
                  <a:spcPct val="85000"/>
                </a:lnSpc>
                <a:spcBef>
                  <a:spcPts val="480"/>
                </a:spcBef>
                <a:spcAft>
                  <a:spcPts val="0"/>
                </a:spcAft>
                <a:buClr>
                  <a:srgbClr val="000099"/>
                </a:buClr>
                <a:buSzPts val="2400"/>
                <a:buFont typeface="Arial"/>
                <a:buChar char="•"/>
              </a:pPr>
              <a:r>
                <a:rPr b="0" i="0" lang="en-US" sz="2400" u="none" cap="none" strike="noStrike">
                  <a:solidFill>
                    <a:srgbClr val="000000"/>
                  </a:solidFill>
                  <a:latin typeface="Calibri"/>
                  <a:ea typeface="Calibri"/>
                  <a:cs typeface="Calibri"/>
                  <a:sym typeface="Calibri"/>
                </a:rPr>
                <a:t>in practice vendors sell combined switches plus routers</a:t>
              </a:r>
              <a:endParaRPr/>
            </a:p>
          </p:txBody>
        </p:sp>
        <p:cxnSp>
          <p:nvCxnSpPr>
            <p:cNvPr id="5633" name="Google Shape;5633;p90"/>
            <p:cNvCxnSpPr/>
            <p:nvPr/>
          </p:nvCxnSpPr>
          <p:spPr>
            <a:xfrm>
              <a:off x="9829800" y="2216523"/>
              <a:ext cx="0" cy="1815353"/>
            </a:xfrm>
            <a:prstGeom prst="straightConnector1">
              <a:avLst/>
            </a:prstGeom>
            <a:noFill/>
            <a:ln cap="flat" cmpd="sng" w="22225">
              <a:solidFill>
                <a:schemeClr val="dk1"/>
              </a:solidFill>
              <a:prstDash val="solid"/>
              <a:miter lim="800000"/>
              <a:headEnd len="sm" w="sm" type="none"/>
              <a:tailEnd len="sm" w="sm" type="none"/>
            </a:ln>
          </p:spPr>
        </p:cxnSp>
        <p:cxnSp>
          <p:nvCxnSpPr>
            <p:cNvPr id="5634" name="Google Shape;5634;p90"/>
            <p:cNvCxnSpPr/>
            <p:nvPr/>
          </p:nvCxnSpPr>
          <p:spPr>
            <a:xfrm>
              <a:off x="10466294" y="2216523"/>
              <a:ext cx="0" cy="1815353"/>
            </a:xfrm>
            <a:prstGeom prst="straightConnector1">
              <a:avLst/>
            </a:prstGeom>
            <a:noFill/>
            <a:ln cap="flat" cmpd="sng" w="22225">
              <a:solidFill>
                <a:schemeClr val="dk1"/>
              </a:solidFill>
              <a:prstDash val="solid"/>
              <a:miter lim="800000"/>
              <a:headEnd len="sm" w="sm" type="none"/>
              <a:tailEnd len="sm" w="sm" type="none"/>
            </a:ln>
          </p:spPr>
        </p:cxnSp>
        <p:grpSp>
          <p:nvGrpSpPr>
            <p:cNvPr id="5635" name="Google Shape;5635;p90"/>
            <p:cNvGrpSpPr/>
            <p:nvPr/>
          </p:nvGrpSpPr>
          <p:grpSpPr>
            <a:xfrm>
              <a:off x="9594532" y="1896035"/>
              <a:ext cx="1068986" cy="551329"/>
              <a:chOff x="7493876" y="2774731"/>
              <a:chExt cx="1481958" cy="894622"/>
            </a:xfrm>
          </p:grpSpPr>
          <p:sp>
            <p:nvSpPr>
              <p:cNvPr id="5636" name="Google Shape;5636;p9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5637" name="Google Shape;5637;p9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5638" name="Google Shape;5638;p90"/>
              <p:cNvGrpSpPr/>
              <p:nvPr/>
            </p:nvGrpSpPr>
            <p:grpSpPr>
              <a:xfrm>
                <a:off x="7713663" y="2848339"/>
                <a:ext cx="1042107" cy="425543"/>
                <a:chOff x="7786941" y="2884917"/>
                <a:chExt cx="897649" cy="353919"/>
              </a:xfrm>
            </p:grpSpPr>
            <p:sp>
              <p:nvSpPr>
                <p:cNvPr id="5639" name="Google Shape;5639;p9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640" name="Google Shape;5640;p9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641" name="Google Shape;5641;p9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642" name="Google Shape;5642;p9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30"/>
                                        </p:tgtEl>
                                        <p:attrNameLst>
                                          <p:attrName>style.visibility</p:attrName>
                                        </p:attrNameLst>
                                      </p:cBhvr>
                                      <p:to>
                                        <p:strVal val="visible"/>
                                      </p:to>
                                    </p:set>
                                    <p:animEffect filter="fade" transition="in">
                                      <p:cBhvr>
                                        <p:cTn dur="500"/>
                                        <p:tgtEl>
                                          <p:spTgt spid="5630"/>
                                        </p:tgtEl>
                                      </p:cBhvr>
                                    </p:animEffect>
                                  </p:childTnLst>
                                </p:cTn>
                              </p:par>
                              <p:par>
                                <p:cTn fill="hold" nodeType="withEffect" presetClass="entr" presetID="1" presetSubtype="0">
                                  <p:stCondLst>
                                    <p:cond delay="0"/>
                                  </p:stCondLst>
                                  <p:childTnLst>
                                    <p:set>
                                      <p:cBhvr>
                                        <p:cTn dur="1" fill="hold">
                                          <p:stCondLst>
                                            <p:cond delay="0"/>
                                          </p:stCondLst>
                                        </p:cTn>
                                        <p:tgtEl>
                                          <p:spTgt spid="56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31"/>
                                        </p:tgtEl>
                                        <p:attrNameLst>
                                          <p:attrName>style.visibility</p:attrName>
                                        </p:attrNameLst>
                                      </p:cBhvr>
                                      <p:to>
                                        <p:strVal val="visible"/>
                                      </p:to>
                                    </p:set>
                                    <p:animEffect filter="fade" transition="in">
                                      <p:cBhvr>
                                        <p:cTn dur="500"/>
                                        <p:tgtEl>
                                          <p:spTgt spid="56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7" name="Shape 5647"/>
        <p:cNvGrpSpPr/>
        <p:nvPr/>
      </p:nvGrpSpPr>
      <p:grpSpPr>
        <a:xfrm>
          <a:off x="0" y="0"/>
          <a:ext cx="0" cy="0"/>
          <a:chOff x="0" y="0"/>
          <a:chExt cx="0" cy="0"/>
        </a:xfrm>
      </p:grpSpPr>
      <p:sp>
        <p:nvSpPr>
          <p:cNvPr id="5648" name="Google Shape;5648;p91"/>
          <p:cNvSpPr/>
          <p:nvPr/>
        </p:nvSpPr>
        <p:spPr>
          <a:xfrm>
            <a:off x="4402748" y="2279650"/>
            <a:ext cx="294061" cy="222307"/>
          </a:xfrm>
          <a:prstGeom prst="rect">
            <a:avLst/>
          </a:prstGeom>
          <a:solidFill>
            <a:srgbClr val="9CC2E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649" name="Google Shape;5649;p91"/>
          <p:cNvSpPr/>
          <p:nvPr/>
        </p:nvSpPr>
        <p:spPr>
          <a:xfrm>
            <a:off x="6971200" y="2519374"/>
            <a:ext cx="302725" cy="252401"/>
          </a:xfrm>
          <a:prstGeom prst="rect">
            <a:avLst/>
          </a:prstGeom>
          <a:solidFill>
            <a:srgbClr val="F56F6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650" name="Google Shape;5650;p91"/>
          <p:cNvSpPr/>
          <p:nvPr/>
        </p:nvSpPr>
        <p:spPr>
          <a:xfrm>
            <a:off x="7860323" y="2308273"/>
            <a:ext cx="294061" cy="247659"/>
          </a:xfrm>
          <a:prstGeom prst="rect">
            <a:avLst/>
          </a:prstGeom>
          <a:solidFill>
            <a:srgbClr val="9CC2E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651" name="Google Shape;5651;p91"/>
          <p:cNvSpPr/>
          <p:nvPr/>
        </p:nvSpPr>
        <p:spPr>
          <a:xfrm>
            <a:off x="2324905" y="2276804"/>
            <a:ext cx="1188897" cy="471997"/>
          </a:xfrm>
          <a:prstGeom prst="rect">
            <a:avLst/>
          </a:prstGeom>
          <a:solidFill>
            <a:srgbClr val="F56F6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652" name="Google Shape;5652;p91"/>
          <p:cNvSpPr/>
          <p:nvPr/>
        </p:nvSpPr>
        <p:spPr>
          <a:xfrm>
            <a:off x="2334590" y="2277305"/>
            <a:ext cx="1181609" cy="468313"/>
          </a:xfrm>
          <a:prstGeom prst="rect">
            <a:avLst/>
          </a:prstGeom>
          <a:no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5653" name="Google Shape;5653;p91"/>
          <p:cNvCxnSpPr/>
          <p:nvPr/>
        </p:nvCxnSpPr>
        <p:spPr>
          <a:xfrm flipH="1" rot="10800000">
            <a:off x="2336177" y="2491790"/>
            <a:ext cx="1179110" cy="1416"/>
          </a:xfrm>
          <a:prstGeom prst="straightConnector1">
            <a:avLst/>
          </a:prstGeom>
          <a:noFill/>
          <a:ln cap="flat" cmpd="sng" w="9525">
            <a:solidFill>
              <a:srgbClr val="000000"/>
            </a:solidFill>
            <a:prstDash val="solid"/>
            <a:round/>
            <a:headEnd len="med" w="med" type="none"/>
            <a:tailEnd len="med" w="med" type="none"/>
          </a:ln>
        </p:spPr>
      </p:cxnSp>
      <p:sp>
        <p:nvSpPr>
          <p:cNvPr id="5654" name="Google Shape;5654;p91"/>
          <p:cNvSpPr txBox="1"/>
          <p:nvPr/>
        </p:nvSpPr>
        <p:spPr>
          <a:xfrm>
            <a:off x="2272588" y="2256578"/>
            <a:ext cx="241300" cy="2143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1</a:t>
            </a:r>
            <a:endParaRPr/>
          </a:p>
        </p:txBody>
      </p:sp>
      <p:cxnSp>
        <p:nvCxnSpPr>
          <p:cNvPr id="5655" name="Google Shape;5655;p91"/>
          <p:cNvCxnSpPr/>
          <p:nvPr/>
        </p:nvCxnSpPr>
        <p:spPr>
          <a:xfrm>
            <a:off x="2915615" y="2282068"/>
            <a:ext cx="0" cy="463550"/>
          </a:xfrm>
          <a:prstGeom prst="straightConnector1">
            <a:avLst/>
          </a:prstGeom>
          <a:noFill/>
          <a:ln cap="flat" cmpd="sng" w="9525">
            <a:solidFill>
              <a:srgbClr val="000000"/>
            </a:solidFill>
            <a:prstDash val="solid"/>
            <a:round/>
            <a:headEnd len="med" w="med" type="none"/>
            <a:tailEnd len="med" w="med" type="none"/>
          </a:ln>
        </p:spPr>
      </p:cxnSp>
      <p:cxnSp>
        <p:nvCxnSpPr>
          <p:cNvPr id="5656" name="Google Shape;5656;p91"/>
          <p:cNvCxnSpPr/>
          <p:nvPr/>
        </p:nvCxnSpPr>
        <p:spPr>
          <a:xfrm>
            <a:off x="2625102" y="2278893"/>
            <a:ext cx="0" cy="463550"/>
          </a:xfrm>
          <a:prstGeom prst="straightConnector1">
            <a:avLst/>
          </a:prstGeom>
          <a:noFill/>
          <a:ln cap="flat" cmpd="sng" w="9525">
            <a:solidFill>
              <a:srgbClr val="000000"/>
            </a:solidFill>
            <a:prstDash val="solid"/>
            <a:round/>
            <a:headEnd len="med" w="med" type="none"/>
            <a:tailEnd len="med" w="med" type="none"/>
          </a:ln>
        </p:spPr>
      </p:cxnSp>
      <p:cxnSp>
        <p:nvCxnSpPr>
          <p:cNvPr id="5657" name="Google Shape;5657;p91"/>
          <p:cNvCxnSpPr/>
          <p:nvPr/>
        </p:nvCxnSpPr>
        <p:spPr>
          <a:xfrm>
            <a:off x="3196602" y="2286830"/>
            <a:ext cx="0" cy="463550"/>
          </a:xfrm>
          <a:prstGeom prst="straightConnector1">
            <a:avLst/>
          </a:prstGeom>
          <a:noFill/>
          <a:ln cap="flat" cmpd="sng" w="9525">
            <a:solidFill>
              <a:srgbClr val="000000"/>
            </a:solidFill>
            <a:prstDash val="solid"/>
            <a:round/>
            <a:headEnd len="med" w="med" type="none"/>
            <a:tailEnd len="med" w="med" type="none"/>
          </a:ln>
        </p:spPr>
      </p:cxnSp>
      <p:sp>
        <p:nvSpPr>
          <p:cNvPr id="5658" name="Google Shape;5658;p91"/>
          <p:cNvSpPr txBox="1"/>
          <p:nvPr/>
        </p:nvSpPr>
        <p:spPr>
          <a:xfrm>
            <a:off x="3133102" y="2445580"/>
            <a:ext cx="241300" cy="2143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8</a:t>
            </a:r>
            <a:endParaRPr/>
          </a:p>
        </p:txBody>
      </p:sp>
      <p:sp>
        <p:nvSpPr>
          <p:cNvPr id="5659" name="Google Shape;5659;p91"/>
          <p:cNvSpPr txBox="1"/>
          <p:nvPr/>
        </p:nvSpPr>
        <p:spPr>
          <a:xfrm>
            <a:off x="2275264" y="2449753"/>
            <a:ext cx="241300" cy="2143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2</a:t>
            </a:r>
            <a:endParaRPr/>
          </a:p>
        </p:txBody>
      </p:sp>
      <p:sp>
        <p:nvSpPr>
          <p:cNvPr id="5660" name="Google Shape;5660;p91"/>
          <p:cNvSpPr txBox="1"/>
          <p:nvPr/>
        </p:nvSpPr>
        <p:spPr>
          <a:xfrm>
            <a:off x="3128340" y="2231268"/>
            <a:ext cx="241300" cy="2143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7</a:t>
            </a:r>
            <a:endParaRPr/>
          </a:p>
        </p:txBody>
      </p:sp>
      <p:sp>
        <p:nvSpPr>
          <p:cNvPr id="5661" name="Google Shape;5661;p91"/>
          <p:cNvSpPr/>
          <p:nvPr/>
        </p:nvSpPr>
        <p:spPr>
          <a:xfrm>
            <a:off x="2450477" y="2591630"/>
            <a:ext cx="42863" cy="47625"/>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662" name="Google Shape;5662;p91"/>
          <p:cNvSpPr/>
          <p:nvPr/>
        </p:nvSpPr>
        <p:spPr>
          <a:xfrm>
            <a:off x="2742577" y="2588455"/>
            <a:ext cx="42863" cy="47625"/>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663" name="Google Shape;5663;p91"/>
          <p:cNvSpPr/>
          <p:nvPr/>
        </p:nvSpPr>
        <p:spPr>
          <a:xfrm>
            <a:off x="3329952" y="2593218"/>
            <a:ext cx="42863" cy="47625"/>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664" name="Google Shape;5664;p91"/>
          <p:cNvSpPr/>
          <p:nvPr/>
        </p:nvSpPr>
        <p:spPr>
          <a:xfrm>
            <a:off x="7269650" y="2300299"/>
            <a:ext cx="582125" cy="471997"/>
          </a:xfrm>
          <a:prstGeom prst="rect">
            <a:avLst/>
          </a:prstGeom>
          <a:solidFill>
            <a:srgbClr val="F56F6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5665" name="Google Shape;5665;p91"/>
          <p:cNvGrpSpPr/>
          <p:nvPr/>
        </p:nvGrpSpPr>
        <p:grpSpPr>
          <a:xfrm>
            <a:off x="3441456" y="2226513"/>
            <a:ext cx="1259780" cy="523875"/>
            <a:chOff x="10932220" y="4822113"/>
            <a:chExt cx="1259780" cy="523875"/>
          </a:xfrm>
        </p:grpSpPr>
        <p:sp>
          <p:nvSpPr>
            <p:cNvPr id="5666" name="Google Shape;5666;p91"/>
            <p:cNvSpPr/>
            <p:nvPr/>
          </p:nvSpPr>
          <p:spPr>
            <a:xfrm>
              <a:off x="11001071" y="4880851"/>
              <a:ext cx="896593" cy="457200"/>
            </a:xfrm>
            <a:prstGeom prst="rect">
              <a:avLst/>
            </a:prstGeom>
            <a:solidFill>
              <a:srgbClr val="9CC2E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667" name="Google Shape;5667;p91"/>
            <p:cNvSpPr/>
            <p:nvPr/>
          </p:nvSpPr>
          <p:spPr>
            <a:xfrm>
              <a:off x="11010391" y="4872913"/>
              <a:ext cx="1181609" cy="468313"/>
            </a:xfrm>
            <a:prstGeom prst="rect">
              <a:avLst/>
            </a:prstGeom>
            <a:no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5668" name="Google Shape;5668;p91"/>
            <p:cNvCxnSpPr/>
            <p:nvPr/>
          </p:nvCxnSpPr>
          <p:spPr>
            <a:xfrm>
              <a:off x="11009376" y="5090714"/>
              <a:ext cx="1163270" cy="2862"/>
            </a:xfrm>
            <a:prstGeom prst="straightConnector1">
              <a:avLst/>
            </a:prstGeom>
            <a:noFill/>
            <a:ln cap="flat" cmpd="sng" w="9525">
              <a:solidFill>
                <a:srgbClr val="000000"/>
              </a:solidFill>
              <a:prstDash val="solid"/>
              <a:round/>
              <a:headEnd len="med" w="med" type="none"/>
              <a:tailEnd len="med" w="med" type="none"/>
            </a:ln>
          </p:spPr>
        </p:cxnSp>
        <p:cxnSp>
          <p:nvCxnSpPr>
            <p:cNvPr id="5669" name="Google Shape;5669;p91"/>
            <p:cNvCxnSpPr/>
            <p:nvPr/>
          </p:nvCxnSpPr>
          <p:spPr>
            <a:xfrm>
              <a:off x="11601146" y="4882438"/>
              <a:ext cx="0" cy="463550"/>
            </a:xfrm>
            <a:prstGeom prst="straightConnector1">
              <a:avLst/>
            </a:prstGeom>
            <a:noFill/>
            <a:ln cap="flat" cmpd="sng" w="9525">
              <a:solidFill>
                <a:srgbClr val="000000"/>
              </a:solidFill>
              <a:prstDash val="solid"/>
              <a:round/>
              <a:headEnd len="med" w="med" type="none"/>
              <a:tailEnd len="med" w="med" type="none"/>
            </a:ln>
          </p:spPr>
        </p:cxnSp>
        <p:cxnSp>
          <p:nvCxnSpPr>
            <p:cNvPr id="5670" name="Google Shape;5670;p91"/>
            <p:cNvCxnSpPr/>
            <p:nvPr/>
          </p:nvCxnSpPr>
          <p:spPr>
            <a:xfrm>
              <a:off x="11305871" y="4877676"/>
              <a:ext cx="0" cy="463550"/>
            </a:xfrm>
            <a:prstGeom prst="straightConnector1">
              <a:avLst/>
            </a:prstGeom>
            <a:noFill/>
            <a:ln cap="flat" cmpd="sng" w="9525">
              <a:solidFill>
                <a:srgbClr val="000000"/>
              </a:solidFill>
              <a:prstDash val="solid"/>
              <a:round/>
              <a:headEnd len="med" w="med" type="none"/>
              <a:tailEnd len="med" w="med" type="none"/>
            </a:ln>
          </p:spPr>
        </p:cxnSp>
        <p:cxnSp>
          <p:nvCxnSpPr>
            <p:cNvPr id="5671" name="Google Shape;5671;p91"/>
            <p:cNvCxnSpPr/>
            <p:nvPr/>
          </p:nvCxnSpPr>
          <p:spPr>
            <a:xfrm>
              <a:off x="11896421" y="4872913"/>
              <a:ext cx="0" cy="463550"/>
            </a:xfrm>
            <a:prstGeom prst="straightConnector1">
              <a:avLst/>
            </a:prstGeom>
            <a:noFill/>
            <a:ln cap="flat" cmpd="sng" w="9525">
              <a:solidFill>
                <a:srgbClr val="000000"/>
              </a:solidFill>
              <a:prstDash val="solid"/>
              <a:round/>
              <a:headEnd len="med" w="med" type="none"/>
              <a:tailEnd len="med" w="med" type="none"/>
            </a:ln>
          </p:spPr>
        </p:cxnSp>
        <p:sp>
          <p:nvSpPr>
            <p:cNvPr id="5672" name="Google Shape;5672;p91"/>
            <p:cNvSpPr txBox="1"/>
            <p:nvPr/>
          </p:nvSpPr>
          <p:spPr>
            <a:xfrm>
              <a:off x="10947845" y="4840575"/>
              <a:ext cx="241300" cy="2143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9</a:t>
              </a:r>
              <a:endParaRPr/>
            </a:p>
          </p:txBody>
        </p:sp>
        <p:sp>
          <p:nvSpPr>
            <p:cNvPr id="5673" name="Google Shape;5673;p91"/>
            <p:cNvSpPr txBox="1"/>
            <p:nvPr/>
          </p:nvSpPr>
          <p:spPr>
            <a:xfrm>
              <a:off x="11813871" y="5045951"/>
              <a:ext cx="298450" cy="2143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16</a:t>
              </a:r>
              <a:endParaRPr/>
            </a:p>
          </p:txBody>
        </p:sp>
        <p:sp>
          <p:nvSpPr>
            <p:cNvPr id="5674" name="Google Shape;5674;p91"/>
            <p:cNvSpPr txBox="1"/>
            <p:nvPr/>
          </p:nvSpPr>
          <p:spPr>
            <a:xfrm>
              <a:off x="10932220" y="5049376"/>
              <a:ext cx="298450" cy="2143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10</a:t>
              </a:r>
              <a:endParaRPr/>
            </a:p>
          </p:txBody>
        </p:sp>
        <p:sp>
          <p:nvSpPr>
            <p:cNvPr id="5675" name="Google Shape;5675;p91"/>
            <p:cNvSpPr txBox="1"/>
            <p:nvPr/>
          </p:nvSpPr>
          <p:spPr>
            <a:xfrm>
              <a:off x="11809108" y="4822113"/>
              <a:ext cx="298450" cy="2143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15</a:t>
              </a:r>
              <a:endParaRPr/>
            </a:p>
          </p:txBody>
        </p:sp>
        <p:sp>
          <p:nvSpPr>
            <p:cNvPr id="5676" name="Google Shape;5676;p91"/>
            <p:cNvSpPr/>
            <p:nvPr/>
          </p:nvSpPr>
          <p:spPr>
            <a:xfrm>
              <a:off x="11147121" y="5185651"/>
              <a:ext cx="42862" cy="47625"/>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Arial"/>
                <a:ea typeface="Arial"/>
                <a:cs typeface="Arial"/>
                <a:sym typeface="Arial"/>
              </a:endParaRPr>
            </a:p>
          </p:txBody>
        </p:sp>
        <p:sp>
          <p:nvSpPr>
            <p:cNvPr id="5677" name="Google Shape;5677;p91"/>
            <p:cNvSpPr/>
            <p:nvPr/>
          </p:nvSpPr>
          <p:spPr>
            <a:xfrm>
              <a:off x="11134421" y="4971338"/>
              <a:ext cx="42862" cy="47625"/>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Arial"/>
                <a:ea typeface="Arial"/>
                <a:cs typeface="Arial"/>
                <a:sym typeface="Arial"/>
              </a:endParaRPr>
            </a:p>
          </p:txBody>
        </p:sp>
        <p:sp>
          <p:nvSpPr>
            <p:cNvPr id="5678" name="Google Shape;5678;p91"/>
            <p:cNvSpPr/>
            <p:nvPr/>
          </p:nvSpPr>
          <p:spPr>
            <a:xfrm>
              <a:off x="12009133" y="4968163"/>
              <a:ext cx="42863" cy="47625"/>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Arial"/>
                <a:ea typeface="Arial"/>
                <a:cs typeface="Arial"/>
                <a:sym typeface="Arial"/>
              </a:endParaRPr>
            </a:p>
          </p:txBody>
        </p:sp>
      </p:grpSp>
      <p:sp>
        <p:nvSpPr>
          <p:cNvPr id="5679" name="Google Shape;5679;p91"/>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99"/>
              </a:buClr>
              <a:buSzPts val="4400"/>
              <a:buFont typeface="Calibri"/>
              <a:buNone/>
            </a:pPr>
            <a:r>
              <a:rPr b="0" lang="en-US">
                <a:solidFill>
                  <a:srgbClr val="000099"/>
                </a:solidFill>
                <a:latin typeface="Calibri"/>
                <a:ea typeface="Calibri"/>
                <a:cs typeface="Calibri"/>
                <a:sym typeface="Calibri"/>
              </a:rPr>
              <a:t>VLANS spanning multiple switches</a:t>
            </a:r>
            <a:endParaRPr b="0" sz="4800">
              <a:latin typeface="Calibri"/>
              <a:ea typeface="Calibri"/>
              <a:cs typeface="Calibri"/>
              <a:sym typeface="Calibri"/>
            </a:endParaRPr>
          </a:p>
        </p:txBody>
      </p:sp>
      <p:sp>
        <p:nvSpPr>
          <p:cNvPr id="5680" name="Google Shape;5680;p91"/>
          <p:cNvSpPr txBox="1"/>
          <p:nvPr>
            <p:ph idx="12" type="sldNum"/>
          </p:nvPr>
        </p:nvSpPr>
        <p:spPr>
          <a:xfrm>
            <a:off x="9206737" y="6492875"/>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Link Layer: 6-</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grpSp>
        <p:nvGrpSpPr>
          <p:cNvPr id="5681" name="Google Shape;5681;p91"/>
          <p:cNvGrpSpPr/>
          <p:nvPr/>
        </p:nvGrpSpPr>
        <p:grpSpPr>
          <a:xfrm>
            <a:off x="2316560" y="1851720"/>
            <a:ext cx="2388836" cy="410624"/>
            <a:chOff x="7399107" y="1365161"/>
            <a:chExt cx="2388836" cy="732595"/>
          </a:xfrm>
        </p:grpSpPr>
        <p:sp>
          <p:nvSpPr>
            <p:cNvPr id="5682" name="Google Shape;5682;p91"/>
            <p:cNvSpPr/>
            <p:nvPr/>
          </p:nvSpPr>
          <p:spPr>
            <a:xfrm>
              <a:off x="7399107" y="1365161"/>
              <a:ext cx="2388836" cy="732595"/>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5683" name="Google Shape;5683;p91"/>
            <p:cNvGrpSpPr/>
            <p:nvPr/>
          </p:nvGrpSpPr>
          <p:grpSpPr>
            <a:xfrm>
              <a:off x="7564998" y="1450537"/>
              <a:ext cx="2021605" cy="589765"/>
              <a:chOff x="7939341" y="3037317"/>
              <a:chExt cx="897649" cy="353919"/>
            </a:xfrm>
          </p:grpSpPr>
          <p:sp>
            <p:nvSpPr>
              <p:cNvPr id="5684" name="Google Shape;5684;p91"/>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685" name="Google Shape;5685;p91"/>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686" name="Google Shape;5686;p91"/>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687" name="Google Shape;5687;p91"/>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cxnSp>
        <p:nvCxnSpPr>
          <p:cNvPr id="5688" name="Google Shape;5688;p91"/>
          <p:cNvCxnSpPr/>
          <p:nvPr/>
        </p:nvCxnSpPr>
        <p:spPr>
          <a:xfrm flipH="1">
            <a:off x="1564338" y="2582038"/>
            <a:ext cx="901700" cy="279400"/>
          </a:xfrm>
          <a:prstGeom prst="straightConnector1">
            <a:avLst/>
          </a:prstGeom>
          <a:noFill/>
          <a:ln cap="flat" cmpd="sng" w="9525">
            <a:solidFill>
              <a:srgbClr val="000000"/>
            </a:solidFill>
            <a:prstDash val="solid"/>
            <a:round/>
            <a:headEnd len="med" w="med" type="none"/>
            <a:tailEnd len="med" w="med" type="none"/>
          </a:ln>
        </p:spPr>
      </p:cxnSp>
      <p:cxnSp>
        <p:nvCxnSpPr>
          <p:cNvPr id="5689" name="Google Shape;5689;p91"/>
          <p:cNvCxnSpPr/>
          <p:nvPr/>
        </p:nvCxnSpPr>
        <p:spPr>
          <a:xfrm flipH="1">
            <a:off x="1950101" y="2582038"/>
            <a:ext cx="806450" cy="419100"/>
          </a:xfrm>
          <a:prstGeom prst="straightConnector1">
            <a:avLst/>
          </a:prstGeom>
          <a:noFill/>
          <a:ln cap="flat" cmpd="sng" w="9525">
            <a:solidFill>
              <a:srgbClr val="000000"/>
            </a:solidFill>
            <a:prstDash val="solid"/>
            <a:round/>
            <a:headEnd len="med" w="med" type="none"/>
            <a:tailEnd len="med" w="med" type="none"/>
          </a:ln>
        </p:spPr>
      </p:cxnSp>
      <p:cxnSp>
        <p:nvCxnSpPr>
          <p:cNvPr id="5690" name="Google Shape;5690;p91"/>
          <p:cNvCxnSpPr/>
          <p:nvPr/>
        </p:nvCxnSpPr>
        <p:spPr>
          <a:xfrm flipH="1">
            <a:off x="2669236" y="2619375"/>
            <a:ext cx="683563" cy="338900"/>
          </a:xfrm>
          <a:prstGeom prst="straightConnector1">
            <a:avLst/>
          </a:prstGeom>
          <a:noFill/>
          <a:ln cap="flat" cmpd="sng" w="9525">
            <a:solidFill>
              <a:srgbClr val="000000"/>
            </a:solidFill>
            <a:prstDash val="solid"/>
            <a:round/>
            <a:headEnd len="med" w="med" type="none"/>
            <a:tailEnd len="med" w="med" type="none"/>
          </a:ln>
        </p:spPr>
      </p:cxnSp>
      <p:sp>
        <p:nvSpPr>
          <p:cNvPr id="5691" name="Google Shape;5691;p91"/>
          <p:cNvSpPr txBox="1"/>
          <p:nvPr/>
        </p:nvSpPr>
        <p:spPr>
          <a:xfrm>
            <a:off x="4458759" y="2797223"/>
            <a:ext cx="34336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t>
            </a:r>
            <a:endParaRPr/>
          </a:p>
        </p:txBody>
      </p:sp>
      <p:cxnSp>
        <p:nvCxnSpPr>
          <p:cNvPr id="5692" name="Google Shape;5692;p91"/>
          <p:cNvCxnSpPr/>
          <p:nvPr/>
        </p:nvCxnSpPr>
        <p:spPr>
          <a:xfrm>
            <a:off x="3679825" y="2613025"/>
            <a:ext cx="99076" cy="350013"/>
          </a:xfrm>
          <a:prstGeom prst="straightConnector1">
            <a:avLst/>
          </a:prstGeom>
          <a:noFill/>
          <a:ln cap="flat" cmpd="sng" w="9525">
            <a:solidFill>
              <a:srgbClr val="000000"/>
            </a:solidFill>
            <a:prstDash val="solid"/>
            <a:round/>
            <a:headEnd len="med" w="med" type="none"/>
            <a:tailEnd len="med" w="med" type="none"/>
          </a:ln>
        </p:spPr>
      </p:cxnSp>
      <p:cxnSp>
        <p:nvCxnSpPr>
          <p:cNvPr id="5693" name="Google Shape;5693;p91"/>
          <p:cNvCxnSpPr/>
          <p:nvPr/>
        </p:nvCxnSpPr>
        <p:spPr>
          <a:xfrm>
            <a:off x="3667126" y="2406650"/>
            <a:ext cx="480076" cy="580200"/>
          </a:xfrm>
          <a:prstGeom prst="straightConnector1">
            <a:avLst/>
          </a:prstGeom>
          <a:noFill/>
          <a:ln cap="flat" cmpd="sng" w="9525">
            <a:solidFill>
              <a:srgbClr val="000000"/>
            </a:solidFill>
            <a:prstDash val="solid"/>
            <a:round/>
            <a:headEnd len="med" w="med" type="none"/>
            <a:tailEnd len="med" w="med" type="none"/>
          </a:ln>
        </p:spPr>
      </p:cxnSp>
      <p:cxnSp>
        <p:nvCxnSpPr>
          <p:cNvPr id="5694" name="Google Shape;5694;p91"/>
          <p:cNvCxnSpPr/>
          <p:nvPr/>
        </p:nvCxnSpPr>
        <p:spPr>
          <a:xfrm>
            <a:off x="4537074" y="2397125"/>
            <a:ext cx="500713" cy="415100"/>
          </a:xfrm>
          <a:prstGeom prst="straightConnector1">
            <a:avLst/>
          </a:prstGeom>
          <a:noFill/>
          <a:ln cap="flat" cmpd="sng" w="9525">
            <a:solidFill>
              <a:srgbClr val="000000"/>
            </a:solidFill>
            <a:prstDash val="solid"/>
            <a:round/>
            <a:headEnd len="med" w="med" type="none"/>
            <a:tailEnd len="med" w="med" type="none"/>
          </a:ln>
        </p:spPr>
      </p:cxnSp>
      <p:sp>
        <p:nvSpPr>
          <p:cNvPr id="5695" name="Google Shape;5695;p91"/>
          <p:cNvSpPr txBox="1"/>
          <p:nvPr/>
        </p:nvSpPr>
        <p:spPr>
          <a:xfrm>
            <a:off x="1183665" y="3288788"/>
            <a:ext cx="1731567" cy="27699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EE (VLAN ports 1-8)</a:t>
            </a:r>
            <a:endParaRPr/>
          </a:p>
        </p:txBody>
      </p:sp>
      <p:sp>
        <p:nvSpPr>
          <p:cNvPr id="5696" name="Google Shape;5696;p91"/>
          <p:cNvSpPr txBox="1"/>
          <p:nvPr/>
        </p:nvSpPr>
        <p:spPr>
          <a:xfrm>
            <a:off x="3124560" y="3288788"/>
            <a:ext cx="2572510" cy="27699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CS (VLAN ports 9-15)</a:t>
            </a:r>
            <a:endParaRPr/>
          </a:p>
        </p:txBody>
      </p:sp>
      <p:sp>
        <p:nvSpPr>
          <p:cNvPr id="5697" name="Google Shape;5697;p91"/>
          <p:cNvSpPr txBox="1"/>
          <p:nvPr/>
        </p:nvSpPr>
        <p:spPr>
          <a:xfrm>
            <a:off x="2212515" y="2760270"/>
            <a:ext cx="34336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t>
            </a:r>
            <a:endParaRPr/>
          </a:p>
        </p:txBody>
      </p:sp>
      <p:grpSp>
        <p:nvGrpSpPr>
          <p:cNvPr id="5698" name="Google Shape;5698;p91"/>
          <p:cNvGrpSpPr/>
          <p:nvPr/>
        </p:nvGrpSpPr>
        <p:grpSpPr>
          <a:xfrm>
            <a:off x="1027763" y="2767775"/>
            <a:ext cx="609600" cy="558800"/>
            <a:chOff x="-44" y="1473"/>
            <a:chExt cx="981" cy="1105"/>
          </a:xfrm>
        </p:grpSpPr>
        <p:pic>
          <p:nvPicPr>
            <p:cNvPr descr="desktop_computer_stylized_medium" id="5699" name="Google Shape;5699;p9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700" name="Google Shape;5700;p9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701" name="Google Shape;5701;p91"/>
          <p:cNvGrpSpPr/>
          <p:nvPr/>
        </p:nvGrpSpPr>
        <p:grpSpPr>
          <a:xfrm>
            <a:off x="1592544" y="2773109"/>
            <a:ext cx="609600" cy="558800"/>
            <a:chOff x="-44" y="1473"/>
            <a:chExt cx="981" cy="1105"/>
          </a:xfrm>
        </p:grpSpPr>
        <p:pic>
          <p:nvPicPr>
            <p:cNvPr descr="desktop_computer_stylized_medium" id="5702" name="Google Shape;5702;p9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703" name="Google Shape;5703;p9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704" name="Google Shape;5704;p91"/>
          <p:cNvGrpSpPr/>
          <p:nvPr/>
        </p:nvGrpSpPr>
        <p:grpSpPr>
          <a:xfrm>
            <a:off x="2349411" y="2768447"/>
            <a:ext cx="609600" cy="558800"/>
            <a:chOff x="-44" y="1473"/>
            <a:chExt cx="981" cy="1105"/>
          </a:xfrm>
        </p:grpSpPr>
        <p:pic>
          <p:nvPicPr>
            <p:cNvPr descr="desktop_computer_stylized_medium" id="5705" name="Google Shape;5705;p9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706" name="Google Shape;5706;p9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707" name="Google Shape;5707;p91"/>
          <p:cNvGrpSpPr/>
          <p:nvPr/>
        </p:nvGrpSpPr>
        <p:grpSpPr>
          <a:xfrm>
            <a:off x="3314812" y="2763785"/>
            <a:ext cx="609600" cy="558800"/>
            <a:chOff x="-44" y="1473"/>
            <a:chExt cx="981" cy="1105"/>
          </a:xfrm>
        </p:grpSpPr>
        <p:pic>
          <p:nvPicPr>
            <p:cNvPr descr="desktop_computer_stylized_medium" id="5708" name="Google Shape;5708;p9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709" name="Google Shape;5709;p9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710" name="Google Shape;5710;p91"/>
          <p:cNvGrpSpPr/>
          <p:nvPr/>
        </p:nvGrpSpPr>
        <p:grpSpPr>
          <a:xfrm>
            <a:off x="3830039" y="2769695"/>
            <a:ext cx="609600" cy="558800"/>
            <a:chOff x="-44" y="1473"/>
            <a:chExt cx="981" cy="1105"/>
          </a:xfrm>
        </p:grpSpPr>
        <p:pic>
          <p:nvPicPr>
            <p:cNvPr descr="desktop_computer_stylized_medium" id="5711" name="Google Shape;5711;p9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712" name="Google Shape;5712;p9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713" name="Google Shape;5713;p91"/>
          <p:cNvGrpSpPr/>
          <p:nvPr/>
        </p:nvGrpSpPr>
        <p:grpSpPr>
          <a:xfrm>
            <a:off x="4693640" y="2778687"/>
            <a:ext cx="609600" cy="558800"/>
            <a:chOff x="-44" y="1473"/>
            <a:chExt cx="981" cy="1105"/>
          </a:xfrm>
        </p:grpSpPr>
        <p:pic>
          <p:nvPicPr>
            <p:cNvPr descr="desktop_computer_stylized_medium" id="5714" name="Google Shape;5714;p9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715" name="Google Shape;5715;p9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5716" name="Google Shape;5716;p91"/>
          <p:cNvSpPr/>
          <p:nvPr/>
        </p:nvSpPr>
        <p:spPr>
          <a:xfrm>
            <a:off x="7262446" y="2518116"/>
            <a:ext cx="887249" cy="247659"/>
          </a:xfrm>
          <a:prstGeom prst="rect">
            <a:avLst/>
          </a:prstGeom>
          <a:solidFill>
            <a:srgbClr val="9CC2E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717" name="Google Shape;5717;p91"/>
          <p:cNvSpPr/>
          <p:nvPr/>
        </p:nvSpPr>
        <p:spPr>
          <a:xfrm>
            <a:off x="6968086" y="2300638"/>
            <a:ext cx="1181609" cy="468313"/>
          </a:xfrm>
          <a:prstGeom prst="rect">
            <a:avLst/>
          </a:prstGeom>
          <a:no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5718" name="Google Shape;5718;p91"/>
          <p:cNvCxnSpPr/>
          <p:nvPr/>
        </p:nvCxnSpPr>
        <p:spPr>
          <a:xfrm>
            <a:off x="6967071" y="2518439"/>
            <a:ext cx="1163270" cy="2862"/>
          </a:xfrm>
          <a:prstGeom prst="straightConnector1">
            <a:avLst/>
          </a:prstGeom>
          <a:noFill/>
          <a:ln cap="flat" cmpd="sng" w="9525">
            <a:solidFill>
              <a:srgbClr val="000000"/>
            </a:solidFill>
            <a:prstDash val="solid"/>
            <a:round/>
            <a:headEnd len="med" w="med" type="none"/>
            <a:tailEnd len="med" w="med" type="none"/>
          </a:ln>
        </p:spPr>
      </p:cxnSp>
      <p:cxnSp>
        <p:nvCxnSpPr>
          <p:cNvPr id="5719" name="Google Shape;5719;p91"/>
          <p:cNvCxnSpPr/>
          <p:nvPr/>
        </p:nvCxnSpPr>
        <p:spPr>
          <a:xfrm>
            <a:off x="7558841" y="2310163"/>
            <a:ext cx="0" cy="463550"/>
          </a:xfrm>
          <a:prstGeom prst="straightConnector1">
            <a:avLst/>
          </a:prstGeom>
          <a:noFill/>
          <a:ln cap="flat" cmpd="sng" w="9525">
            <a:solidFill>
              <a:srgbClr val="000000"/>
            </a:solidFill>
            <a:prstDash val="solid"/>
            <a:round/>
            <a:headEnd len="med" w="med" type="none"/>
            <a:tailEnd len="med" w="med" type="none"/>
          </a:ln>
        </p:spPr>
      </p:cxnSp>
      <p:cxnSp>
        <p:nvCxnSpPr>
          <p:cNvPr id="5720" name="Google Shape;5720;p91"/>
          <p:cNvCxnSpPr/>
          <p:nvPr/>
        </p:nvCxnSpPr>
        <p:spPr>
          <a:xfrm>
            <a:off x="7263566" y="2305401"/>
            <a:ext cx="0" cy="463550"/>
          </a:xfrm>
          <a:prstGeom prst="straightConnector1">
            <a:avLst/>
          </a:prstGeom>
          <a:noFill/>
          <a:ln cap="flat" cmpd="sng" w="9525">
            <a:solidFill>
              <a:srgbClr val="000000"/>
            </a:solidFill>
            <a:prstDash val="solid"/>
            <a:round/>
            <a:headEnd len="med" w="med" type="none"/>
            <a:tailEnd len="med" w="med" type="none"/>
          </a:ln>
        </p:spPr>
      </p:cxnSp>
      <p:cxnSp>
        <p:nvCxnSpPr>
          <p:cNvPr id="5721" name="Google Shape;5721;p91"/>
          <p:cNvCxnSpPr/>
          <p:nvPr/>
        </p:nvCxnSpPr>
        <p:spPr>
          <a:xfrm>
            <a:off x="7854116" y="2300638"/>
            <a:ext cx="0" cy="463550"/>
          </a:xfrm>
          <a:prstGeom prst="straightConnector1">
            <a:avLst/>
          </a:prstGeom>
          <a:noFill/>
          <a:ln cap="flat" cmpd="sng" w="9525">
            <a:solidFill>
              <a:srgbClr val="000000"/>
            </a:solidFill>
            <a:prstDash val="solid"/>
            <a:round/>
            <a:headEnd len="med" w="med" type="none"/>
            <a:tailEnd len="med" w="med" type="none"/>
          </a:ln>
        </p:spPr>
      </p:cxnSp>
      <p:sp>
        <p:nvSpPr>
          <p:cNvPr id="5722" name="Google Shape;5722;p91"/>
          <p:cNvSpPr txBox="1"/>
          <p:nvPr/>
        </p:nvSpPr>
        <p:spPr>
          <a:xfrm>
            <a:off x="7499716" y="2254508"/>
            <a:ext cx="241300" cy="2143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Arial"/>
                <a:ea typeface="Arial"/>
                <a:cs typeface="Arial"/>
                <a:sym typeface="Arial"/>
              </a:rPr>
              <a:t>5</a:t>
            </a:r>
            <a:endParaRPr/>
          </a:p>
        </p:txBody>
      </p:sp>
      <p:sp>
        <p:nvSpPr>
          <p:cNvPr id="5723" name="Google Shape;5723;p91"/>
          <p:cNvSpPr txBox="1"/>
          <p:nvPr/>
        </p:nvSpPr>
        <p:spPr>
          <a:xfrm>
            <a:off x="7785634" y="2478093"/>
            <a:ext cx="242374" cy="2154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Arial"/>
                <a:ea typeface="Arial"/>
                <a:cs typeface="Arial"/>
                <a:sym typeface="Arial"/>
              </a:rPr>
              <a:t>8</a:t>
            </a:r>
            <a:endParaRPr/>
          </a:p>
        </p:txBody>
      </p:sp>
      <p:sp>
        <p:nvSpPr>
          <p:cNvPr id="5724" name="Google Shape;5724;p91"/>
          <p:cNvSpPr txBox="1"/>
          <p:nvPr/>
        </p:nvSpPr>
        <p:spPr>
          <a:xfrm>
            <a:off x="6893339" y="2473676"/>
            <a:ext cx="242374" cy="2154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Arial"/>
                <a:ea typeface="Arial"/>
                <a:cs typeface="Arial"/>
                <a:sym typeface="Arial"/>
              </a:rPr>
              <a:t>2</a:t>
            </a:r>
            <a:endParaRPr/>
          </a:p>
        </p:txBody>
      </p:sp>
      <p:sp>
        <p:nvSpPr>
          <p:cNvPr id="5725" name="Google Shape;5725;p91"/>
          <p:cNvSpPr txBox="1"/>
          <p:nvPr/>
        </p:nvSpPr>
        <p:spPr>
          <a:xfrm>
            <a:off x="7789706" y="2258673"/>
            <a:ext cx="242374" cy="2154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Arial"/>
                <a:ea typeface="Arial"/>
                <a:cs typeface="Arial"/>
                <a:sym typeface="Arial"/>
              </a:rPr>
              <a:t>7</a:t>
            </a:r>
            <a:endParaRPr/>
          </a:p>
        </p:txBody>
      </p:sp>
      <p:sp>
        <p:nvSpPr>
          <p:cNvPr id="5726" name="Google Shape;5726;p91"/>
          <p:cNvSpPr/>
          <p:nvPr/>
        </p:nvSpPr>
        <p:spPr>
          <a:xfrm>
            <a:off x="7104816" y="2613376"/>
            <a:ext cx="42862" cy="47625"/>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727" name="Google Shape;5727;p91"/>
          <p:cNvSpPr/>
          <p:nvPr/>
        </p:nvSpPr>
        <p:spPr>
          <a:xfrm>
            <a:off x="7092116" y="2399063"/>
            <a:ext cx="42862" cy="47625"/>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728" name="Google Shape;5728;p91"/>
          <p:cNvSpPr/>
          <p:nvPr/>
        </p:nvSpPr>
        <p:spPr>
          <a:xfrm>
            <a:off x="7971245" y="2607922"/>
            <a:ext cx="42863" cy="47625"/>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729" name="Google Shape;5729;p91"/>
          <p:cNvSpPr txBox="1"/>
          <p:nvPr/>
        </p:nvSpPr>
        <p:spPr>
          <a:xfrm>
            <a:off x="7898454" y="2836289"/>
            <a:ext cx="34336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t>
            </a:r>
            <a:endParaRPr/>
          </a:p>
        </p:txBody>
      </p:sp>
      <p:cxnSp>
        <p:nvCxnSpPr>
          <p:cNvPr id="5730" name="Google Shape;5730;p91"/>
          <p:cNvCxnSpPr/>
          <p:nvPr/>
        </p:nvCxnSpPr>
        <p:spPr>
          <a:xfrm>
            <a:off x="7116996" y="2624279"/>
            <a:ext cx="101600" cy="377825"/>
          </a:xfrm>
          <a:prstGeom prst="straightConnector1">
            <a:avLst/>
          </a:prstGeom>
          <a:noFill/>
          <a:ln cap="flat" cmpd="sng" w="9525">
            <a:solidFill>
              <a:srgbClr val="000000"/>
            </a:solidFill>
            <a:prstDash val="solid"/>
            <a:round/>
            <a:headEnd len="med" w="med" type="none"/>
            <a:tailEnd len="med" w="med" type="none"/>
          </a:ln>
        </p:spPr>
      </p:cxnSp>
      <p:cxnSp>
        <p:nvCxnSpPr>
          <p:cNvPr id="5731" name="Google Shape;5731;p91"/>
          <p:cNvCxnSpPr/>
          <p:nvPr/>
        </p:nvCxnSpPr>
        <p:spPr>
          <a:xfrm flipH="1">
            <a:off x="7586896" y="2641600"/>
            <a:ext cx="117034" cy="384315"/>
          </a:xfrm>
          <a:prstGeom prst="straightConnector1">
            <a:avLst/>
          </a:prstGeom>
          <a:noFill/>
          <a:ln cap="flat" cmpd="sng" w="9525">
            <a:solidFill>
              <a:srgbClr val="000000"/>
            </a:solidFill>
            <a:prstDash val="solid"/>
            <a:round/>
            <a:headEnd len="med" w="med" type="none"/>
            <a:tailEnd len="med" w="med" type="none"/>
          </a:ln>
        </p:spPr>
      </p:cxnSp>
      <p:grpSp>
        <p:nvGrpSpPr>
          <p:cNvPr id="5732" name="Google Shape;5732;p91"/>
          <p:cNvGrpSpPr/>
          <p:nvPr/>
        </p:nvGrpSpPr>
        <p:grpSpPr>
          <a:xfrm>
            <a:off x="6754507" y="2802851"/>
            <a:ext cx="609600" cy="558800"/>
            <a:chOff x="-44" y="1473"/>
            <a:chExt cx="981" cy="1105"/>
          </a:xfrm>
        </p:grpSpPr>
        <p:pic>
          <p:nvPicPr>
            <p:cNvPr descr="desktop_computer_stylized_medium" id="5733" name="Google Shape;5733;p9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734" name="Google Shape;5734;p9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735" name="Google Shape;5735;p91"/>
          <p:cNvGrpSpPr/>
          <p:nvPr/>
        </p:nvGrpSpPr>
        <p:grpSpPr>
          <a:xfrm>
            <a:off x="7269734" y="2808761"/>
            <a:ext cx="609600" cy="558800"/>
            <a:chOff x="-44" y="1473"/>
            <a:chExt cx="981" cy="1105"/>
          </a:xfrm>
        </p:grpSpPr>
        <p:pic>
          <p:nvPicPr>
            <p:cNvPr descr="desktop_computer_stylized_medium" id="5736" name="Google Shape;5736;p9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737" name="Google Shape;5737;p9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738" name="Google Shape;5738;p91"/>
          <p:cNvGrpSpPr/>
          <p:nvPr/>
        </p:nvGrpSpPr>
        <p:grpSpPr>
          <a:xfrm>
            <a:off x="6951920" y="1887445"/>
            <a:ext cx="1206122" cy="410624"/>
            <a:chOff x="7399107" y="1365161"/>
            <a:chExt cx="2388836" cy="732595"/>
          </a:xfrm>
        </p:grpSpPr>
        <p:sp>
          <p:nvSpPr>
            <p:cNvPr id="5739" name="Google Shape;5739;p91"/>
            <p:cNvSpPr/>
            <p:nvPr/>
          </p:nvSpPr>
          <p:spPr>
            <a:xfrm>
              <a:off x="7399107" y="1365161"/>
              <a:ext cx="2388836" cy="732595"/>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5740" name="Google Shape;5740;p91"/>
            <p:cNvGrpSpPr/>
            <p:nvPr/>
          </p:nvGrpSpPr>
          <p:grpSpPr>
            <a:xfrm>
              <a:off x="7564998" y="1450537"/>
              <a:ext cx="2021605" cy="589765"/>
              <a:chOff x="7939341" y="3037317"/>
              <a:chExt cx="897649" cy="353919"/>
            </a:xfrm>
          </p:grpSpPr>
          <p:sp>
            <p:nvSpPr>
              <p:cNvPr id="5741" name="Google Shape;5741;p91"/>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742" name="Google Shape;5742;p91"/>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743" name="Google Shape;5743;p91"/>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744" name="Google Shape;5744;p91"/>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cxnSp>
        <p:nvCxnSpPr>
          <p:cNvPr id="5745" name="Google Shape;5745;p91"/>
          <p:cNvCxnSpPr/>
          <p:nvPr/>
        </p:nvCxnSpPr>
        <p:spPr>
          <a:xfrm>
            <a:off x="7991061" y="2628348"/>
            <a:ext cx="474942" cy="395964"/>
          </a:xfrm>
          <a:prstGeom prst="straightConnector1">
            <a:avLst/>
          </a:prstGeom>
          <a:noFill/>
          <a:ln cap="flat" cmpd="sng" w="9525">
            <a:solidFill>
              <a:schemeClr val="dk1"/>
            </a:solidFill>
            <a:prstDash val="solid"/>
            <a:round/>
            <a:headEnd len="med" w="med" type="none"/>
            <a:tailEnd len="med" w="med" type="none"/>
          </a:ln>
        </p:spPr>
      </p:cxnSp>
      <p:grpSp>
        <p:nvGrpSpPr>
          <p:cNvPr id="5746" name="Google Shape;5746;p91"/>
          <p:cNvGrpSpPr/>
          <p:nvPr/>
        </p:nvGrpSpPr>
        <p:grpSpPr>
          <a:xfrm>
            <a:off x="8133335" y="2817753"/>
            <a:ext cx="609600" cy="558800"/>
            <a:chOff x="-44" y="1473"/>
            <a:chExt cx="981" cy="1105"/>
          </a:xfrm>
        </p:grpSpPr>
        <p:pic>
          <p:nvPicPr>
            <p:cNvPr descr="desktop_computer_stylized_medium" id="5747" name="Google Shape;5747;p9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748" name="Google Shape;5748;p9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749" name="Google Shape;5749;p91"/>
          <p:cNvGrpSpPr/>
          <p:nvPr/>
        </p:nvGrpSpPr>
        <p:grpSpPr>
          <a:xfrm>
            <a:off x="4317661" y="2251388"/>
            <a:ext cx="2835275" cy="430213"/>
            <a:chOff x="2096" y="1154"/>
            <a:chExt cx="1786" cy="271"/>
          </a:xfrm>
        </p:grpSpPr>
        <p:sp>
          <p:nvSpPr>
            <p:cNvPr id="5750" name="Google Shape;5750;p91"/>
            <p:cNvSpPr/>
            <p:nvPr/>
          </p:nvSpPr>
          <p:spPr>
            <a:xfrm>
              <a:off x="2215" y="1381"/>
              <a:ext cx="27" cy="30"/>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5751" name="Google Shape;5751;p91"/>
            <p:cNvGrpSpPr/>
            <p:nvPr/>
          </p:nvGrpSpPr>
          <p:grpSpPr>
            <a:xfrm>
              <a:off x="2096" y="1154"/>
              <a:ext cx="1786" cy="271"/>
              <a:chOff x="2096" y="1154"/>
              <a:chExt cx="1786" cy="271"/>
            </a:xfrm>
          </p:grpSpPr>
          <p:sp>
            <p:nvSpPr>
              <p:cNvPr id="5752" name="Google Shape;5752;p91"/>
              <p:cNvSpPr txBox="1"/>
              <p:nvPr/>
            </p:nvSpPr>
            <p:spPr>
              <a:xfrm>
                <a:off x="2096" y="1290"/>
                <a:ext cx="188" cy="13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800"/>
                  <a:buFont typeface="Arial"/>
                  <a:buNone/>
                </a:pPr>
                <a:r>
                  <a:rPr b="0" i="0" lang="en-US" sz="800" u="none" cap="none" strike="noStrike">
                    <a:solidFill>
                      <a:srgbClr val="FF0000"/>
                    </a:solidFill>
                    <a:latin typeface="Arial"/>
                    <a:ea typeface="Arial"/>
                    <a:cs typeface="Arial"/>
                    <a:sym typeface="Arial"/>
                  </a:rPr>
                  <a:t>16</a:t>
                </a:r>
                <a:endParaRPr/>
              </a:p>
            </p:txBody>
          </p:sp>
          <p:sp>
            <p:nvSpPr>
              <p:cNvPr id="5753" name="Google Shape;5753;p91"/>
              <p:cNvSpPr txBox="1"/>
              <p:nvPr/>
            </p:nvSpPr>
            <p:spPr>
              <a:xfrm>
                <a:off x="3729" y="1154"/>
                <a:ext cx="152" cy="13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800"/>
                  <a:buFont typeface="Arial"/>
                  <a:buNone/>
                </a:pPr>
                <a:r>
                  <a:rPr b="0" i="0" lang="en-US" sz="800" u="none" cap="none" strike="noStrike">
                    <a:solidFill>
                      <a:srgbClr val="FF0000"/>
                    </a:solidFill>
                    <a:latin typeface="Arial"/>
                    <a:ea typeface="Arial"/>
                    <a:cs typeface="Arial"/>
                    <a:sym typeface="Arial"/>
                  </a:rPr>
                  <a:t>1</a:t>
                </a:r>
                <a:endParaRPr/>
              </a:p>
            </p:txBody>
          </p:sp>
          <p:sp>
            <p:nvSpPr>
              <p:cNvPr id="5754" name="Google Shape;5754;p91"/>
              <p:cNvSpPr/>
              <p:nvPr/>
            </p:nvSpPr>
            <p:spPr>
              <a:xfrm>
                <a:off x="3855" y="1247"/>
                <a:ext cx="27" cy="30"/>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755" name="Google Shape;5755;p91"/>
              <p:cNvSpPr/>
              <p:nvPr/>
            </p:nvSpPr>
            <p:spPr>
              <a:xfrm>
                <a:off x="2226" y="1260"/>
                <a:ext cx="1644" cy="135"/>
              </a:xfrm>
              <a:custGeom>
                <a:rect b="b" l="l" r="r" t="t"/>
                <a:pathLst>
                  <a:path extrusionOk="0" h="135" w="1644">
                    <a:moveTo>
                      <a:pt x="0" y="135"/>
                    </a:moveTo>
                    <a:lnTo>
                      <a:pt x="852" y="132"/>
                    </a:lnTo>
                    <a:lnTo>
                      <a:pt x="1050" y="0"/>
                    </a:lnTo>
                    <a:lnTo>
                      <a:pt x="1644" y="0"/>
                    </a:lnTo>
                  </a:path>
                </a:pathLst>
              </a:custGeom>
              <a:noFill/>
              <a:ln cap="flat" cmpd="sng" w="28575">
                <a:solidFill>
                  <a:srgbClr val="FF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sp>
        <p:nvSpPr>
          <p:cNvPr id="5756" name="Google Shape;5756;p91"/>
          <p:cNvSpPr txBox="1"/>
          <p:nvPr/>
        </p:nvSpPr>
        <p:spPr>
          <a:xfrm>
            <a:off x="7500889" y="2475447"/>
            <a:ext cx="241300" cy="2143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Arial"/>
                <a:ea typeface="Arial"/>
                <a:cs typeface="Arial"/>
                <a:sym typeface="Arial"/>
              </a:rPr>
              <a:t>6</a:t>
            </a:r>
            <a:endParaRPr/>
          </a:p>
        </p:txBody>
      </p:sp>
      <p:sp>
        <p:nvSpPr>
          <p:cNvPr id="5757" name="Google Shape;5757;p91"/>
          <p:cNvSpPr txBox="1"/>
          <p:nvPr/>
        </p:nvSpPr>
        <p:spPr>
          <a:xfrm>
            <a:off x="7218068" y="2256799"/>
            <a:ext cx="242374" cy="2154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Arial"/>
                <a:ea typeface="Arial"/>
                <a:cs typeface="Arial"/>
                <a:sym typeface="Arial"/>
              </a:rPr>
              <a:t>3</a:t>
            </a:r>
            <a:endParaRPr/>
          </a:p>
        </p:txBody>
      </p:sp>
      <p:sp>
        <p:nvSpPr>
          <p:cNvPr id="5758" name="Google Shape;5758;p91"/>
          <p:cNvSpPr txBox="1"/>
          <p:nvPr/>
        </p:nvSpPr>
        <p:spPr>
          <a:xfrm>
            <a:off x="7199854" y="2474305"/>
            <a:ext cx="242374" cy="2154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Arial"/>
                <a:ea typeface="Arial"/>
                <a:cs typeface="Arial"/>
                <a:sym typeface="Arial"/>
              </a:rPr>
              <a:t>4</a:t>
            </a:r>
            <a:endParaRPr/>
          </a:p>
        </p:txBody>
      </p:sp>
      <p:sp>
        <p:nvSpPr>
          <p:cNvPr id="5759" name="Google Shape;5759;p91"/>
          <p:cNvSpPr/>
          <p:nvPr/>
        </p:nvSpPr>
        <p:spPr>
          <a:xfrm>
            <a:off x="7682457" y="2619380"/>
            <a:ext cx="42863" cy="47625"/>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760" name="Google Shape;5760;p91"/>
          <p:cNvSpPr txBox="1"/>
          <p:nvPr/>
        </p:nvSpPr>
        <p:spPr>
          <a:xfrm>
            <a:off x="6441701" y="3325906"/>
            <a:ext cx="2408238"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Ports 2,3,5 belong to EE VLAN</a:t>
            </a:r>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Ports 4,6,7,8 belong to CS VLAN</a:t>
            </a:r>
            <a:endParaRPr/>
          </a:p>
        </p:txBody>
      </p:sp>
      <p:sp>
        <p:nvSpPr>
          <p:cNvPr id="5761" name="Google Shape;5761;p91"/>
          <p:cNvSpPr txBox="1"/>
          <p:nvPr/>
        </p:nvSpPr>
        <p:spPr>
          <a:xfrm>
            <a:off x="1379351" y="4052608"/>
            <a:ext cx="9983414" cy="2687638"/>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CC0000"/>
                </a:solidFill>
                <a:latin typeface="Calibri"/>
                <a:ea typeface="Calibri"/>
                <a:cs typeface="Calibri"/>
                <a:sym typeface="Calibri"/>
              </a:rPr>
              <a:t>trunk port: </a:t>
            </a:r>
            <a:r>
              <a:rPr b="0" i="0" lang="en-US" sz="2800" u="none" cap="none" strike="noStrike">
                <a:solidFill>
                  <a:srgbClr val="000000"/>
                </a:solidFill>
                <a:latin typeface="Calibri"/>
                <a:ea typeface="Calibri"/>
                <a:cs typeface="Calibri"/>
                <a:sym typeface="Calibri"/>
              </a:rPr>
              <a:t>carries frames between VLANS defined over multiple physical switches</a:t>
            </a:r>
            <a:endParaRPr/>
          </a:p>
          <a:p>
            <a:pPr indent="-227013" lvl="1" marL="466725" marR="0" rtl="0" algn="l">
              <a:lnSpc>
                <a:spcPct val="90000"/>
              </a:lnSpc>
              <a:spcBef>
                <a:spcPts val="500"/>
              </a:spcBef>
              <a:spcAft>
                <a:spcPts val="0"/>
              </a:spcAft>
              <a:buClr>
                <a:srgbClr val="0000A8"/>
              </a:buClr>
              <a:buSzPts val="2400"/>
              <a:buFont typeface="Noto Sans Symbols"/>
              <a:buChar char="▪"/>
            </a:pPr>
            <a:r>
              <a:rPr b="0" i="0" lang="en-US" sz="2400" u="none" cap="none" strike="noStrike">
                <a:solidFill>
                  <a:srgbClr val="000000"/>
                </a:solidFill>
                <a:latin typeface="Calibri"/>
                <a:ea typeface="Calibri"/>
                <a:cs typeface="Calibri"/>
                <a:sym typeface="Calibri"/>
              </a:rPr>
              <a:t>frames forwarded within VLAN between switches can’t be vanilla 802.1 frames (must carry VLAN ID info)</a:t>
            </a:r>
            <a:endParaRPr/>
          </a:p>
          <a:p>
            <a:pPr indent="-227013" lvl="1" marL="466725" marR="0" rtl="0" algn="l">
              <a:lnSpc>
                <a:spcPct val="90000"/>
              </a:lnSpc>
              <a:spcBef>
                <a:spcPts val="500"/>
              </a:spcBef>
              <a:spcAft>
                <a:spcPts val="0"/>
              </a:spcAft>
              <a:buClr>
                <a:srgbClr val="0000A8"/>
              </a:buClr>
              <a:buSzPts val="2400"/>
              <a:buFont typeface="Noto Sans Symbols"/>
              <a:buChar char="▪"/>
            </a:pPr>
            <a:r>
              <a:rPr b="0" i="0" lang="en-US" sz="2400" u="none" cap="none" strike="noStrike">
                <a:solidFill>
                  <a:srgbClr val="000000"/>
                </a:solidFill>
                <a:latin typeface="Calibri"/>
                <a:ea typeface="Calibri"/>
                <a:cs typeface="Calibri"/>
                <a:sym typeface="Calibri"/>
              </a:rPr>
              <a:t>802.1q protocol adds/removed additional header fields for frames forwarded between trunk ports</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61">
                                            <p:txEl>
                                              <p:pRg end="0" st="0"/>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61">
                                            <p:txEl>
                                              <p:pRg end="1" st="1"/>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61">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6" name="Shape 5766"/>
        <p:cNvGrpSpPr/>
        <p:nvPr/>
      </p:nvGrpSpPr>
      <p:grpSpPr>
        <a:xfrm>
          <a:off x="0" y="0"/>
          <a:ext cx="0" cy="0"/>
          <a:chOff x="0" y="0"/>
          <a:chExt cx="0" cy="0"/>
        </a:xfrm>
      </p:grpSpPr>
      <p:sp>
        <p:nvSpPr>
          <p:cNvPr id="5767" name="Google Shape;5767;p92"/>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99"/>
              </a:buClr>
              <a:buSzPts val="4400"/>
              <a:buFont typeface="Calibri"/>
              <a:buNone/>
            </a:pPr>
            <a:r>
              <a:rPr b="0" lang="en-US">
                <a:solidFill>
                  <a:srgbClr val="000099"/>
                </a:solidFill>
                <a:latin typeface="Calibri"/>
                <a:ea typeface="Calibri"/>
                <a:cs typeface="Calibri"/>
                <a:sym typeface="Calibri"/>
              </a:rPr>
              <a:t>802.1Q VLAN frame format</a:t>
            </a:r>
            <a:endParaRPr/>
          </a:p>
        </p:txBody>
      </p:sp>
      <p:sp>
        <p:nvSpPr>
          <p:cNvPr id="5768" name="Google Shape;5768;p92"/>
          <p:cNvSpPr txBox="1"/>
          <p:nvPr>
            <p:ph idx="12" type="sldNum"/>
          </p:nvPr>
        </p:nvSpPr>
        <p:spPr>
          <a:xfrm>
            <a:off x="9206737" y="6492875"/>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Link Layer: 6-</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
        <p:nvSpPr>
          <p:cNvPr id="5769" name="Google Shape;5769;p92"/>
          <p:cNvSpPr txBox="1"/>
          <p:nvPr/>
        </p:nvSpPr>
        <p:spPr>
          <a:xfrm>
            <a:off x="9037266" y="1963177"/>
            <a:ext cx="2853345"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802.1 Ethernet frame</a:t>
            </a:r>
            <a:endParaRPr/>
          </a:p>
        </p:txBody>
      </p:sp>
      <p:grpSp>
        <p:nvGrpSpPr>
          <p:cNvPr id="5770" name="Google Shape;5770;p92"/>
          <p:cNvGrpSpPr/>
          <p:nvPr/>
        </p:nvGrpSpPr>
        <p:grpSpPr>
          <a:xfrm>
            <a:off x="970245" y="1413943"/>
            <a:ext cx="7867779" cy="1104405"/>
            <a:chOff x="940711" y="4902593"/>
            <a:chExt cx="6291001" cy="992895"/>
          </a:xfrm>
        </p:grpSpPr>
        <p:cxnSp>
          <p:nvCxnSpPr>
            <p:cNvPr id="5771" name="Google Shape;5771;p92"/>
            <p:cNvCxnSpPr/>
            <p:nvPr/>
          </p:nvCxnSpPr>
          <p:spPr>
            <a:xfrm>
              <a:off x="3570934" y="5199463"/>
              <a:ext cx="0" cy="204647"/>
            </a:xfrm>
            <a:prstGeom prst="straightConnector1">
              <a:avLst/>
            </a:prstGeom>
            <a:noFill/>
            <a:ln cap="flat" cmpd="sng" w="9525">
              <a:solidFill>
                <a:schemeClr val="dk1"/>
              </a:solidFill>
              <a:prstDash val="solid"/>
              <a:round/>
              <a:headEnd len="med" w="med" type="none"/>
              <a:tailEnd len="med" w="med" type="none"/>
            </a:ln>
          </p:spPr>
        </p:cxnSp>
        <p:sp>
          <p:nvSpPr>
            <p:cNvPr id="5772" name="Google Shape;5772;p92"/>
            <p:cNvSpPr/>
            <p:nvPr/>
          </p:nvSpPr>
          <p:spPr>
            <a:xfrm>
              <a:off x="976959" y="5272489"/>
              <a:ext cx="6254753" cy="547846"/>
            </a:xfrm>
            <a:prstGeom prst="rect">
              <a:avLst/>
            </a:prstGeom>
            <a:solidFill>
              <a:srgbClr val="00B050"/>
            </a:solidFill>
            <a:ln cap="flat" cmpd="sng" w="9525">
              <a:solidFill>
                <a:schemeClr val="lt1"/>
              </a:solidFill>
              <a:prstDash val="solid"/>
              <a:round/>
              <a:headEnd len="sm" w="sm" type="none"/>
              <a:tailEnd len="sm" w="sm" type="none"/>
            </a:ln>
            <a:effectLst>
              <a:outerShdw blurRad="50800" rotWithShape="0" algn="bl" dir="189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cxnSp>
          <p:nvCxnSpPr>
            <p:cNvPr id="5773" name="Google Shape;5773;p92"/>
            <p:cNvCxnSpPr/>
            <p:nvPr/>
          </p:nvCxnSpPr>
          <p:spPr>
            <a:xfrm>
              <a:off x="1970955" y="5262636"/>
              <a:ext cx="0" cy="550375"/>
            </a:xfrm>
            <a:prstGeom prst="straightConnector1">
              <a:avLst/>
            </a:prstGeom>
            <a:noFill/>
            <a:ln cap="flat" cmpd="sng" w="19050">
              <a:solidFill>
                <a:schemeClr val="lt1"/>
              </a:solidFill>
              <a:prstDash val="solid"/>
              <a:round/>
              <a:headEnd len="med" w="med" type="none"/>
              <a:tailEnd len="med" w="med" type="none"/>
            </a:ln>
          </p:spPr>
        </p:cxnSp>
        <p:cxnSp>
          <p:nvCxnSpPr>
            <p:cNvPr id="5774" name="Google Shape;5774;p92"/>
            <p:cNvCxnSpPr/>
            <p:nvPr/>
          </p:nvCxnSpPr>
          <p:spPr>
            <a:xfrm>
              <a:off x="2701175" y="5265808"/>
              <a:ext cx="0" cy="583683"/>
            </a:xfrm>
            <a:prstGeom prst="straightConnector1">
              <a:avLst/>
            </a:prstGeom>
            <a:noFill/>
            <a:ln cap="flat" cmpd="sng" w="19050">
              <a:solidFill>
                <a:schemeClr val="lt1"/>
              </a:solidFill>
              <a:prstDash val="solid"/>
              <a:round/>
              <a:headEnd len="med" w="med" type="none"/>
              <a:tailEnd len="med" w="med" type="none"/>
            </a:ln>
          </p:spPr>
        </p:cxnSp>
        <p:cxnSp>
          <p:nvCxnSpPr>
            <p:cNvPr id="5775" name="Google Shape;5775;p92"/>
            <p:cNvCxnSpPr/>
            <p:nvPr/>
          </p:nvCxnSpPr>
          <p:spPr>
            <a:xfrm>
              <a:off x="3429808" y="5270567"/>
              <a:ext cx="0" cy="548789"/>
            </a:xfrm>
            <a:prstGeom prst="straightConnector1">
              <a:avLst/>
            </a:prstGeom>
            <a:noFill/>
            <a:ln cap="flat" cmpd="sng" w="19050">
              <a:solidFill>
                <a:schemeClr val="lt1"/>
              </a:solidFill>
              <a:prstDash val="solid"/>
              <a:round/>
              <a:headEnd len="med" w="med" type="none"/>
              <a:tailEnd len="med" w="med" type="none"/>
            </a:ln>
          </p:spPr>
        </p:cxnSp>
        <p:cxnSp>
          <p:nvCxnSpPr>
            <p:cNvPr id="5776" name="Google Shape;5776;p92"/>
            <p:cNvCxnSpPr/>
            <p:nvPr/>
          </p:nvCxnSpPr>
          <p:spPr>
            <a:xfrm>
              <a:off x="3683797" y="5265808"/>
              <a:ext cx="0" cy="580510"/>
            </a:xfrm>
            <a:prstGeom prst="straightConnector1">
              <a:avLst/>
            </a:prstGeom>
            <a:noFill/>
            <a:ln cap="flat" cmpd="sng" w="19050">
              <a:solidFill>
                <a:schemeClr val="lt1"/>
              </a:solidFill>
              <a:prstDash val="solid"/>
              <a:round/>
              <a:headEnd len="med" w="med" type="none"/>
              <a:tailEnd len="med" w="med" type="none"/>
            </a:ln>
          </p:spPr>
        </p:cxnSp>
        <p:cxnSp>
          <p:nvCxnSpPr>
            <p:cNvPr id="5777" name="Google Shape;5777;p92"/>
            <p:cNvCxnSpPr/>
            <p:nvPr/>
          </p:nvCxnSpPr>
          <p:spPr>
            <a:xfrm>
              <a:off x="5650628" y="5272152"/>
              <a:ext cx="0" cy="623336"/>
            </a:xfrm>
            <a:prstGeom prst="straightConnector1">
              <a:avLst/>
            </a:prstGeom>
            <a:noFill/>
            <a:ln cap="flat" cmpd="sng" w="19050">
              <a:solidFill>
                <a:schemeClr val="lt1"/>
              </a:solidFill>
              <a:prstDash val="solid"/>
              <a:round/>
              <a:headEnd len="med" w="med" type="none"/>
              <a:tailEnd len="med" w="med" type="none"/>
            </a:ln>
          </p:spPr>
        </p:cxnSp>
        <p:sp>
          <p:nvSpPr>
            <p:cNvPr id="5778" name="Google Shape;5778;p92"/>
            <p:cNvSpPr txBox="1"/>
            <p:nvPr/>
          </p:nvSpPr>
          <p:spPr>
            <a:xfrm>
              <a:off x="1927355" y="5375236"/>
              <a:ext cx="844810" cy="329158"/>
            </a:xfrm>
            <a:prstGeom prst="rect">
              <a:avLst/>
            </a:prstGeom>
            <a:noFill/>
            <a:ln>
              <a:noFill/>
            </a:ln>
          </p:spPr>
          <p:txBody>
            <a:bodyPr anchorCtr="0" anchor="t" bIns="45700" lIns="91425" spcFirstLastPara="1" rIns="91425" wrap="square" tIns="45700">
              <a:spAutoFit/>
            </a:bodyPr>
            <a:lstStyle/>
            <a:p>
              <a:pPr indent="0" lvl="0" marL="0" marR="0" rtl="0" algn="ctr">
                <a:lnSpc>
                  <a:spcPct val="75000"/>
                </a:lnSpc>
                <a:spcBef>
                  <a:spcPts val="0"/>
                </a:spcBef>
                <a:spcAft>
                  <a:spcPts val="0"/>
                </a:spcAft>
                <a:buClr>
                  <a:srgbClr val="FFFFFF"/>
                </a:buClr>
                <a:buSzPts val="1600"/>
                <a:buFont typeface="Calibri"/>
                <a:buNone/>
              </a:pPr>
              <a:r>
                <a:rPr b="0" i="1" lang="en-US" sz="1600" u="none" cap="none" strike="noStrike">
                  <a:solidFill>
                    <a:srgbClr val="FFFFFF"/>
                  </a:solidFill>
                  <a:latin typeface="Calibri"/>
                  <a:ea typeface="Calibri"/>
                  <a:cs typeface="Calibri"/>
                  <a:sym typeface="Calibri"/>
                </a:rPr>
                <a:t>dest.</a:t>
              </a:r>
              <a:endParaRPr/>
            </a:p>
            <a:p>
              <a:pPr indent="0" lvl="0" marL="0" marR="0" rtl="0" algn="ctr">
                <a:lnSpc>
                  <a:spcPct val="75000"/>
                </a:lnSpc>
                <a:spcBef>
                  <a:spcPts val="0"/>
                </a:spcBef>
                <a:spcAft>
                  <a:spcPts val="0"/>
                </a:spcAft>
                <a:buClr>
                  <a:srgbClr val="FFFFFF"/>
                </a:buClr>
                <a:buSzPts val="1600"/>
                <a:buFont typeface="Calibri"/>
                <a:buNone/>
              </a:pPr>
              <a:r>
                <a:rPr b="0" i="1" lang="en-US" sz="1600" u="none" cap="none" strike="noStrike">
                  <a:solidFill>
                    <a:srgbClr val="FFFFFF"/>
                  </a:solidFill>
                  <a:latin typeface="Calibri"/>
                  <a:ea typeface="Calibri"/>
                  <a:cs typeface="Calibri"/>
                  <a:sym typeface="Calibri"/>
                </a:rPr>
                <a:t>address</a:t>
              </a:r>
              <a:endParaRPr/>
            </a:p>
          </p:txBody>
        </p:sp>
        <p:sp>
          <p:nvSpPr>
            <p:cNvPr id="5779" name="Google Shape;5779;p92"/>
            <p:cNvSpPr txBox="1"/>
            <p:nvPr/>
          </p:nvSpPr>
          <p:spPr>
            <a:xfrm>
              <a:off x="2652391" y="5379038"/>
              <a:ext cx="844810" cy="329158"/>
            </a:xfrm>
            <a:prstGeom prst="rect">
              <a:avLst/>
            </a:prstGeom>
            <a:noFill/>
            <a:ln>
              <a:noFill/>
            </a:ln>
          </p:spPr>
          <p:txBody>
            <a:bodyPr anchorCtr="0" anchor="t" bIns="45700" lIns="91425" spcFirstLastPara="1" rIns="91425" wrap="square" tIns="45700">
              <a:spAutoFit/>
            </a:bodyPr>
            <a:lstStyle/>
            <a:p>
              <a:pPr indent="0" lvl="0" marL="0" marR="0" rtl="0" algn="ctr">
                <a:lnSpc>
                  <a:spcPct val="75000"/>
                </a:lnSpc>
                <a:spcBef>
                  <a:spcPts val="0"/>
                </a:spcBef>
                <a:spcAft>
                  <a:spcPts val="0"/>
                </a:spcAft>
                <a:buClr>
                  <a:srgbClr val="FFFFFF"/>
                </a:buClr>
                <a:buSzPts val="1600"/>
                <a:buFont typeface="Calibri"/>
                <a:buNone/>
              </a:pPr>
              <a:r>
                <a:rPr b="0" i="1" lang="en-US" sz="1600" u="none" cap="none" strike="noStrike">
                  <a:solidFill>
                    <a:srgbClr val="FFFFFF"/>
                  </a:solidFill>
                  <a:latin typeface="Calibri"/>
                  <a:ea typeface="Calibri"/>
                  <a:cs typeface="Calibri"/>
                  <a:sym typeface="Calibri"/>
                </a:rPr>
                <a:t>source</a:t>
              </a:r>
              <a:endParaRPr/>
            </a:p>
            <a:p>
              <a:pPr indent="0" lvl="0" marL="0" marR="0" rtl="0" algn="ctr">
                <a:lnSpc>
                  <a:spcPct val="75000"/>
                </a:lnSpc>
                <a:spcBef>
                  <a:spcPts val="0"/>
                </a:spcBef>
                <a:spcAft>
                  <a:spcPts val="0"/>
                </a:spcAft>
                <a:buClr>
                  <a:srgbClr val="FFFFFF"/>
                </a:buClr>
                <a:buSzPts val="1600"/>
                <a:buFont typeface="Calibri"/>
                <a:buNone/>
              </a:pPr>
              <a:r>
                <a:rPr b="0" i="1" lang="en-US" sz="1600" u="none" cap="none" strike="noStrike">
                  <a:solidFill>
                    <a:srgbClr val="FFFFFF"/>
                  </a:solidFill>
                  <a:latin typeface="Calibri"/>
                  <a:ea typeface="Calibri"/>
                  <a:cs typeface="Calibri"/>
                  <a:sym typeface="Calibri"/>
                </a:rPr>
                <a:t>address</a:t>
              </a:r>
              <a:endParaRPr/>
            </a:p>
          </p:txBody>
        </p:sp>
        <p:sp>
          <p:nvSpPr>
            <p:cNvPr id="5780" name="Google Shape;5780;p92"/>
            <p:cNvSpPr txBox="1"/>
            <p:nvPr/>
          </p:nvSpPr>
          <p:spPr>
            <a:xfrm>
              <a:off x="3969632" y="5447787"/>
              <a:ext cx="1377407" cy="212671"/>
            </a:xfrm>
            <a:prstGeom prst="rect">
              <a:avLst/>
            </a:prstGeom>
            <a:noFill/>
            <a:ln>
              <a:noFill/>
            </a:ln>
          </p:spPr>
          <p:txBody>
            <a:bodyPr anchorCtr="0" anchor="t" bIns="45700" lIns="91425" spcFirstLastPara="1" rIns="91425" wrap="square" tIns="45700">
              <a:spAutoFit/>
            </a:bodyPr>
            <a:lstStyle/>
            <a:p>
              <a:pPr indent="0" lvl="0" marL="0" marR="0" rtl="0" algn="ctr">
                <a:lnSpc>
                  <a:spcPct val="66666"/>
                </a:lnSpc>
                <a:spcBef>
                  <a:spcPts val="0"/>
                </a:spcBef>
                <a:spcAft>
                  <a:spcPts val="0"/>
                </a:spcAft>
                <a:buClr>
                  <a:srgbClr val="FFFFFF"/>
                </a:buClr>
                <a:buSzPts val="1800"/>
                <a:buFont typeface="Calibri"/>
                <a:buNone/>
              </a:pPr>
              <a:r>
                <a:rPr b="0" i="1" lang="en-US" sz="1800" u="none" cap="none" strike="noStrike">
                  <a:solidFill>
                    <a:srgbClr val="FFFFFF"/>
                  </a:solidFill>
                  <a:latin typeface="Calibri"/>
                  <a:ea typeface="Calibri"/>
                  <a:cs typeface="Calibri"/>
                  <a:sym typeface="Calibri"/>
                </a:rPr>
                <a:t>data (payload)</a:t>
              </a:r>
              <a:endParaRPr/>
            </a:p>
          </p:txBody>
        </p:sp>
        <p:sp>
          <p:nvSpPr>
            <p:cNvPr id="5781" name="Google Shape;5781;p92"/>
            <p:cNvSpPr txBox="1"/>
            <p:nvPr/>
          </p:nvSpPr>
          <p:spPr>
            <a:xfrm>
              <a:off x="5941065" y="5431291"/>
              <a:ext cx="855572" cy="212671"/>
            </a:xfrm>
            <a:prstGeom prst="rect">
              <a:avLst/>
            </a:prstGeom>
            <a:noFill/>
            <a:ln>
              <a:noFill/>
            </a:ln>
          </p:spPr>
          <p:txBody>
            <a:bodyPr anchorCtr="0" anchor="t" bIns="45700" lIns="91425" spcFirstLastPara="1" rIns="91425" wrap="square" tIns="45700">
              <a:spAutoFit/>
            </a:bodyPr>
            <a:lstStyle/>
            <a:p>
              <a:pPr indent="0" lvl="0" marL="0" marR="0" rtl="0" algn="ctr">
                <a:lnSpc>
                  <a:spcPct val="66666"/>
                </a:lnSpc>
                <a:spcBef>
                  <a:spcPts val="0"/>
                </a:spcBef>
                <a:spcAft>
                  <a:spcPts val="0"/>
                </a:spcAft>
                <a:buClr>
                  <a:srgbClr val="FFFFFF"/>
                </a:buClr>
                <a:buSzPts val="1800"/>
                <a:buFont typeface="Calibri"/>
                <a:buNone/>
              </a:pPr>
              <a:r>
                <a:rPr b="0" i="1" lang="en-US" sz="1800" u="none" cap="none" strike="noStrike">
                  <a:solidFill>
                    <a:srgbClr val="FFFFFF"/>
                  </a:solidFill>
                  <a:latin typeface="Calibri"/>
                  <a:ea typeface="Calibri"/>
                  <a:cs typeface="Calibri"/>
                  <a:sym typeface="Calibri"/>
                </a:rPr>
                <a:t>CRC</a:t>
              </a:r>
              <a:endParaRPr/>
            </a:p>
          </p:txBody>
        </p:sp>
        <p:sp>
          <p:nvSpPr>
            <p:cNvPr id="5782" name="Google Shape;5782;p92"/>
            <p:cNvSpPr txBox="1"/>
            <p:nvPr/>
          </p:nvSpPr>
          <p:spPr>
            <a:xfrm>
              <a:off x="940711" y="5468237"/>
              <a:ext cx="1070128" cy="212671"/>
            </a:xfrm>
            <a:prstGeom prst="rect">
              <a:avLst/>
            </a:prstGeom>
            <a:noFill/>
            <a:ln>
              <a:noFill/>
            </a:ln>
          </p:spPr>
          <p:txBody>
            <a:bodyPr anchorCtr="0" anchor="t" bIns="45700" lIns="91425" spcFirstLastPara="1" rIns="91425" wrap="square" tIns="45700">
              <a:spAutoFit/>
            </a:bodyPr>
            <a:lstStyle/>
            <a:p>
              <a:pPr indent="0" lvl="0" marL="0" marR="0" rtl="0" algn="ctr">
                <a:lnSpc>
                  <a:spcPct val="66666"/>
                </a:lnSpc>
                <a:spcBef>
                  <a:spcPts val="0"/>
                </a:spcBef>
                <a:spcAft>
                  <a:spcPts val="0"/>
                </a:spcAft>
                <a:buClr>
                  <a:srgbClr val="FFFFFF"/>
                </a:buClr>
                <a:buSzPts val="1800"/>
                <a:buFont typeface="Calibri"/>
                <a:buNone/>
              </a:pPr>
              <a:r>
                <a:rPr b="0" i="1" lang="en-US" sz="1800" u="none" cap="none" strike="noStrike">
                  <a:solidFill>
                    <a:srgbClr val="FFFFFF"/>
                  </a:solidFill>
                  <a:latin typeface="Calibri"/>
                  <a:ea typeface="Calibri"/>
                  <a:cs typeface="Calibri"/>
                  <a:sym typeface="Calibri"/>
                </a:rPr>
                <a:t>preamble</a:t>
              </a:r>
              <a:endParaRPr/>
            </a:p>
          </p:txBody>
        </p:sp>
        <p:sp>
          <p:nvSpPr>
            <p:cNvPr id="5783" name="Google Shape;5783;p92"/>
            <p:cNvSpPr txBox="1"/>
            <p:nvPr/>
          </p:nvSpPr>
          <p:spPr>
            <a:xfrm>
              <a:off x="3321504" y="4902593"/>
              <a:ext cx="770260" cy="29235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1" lang="en-US" sz="1800" u="none" cap="none" strike="noStrike">
                  <a:solidFill>
                    <a:srgbClr val="000000"/>
                  </a:solidFill>
                  <a:latin typeface="Calibri"/>
                  <a:ea typeface="Calibri"/>
                  <a:cs typeface="Calibri"/>
                  <a:sym typeface="Calibri"/>
                </a:rPr>
                <a:t>type</a:t>
              </a:r>
              <a:endParaRPr/>
            </a:p>
          </p:txBody>
        </p:sp>
      </p:grpSp>
      <p:cxnSp>
        <p:nvCxnSpPr>
          <p:cNvPr id="5784" name="Google Shape;5784;p92"/>
          <p:cNvCxnSpPr/>
          <p:nvPr/>
        </p:nvCxnSpPr>
        <p:spPr>
          <a:xfrm>
            <a:off x="4366933" y="3946525"/>
            <a:ext cx="0" cy="857250"/>
          </a:xfrm>
          <a:prstGeom prst="straightConnector1">
            <a:avLst/>
          </a:prstGeom>
          <a:noFill/>
          <a:ln cap="flat" cmpd="sng" w="9525">
            <a:solidFill>
              <a:srgbClr val="000000"/>
            </a:solidFill>
            <a:prstDash val="solid"/>
            <a:round/>
            <a:headEnd len="med" w="med" type="none"/>
            <a:tailEnd len="med" w="med" type="none"/>
          </a:ln>
        </p:spPr>
      </p:cxnSp>
      <p:sp>
        <p:nvSpPr>
          <p:cNvPr id="5785" name="Google Shape;5785;p92"/>
          <p:cNvSpPr/>
          <p:nvPr/>
        </p:nvSpPr>
        <p:spPr>
          <a:xfrm>
            <a:off x="1407459" y="4770209"/>
            <a:ext cx="3210879" cy="67710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2-byte Tag Protocol Identifier</a:t>
            </a:r>
            <a:endParaRPr/>
          </a:p>
          <a:p>
            <a:pPr indent="0" lvl="0" marL="0" marR="0" rtl="0" algn="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(value: 81-00) </a:t>
            </a:r>
            <a:endParaRPr/>
          </a:p>
        </p:txBody>
      </p:sp>
      <p:sp>
        <p:nvSpPr>
          <p:cNvPr id="5786" name="Google Shape;5786;p92"/>
          <p:cNvSpPr/>
          <p:nvPr/>
        </p:nvSpPr>
        <p:spPr>
          <a:xfrm>
            <a:off x="4702269" y="5148138"/>
            <a:ext cx="4818248" cy="76944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Tag Control Information </a:t>
            </a:r>
            <a:endParaRPr/>
          </a:p>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(12 bit VLAN ID field, 3 bit priority field like IP TOS)</a:t>
            </a:r>
            <a:r>
              <a:rPr b="0" i="0" lang="en-US" sz="2400" u="none" cap="none" strike="noStrike">
                <a:solidFill>
                  <a:srgbClr val="000000"/>
                </a:solidFill>
                <a:latin typeface="Calibri"/>
                <a:ea typeface="Calibri"/>
                <a:cs typeface="Calibri"/>
                <a:sym typeface="Calibri"/>
              </a:rPr>
              <a:t> </a:t>
            </a:r>
            <a:endParaRPr/>
          </a:p>
        </p:txBody>
      </p:sp>
      <p:cxnSp>
        <p:nvCxnSpPr>
          <p:cNvPr id="5787" name="Google Shape;5787;p92"/>
          <p:cNvCxnSpPr/>
          <p:nvPr/>
        </p:nvCxnSpPr>
        <p:spPr>
          <a:xfrm>
            <a:off x="8942855" y="4032157"/>
            <a:ext cx="0" cy="857250"/>
          </a:xfrm>
          <a:prstGeom prst="straightConnector1">
            <a:avLst/>
          </a:prstGeom>
          <a:noFill/>
          <a:ln cap="flat" cmpd="sng" w="9525">
            <a:solidFill>
              <a:srgbClr val="000000"/>
            </a:solidFill>
            <a:prstDash val="solid"/>
            <a:round/>
            <a:headEnd len="med" w="med" type="none"/>
            <a:tailEnd len="med" w="med" type="none"/>
          </a:ln>
        </p:spPr>
      </p:cxnSp>
      <p:sp>
        <p:nvSpPr>
          <p:cNvPr id="5788" name="Google Shape;5788;p92"/>
          <p:cNvSpPr/>
          <p:nvPr/>
        </p:nvSpPr>
        <p:spPr>
          <a:xfrm>
            <a:off x="8485655" y="4887819"/>
            <a:ext cx="1238250" cy="481013"/>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Recomputed </a:t>
            </a:r>
            <a:endParaRPr/>
          </a:p>
          <a:p>
            <a:pPr indent="0" lvl="0" marL="0" marR="0" rtl="0" algn="l">
              <a:lnSpc>
                <a:spcPct val="8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CRC</a:t>
            </a:r>
            <a:r>
              <a:rPr b="0" i="0" lang="en-US" sz="1800" u="none" cap="none" strike="noStrike">
                <a:solidFill>
                  <a:srgbClr val="000000"/>
                </a:solidFill>
                <a:latin typeface="Arial"/>
                <a:ea typeface="Arial"/>
                <a:cs typeface="Arial"/>
                <a:sym typeface="Arial"/>
              </a:rPr>
              <a:t> </a:t>
            </a:r>
            <a:endParaRPr/>
          </a:p>
        </p:txBody>
      </p:sp>
      <p:grpSp>
        <p:nvGrpSpPr>
          <p:cNvPr id="5789" name="Google Shape;5789;p92"/>
          <p:cNvGrpSpPr/>
          <p:nvPr/>
        </p:nvGrpSpPr>
        <p:grpSpPr>
          <a:xfrm>
            <a:off x="974727" y="2418509"/>
            <a:ext cx="10895172" cy="1664180"/>
            <a:chOff x="974727" y="2418509"/>
            <a:chExt cx="10895172" cy="1664180"/>
          </a:xfrm>
        </p:grpSpPr>
        <p:cxnSp>
          <p:nvCxnSpPr>
            <p:cNvPr id="5790" name="Google Shape;5790;p92"/>
            <p:cNvCxnSpPr/>
            <p:nvPr/>
          </p:nvCxnSpPr>
          <p:spPr>
            <a:xfrm>
              <a:off x="4089588" y="2418509"/>
              <a:ext cx="979954" cy="956702"/>
            </a:xfrm>
            <a:prstGeom prst="straightConnector1">
              <a:avLst/>
            </a:prstGeom>
            <a:noFill/>
            <a:ln cap="flat" cmpd="sng" w="9525">
              <a:solidFill>
                <a:srgbClr val="000000"/>
              </a:solidFill>
              <a:prstDash val="dash"/>
              <a:round/>
              <a:headEnd len="med" w="med" type="none"/>
              <a:tailEnd len="med" w="med" type="none"/>
            </a:ln>
          </p:spPr>
        </p:cxnSp>
        <p:cxnSp>
          <p:nvCxnSpPr>
            <p:cNvPr id="5791" name="Google Shape;5791;p92"/>
            <p:cNvCxnSpPr/>
            <p:nvPr/>
          </p:nvCxnSpPr>
          <p:spPr>
            <a:xfrm>
              <a:off x="8803063" y="2441481"/>
              <a:ext cx="905714" cy="947177"/>
            </a:xfrm>
            <a:prstGeom prst="straightConnector1">
              <a:avLst/>
            </a:prstGeom>
            <a:noFill/>
            <a:ln cap="flat" cmpd="sng" w="9525">
              <a:solidFill>
                <a:srgbClr val="000000"/>
              </a:solidFill>
              <a:prstDash val="dash"/>
              <a:round/>
              <a:headEnd len="med" w="med" type="none"/>
              <a:tailEnd len="med" w="med" type="none"/>
            </a:ln>
          </p:spPr>
        </p:cxnSp>
        <p:sp>
          <p:nvSpPr>
            <p:cNvPr id="5792" name="Google Shape;5792;p92"/>
            <p:cNvSpPr txBox="1"/>
            <p:nvPr/>
          </p:nvSpPr>
          <p:spPr>
            <a:xfrm>
              <a:off x="9968288" y="3478025"/>
              <a:ext cx="1901611"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802.1Q frame</a:t>
              </a:r>
              <a:endParaRPr/>
            </a:p>
          </p:txBody>
        </p:sp>
        <p:cxnSp>
          <p:nvCxnSpPr>
            <p:cNvPr id="5793" name="Google Shape;5793;p92"/>
            <p:cNvCxnSpPr/>
            <p:nvPr/>
          </p:nvCxnSpPr>
          <p:spPr>
            <a:xfrm>
              <a:off x="5272715" y="3308495"/>
              <a:ext cx="0" cy="227630"/>
            </a:xfrm>
            <a:prstGeom prst="straightConnector1">
              <a:avLst/>
            </a:prstGeom>
            <a:noFill/>
            <a:ln cap="flat" cmpd="sng" w="9525">
              <a:solidFill>
                <a:schemeClr val="dk1"/>
              </a:solidFill>
              <a:prstDash val="solid"/>
              <a:round/>
              <a:headEnd len="med" w="med" type="none"/>
              <a:tailEnd len="med" w="med" type="none"/>
            </a:ln>
          </p:spPr>
        </p:cxnSp>
        <p:sp>
          <p:nvSpPr>
            <p:cNvPr id="5794" name="Google Shape;5794;p92"/>
            <p:cNvSpPr/>
            <p:nvPr/>
          </p:nvSpPr>
          <p:spPr>
            <a:xfrm>
              <a:off x="1020060" y="3389722"/>
              <a:ext cx="8796294" cy="609373"/>
            </a:xfrm>
            <a:prstGeom prst="rect">
              <a:avLst/>
            </a:prstGeom>
            <a:solidFill>
              <a:srgbClr val="00B050"/>
            </a:solidFill>
            <a:ln cap="flat" cmpd="sng" w="9525">
              <a:solidFill>
                <a:schemeClr val="lt1"/>
              </a:solidFill>
              <a:prstDash val="solid"/>
              <a:round/>
              <a:headEnd len="sm" w="sm" type="none"/>
              <a:tailEnd len="sm" w="sm" type="none"/>
            </a:ln>
            <a:effectLst>
              <a:outerShdw blurRad="50800" rotWithShape="0" algn="bl" dir="189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cxnSp>
          <p:nvCxnSpPr>
            <p:cNvPr id="5795" name="Google Shape;5795;p92"/>
            <p:cNvCxnSpPr/>
            <p:nvPr/>
          </p:nvCxnSpPr>
          <p:spPr>
            <a:xfrm>
              <a:off x="2263192" y="3378763"/>
              <a:ext cx="0" cy="612186"/>
            </a:xfrm>
            <a:prstGeom prst="straightConnector1">
              <a:avLst/>
            </a:prstGeom>
            <a:noFill/>
            <a:ln cap="flat" cmpd="sng" w="19050">
              <a:solidFill>
                <a:schemeClr val="lt1"/>
              </a:solidFill>
              <a:prstDash val="solid"/>
              <a:round/>
              <a:headEnd len="med" w="med" type="none"/>
              <a:tailEnd len="med" w="med" type="none"/>
            </a:ln>
          </p:spPr>
        </p:cxnSp>
        <p:cxnSp>
          <p:nvCxnSpPr>
            <p:cNvPr id="5796" name="Google Shape;5796;p92"/>
            <p:cNvCxnSpPr/>
            <p:nvPr/>
          </p:nvCxnSpPr>
          <p:spPr>
            <a:xfrm>
              <a:off x="3176434" y="3382291"/>
              <a:ext cx="0" cy="649235"/>
            </a:xfrm>
            <a:prstGeom prst="straightConnector1">
              <a:avLst/>
            </a:prstGeom>
            <a:noFill/>
            <a:ln cap="flat" cmpd="sng" w="19050">
              <a:solidFill>
                <a:schemeClr val="lt1"/>
              </a:solidFill>
              <a:prstDash val="solid"/>
              <a:round/>
              <a:headEnd len="med" w="med" type="none"/>
              <a:tailEnd len="med" w="med" type="none"/>
            </a:ln>
          </p:spPr>
        </p:cxnSp>
        <p:cxnSp>
          <p:nvCxnSpPr>
            <p:cNvPr id="5797" name="Google Shape;5797;p92"/>
            <p:cNvCxnSpPr/>
            <p:nvPr/>
          </p:nvCxnSpPr>
          <p:spPr>
            <a:xfrm>
              <a:off x="5096217" y="3387584"/>
              <a:ext cx="0" cy="610422"/>
            </a:xfrm>
            <a:prstGeom prst="straightConnector1">
              <a:avLst/>
            </a:prstGeom>
            <a:noFill/>
            <a:ln cap="flat" cmpd="sng" w="19050">
              <a:solidFill>
                <a:schemeClr val="lt1"/>
              </a:solidFill>
              <a:prstDash val="solid"/>
              <a:round/>
              <a:headEnd len="med" w="med" type="none"/>
              <a:tailEnd len="med" w="med" type="none"/>
            </a:ln>
          </p:spPr>
        </p:cxnSp>
        <p:cxnSp>
          <p:nvCxnSpPr>
            <p:cNvPr id="5798" name="Google Shape;5798;p92"/>
            <p:cNvCxnSpPr/>
            <p:nvPr/>
          </p:nvCxnSpPr>
          <p:spPr>
            <a:xfrm>
              <a:off x="5413866" y="3382291"/>
              <a:ext cx="0" cy="645706"/>
            </a:xfrm>
            <a:prstGeom prst="straightConnector1">
              <a:avLst/>
            </a:prstGeom>
            <a:noFill/>
            <a:ln cap="flat" cmpd="sng" w="19050">
              <a:solidFill>
                <a:schemeClr val="lt1"/>
              </a:solidFill>
              <a:prstDash val="solid"/>
              <a:round/>
              <a:headEnd len="med" w="med" type="none"/>
              <a:tailEnd len="med" w="med" type="none"/>
            </a:ln>
          </p:spPr>
        </p:cxnSp>
        <p:cxnSp>
          <p:nvCxnSpPr>
            <p:cNvPr id="5799" name="Google Shape;5799;p92"/>
            <p:cNvCxnSpPr/>
            <p:nvPr/>
          </p:nvCxnSpPr>
          <p:spPr>
            <a:xfrm>
              <a:off x="7873664" y="3389347"/>
              <a:ext cx="0" cy="693342"/>
            </a:xfrm>
            <a:prstGeom prst="straightConnector1">
              <a:avLst/>
            </a:prstGeom>
            <a:noFill/>
            <a:ln cap="flat" cmpd="sng" w="19050">
              <a:solidFill>
                <a:schemeClr val="lt1"/>
              </a:solidFill>
              <a:prstDash val="solid"/>
              <a:round/>
              <a:headEnd len="med" w="med" type="none"/>
              <a:tailEnd len="med" w="med" type="none"/>
            </a:ln>
          </p:spPr>
        </p:cxnSp>
        <p:sp>
          <p:nvSpPr>
            <p:cNvPr id="5800" name="Google Shape;5800;p92"/>
            <p:cNvSpPr txBox="1"/>
            <p:nvPr/>
          </p:nvSpPr>
          <p:spPr>
            <a:xfrm>
              <a:off x="2208664" y="3504009"/>
              <a:ext cx="1056553" cy="366125"/>
            </a:xfrm>
            <a:prstGeom prst="rect">
              <a:avLst/>
            </a:prstGeom>
            <a:noFill/>
            <a:ln>
              <a:noFill/>
            </a:ln>
          </p:spPr>
          <p:txBody>
            <a:bodyPr anchorCtr="0" anchor="t" bIns="45700" lIns="91425" spcFirstLastPara="1" rIns="91425" wrap="square" tIns="45700">
              <a:spAutoFit/>
            </a:bodyPr>
            <a:lstStyle/>
            <a:p>
              <a:pPr indent="0" lvl="0" marL="0" marR="0" rtl="0" algn="ctr">
                <a:lnSpc>
                  <a:spcPct val="75000"/>
                </a:lnSpc>
                <a:spcBef>
                  <a:spcPts val="0"/>
                </a:spcBef>
                <a:spcAft>
                  <a:spcPts val="0"/>
                </a:spcAft>
                <a:buClr>
                  <a:srgbClr val="FFFFFF"/>
                </a:buClr>
                <a:buSzPts val="1600"/>
                <a:buFont typeface="Calibri"/>
                <a:buNone/>
              </a:pPr>
              <a:r>
                <a:rPr b="0" i="1" lang="en-US" sz="1600" u="none" cap="none" strike="noStrike">
                  <a:solidFill>
                    <a:srgbClr val="FFFFFF"/>
                  </a:solidFill>
                  <a:latin typeface="Calibri"/>
                  <a:ea typeface="Calibri"/>
                  <a:cs typeface="Calibri"/>
                  <a:sym typeface="Calibri"/>
                </a:rPr>
                <a:t>dest.</a:t>
              </a:r>
              <a:endParaRPr/>
            </a:p>
            <a:p>
              <a:pPr indent="0" lvl="0" marL="0" marR="0" rtl="0" algn="ctr">
                <a:lnSpc>
                  <a:spcPct val="75000"/>
                </a:lnSpc>
                <a:spcBef>
                  <a:spcPts val="0"/>
                </a:spcBef>
                <a:spcAft>
                  <a:spcPts val="0"/>
                </a:spcAft>
                <a:buClr>
                  <a:srgbClr val="FFFFFF"/>
                </a:buClr>
                <a:buSzPts val="1600"/>
                <a:buFont typeface="Calibri"/>
                <a:buNone/>
              </a:pPr>
              <a:r>
                <a:rPr b="0" i="1" lang="en-US" sz="1600" u="none" cap="none" strike="noStrike">
                  <a:solidFill>
                    <a:srgbClr val="FFFFFF"/>
                  </a:solidFill>
                  <a:latin typeface="Calibri"/>
                  <a:ea typeface="Calibri"/>
                  <a:cs typeface="Calibri"/>
                  <a:sym typeface="Calibri"/>
                </a:rPr>
                <a:t>address</a:t>
              </a:r>
              <a:endParaRPr/>
            </a:p>
          </p:txBody>
        </p:sp>
        <p:sp>
          <p:nvSpPr>
            <p:cNvPr id="5801" name="Google Shape;5801;p92"/>
            <p:cNvSpPr txBox="1"/>
            <p:nvPr/>
          </p:nvSpPr>
          <p:spPr>
            <a:xfrm>
              <a:off x="3115423" y="3508238"/>
              <a:ext cx="1056553" cy="366125"/>
            </a:xfrm>
            <a:prstGeom prst="rect">
              <a:avLst/>
            </a:prstGeom>
            <a:noFill/>
            <a:ln>
              <a:noFill/>
            </a:ln>
          </p:spPr>
          <p:txBody>
            <a:bodyPr anchorCtr="0" anchor="t" bIns="45700" lIns="91425" spcFirstLastPara="1" rIns="91425" wrap="square" tIns="45700">
              <a:spAutoFit/>
            </a:bodyPr>
            <a:lstStyle/>
            <a:p>
              <a:pPr indent="0" lvl="0" marL="0" marR="0" rtl="0" algn="ctr">
                <a:lnSpc>
                  <a:spcPct val="75000"/>
                </a:lnSpc>
                <a:spcBef>
                  <a:spcPts val="0"/>
                </a:spcBef>
                <a:spcAft>
                  <a:spcPts val="0"/>
                </a:spcAft>
                <a:buClr>
                  <a:srgbClr val="FFFFFF"/>
                </a:buClr>
                <a:buSzPts val="1600"/>
                <a:buFont typeface="Calibri"/>
                <a:buNone/>
              </a:pPr>
              <a:r>
                <a:rPr b="0" i="1" lang="en-US" sz="1600" u="none" cap="none" strike="noStrike">
                  <a:solidFill>
                    <a:srgbClr val="FFFFFF"/>
                  </a:solidFill>
                  <a:latin typeface="Calibri"/>
                  <a:ea typeface="Calibri"/>
                  <a:cs typeface="Calibri"/>
                  <a:sym typeface="Calibri"/>
                </a:rPr>
                <a:t>source</a:t>
              </a:r>
              <a:endParaRPr/>
            </a:p>
            <a:p>
              <a:pPr indent="0" lvl="0" marL="0" marR="0" rtl="0" algn="ctr">
                <a:lnSpc>
                  <a:spcPct val="75000"/>
                </a:lnSpc>
                <a:spcBef>
                  <a:spcPts val="0"/>
                </a:spcBef>
                <a:spcAft>
                  <a:spcPts val="0"/>
                </a:spcAft>
                <a:buClr>
                  <a:srgbClr val="FFFFFF"/>
                </a:buClr>
                <a:buSzPts val="1600"/>
                <a:buFont typeface="Calibri"/>
                <a:buNone/>
              </a:pPr>
              <a:r>
                <a:rPr b="0" i="1" lang="en-US" sz="1600" u="none" cap="none" strike="noStrike">
                  <a:solidFill>
                    <a:srgbClr val="FFFFFF"/>
                  </a:solidFill>
                  <a:latin typeface="Calibri"/>
                  <a:ea typeface="Calibri"/>
                  <a:cs typeface="Calibri"/>
                  <a:sym typeface="Calibri"/>
                </a:rPr>
                <a:t>address</a:t>
              </a:r>
              <a:endParaRPr/>
            </a:p>
          </p:txBody>
        </p:sp>
        <p:sp>
          <p:nvSpPr>
            <p:cNvPr id="5802" name="Google Shape;5802;p92"/>
            <p:cNvSpPr txBox="1"/>
            <p:nvPr/>
          </p:nvSpPr>
          <p:spPr>
            <a:xfrm>
              <a:off x="5771342" y="3584708"/>
              <a:ext cx="1722641" cy="236556"/>
            </a:xfrm>
            <a:prstGeom prst="rect">
              <a:avLst/>
            </a:prstGeom>
            <a:noFill/>
            <a:ln>
              <a:noFill/>
            </a:ln>
          </p:spPr>
          <p:txBody>
            <a:bodyPr anchorCtr="0" anchor="t" bIns="45700" lIns="91425" spcFirstLastPara="1" rIns="91425" wrap="square" tIns="45700">
              <a:spAutoFit/>
            </a:bodyPr>
            <a:lstStyle/>
            <a:p>
              <a:pPr indent="0" lvl="0" marL="0" marR="0" rtl="0" algn="ctr">
                <a:lnSpc>
                  <a:spcPct val="66666"/>
                </a:lnSpc>
                <a:spcBef>
                  <a:spcPts val="0"/>
                </a:spcBef>
                <a:spcAft>
                  <a:spcPts val="0"/>
                </a:spcAft>
                <a:buClr>
                  <a:srgbClr val="FFFFFF"/>
                </a:buClr>
                <a:buSzPts val="1800"/>
                <a:buFont typeface="Calibri"/>
                <a:buNone/>
              </a:pPr>
              <a:r>
                <a:rPr b="0" i="1" lang="en-US" sz="1800" u="none" cap="none" strike="noStrike">
                  <a:solidFill>
                    <a:srgbClr val="FFFFFF"/>
                  </a:solidFill>
                  <a:latin typeface="Calibri"/>
                  <a:ea typeface="Calibri"/>
                  <a:cs typeface="Calibri"/>
                  <a:sym typeface="Calibri"/>
                </a:rPr>
                <a:t>data (payload)</a:t>
              </a:r>
              <a:endParaRPr/>
            </a:p>
          </p:txBody>
        </p:sp>
        <p:sp>
          <p:nvSpPr>
            <p:cNvPr id="5803" name="Google Shape;5803;p92"/>
            <p:cNvSpPr txBox="1"/>
            <p:nvPr/>
          </p:nvSpPr>
          <p:spPr>
            <a:xfrm>
              <a:off x="8236896" y="3566359"/>
              <a:ext cx="1070013" cy="236556"/>
            </a:xfrm>
            <a:prstGeom prst="rect">
              <a:avLst/>
            </a:prstGeom>
            <a:noFill/>
            <a:ln>
              <a:noFill/>
            </a:ln>
          </p:spPr>
          <p:txBody>
            <a:bodyPr anchorCtr="0" anchor="t" bIns="45700" lIns="91425" spcFirstLastPara="1" rIns="91425" wrap="square" tIns="45700">
              <a:spAutoFit/>
            </a:bodyPr>
            <a:lstStyle/>
            <a:p>
              <a:pPr indent="0" lvl="0" marL="0" marR="0" rtl="0" algn="ctr">
                <a:lnSpc>
                  <a:spcPct val="66666"/>
                </a:lnSpc>
                <a:spcBef>
                  <a:spcPts val="0"/>
                </a:spcBef>
                <a:spcAft>
                  <a:spcPts val="0"/>
                </a:spcAft>
                <a:buClr>
                  <a:srgbClr val="FFFFFF"/>
                </a:buClr>
                <a:buSzPts val="1800"/>
                <a:buFont typeface="Calibri"/>
                <a:buNone/>
              </a:pPr>
              <a:r>
                <a:rPr b="0" i="1" lang="en-US" sz="1800" u="none" cap="none" strike="noStrike">
                  <a:solidFill>
                    <a:srgbClr val="FFFFFF"/>
                  </a:solidFill>
                  <a:latin typeface="Calibri"/>
                  <a:ea typeface="Calibri"/>
                  <a:cs typeface="Calibri"/>
                  <a:sym typeface="Calibri"/>
                </a:rPr>
                <a:t>CRC</a:t>
              </a:r>
              <a:endParaRPr/>
            </a:p>
          </p:txBody>
        </p:sp>
        <p:sp>
          <p:nvSpPr>
            <p:cNvPr id="5804" name="Google Shape;5804;p92"/>
            <p:cNvSpPr txBox="1"/>
            <p:nvPr/>
          </p:nvSpPr>
          <p:spPr>
            <a:xfrm>
              <a:off x="974727" y="3607454"/>
              <a:ext cx="1338345" cy="236556"/>
            </a:xfrm>
            <a:prstGeom prst="rect">
              <a:avLst/>
            </a:prstGeom>
            <a:noFill/>
            <a:ln>
              <a:noFill/>
            </a:ln>
          </p:spPr>
          <p:txBody>
            <a:bodyPr anchorCtr="0" anchor="t" bIns="45700" lIns="91425" spcFirstLastPara="1" rIns="91425" wrap="square" tIns="45700">
              <a:spAutoFit/>
            </a:bodyPr>
            <a:lstStyle/>
            <a:p>
              <a:pPr indent="0" lvl="0" marL="0" marR="0" rtl="0" algn="ctr">
                <a:lnSpc>
                  <a:spcPct val="66666"/>
                </a:lnSpc>
                <a:spcBef>
                  <a:spcPts val="0"/>
                </a:spcBef>
                <a:spcAft>
                  <a:spcPts val="0"/>
                </a:spcAft>
                <a:buClr>
                  <a:srgbClr val="FFFFFF"/>
                </a:buClr>
                <a:buSzPts val="1800"/>
                <a:buFont typeface="Calibri"/>
                <a:buNone/>
              </a:pPr>
              <a:r>
                <a:rPr b="0" i="1" lang="en-US" sz="1800" u="none" cap="none" strike="noStrike">
                  <a:solidFill>
                    <a:srgbClr val="FFFFFF"/>
                  </a:solidFill>
                  <a:latin typeface="Calibri"/>
                  <a:ea typeface="Calibri"/>
                  <a:cs typeface="Calibri"/>
                  <a:sym typeface="Calibri"/>
                </a:rPr>
                <a:t>preamble</a:t>
              </a:r>
              <a:endParaRPr/>
            </a:p>
          </p:txBody>
        </p:sp>
        <p:sp>
          <p:nvSpPr>
            <p:cNvPr id="5805" name="Google Shape;5805;p92"/>
            <p:cNvSpPr txBox="1"/>
            <p:nvPr/>
          </p:nvSpPr>
          <p:spPr>
            <a:xfrm>
              <a:off x="4960768" y="2978284"/>
              <a:ext cx="963318" cy="32519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1" lang="en-US" sz="1800" u="none" cap="none" strike="noStrike">
                  <a:solidFill>
                    <a:srgbClr val="000000"/>
                  </a:solidFill>
                  <a:latin typeface="Calibri"/>
                  <a:ea typeface="Calibri"/>
                  <a:cs typeface="Calibri"/>
                  <a:sym typeface="Calibri"/>
                </a:rPr>
                <a:t>type</a:t>
              </a:r>
              <a:endParaRPr/>
            </a:p>
          </p:txBody>
        </p:sp>
        <p:cxnSp>
          <p:nvCxnSpPr>
            <p:cNvPr id="5806" name="Google Shape;5806;p92"/>
            <p:cNvCxnSpPr/>
            <p:nvPr/>
          </p:nvCxnSpPr>
          <p:spPr>
            <a:xfrm>
              <a:off x="4092170" y="3405513"/>
              <a:ext cx="0" cy="610422"/>
            </a:xfrm>
            <a:prstGeom prst="straightConnector1">
              <a:avLst/>
            </a:prstGeom>
            <a:noFill/>
            <a:ln cap="flat" cmpd="sng" w="19050">
              <a:solidFill>
                <a:schemeClr val="lt1"/>
              </a:solidFill>
              <a:prstDash val="solid"/>
              <a:round/>
              <a:headEnd len="med" w="med" type="none"/>
              <a:tailEnd len="med" w="med" type="none"/>
            </a:ln>
          </p:spPr>
        </p:cxnSp>
        <p:cxnSp>
          <p:nvCxnSpPr>
            <p:cNvPr id="5807" name="Google Shape;5807;p92"/>
            <p:cNvCxnSpPr/>
            <p:nvPr/>
          </p:nvCxnSpPr>
          <p:spPr>
            <a:xfrm>
              <a:off x="4594194" y="3383101"/>
              <a:ext cx="0" cy="610422"/>
            </a:xfrm>
            <a:prstGeom prst="straightConnector1">
              <a:avLst/>
            </a:prstGeom>
            <a:noFill/>
            <a:ln cap="flat" cmpd="sng" w="19050">
              <a:solidFill>
                <a:schemeClr val="lt1"/>
              </a:solidFill>
              <a:prstDash val="solid"/>
              <a:round/>
              <a:headEnd len="med" w="med" type="none"/>
              <a:tailEnd len="med" w="med" type="none"/>
            </a:ln>
          </p:spPr>
        </p:cxnSp>
        <p:cxnSp>
          <p:nvCxnSpPr>
            <p:cNvPr id="5808" name="Google Shape;5808;p92"/>
            <p:cNvCxnSpPr/>
            <p:nvPr/>
          </p:nvCxnSpPr>
          <p:spPr>
            <a:xfrm flipH="1">
              <a:off x="1035424" y="2436437"/>
              <a:ext cx="19611" cy="965667"/>
            </a:xfrm>
            <a:prstGeom prst="straightConnector1">
              <a:avLst/>
            </a:prstGeom>
            <a:noFill/>
            <a:ln cap="flat" cmpd="sng" w="9525">
              <a:solidFill>
                <a:srgbClr val="000000"/>
              </a:solidFill>
              <a:prstDash val="dash"/>
              <a:round/>
              <a:headEnd len="med" w="med" type="none"/>
              <a:tailEnd len="med" w="med" type="none"/>
            </a:ln>
          </p:spPr>
        </p:cxnSp>
        <p:cxnSp>
          <p:nvCxnSpPr>
            <p:cNvPr id="5809" name="Google Shape;5809;p92"/>
            <p:cNvCxnSpPr/>
            <p:nvPr/>
          </p:nvCxnSpPr>
          <p:spPr>
            <a:xfrm flipH="1">
              <a:off x="4065495" y="2440920"/>
              <a:ext cx="19611" cy="965667"/>
            </a:xfrm>
            <a:prstGeom prst="straightConnector1">
              <a:avLst/>
            </a:prstGeom>
            <a:noFill/>
            <a:ln cap="flat" cmpd="sng" w="9525">
              <a:solidFill>
                <a:srgbClr val="000000"/>
              </a:solidFill>
              <a:prstDash val="dash"/>
              <a:round/>
              <a:headEnd len="med" w="med" type="none"/>
              <a:tailEnd len="med" w="med" type="none"/>
            </a:ln>
          </p:spPr>
        </p:cxnSp>
      </p:grpSp>
      <p:cxnSp>
        <p:nvCxnSpPr>
          <p:cNvPr id="5810" name="Google Shape;5810;p92"/>
          <p:cNvCxnSpPr/>
          <p:nvPr/>
        </p:nvCxnSpPr>
        <p:spPr>
          <a:xfrm>
            <a:off x="4827494" y="4034118"/>
            <a:ext cx="0" cy="1156447"/>
          </a:xfrm>
          <a:prstGeom prst="straightConnector1">
            <a:avLst/>
          </a:prstGeom>
          <a:noFill/>
          <a:ln cap="flat" cmpd="sng" w="12700">
            <a:solidFill>
              <a:schemeClr val="dk1"/>
            </a:solidFill>
            <a:prstDash val="solid"/>
            <a:miter lim="800000"/>
            <a:headEnd len="sm" w="sm" type="none"/>
            <a:tailEnd len="sm" w="sm" type="none"/>
          </a:ln>
        </p:spPr>
      </p:cxnSp>
      <p:sp>
        <p:nvSpPr>
          <p:cNvPr id="5811" name="Google Shape;5811;p92"/>
          <p:cNvSpPr/>
          <p:nvPr/>
        </p:nvSpPr>
        <p:spPr>
          <a:xfrm>
            <a:off x="4101353" y="3334872"/>
            <a:ext cx="1008529" cy="685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89"/>
                                        </p:tgtEl>
                                        <p:attrNameLst>
                                          <p:attrName>style.visibility</p:attrName>
                                        </p:attrNameLst>
                                      </p:cBhvr>
                                      <p:to>
                                        <p:strVal val="visible"/>
                                      </p:to>
                                    </p:set>
                                    <p:animEffect filter="fade" transition="in">
                                      <p:cBhvr>
                                        <p:cTn dur="500"/>
                                        <p:tgtEl>
                                          <p:spTgt spid="57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5811"/>
                                        </p:tgtEl>
                                      </p:cBhvr>
                                    </p:animEffect>
                                    <p:set>
                                      <p:cBhvr>
                                        <p:cTn dur="1" fill="hold">
                                          <p:stCondLst>
                                            <p:cond delay="500"/>
                                          </p:stCondLst>
                                        </p:cTn>
                                        <p:tgtEl>
                                          <p:spTgt spid="5811"/>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5784"/>
                                        </p:tgtEl>
                                        <p:attrNameLst>
                                          <p:attrName>style.visibility</p:attrName>
                                        </p:attrNameLst>
                                      </p:cBhvr>
                                      <p:to>
                                        <p:strVal val="visible"/>
                                      </p:to>
                                    </p:set>
                                    <p:animEffect filter="fade" transition="in">
                                      <p:cBhvr>
                                        <p:cTn dur="500"/>
                                        <p:tgtEl>
                                          <p:spTgt spid="5784"/>
                                        </p:tgtEl>
                                      </p:cBhvr>
                                    </p:animEffect>
                                  </p:childTnLst>
                                </p:cTn>
                              </p:par>
                              <p:par>
                                <p:cTn fill="hold" nodeType="withEffect" presetClass="entr" presetID="10" presetSubtype="0">
                                  <p:stCondLst>
                                    <p:cond delay="0"/>
                                  </p:stCondLst>
                                  <p:childTnLst>
                                    <p:set>
                                      <p:cBhvr>
                                        <p:cTn dur="1" fill="hold">
                                          <p:stCondLst>
                                            <p:cond delay="0"/>
                                          </p:stCondLst>
                                        </p:cTn>
                                        <p:tgtEl>
                                          <p:spTgt spid="5785"/>
                                        </p:tgtEl>
                                        <p:attrNameLst>
                                          <p:attrName>style.visibility</p:attrName>
                                        </p:attrNameLst>
                                      </p:cBhvr>
                                      <p:to>
                                        <p:strVal val="visible"/>
                                      </p:to>
                                    </p:set>
                                    <p:animEffect filter="fade" transition="in">
                                      <p:cBhvr>
                                        <p:cTn dur="500"/>
                                        <p:tgtEl>
                                          <p:spTgt spid="5785"/>
                                        </p:tgtEl>
                                      </p:cBhvr>
                                    </p:animEffect>
                                  </p:childTnLst>
                                </p:cTn>
                              </p:par>
                              <p:par>
                                <p:cTn fill="hold" nodeType="withEffect" presetClass="entr" presetID="10" presetSubtype="0">
                                  <p:stCondLst>
                                    <p:cond delay="0"/>
                                  </p:stCondLst>
                                  <p:childTnLst>
                                    <p:set>
                                      <p:cBhvr>
                                        <p:cTn dur="1" fill="hold">
                                          <p:stCondLst>
                                            <p:cond delay="0"/>
                                          </p:stCondLst>
                                        </p:cTn>
                                        <p:tgtEl>
                                          <p:spTgt spid="5786"/>
                                        </p:tgtEl>
                                        <p:attrNameLst>
                                          <p:attrName>style.visibility</p:attrName>
                                        </p:attrNameLst>
                                      </p:cBhvr>
                                      <p:to>
                                        <p:strVal val="visible"/>
                                      </p:to>
                                    </p:set>
                                    <p:animEffect filter="fade" transition="in">
                                      <p:cBhvr>
                                        <p:cTn dur="500"/>
                                        <p:tgtEl>
                                          <p:spTgt spid="5786"/>
                                        </p:tgtEl>
                                      </p:cBhvr>
                                    </p:animEffect>
                                  </p:childTnLst>
                                </p:cTn>
                              </p:par>
                              <p:par>
                                <p:cTn fill="hold" nodeType="withEffect" presetClass="entr" presetID="10" presetSubtype="0">
                                  <p:stCondLst>
                                    <p:cond delay="0"/>
                                  </p:stCondLst>
                                  <p:childTnLst>
                                    <p:set>
                                      <p:cBhvr>
                                        <p:cTn dur="1" fill="hold">
                                          <p:stCondLst>
                                            <p:cond delay="0"/>
                                          </p:stCondLst>
                                        </p:cTn>
                                        <p:tgtEl>
                                          <p:spTgt spid="5787"/>
                                        </p:tgtEl>
                                        <p:attrNameLst>
                                          <p:attrName>style.visibility</p:attrName>
                                        </p:attrNameLst>
                                      </p:cBhvr>
                                      <p:to>
                                        <p:strVal val="visible"/>
                                      </p:to>
                                    </p:set>
                                    <p:animEffect filter="fade" transition="in">
                                      <p:cBhvr>
                                        <p:cTn dur="500"/>
                                        <p:tgtEl>
                                          <p:spTgt spid="5787"/>
                                        </p:tgtEl>
                                      </p:cBhvr>
                                    </p:animEffect>
                                  </p:childTnLst>
                                </p:cTn>
                              </p:par>
                              <p:par>
                                <p:cTn fill="hold" nodeType="withEffect" presetClass="entr" presetID="10" presetSubtype="0">
                                  <p:stCondLst>
                                    <p:cond delay="0"/>
                                  </p:stCondLst>
                                  <p:childTnLst>
                                    <p:set>
                                      <p:cBhvr>
                                        <p:cTn dur="1" fill="hold">
                                          <p:stCondLst>
                                            <p:cond delay="0"/>
                                          </p:stCondLst>
                                        </p:cTn>
                                        <p:tgtEl>
                                          <p:spTgt spid="5788"/>
                                        </p:tgtEl>
                                        <p:attrNameLst>
                                          <p:attrName>style.visibility</p:attrName>
                                        </p:attrNameLst>
                                      </p:cBhvr>
                                      <p:to>
                                        <p:strVal val="visible"/>
                                      </p:to>
                                    </p:set>
                                    <p:animEffect filter="fade" transition="in">
                                      <p:cBhvr>
                                        <p:cTn dur="500"/>
                                        <p:tgtEl>
                                          <p:spTgt spid="5788"/>
                                        </p:tgtEl>
                                      </p:cBhvr>
                                    </p:animEffect>
                                  </p:childTnLst>
                                </p:cTn>
                              </p:par>
                              <p:par>
                                <p:cTn fill="hold" nodeType="withEffect" presetClass="entr" presetID="10" presetSubtype="0">
                                  <p:stCondLst>
                                    <p:cond delay="0"/>
                                  </p:stCondLst>
                                  <p:childTnLst>
                                    <p:set>
                                      <p:cBhvr>
                                        <p:cTn dur="1" fill="hold">
                                          <p:stCondLst>
                                            <p:cond delay="0"/>
                                          </p:stCondLst>
                                        </p:cTn>
                                        <p:tgtEl>
                                          <p:spTgt spid="5810"/>
                                        </p:tgtEl>
                                        <p:attrNameLst>
                                          <p:attrName>style.visibility</p:attrName>
                                        </p:attrNameLst>
                                      </p:cBhvr>
                                      <p:to>
                                        <p:strVal val="visible"/>
                                      </p:to>
                                    </p:set>
                                    <p:animEffect filter="fade" transition="in">
                                      <p:cBhvr>
                                        <p:cTn dur="500"/>
                                        <p:tgtEl>
                                          <p:spTgt spid="58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816" name="Shape 5816"/>
        <p:cNvGrpSpPr/>
        <p:nvPr/>
      </p:nvGrpSpPr>
      <p:grpSpPr>
        <a:xfrm>
          <a:off x="0" y="0"/>
          <a:ext cx="0" cy="0"/>
          <a:chOff x="0" y="0"/>
          <a:chExt cx="0" cy="0"/>
        </a:xfrm>
      </p:grpSpPr>
      <p:sp>
        <p:nvSpPr>
          <p:cNvPr id="5817" name="Google Shape;5817;p93"/>
          <p:cNvSpPr/>
          <p:nvPr/>
        </p:nvSpPr>
        <p:spPr>
          <a:xfrm rot="5400000">
            <a:off x="5414070" y="1578038"/>
            <a:ext cx="757503" cy="5177589"/>
          </a:xfrm>
          <a:custGeom>
            <a:rect b="b" l="l" r="r" t="t"/>
            <a:pathLst>
              <a:path extrusionOk="0" h="9993" w="10283">
                <a:moveTo>
                  <a:pt x="3020" y="121"/>
                </a:moveTo>
                <a:cubicBezTo>
                  <a:pt x="2113" y="201"/>
                  <a:pt x="1049" y="-40"/>
                  <a:pt x="547" y="527"/>
                </a:cubicBezTo>
                <a:cubicBezTo>
                  <a:pt x="45" y="1094"/>
                  <a:pt x="42" y="2561"/>
                  <a:pt x="10" y="3524"/>
                </a:cubicBezTo>
                <a:cubicBezTo>
                  <a:pt x="-22" y="4487"/>
                  <a:pt x="0" y="5471"/>
                  <a:pt x="356" y="6305"/>
                </a:cubicBezTo>
                <a:cubicBezTo>
                  <a:pt x="712" y="7139"/>
                  <a:pt x="1323" y="8079"/>
                  <a:pt x="2143" y="8529"/>
                </a:cubicBezTo>
                <a:cubicBezTo>
                  <a:pt x="2965" y="8979"/>
                  <a:pt x="4282" y="8760"/>
                  <a:pt x="5287" y="9001"/>
                </a:cubicBezTo>
                <a:cubicBezTo>
                  <a:pt x="6292" y="9242"/>
                  <a:pt x="7410" y="10134"/>
                  <a:pt x="8174" y="9974"/>
                </a:cubicBezTo>
                <a:cubicBezTo>
                  <a:pt x="8936" y="9811"/>
                  <a:pt x="9533" y="9075"/>
                  <a:pt x="9866" y="8031"/>
                </a:cubicBezTo>
                <a:cubicBezTo>
                  <a:pt x="10199" y="6987"/>
                  <a:pt x="10173" y="4915"/>
                  <a:pt x="10171" y="3708"/>
                </a:cubicBezTo>
                <a:cubicBezTo>
                  <a:pt x="10169" y="2501"/>
                  <a:pt x="10576" y="1287"/>
                  <a:pt x="9854" y="791"/>
                </a:cubicBezTo>
                <a:cubicBezTo>
                  <a:pt x="9133" y="296"/>
                  <a:pt x="7125" y="162"/>
                  <a:pt x="5986" y="50"/>
                </a:cubicBezTo>
                <a:cubicBezTo>
                  <a:pt x="4847" y="-62"/>
                  <a:pt x="3926" y="42"/>
                  <a:pt x="3020" y="12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818" name="Google Shape;5818;p93"/>
          <p:cNvSpPr/>
          <p:nvPr/>
        </p:nvSpPr>
        <p:spPr>
          <a:xfrm>
            <a:off x="4402748" y="2279650"/>
            <a:ext cx="294061" cy="222307"/>
          </a:xfrm>
          <a:prstGeom prst="rect">
            <a:avLst/>
          </a:prstGeom>
          <a:solidFill>
            <a:srgbClr val="9CC2E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819" name="Google Shape;5819;p93"/>
          <p:cNvSpPr/>
          <p:nvPr/>
        </p:nvSpPr>
        <p:spPr>
          <a:xfrm>
            <a:off x="2324905" y="2276804"/>
            <a:ext cx="1188897" cy="471997"/>
          </a:xfrm>
          <a:prstGeom prst="rect">
            <a:avLst/>
          </a:prstGeom>
          <a:solidFill>
            <a:srgbClr val="B3C6E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820" name="Google Shape;5820;p93"/>
          <p:cNvSpPr/>
          <p:nvPr/>
        </p:nvSpPr>
        <p:spPr>
          <a:xfrm>
            <a:off x="2334590" y="2277305"/>
            <a:ext cx="1181609" cy="468313"/>
          </a:xfrm>
          <a:prstGeom prst="rect">
            <a:avLst/>
          </a:prstGeom>
          <a:no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5821" name="Google Shape;5821;p93"/>
          <p:cNvCxnSpPr/>
          <p:nvPr/>
        </p:nvCxnSpPr>
        <p:spPr>
          <a:xfrm flipH="1" rot="10800000">
            <a:off x="2336177" y="2491790"/>
            <a:ext cx="1179110" cy="1416"/>
          </a:xfrm>
          <a:prstGeom prst="straightConnector1">
            <a:avLst/>
          </a:prstGeom>
          <a:noFill/>
          <a:ln cap="flat" cmpd="sng" w="9525">
            <a:solidFill>
              <a:srgbClr val="000000"/>
            </a:solidFill>
            <a:prstDash val="solid"/>
            <a:round/>
            <a:headEnd len="med" w="med" type="none"/>
            <a:tailEnd len="med" w="med" type="none"/>
          </a:ln>
        </p:spPr>
      </p:cxnSp>
      <p:sp>
        <p:nvSpPr>
          <p:cNvPr id="5822" name="Google Shape;5822;p93"/>
          <p:cNvSpPr txBox="1"/>
          <p:nvPr/>
        </p:nvSpPr>
        <p:spPr>
          <a:xfrm>
            <a:off x="2272588" y="2256578"/>
            <a:ext cx="241300" cy="2143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800">
                <a:solidFill>
                  <a:schemeClr val="lt1"/>
                </a:solidFill>
                <a:latin typeface="Arial"/>
                <a:ea typeface="Arial"/>
                <a:cs typeface="Arial"/>
                <a:sym typeface="Arial"/>
              </a:rPr>
              <a:t>1</a:t>
            </a:r>
            <a:endParaRPr/>
          </a:p>
        </p:txBody>
      </p:sp>
      <p:cxnSp>
        <p:nvCxnSpPr>
          <p:cNvPr id="5823" name="Google Shape;5823;p93"/>
          <p:cNvCxnSpPr/>
          <p:nvPr/>
        </p:nvCxnSpPr>
        <p:spPr>
          <a:xfrm>
            <a:off x="2915615" y="2282068"/>
            <a:ext cx="0" cy="463550"/>
          </a:xfrm>
          <a:prstGeom prst="straightConnector1">
            <a:avLst/>
          </a:prstGeom>
          <a:noFill/>
          <a:ln cap="flat" cmpd="sng" w="9525">
            <a:solidFill>
              <a:srgbClr val="000000"/>
            </a:solidFill>
            <a:prstDash val="solid"/>
            <a:round/>
            <a:headEnd len="med" w="med" type="none"/>
            <a:tailEnd len="med" w="med" type="none"/>
          </a:ln>
        </p:spPr>
      </p:cxnSp>
      <p:cxnSp>
        <p:nvCxnSpPr>
          <p:cNvPr id="5824" name="Google Shape;5824;p93"/>
          <p:cNvCxnSpPr/>
          <p:nvPr/>
        </p:nvCxnSpPr>
        <p:spPr>
          <a:xfrm>
            <a:off x="2625102" y="2278893"/>
            <a:ext cx="0" cy="463550"/>
          </a:xfrm>
          <a:prstGeom prst="straightConnector1">
            <a:avLst/>
          </a:prstGeom>
          <a:noFill/>
          <a:ln cap="flat" cmpd="sng" w="9525">
            <a:solidFill>
              <a:srgbClr val="000000"/>
            </a:solidFill>
            <a:prstDash val="solid"/>
            <a:round/>
            <a:headEnd len="med" w="med" type="none"/>
            <a:tailEnd len="med" w="med" type="none"/>
          </a:ln>
        </p:spPr>
      </p:cxnSp>
      <p:cxnSp>
        <p:nvCxnSpPr>
          <p:cNvPr id="5825" name="Google Shape;5825;p93"/>
          <p:cNvCxnSpPr/>
          <p:nvPr/>
        </p:nvCxnSpPr>
        <p:spPr>
          <a:xfrm>
            <a:off x="3196602" y="2286830"/>
            <a:ext cx="0" cy="463550"/>
          </a:xfrm>
          <a:prstGeom prst="straightConnector1">
            <a:avLst/>
          </a:prstGeom>
          <a:noFill/>
          <a:ln cap="flat" cmpd="sng" w="9525">
            <a:solidFill>
              <a:srgbClr val="000000"/>
            </a:solidFill>
            <a:prstDash val="solid"/>
            <a:round/>
            <a:headEnd len="med" w="med" type="none"/>
            <a:tailEnd len="med" w="med" type="none"/>
          </a:ln>
        </p:spPr>
      </p:cxnSp>
      <p:sp>
        <p:nvSpPr>
          <p:cNvPr id="5826" name="Google Shape;5826;p93"/>
          <p:cNvSpPr txBox="1"/>
          <p:nvPr/>
        </p:nvSpPr>
        <p:spPr>
          <a:xfrm>
            <a:off x="3133102" y="2445580"/>
            <a:ext cx="241300" cy="2143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800">
                <a:solidFill>
                  <a:schemeClr val="lt1"/>
                </a:solidFill>
                <a:latin typeface="Arial"/>
                <a:ea typeface="Arial"/>
                <a:cs typeface="Arial"/>
                <a:sym typeface="Arial"/>
              </a:rPr>
              <a:t>8</a:t>
            </a:r>
            <a:endParaRPr/>
          </a:p>
        </p:txBody>
      </p:sp>
      <p:sp>
        <p:nvSpPr>
          <p:cNvPr id="5827" name="Google Shape;5827;p93"/>
          <p:cNvSpPr txBox="1"/>
          <p:nvPr/>
        </p:nvSpPr>
        <p:spPr>
          <a:xfrm>
            <a:off x="2275264" y="2449753"/>
            <a:ext cx="241300" cy="2143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800">
                <a:solidFill>
                  <a:schemeClr val="lt1"/>
                </a:solidFill>
                <a:latin typeface="Arial"/>
                <a:ea typeface="Arial"/>
                <a:cs typeface="Arial"/>
                <a:sym typeface="Arial"/>
              </a:rPr>
              <a:t>2</a:t>
            </a:r>
            <a:endParaRPr/>
          </a:p>
        </p:txBody>
      </p:sp>
      <p:sp>
        <p:nvSpPr>
          <p:cNvPr id="5828" name="Google Shape;5828;p93"/>
          <p:cNvSpPr txBox="1"/>
          <p:nvPr/>
        </p:nvSpPr>
        <p:spPr>
          <a:xfrm>
            <a:off x="3128340" y="2231268"/>
            <a:ext cx="241300" cy="2143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800">
                <a:solidFill>
                  <a:schemeClr val="lt1"/>
                </a:solidFill>
                <a:latin typeface="Arial"/>
                <a:ea typeface="Arial"/>
                <a:cs typeface="Arial"/>
                <a:sym typeface="Arial"/>
              </a:rPr>
              <a:t>7</a:t>
            </a:r>
            <a:endParaRPr/>
          </a:p>
        </p:txBody>
      </p:sp>
      <p:sp>
        <p:nvSpPr>
          <p:cNvPr id="5829" name="Google Shape;5829;p93"/>
          <p:cNvSpPr/>
          <p:nvPr/>
        </p:nvSpPr>
        <p:spPr>
          <a:xfrm>
            <a:off x="2450477" y="2591630"/>
            <a:ext cx="42863" cy="47625"/>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830" name="Google Shape;5830;p93"/>
          <p:cNvSpPr/>
          <p:nvPr/>
        </p:nvSpPr>
        <p:spPr>
          <a:xfrm>
            <a:off x="2742577" y="2588455"/>
            <a:ext cx="42863" cy="47625"/>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831" name="Google Shape;5831;p93"/>
          <p:cNvSpPr/>
          <p:nvPr/>
        </p:nvSpPr>
        <p:spPr>
          <a:xfrm>
            <a:off x="3329952" y="2593218"/>
            <a:ext cx="42863" cy="47625"/>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5832" name="Google Shape;5832;p93"/>
          <p:cNvGrpSpPr/>
          <p:nvPr/>
        </p:nvGrpSpPr>
        <p:grpSpPr>
          <a:xfrm>
            <a:off x="3441456" y="2226513"/>
            <a:ext cx="1259780" cy="523875"/>
            <a:chOff x="10932220" y="4822113"/>
            <a:chExt cx="1259780" cy="523875"/>
          </a:xfrm>
        </p:grpSpPr>
        <p:sp>
          <p:nvSpPr>
            <p:cNvPr id="5833" name="Google Shape;5833;p93"/>
            <p:cNvSpPr/>
            <p:nvPr/>
          </p:nvSpPr>
          <p:spPr>
            <a:xfrm>
              <a:off x="11001071" y="4880851"/>
              <a:ext cx="896593" cy="457200"/>
            </a:xfrm>
            <a:prstGeom prst="rect">
              <a:avLst/>
            </a:prstGeom>
            <a:solidFill>
              <a:srgbClr val="B3C6E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834" name="Google Shape;5834;p93"/>
            <p:cNvSpPr/>
            <p:nvPr/>
          </p:nvSpPr>
          <p:spPr>
            <a:xfrm>
              <a:off x="11010391" y="4872913"/>
              <a:ext cx="1181609" cy="468313"/>
            </a:xfrm>
            <a:prstGeom prst="rect">
              <a:avLst/>
            </a:prstGeom>
            <a:no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5835" name="Google Shape;5835;p93"/>
            <p:cNvCxnSpPr/>
            <p:nvPr/>
          </p:nvCxnSpPr>
          <p:spPr>
            <a:xfrm>
              <a:off x="11009376" y="5090714"/>
              <a:ext cx="1163270" cy="2862"/>
            </a:xfrm>
            <a:prstGeom prst="straightConnector1">
              <a:avLst/>
            </a:prstGeom>
            <a:noFill/>
            <a:ln cap="flat" cmpd="sng" w="9525">
              <a:solidFill>
                <a:srgbClr val="000000"/>
              </a:solidFill>
              <a:prstDash val="solid"/>
              <a:round/>
              <a:headEnd len="med" w="med" type="none"/>
              <a:tailEnd len="med" w="med" type="none"/>
            </a:ln>
          </p:spPr>
        </p:cxnSp>
        <p:cxnSp>
          <p:nvCxnSpPr>
            <p:cNvPr id="5836" name="Google Shape;5836;p93"/>
            <p:cNvCxnSpPr/>
            <p:nvPr/>
          </p:nvCxnSpPr>
          <p:spPr>
            <a:xfrm>
              <a:off x="11601146" y="4882438"/>
              <a:ext cx="0" cy="463550"/>
            </a:xfrm>
            <a:prstGeom prst="straightConnector1">
              <a:avLst/>
            </a:prstGeom>
            <a:noFill/>
            <a:ln cap="flat" cmpd="sng" w="9525">
              <a:solidFill>
                <a:srgbClr val="000000"/>
              </a:solidFill>
              <a:prstDash val="solid"/>
              <a:round/>
              <a:headEnd len="med" w="med" type="none"/>
              <a:tailEnd len="med" w="med" type="none"/>
            </a:ln>
          </p:spPr>
        </p:cxnSp>
        <p:cxnSp>
          <p:nvCxnSpPr>
            <p:cNvPr id="5837" name="Google Shape;5837;p93"/>
            <p:cNvCxnSpPr/>
            <p:nvPr/>
          </p:nvCxnSpPr>
          <p:spPr>
            <a:xfrm>
              <a:off x="11305871" y="4877676"/>
              <a:ext cx="0" cy="463550"/>
            </a:xfrm>
            <a:prstGeom prst="straightConnector1">
              <a:avLst/>
            </a:prstGeom>
            <a:noFill/>
            <a:ln cap="flat" cmpd="sng" w="9525">
              <a:solidFill>
                <a:srgbClr val="000000"/>
              </a:solidFill>
              <a:prstDash val="solid"/>
              <a:round/>
              <a:headEnd len="med" w="med" type="none"/>
              <a:tailEnd len="med" w="med" type="none"/>
            </a:ln>
          </p:spPr>
        </p:cxnSp>
        <p:cxnSp>
          <p:nvCxnSpPr>
            <p:cNvPr id="5838" name="Google Shape;5838;p93"/>
            <p:cNvCxnSpPr/>
            <p:nvPr/>
          </p:nvCxnSpPr>
          <p:spPr>
            <a:xfrm>
              <a:off x="11896421" y="4872913"/>
              <a:ext cx="0" cy="463550"/>
            </a:xfrm>
            <a:prstGeom prst="straightConnector1">
              <a:avLst/>
            </a:prstGeom>
            <a:noFill/>
            <a:ln cap="flat" cmpd="sng" w="9525">
              <a:solidFill>
                <a:srgbClr val="000000"/>
              </a:solidFill>
              <a:prstDash val="solid"/>
              <a:round/>
              <a:headEnd len="med" w="med" type="none"/>
              <a:tailEnd len="med" w="med" type="none"/>
            </a:ln>
          </p:spPr>
        </p:cxnSp>
        <p:sp>
          <p:nvSpPr>
            <p:cNvPr id="5839" name="Google Shape;5839;p93"/>
            <p:cNvSpPr txBox="1"/>
            <p:nvPr/>
          </p:nvSpPr>
          <p:spPr>
            <a:xfrm>
              <a:off x="10947845" y="4840575"/>
              <a:ext cx="241300" cy="2143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800">
                  <a:solidFill>
                    <a:schemeClr val="lt1"/>
                  </a:solidFill>
                  <a:latin typeface="Arial"/>
                  <a:ea typeface="Arial"/>
                  <a:cs typeface="Arial"/>
                  <a:sym typeface="Arial"/>
                </a:rPr>
                <a:t>9</a:t>
              </a:r>
              <a:endParaRPr/>
            </a:p>
          </p:txBody>
        </p:sp>
        <p:sp>
          <p:nvSpPr>
            <p:cNvPr id="5840" name="Google Shape;5840;p93"/>
            <p:cNvSpPr txBox="1"/>
            <p:nvPr/>
          </p:nvSpPr>
          <p:spPr>
            <a:xfrm>
              <a:off x="11813871" y="5045951"/>
              <a:ext cx="298450" cy="2143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800">
                  <a:solidFill>
                    <a:schemeClr val="lt1"/>
                  </a:solidFill>
                  <a:latin typeface="Arial"/>
                  <a:ea typeface="Arial"/>
                  <a:cs typeface="Arial"/>
                  <a:sym typeface="Arial"/>
                </a:rPr>
                <a:t>16</a:t>
              </a:r>
              <a:endParaRPr/>
            </a:p>
          </p:txBody>
        </p:sp>
        <p:sp>
          <p:nvSpPr>
            <p:cNvPr id="5841" name="Google Shape;5841;p93"/>
            <p:cNvSpPr txBox="1"/>
            <p:nvPr/>
          </p:nvSpPr>
          <p:spPr>
            <a:xfrm>
              <a:off x="10932220" y="5049376"/>
              <a:ext cx="298450" cy="2143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800">
                  <a:solidFill>
                    <a:schemeClr val="lt1"/>
                  </a:solidFill>
                  <a:latin typeface="Arial"/>
                  <a:ea typeface="Arial"/>
                  <a:cs typeface="Arial"/>
                  <a:sym typeface="Arial"/>
                </a:rPr>
                <a:t>10</a:t>
              </a:r>
              <a:endParaRPr/>
            </a:p>
          </p:txBody>
        </p:sp>
        <p:sp>
          <p:nvSpPr>
            <p:cNvPr id="5842" name="Google Shape;5842;p93"/>
            <p:cNvSpPr txBox="1"/>
            <p:nvPr/>
          </p:nvSpPr>
          <p:spPr>
            <a:xfrm>
              <a:off x="11809108" y="4822113"/>
              <a:ext cx="298450" cy="2143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800">
                  <a:solidFill>
                    <a:schemeClr val="lt1"/>
                  </a:solidFill>
                  <a:latin typeface="Arial"/>
                  <a:ea typeface="Arial"/>
                  <a:cs typeface="Arial"/>
                  <a:sym typeface="Arial"/>
                </a:rPr>
                <a:t>15</a:t>
              </a:r>
              <a:endParaRPr/>
            </a:p>
          </p:txBody>
        </p:sp>
        <p:sp>
          <p:nvSpPr>
            <p:cNvPr id="5843" name="Google Shape;5843;p93"/>
            <p:cNvSpPr/>
            <p:nvPr/>
          </p:nvSpPr>
          <p:spPr>
            <a:xfrm>
              <a:off x="11147121" y="5185651"/>
              <a:ext cx="42862" cy="47625"/>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sp>
          <p:nvSpPr>
            <p:cNvPr id="5844" name="Google Shape;5844;p93"/>
            <p:cNvSpPr/>
            <p:nvPr/>
          </p:nvSpPr>
          <p:spPr>
            <a:xfrm>
              <a:off x="11134421" y="4971338"/>
              <a:ext cx="42862" cy="47625"/>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sp>
          <p:nvSpPr>
            <p:cNvPr id="5845" name="Google Shape;5845;p93"/>
            <p:cNvSpPr/>
            <p:nvPr/>
          </p:nvSpPr>
          <p:spPr>
            <a:xfrm>
              <a:off x="12009133" y="4968163"/>
              <a:ext cx="42863" cy="47625"/>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grpSp>
      <p:sp>
        <p:nvSpPr>
          <p:cNvPr id="5846" name="Google Shape;5846;p93"/>
          <p:cNvSpPr txBox="1"/>
          <p:nvPr>
            <p:ph type="title"/>
          </p:nvPr>
        </p:nvSpPr>
        <p:spPr>
          <a:xfrm>
            <a:off x="538843" y="267783"/>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99"/>
              </a:buClr>
              <a:buSzPts val="4400"/>
              <a:buFont typeface="Calibri"/>
              <a:buNone/>
            </a:pPr>
            <a:r>
              <a:rPr b="0" lang="en-US">
                <a:solidFill>
                  <a:srgbClr val="000099"/>
                </a:solidFill>
                <a:latin typeface="Calibri"/>
                <a:ea typeface="Calibri"/>
                <a:cs typeface="Calibri"/>
                <a:sym typeface="Calibri"/>
              </a:rPr>
              <a:t>EVPN: Ethernet VPNs </a:t>
            </a:r>
            <a:r>
              <a:rPr b="0" lang="en-US" sz="3200">
                <a:solidFill>
                  <a:srgbClr val="000099"/>
                </a:solidFill>
                <a:latin typeface="Calibri"/>
                <a:ea typeface="Calibri"/>
                <a:cs typeface="Calibri"/>
                <a:sym typeface="Calibri"/>
              </a:rPr>
              <a:t>(aka VXLANs)</a:t>
            </a:r>
            <a:endParaRPr b="0" sz="4800">
              <a:latin typeface="Calibri"/>
              <a:ea typeface="Calibri"/>
              <a:cs typeface="Calibri"/>
              <a:sym typeface="Calibri"/>
            </a:endParaRPr>
          </a:p>
        </p:txBody>
      </p:sp>
      <p:sp>
        <p:nvSpPr>
          <p:cNvPr id="5847" name="Google Shape;5847;p93"/>
          <p:cNvSpPr txBox="1"/>
          <p:nvPr>
            <p:ph idx="12" type="sldNum"/>
          </p:nvPr>
        </p:nvSpPr>
        <p:spPr>
          <a:xfrm>
            <a:off x="9206737" y="6492875"/>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Link Layer: 6-</a:t>
            </a:r>
            <a:fld id="{00000000-1234-1234-1234-123412341234}" type="slidenum">
              <a:rPr lang="en-US"/>
              <a:t>‹#›</a:t>
            </a:fld>
            <a:endParaRPr/>
          </a:p>
        </p:txBody>
      </p:sp>
      <p:grpSp>
        <p:nvGrpSpPr>
          <p:cNvPr id="5848" name="Google Shape;5848;p93"/>
          <p:cNvGrpSpPr/>
          <p:nvPr/>
        </p:nvGrpSpPr>
        <p:grpSpPr>
          <a:xfrm>
            <a:off x="2316560" y="1851720"/>
            <a:ext cx="2388836" cy="410624"/>
            <a:chOff x="7399107" y="1365161"/>
            <a:chExt cx="2388836" cy="732595"/>
          </a:xfrm>
        </p:grpSpPr>
        <p:sp>
          <p:nvSpPr>
            <p:cNvPr id="5849" name="Google Shape;5849;p93"/>
            <p:cNvSpPr/>
            <p:nvPr/>
          </p:nvSpPr>
          <p:spPr>
            <a:xfrm>
              <a:off x="7399107" y="1365161"/>
              <a:ext cx="2388836" cy="732595"/>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5850" name="Google Shape;5850;p93"/>
            <p:cNvGrpSpPr/>
            <p:nvPr/>
          </p:nvGrpSpPr>
          <p:grpSpPr>
            <a:xfrm>
              <a:off x="7564998" y="1450537"/>
              <a:ext cx="2021605" cy="589765"/>
              <a:chOff x="7939341" y="3037317"/>
              <a:chExt cx="897649" cy="353919"/>
            </a:xfrm>
          </p:grpSpPr>
          <p:sp>
            <p:nvSpPr>
              <p:cNvPr id="5851" name="Google Shape;5851;p93"/>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852" name="Google Shape;5852;p93"/>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853" name="Google Shape;5853;p93"/>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854" name="Google Shape;5854;p93"/>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cxnSp>
        <p:nvCxnSpPr>
          <p:cNvPr id="5855" name="Google Shape;5855;p93"/>
          <p:cNvCxnSpPr/>
          <p:nvPr/>
        </p:nvCxnSpPr>
        <p:spPr>
          <a:xfrm flipH="1">
            <a:off x="1564338" y="2582038"/>
            <a:ext cx="901700" cy="279400"/>
          </a:xfrm>
          <a:prstGeom prst="straightConnector1">
            <a:avLst/>
          </a:prstGeom>
          <a:noFill/>
          <a:ln cap="flat" cmpd="sng" w="9525">
            <a:solidFill>
              <a:srgbClr val="000000"/>
            </a:solidFill>
            <a:prstDash val="solid"/>
            <a:round/>
            <a:headEnd len="med" w="med" type="none"/>
            <a:tailEnd len="med" w="med" type="none"/>
          </a:ln>
        </p:spPr>
      </p:cxnSp>
      <p:cxnSp>
        <p:nvCxnSpPr>
          <p:cNvPr id="5856" name="Google Shape;5856;p93"/>
          <p:cNvCxnSpPr/>
          <p:nvPr/>
        </p:nvCxnSpPr>
        <p:spPr>
          <a:xfrm flipH="1">
            <a:off x="1950101" y="2582038"/>
            <a:ext cx="806450" cy="419100"/>
          </a:xfrm>
          <a:prstGeom prst="straightConnector1">
            <a:avLst/>
          </a:prstGeom>
          <a:noFill/>
          <a:ln cap="flat" cmpd="sng" w="9525">
            <a:solidFill>
              <a:srgbClr val="000000"/>
            </a:solidFill>
            <a:prstDash val="solid"/>
            <a:round/>
            <a:headEnd len="med" w="med" type="none"/>
            <a:tailEnd len="med" w="med" type="none"/>
          </a:ln>
        </p:spPr>
      </p:cxnSp>
      <p:cxnSp>
        <p:nvCxnSpPr>
          <p:cNvPr id="5857" name="Google Shape;5857;p93"/>
          <p:cNvCxnSpPr/>
          <p:nvPr/>
        </p:nvCxnSpPr>
        <p:spPr>
          <a:xfrm flipH="1">
            <a:off x="2669236" y="2619375"/>
            <a:ext cx="683563" cy="338900"/>
          </a:xfrm>
          <a:prstGeom prst="straightConnector1">
            <a:avLst/>
          </a:prstGeom>
          <a:noFill/>
          <a:ln cap="flat" cmpd="sng" w="9525">
            <a:solidFill>
              <a:srgbClr val="000000"/>
            </a:solidFill>
            <a:prstDash val="solid"/>
            <a:round/>
            <a:headEnd len="med" w="med" type="none"/>
            <a:tailEnd len="med" w="med" type="none"/>
          </a:ln>
        </p:spPr>
      </p:cxnSp>
      <p:sp>
        <p:nvSpPr>
          <p:cNvPr id="5858" name="Google Shape;5858;p93"/>
          <p:cNvSpPr txBox="1"/>
          <p:nvPr/>
        </p:nvSpPr>
        <p:spPr>
          <a:xfrm>
            <a:off x="4458759" y="2797223"/>
            <a:ext cx="34336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000000"/>
                </a:solidFill>
                <a:latin typeface="Calibri"/>
                <a:ea typeface="Calibri"/>
                <a:cs typeface="Calibri"/>
                <a:sym typeface="Calibri"/>
              </a:rPr>
              <a:t>…</a:t>
            </a:r>
            <a:endParaRPr/>
          </a:p>
        </p:txBody>
      </p:sp>
      <p:cxnSp>
        <p:nvCxnSpPr>
          <p:cNvPr id="5859" name="Google Shape;5859;p93"/>
          <p:cNvCxnSpPr/>
          <p:nvPr/>
        </p:nvCxnSpPr>
        <p:spPr>
          <a:xfrm>
            <a:off x="3679825" y="2613025"/>
            <a:ext cx="99076" cy="350013"/>
          </a:xfrm>
          <a:prstGeom prst="straightConnector1">
            <a:avLst/>
          </a:prstGeom>
          <a:noFill/>
          <a:ln cap="flat" cmpd="sng" w="9525">
            <a:solidFill>
              <a:srgbClr val="000000"/>
            </a:solidFill>
            <a:prstDash val="solid"/>
            <a:round/>
            <a:headEnd len="med" w="med" type="none"/>
            <a:tailEnd len="med" w="med" type="none"/>
          </a:ln>
        </p:spPr>
      </p:cxnSp>
      <p:cxnSp>
        <p:nvCxnSpPr>
          <p:cNvPr id="5860" name="Google Shape;5860;p93"/>
          <p:cNvCxnSpPr/>
          <p:nvPr/>
        </p:nvCxnSpPr>
        <p:spPr>
          <a:xfrm>
            <a:off x="3667126" y="2406650"/>
            <a:ext cx="480076" cy="580200"/>
          </a:xfrm>
          <a:prstGeom prst="straightConnector1">
            <a:avLst/>
          </a:prstGeom>
          <a:noFill/>
          <a:ln cap="flat" cmpd="sng" w="9525">
            <a:solidFill>
              <a:srgbClr val="000000"/>
            </a:solidFill>
            <a:prstDash val="solid"/>
            <a:round/>
            <a:headEnd len="med" w="med" type="none"/>
            <a:tailEnd len="med" w="med" type="none"/>
          </a:ln>
        </p:spPr>
      </p:cxnSp>
      <p:cxnSp>
        <p:nvCxnSpPr>
          <p:cNvPr id="5861" name="Google Shape;5861;p93"/>
          <p:cNvCxnSpPr/>
          <p:nvPr/>
        </p:nvCxnSpPr>
        <p:spPr>
          <a:xfrm>
            <a:off x="4537074" y="2397125"/>
            <a:ext cx="500713" cy="415100"/>
          </a:xfrm>
          <a:prstGeom prst="straightConnector1">
            <a:avLst/>
          </a:prstGeom>
          <a:noFill/>
          <a:ln cap="flat" cmpd="sng" w="9525">
            <a:solidFill>
              <a:srgbClr val="000000"/>
            </a:solidFill>
            <a:prstDash val="solid"/>
            <a:round/>
            <a:headEnd len="med" w="med" type="none"/>
            <a:tailEnd len="med" w="med" type="none"/>
          </a:ln>
        </p:spPr>
      </p:cxnSp>
      <p:sp>
        <p:nvSpPr>
          <p:cNvPr id="5862" name="Google Shape;5862;p93"/>
          <p:cNvSpPr txBox="1"/>
          <p:nvPr/>
        </p:nvSpPr>
        <p:spPr>
          <a:xfrm>
            <a:off x="2212515" y="2760270"/>
            <a:ext cx="34336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000000"/>
                </a:solidFill>
                <a:latin typeface="Calibri"/>
                <a:ea typeface="Calibri"/>
                <a:cs typeface="Calibri"/>
                <a:sym typeface="Calibri"/>
              </a:rPr>
              <a:t>…</a:t>
            </a:r>
            <a:endParaRPr/>
          </a:p>
        </p:txBody>
      </p:sp>
      <p:grpSp>
        <p:nvGrpSpPr>
          <p:cNvPr id="5863" name="Google Shape;5863;p93"/>
          <p:cNvGrpSpPr/>
          <p:nvPr/>
        </p:nvGrpSpPr>
        <p:grpSpPr>
          <a:xfrm>
            <a:off x="1027763" y="2767775"/>
            <a:ext cx="609600" cy="558800"/>
            <a:chOff x="-44" y="1473"/>
            <a:chExt cx="981" cy="1105"/>
          </a:xfrm>
        </p:grpSpPr>
        <p:pic>
          <p:nvPicPr>
            <p:cNvPr descr="desktop_computer_stylized_medium" id="5864" name="Google Shape;5864;p9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865" name="Google Shape;5865;p9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866" name="Google Shape;5866;p93"/>
          <p:cNvGrpSpPr/>
          <p:nvPr/>
        </p:nvGrpSpPr>
        <p:grpSpPr>
          <a:xfrm>
            <a:off x="1592544" y="2773109"/>
            <a:ext cx="609600" cy="558800"/>
            <a:chOff x="-44" y="1473"/>
            <a:chExt cx="981" cy="1105"/>
          </a:xfrm>
        </p:grpSpPr>
        <p:pic>
          <p:nvPicPr>
            <p:cNvPr descr="desktop_computer_stylized_medium" id="5867" name="Google Shape;5867;p9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868" name="Google Shape;5868;p9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869" name="Google Shape;5869;p93"/>
          <p:cNvGrpSpPr/>
          <p:nvPr/>
        </p:nvGrpSpPr>
        <p:grpSpPr>
          <a:xfrm>
            <a:off x="2349411" y="2768447"/>
            <a:ext cx="609600" cy="558800"/>
            <a:chOff x="-44" y="1473"/>
            <a:chExt cx="981" cy="1105"/>
          </a:xfrm>
        </p:grpSpPr>
        <p:pic>
          <p:nvPicPr>
            <p:cNvPr descr="desktop_computer_stylized_medium" id="5870" name="Google Shape;5870;p9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871" name="Google Shape;5871;p9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872" name="Google Shape;5872;p93"/>
          <p:cNvGrpSpPr/>
          <p:nvPr/>
        </p:nvGrpSpPr>
        <p:grpSpPr>
          <a:xfrm>
            <a:off x="3314812" y="2763785"/>
            <a:ext cx="609600" cy="558800"/>
            <a:chOff x="-44" y="1473"/>
            <a:chExt cx="981" cy="1105"/>
          </a:xfrm>
        </p:grpSpPr>
        <p:pic>
          <p:nvPicPr>
            <p:cNvPr descr="desktop_computer_stylized_medium" id="5873" name="Google Shape;5873;p9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874" name="Google Shape;5874;p9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875" name="Google Shape;5875;p93"/>
          <p:cNvGrpSpPr/>
          <p:nvPr/>
        </p:nvGrpSpPr>
        <p:grpSpPr>
          <a:xfrm>
            <a:off x="3830039" y="2769695"/>
            <a:ext cx="609600" cy="558800"/>
            <a:chOff x="-44" y="1473"/>
            <a:chExt cx="981" cy="1105"/>
          </a:xfrm>
        </p:grpSpPr>
        <p:pic>
          <p:nvPicPr>
            <p:cNvPr descr="desktop_computer_stylized_medium" id="5876" name="Google Shape;5876;p9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877" name="Google Shape;5877;p9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878" name="Google Shape;5878;p93"/>
          <p:cNvGrpSpPr/>
          <p:nvPr/>
        </p:nvGrpSpPr>
        <p:grpSpPr>
          <a:xfrm>
            <a:off x="4693640" y="2778687"/>
            <a:ext cx="609600" cy="558800"/>
            <a:chOff x="-44" y="1473"/>
            <a:chExt cx="981" cy="1105"/>
          </a:xfrm>
        </p:grpSpPr>
        <p:pic>
          <p:nvPicPr>
            <p:cNvPr descr="desktop_computer_stylized_medium" id="5879" name="Google Shape;5879;p9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880" name="Google Shape;5880;p9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5881" name="Google Shape;5881;p93"/>
          <p:cNvSpPr txBox="1"/>
          <p:nvPr/>
        </p:nvSpPr>
        <p:spPr>
          <a:xfrm>
            <a:off x="1077297" y="4747675"/>
            <a:ext cx="10859330" cy="1937329"/>
          </a:xfrm>
          <a:prstGeom prst="rect">
            <a:avLst/>
          </a:prstGeom>
          <a:noFill/>
          <a:ln>
            <a:noFill/>
          </a:ln>
        </p:spPr>
        <p:txBody>
          <a:bodyPr anchorCtr="0" anchor="t" bIns="45700" lIns="91425" spcFirstLastPara="1" rIns="91425" wrap="square" tIns="45700">
            <a:normAutofit fontScale="92500" lnSpcReduction="10000"/>
          </a:bodyPr>
          <a:lstStyle/>
          <a:p>
            <a:pPr indent="0" lvl="0" marL="0" marR="0" rtl="0" algn="l">
              <a:lnSpc>
                <a:spcPct val="90000"/>
              </a:lnSpc>
              <a:spcBef>
                <a:spcPts val="0"/>
              </a:spcBef>
              <a:spcAft>
                <a:spcPts val="0"/>
              </a:spcAft>
              <a:buClr>
                <a:srgbClr val="0000A3"/>
              </a:buClr>
              <a:buSzPct val="100000"/>
              <a:buFont typeface="Noto Sans Symbols"/>
              <a:buNone/>
            </a:pPr>
            <a:r>
              <a:rPr lang="en-US" sz="2800">
                <a:solidFill>
                  <a:schemeClr val="dk1"/>
                </a:solidFill>
                <a:latin typeface="Calibri"/>
                <a:ea typeface="Calibri"/>
                <a:cs typeface="Calibri"/>
                <a:sym typeface="Calibri"/>
              </a:rPr>
              <a:t>Layer-2 Ethernet switches </a:t>
            </a:r>
            <a:r>
              <a:rPr i="1" lang="en-US" sz="2800">
                <a:solidFill>
                  <a:schemeClr val="dk1"/>
                </a:solidFill>
                <a:latin typeface="Calibri"/>
                <a:ea typeface="Calibri"/>
                <a:cs typeface="Calibri"/>
                <a:sym typeface="Calibri"/>
              </a:rPr>
              <a:t>logically</a:t>
            </a:r>
            <a:r>
              <a:rPr lang="en-US" sz="2800">
                <a:solidFill>
                  <a:schemeClr val="dk1"/>
                </a:solidFill>
                <a:latin typeface="Calibri"/>
                <a:ea typeface="Calibri"/>
                <a:cs typeface="Calibri"/>
                <a:sym typeface="Calibri"/>
              </a:rPr>
              <a:t> connected to each other (e.g., using IP as an </a:t>
            </a:r>
            <a:r>
              <a:rPr i="1" lang="en-US" sz="2800">
                <a:solidFill>
                  <a:srgbClr val="C00000"/>
                </a:solidFill>
                <a:latin typeface="Calibri"/>
                <a:ea typeface="Calibri"/>
                <a:cs typeface="Calibri"/>
                <a:sym typeface="Calibri"/>
              </a:rPr>
              <a:t>underlay</a:t>
            </a:r>
            <a:r>
              <a:rPr lang="en-US" sz="2800">
                <a:solidFill>
                  <a:schemeClr val="dk1"/>
                </a:solidFill>
                <a:latin typeface="Calibri"/>
                <a:ea typeface="Calibri"/>
                <a:cs typeface="Calibri"/>
                <a:sym typeface="Calibri"/>
              </a:rPr>
              <a:t>)</a:t>
            </a:r>
            <a:endParaRPr/>
          </a:p>
          <a:p>
            <a:pPr indent="-227013" lvl="1" marL="466725" marR="0" rtl="0" algn="l">
              <a:lnSpc>
                <a:spcPct val="90000"/>
              </a:lnSpc>
              <a:spcBef>
                <a:spcPts val="500"/>
              </a:spcBef>
              <a:spcAft>
                <a:spcPts val="0"/>
              </a:spcAft>
              <a:buClr>
                <a:srgbClr val="0000A8"/>
              </a:buClr>
              <a:buSzPct val="100000"/>
              <a:buFont typeface="Noto Sans Symbols"/>
              <a:buChar char="▪"/>
            </a:pPr>
            <a:r>
              <a:rPr b="0" i="0" lang="en-US" sz="2400" u="none" cap="none" strike="noStrike">
                <a:solidFill>
                  <a:schemeClr val="dk1"/>
                </a:solidFill>
                <a:latin typeface="Calibri"/>
                <a:ea typeface="Calibri"/>
                <a:cs typeface="Calibri"/>
                <a:sym typeface="Calibri"/>
              </a:rPr>
              <a:t>Ethernet frames carried </a:t>
            </a:r>
            <a:r>
              <a:rPr b="0" i="1" lang="en-US" sz="2400" u="none" cap="none" strike="noStrike">
                <a:solidFill>
                  <a:schemeClr val="dk1"/>
                </a:solidFill>
                <a:latin typeface="Calibri"/>
                <a:ea typeface="Calibri"/>
                <a:cs typeface="Calibri"/>
                <a:sym typeface="Calibri"/>
              </a:rPr>
              <a:t>within</a:t>
            </a:r>
            <a:r>
              <a:rPr b="0" i="0" lang="en-US" sz="2400" u="none" cap="none" strike="noStrike">
                <a:solidFill>
                  <a:schemeClr val="dk1"/>
                </a:solidFill>
                <a:latin typeface="Calibri"/>
                <a:ea typeface="Calibri"/>
                <a:cs typeface="Calibri"/>
                <a:sym typeface="Calibri"/>
              </a:rPr>
              <a:t> IP datagrams between sites</a:t>
            </a:r>
            <a:endParaRPr/>
          </a:p>
          <a:p>
            <a:pPr indent="-227013" lvl="1" marL="466725" marR="0" rtl="0" algn="l">
              <a:lnSpc>
                <a:spcPct val="90000"/>
              </a:lnSpc>
              <a:spcBef>
                <a:spcPts val="500"/>
              </a:spcBef>
              <a:spcAft>
                <a:spcPts val="0"/>
              </a:spcAft>
              <a:buClr>
                <a:srgbClr val="0000A8"/>
              </a:buClr>
              <a:buSzPct val="100000"/>
              <a:buFont typeface="Noto Sans Symbols"/>
              <a:buChar char="▪"/>
            </a:pPr>
            <a:r>
              <a:rPr b="0" i="0" lang="en-US" sz="2400" u="none" cap="none" strike="noStrike">
                <a:solidFill>
                  <a:schemeClr val="dk1"/>
                </a:solidFill>
                <a:latin typeface="Calibri"/>
                <a:ea typeface="Calibri"/>
                <a:cs typeface="Calibri"/>
                <a:sym typeface="Calibri"/>
              </a:rPr>
              <a:t>“</a:t>
            </a:r>
            <a:r>
              <a:rPr b="0" i="1" lang="en-US" sz="2400" u="none" cap="none" strike="noStrike">
                <a:solidFill>
                  <a:srgbClr val="C00000"/>
                </a:solidFill>
                <a:latin typeface="Calibri"/>
                <a:ea typeface="Calibri"/>
                <a:cs typeface="Calibri"/>
                <a:sym typeface="Calibri"/>
              </a:rPr>
              <a:t>tunneling </a:t>
            </a:r>
            <a:r>
              <a:rPr b="0" i="0" lang="en-US" sz="2400" u="none" cap="none" strike="noStrike">
                <a:solidFill>
                  <a:schemeClr val="dk1"/>
                </a:solidFill>
                <a:latin typeface="Calibri"/>
                <a:ea typeface="Calibri"/>
                <a:cs typeface="Calibri"/>
                <a:sym typeface="Calibri"/>
              </a:rPr>
              <a:t>scheme to </a:t>
            </a:r>
            <a:r>
              <a:rPr b="0" i="1" lang="en-US" sz="2400" u="none" cap="none" strike="noStrike">
                <a:solidFill>
                  <a:srgbClr val="C00000"/>
                </a:solidFill>
                <a:latin typeface="Calibri"/>
                <a:ea typeface="Calibri"/>
                <a:cs typeface="Calibri"/>
                <a:sym typeface="Calibri"/>
              </a:rPr>
              <a:t>overlay Layer 2 networks on top of Layer 3 networks </a:t>
            </a:r>
            <a:r>
              <a:rPr b="0" i="0" lang="en-US" sz="2400" u="none" cap="none" strike="noStrike">
                <a:solidFill>
                  <a:schemeClr val="dk1"/>
                </a:solidFill>
                <a:latin typeface="Calibri"/>
                <a:ea typeface="Calibri"/>
                <a:cs typeface="Calibri"/>
                <a:sym typeface="Calibri"/>
              </a:rPr>
              <a:t>... runs over the existing networking infrastructure and provides a means to "stretch" a Layer 2 network.” [RFC 7348]</a:t>
            </a:r>
            <a:endParaRPr/>
          </a:p>
        </p:txBody>
      </p:sp>
      <p:grpSp>
        <p:nvGrpSpPr>
          <p:cNvPr id="5882" name="Google Shape;5882;p93"/>
          <p:cNvGrpSpPr/>
          <p:nvPr/>
        </p:nvGrpSpPr>
        <p:grpSpPr>
          <a:xfrm>
            <a:off x="8893549" y="1887445"/>
            <a:ext cx="1988428" cy="1489108"/>
            <a:chOff x="6754507" y="1887445"/>
            <a:chExt cx="1988428" cy="1489108"/>
          </a:xfrm>
        </p:grpSpPr>
        <p:sp>
          <p:nvSpPr>
            <p:cNvPr id="5883" name="Google Shape;5883;p93"/>
            <p:cNvSpPr/>
            <p:nvPr/>
          </p:nvSpPr>
          <p:spPr>
            <a:xfrm>
              <a:off x="6971200" y="2519374"/>
              <a:ext cx="302725" cy="252401"/>
            </a:xfrm>
            <a:prstGeom prst="rect">
              <a:avLst/>
            </a:prstGeom>
            <a:solidFill>
              <a:srgbClr val="B3C6E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884" name="Google Shape;5884;p93"/>
            <p:cNvSpPr/>
            <p:nvPr/>
          </p:nvSpPr>
          <p:spPr>
            <a:xfrm>
              <a:off x="7860323" y="2308273"/>
              <a:ext cx="294061" cy="247659"/>
            </a:xfrm>
            <a:prstGeom prst="rect">
              <a:avLst/>
            </a:prstGeom>
            <a:solidFill>
              <a:srgbClr val="B3C6E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885" name="Google Shape;5885;p93"/>
            <p:cNvSpPr/>
            <p:nvPr/>
          </p:nvSpPr>
          <p:spPr>
            <a:xfrm>
              <a:off x="7269650" y="2300299"/>
              <a:ext cx="582125" cy="471997"/>
            </a:xfrm>
            <a:prstGeom prst="rect">
              <a:avLst/>
            </a:prstGeom>
            <a:solidFill>
              <a:srgbClr val="B3C6E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886" name="Google Shape;5886;p93"/>
            <p:cNvSpPr/>
            <p:nvPr/>
          </p:nvSpPr>
          <p:spPr>
            <a:xfrm>
              <a:off x="7262446" y="2518116"/>
              <a:ext cx="887249" cy="247659"/>
            </a:xfrm>
            <a:prstGeom prst="rect">
              <a:avLst/>
            </a:prstGeom>
            <a:solidFill>
              <a:srgbClr val="B3C6E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887" name="Google Shape;5887;p93"/>
            <p:cNvSpPr/>
            <p:nvPr/>
          </p:nvSpPr>
          <p:spPr>
            <a:xfrm>
              <a:off x="6968086" y="2300638"/>
              <a:ext cx="1181609" cy="468313"/>
            </a:xfrm>
            <a:prstGeom prst="rect">
              <a:avLst/>
            </a:prstGeom>
            <a:no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cxnSp>
          <p:nvCxnSpPr>
            <p:cNvPr id="5888" name="Google Shape;5888;p93"/>
            <p:cNvCxnSpPr/>
            <p:nvPr/>
          </p:nvCxnSpPr>
          <p:spPr>
            <a:xfrm>
              <a:off x="6967071" y="2518439"/>
              <a:ext cx="1163270" cy="2862"/>
            </a:xfrm>
            <a:prstGeom prst="straightConnector1">
              <a:avLst/>
            </a:prstGeom>
            <a:noFill/>
            <a:ln cap="flat" cmpd="sng" w="9525">
              <a:solidFill>
                <a:srgbClr val="000000"/>
              </a:solidFill>
              <a:prstDash val="solid"/>
              <a:round/>
              <a:headEnd len="med" w="med" type="none"/>
              <a:tailEnd len="med" w="med" type="none"/>
            </a:ln>
          </p:spPr>
        </p:cxnSp>
        <p:cxnSp>
          <p:nvCxnSpPr>
            <p:cNvPr id="5889" name="Google Shape;5889;p93"/>
            <p:cNvCxnSpPr/>
            <p:nvPr/>
          </p:nvCxnSpPr>
          <p:spPr>
            <a:xfrm>
              <a:off x="7558841" y="2310163"/>
              <a:ext cx="0" cy="463550"/>
            </a:xfrm>
            <a:prstGeom prst="straightConnector1">
              <a:avLst/>
            </a:prstGeom>
            <a:noFill/>
            <a:ln cap="flat" cmpd="sng" w="9525">
              <a:solidFill>
                <a:srgbClr val="000000"/>
              </a:solidFill>
              <a:prstDash val="solid"/>
              <a:round/>
              <a:headEnd len="med" w="med" type="none"/>
              <a:tailEnd len="med" w="med" type="none"/>
            </a:ln>
          </p:spPr>
        </p:cxnSp>
        <p:cxnSp>
          <p:nvCxnSpPr>
            <p:cNvPr id="5890" name="Google Shape;5890;p93"/>
            <p:cNvCxnSpPr/>
            <p:nvPr/>
          </p:nvCxnSpPr>
          <p:spPr>
            <a:xfrm>
              <a:off x="7263566" y="2305401"/>
              <a:ext cx="0" cy="463550"/>
            </a:xfrm>
            <a:prstGeom prst="straightConnector1">
              <a:avLst/>
            </a:prstGeom>
            <a:noFill/>
            <a:ln cap="flat" cmpd="sng" w="9525">
              <a:solidFill>
                <a:srgbClr val="000000"/>
              </a:solidFill>
              <a:prstDash val="solid"/>
              <a:round/>
              <a:headEnd len="med" w="med" type="none"/>
              <a:tailEnd len="med" w="med" type="none"/>
            </a:ln>
          </p:spPr>
        </p:cxnSp>
        <p:cxnSp>
          <p:nvCxnSpPr>
            <p:cNvPr id="5891" name="Google Shape;5891;p93"/>
            <p:cNvCxnSpPr/>
            <p:nvPr/>
          </p:nvCxnSpPr>
          <p:spPr>
            <a:xfrm>
              <a:off x="7854116" y="2300638"/>
              <a:ext cx="0" cy="463550"/>
            </a:xfrm>
            <a:prstGeom prst="straightConnector1">
              <a:avLst/>
            </a:prstGeom>
            <a:noFill/>
            <a:ln cap="flat" cmpd="sng" w="9525">
              <a:solidFill>
                <a:srgbClr val="000000"/>
              </a:solidFill>
              <a:prstDash val="solid"/>
              <a:round/>
              <a:headEnd len="med" w="med" type="none"/>
              <a:tailEnd len="med" w="med" type="none"/>
            </a:ln>
          </p:spPr>
        </p:cxnSp>
        <p:sp>
          <p:nvSpPr>
            <p:cNvPr id="5892" name="Google Shape;5892;p93"/>
            <p:cNvSpPr txBox="1"/>
            <p:nvPr/>
          </p:nvSpPr>
          <p:spPr>
            <a:xfrm>
              <a:off x="7433150" y="2117874"/>
              <a:ext cx="241300" cy="2143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800">
                  <a:solidFill>
                    <a:schemeClr val="dk1"/>
                  </a:solidFill>
                  <a:latin typeface="Arial"/>
                  <a:ea typeface="Arial"/>
                  <a:cs typeface="Arial"/>
                  <a:sym typeface="Arial"/>
                </a:rPr>
                <a:t>5</a:t>
              </a:r>
              <a:endParaRPr/>
            </a:p>
          </p:txBody>
        </p:sp>
        <p:sp>
          <p:nvSpPr>
            <p:cNvPr id="5893" name="Google Shape;5893;p93"/>
            <p:cNvSpPr txBox="1"/>
            <p:nvPr/>
          </p:nvSpPr>
          <p:spPr>
            <a:xfrm>
              <a:off x="7785634" y="2478093"/>
              <a:ext cx="242374"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800">
                  <a:solidFill>
                    <a:schemeClr val="dk1"/>
                  </a:solidFill>
                  <a:latin typeface="Arial"/>
                  <a:ea typeface="Arial"/>
                  <a:cs typeface="Arial"/>
                  <a:sym typeface="Arial"/>
                </a:rPr>
                <a:t>8</a:t>
              </a:r>
              <a:endParaRPr/>
            </a:p>
          </p:txBody>
        </p:sp>
        <p:sp>
          <p:nvSpPr>
            <p:cNvPr id="5894" name="Google Shape;5894;p93"/>
            <p:cNvSpPr txBox="1"/>
            <p:nvPr/>
          </p:nvSpPr>
          <p:spPr>
            <a:xfrm>
              <a:off x="6893339" y="2473676"/>
              <a:ext cx="242374"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800">
                  <a:solidFill>
                    <a:schemeClr val="dk1"/>
                  </a:solidFill>
                  <a:latin typeface="Arial"/>
                  <a:ea typeface="Arial"/>
                  <a:cs typeface="Arial"/>
                  <a:sym typeface="Arial"/>
                </a:rPr>
                <a:t>2</a:t>
              </a:r>
              <a:endParaRPr/>
            </a:p>
          </p:txBody>
        </p:sp>
        <p:sp>
          <p:nvSpPr>
            <p:cNvPr id="5895" name="Google Shape;5895;p93"/>
            <p:cNvSpPr txBox="1"/>
            <p:nvPr/>
          </p:nvSpPr>
          <p:spPr>
            <a:xfrm>
              <a:off x="7789706" y="2258673"/>
              <a:ext cx="242374"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800">
                  <a:solidFill>
                    <a:schemeClr val="dk1"/>
                  </a:solidFill>
                  <a:latin typeface="Arial"/>
                  <a:ea typeface="Arial"/>
                  <a:cs typeface="Arial"/>
                  <a:sym typeface="Arial"/>
                </a:rPr>
                <a:t>7</a:t>
              </a:r>
              <a:endParaRPr/>
            </a:p>
          </p:txBody>
        </p:sp>
        <p:sp>
          <p:nvSpPr>
            <p:cNvPr id="5896" name="Google Shape;5896;p93"/>
            <p:cNvSpPr/>
            <p:nvPr/>
          </p:nvSpPr>
          <p:spPr>
            <a:xfrm>
              <a:off x="7104816" y="2613376"/>
              <a:ext cx="42862" cy="47625"/>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5897" name="Google Shape;5897;p93"/>
            <p:cNvSpPr/>
            <p:nvPr/>
          </p:nvSpPr>
          <p:spPr>
            <a:xfrm>
              <a:off x="7092116" y="2399063"/>
              <a:ext cx="42862" cy="47625"/>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5898" name="Google Shape;5898;p93"/>
            <p:cNvSpPr/>
            <p:nvPr/>
          </p:nvSpPr>
          <p:spPr>
            <a:xfrm>
              <a:off x="7971245" y="2607922"/>
              <a:ext cx="42863" cy="47625"/>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5899" name="Google Shape;5899;p93"/>
            <p:cNvSpPr txBox="1"/>
            <p:nvPr/>
          </p:nvSpPr>
          <p:spPr>
            <a:xfrm>
              <a:off x="7898454" y="2836289"/>
              <a:ext cx="34336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000000"/>
                  </a:solidFill>
                  <a:latin typeface="Calibri"/>
                  <a:ea typeface="Calibri"/>
                  <a:cs typeface="Calibri"/>
                  <a:sym typeface="Calibri"/>
                </a:rPr>
                <a:t>…</a:t>
              </a:r>
              <a:endParaRPr/>
            </a:p>
          </p:txBody>
        </p:sp>
        <p:cxnSp>
          <p:nvCxnSpPr>
            <p:cNvPr id="5900" name="Google Shape;5900;p93"/>
            <p:cNvCxnSpPr/>
            <p:nvPr/>
          </p:nvCxnSpPr>
          <p:spPr>
            <a:xfrm>
              <a:off x="7116996" y="2624279"/>
              <a:ext cx="101600" cy="377825"/>
            </a:xfrm>
            <a:prstGeom prst="straightConnector1">
              <a:avLst/>
            </a:prstGeom>
            <a:noFill/>
            <a:ln cap="flat" cmpd="sng" w="9525">
              <a:solidFill>
                <a:srgbClr val="000000"/>
              </a:solidFill>
              <a:prstDash val="solid"/>
              <a:round/>
              <a:headEnd len="med" w="med" type="none"/>
              <a:tailEnd len="med" w="med" type="none"/>
            </a:ln>
          </p:spPr>
        </p:cxnSp>
        <p:cxnSp>
          <p:nvCxnSpPr>
            <p:cNvPr id="5901" name="Google Shape;5901;p93"/>
            <p:cNvCxnSpPr/>
            <p:nvPr/>
          </p:nvCxnSpPr>
          <p:spPr>
            <a:xfrm flipH="1">
              <a:off x="7586896" y="2641600"/>
              <a:ext cx="117034" cy="384315"/>
            </a:xfrm>
            <a:prstGeom prst="straightConnector1">
              <a:avLst/>
            </a:prstGeom>
            <a:noFill/>
            <a:ln cap="flat" cmpd="sng" w="9525">
              <a:solidFill>
                <a:srgbClr val="000000"/>
              </a:solidFill>
              <a:prstDash val="solid"/>
              <a:round/>
              <a:headEnd len="med" w="med" type="none"/>
              <a:tailEnd len="med" w="med" type="none"/>
            </a:ln>
          </p:spPr>
        </p:cxnSp>
        <p:grpSp>
          <p:nvGrpSpPr>
            <p:cNvPr id="5902" name="Google Shape;5902;p93"/>
            <p:cNvGrpSpPr/>
            <p:nvPr/>
          </p:nvGrpSpPr>
          <p:grpSpPr>
            <a:xfrm>
              <a:off x="6754507" y="2802851"/>
              <a:ext cx="609600" cy="558800"/>
              <a:chOff x="-44" y="1473"/>
              <a:chExt cx="981" cy="1105"/>
            </a:xfrm>
          </p:grpSpPr>
          <p:pic>
            <p:nvPicPr>
              <p:cNvPr descr="desktop_computer_stylized_medium" id="5903" name="Google Shape;5903;p9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904" name="Google Shape;5904;p9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905" name="Google Shape;5905;p93"/>
            <p:cNvGrpSpPr/>
            <p:nvPr/>
          </p:nvGrpSpPr>
          <p:grpSpPr>
            <a:xfrm>
              <a:off x="7269734" y="2808761"/>
              <a:ext cx="609600" cy="558800"/>
              <a:chOff x="-44" y="1473"/>
              <a:chExt cx="981" cy="1105"/>
            </a:xfrm>
          </p:grpSpPr>
          <p:pic>
            <p:nvPicPr>
              <p:cNvPr descr="desktop_computer_stylized_medium" id="5906" name="Google Shape;5906;p9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907" name="Google Shape;5907;p9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908" name="Google Shape;5908;p93"/>
            <p:cNvGrpSpPr/>
            <p:nvPr/>
          </p:nvGrpSpPr>
          <p:grpSpPr>
            <a:xfrm>
              <a:off x="6951920" y="1887445"/>
              <a:ext cx="1206122" cy="410624"/>
              <a:chOff x="7399107" y="1365161"/>
              <a:chExt cx="2388836" cy="732595"/>
            </a:xfrm>
          </p:grpSpPr>
          <p:sp>
            <p:nvSpPr>
              <p:cNvPr id="5909" name="Google Shape;5909;p93"/>
              <p:cNvSpPr/>
              <p:nvPr/>
            </p:nvSpPr>
            <p:spPr>
              <a:xfrm>
                <a:off x="7399107" y="1365161"/>
                <a:ext cx="2388836" cy="732595"/>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5910" name="Google Shape;5910;p93"/>
              <p:cNvGrpSpPr/>
              <p:nvPr/>
            </p:nvGrpSpPr>
            <p:grpSpPr>
              <a:xfrm>
                <a:off x="7564998" y="1450537"/>
                <a:ext cx="2021605" cy="589765"/>
                <a:chOff x="7939341" y="3037317"/>
                <a:chExt cx="897649" cy="353919"/>
              </a:xfrm>
            </p:grpSpPr>
            <p:sp>
              <p:nvSpPr>
                <p:cNvPr id="5911" name="Google Shape;5911;p93"/>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912" name="Google Shape;5912;p93"/>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913" name="Google Shape;5913;p93"/>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914" name="Google Shape;5914;p93"/>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cxnSp>
          <p:nvCxnSpPr>
            <p:cNvPr id="5915" name="Google Shape;5915;p93"/>
            <p:cNvCxnSpPr/>
            <p:nvPr/>
          </p:nvCxnSpPr>
          <p:spPr>
            <a:xfrm>
              <a:off x="7991061" y="2628348"/>
              <a:ext cx="474942" cy="395964"/>
            </a:xfrm>
            <a:prstGeom prst="straightConnector1">
              <a:avLst/>
            </a:prstGeom>
            <a:noFill/>
            <a:ln cap="flat" cmpd="sng" w="9525">
              <a:solidFill>
                <a:schemeClr val="dk1"/>
              </a:solidFill>
              <a:prstDash val="solid"/>
              <a:round/>
              <a:headEnd len="med" w="med" type="none"/>
              <a:tailEnd len="med" w="med" type="none"/>
            </a:ln>
          </p:spPr>
        </p:cxnSp>
        <p:grpSp>
          <p:nvGrpSpPr>
            <p:cNvPr id="5916" name="Google Shape;5916;p93"/>
            <p:cNvGrpSpPr/>
            <p:nvPr/>
          </p:nvGrpSpPr>
          <p:grpSpPr>
            <a:xfrm>
              <a:off x="8133335" y="2817753"/>
              <a:ext cx="609600" cy="558800"/>
              <a:chOff x="-44" y="1473"/>
              <a:chExt cx="981" cy="1105"/>
            </a:xfrm>
          </p:grpSpPr>
          <p:pic>
            <p:nvPicPr>
              <p:cNvPr descr="desktop_computer_stylized_medium" id="5917" name="Google Shape;5917;p9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918" name="Google Shape;5918;p9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5919" name="Google Shape;5919;p93"/>
            <p:cNvSpPr txBox="1"/>
            <p:nvPr/>
          </p:nvSpPr>
          <p:spPr>
            <a:xfrm>
              <a:off x="7500889" y="2475447"/>
              <a:ext cx="241300" cy="2143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800">
                  <a:solidFill>
                    <a:schemeClr val="dk1"/>
                  </a:solidFill>
                  <a:latin typeface="Arial"/>
                  <a:ea typeface="Arial"/>
                  <a:cs typeface="Arial"/>
                  <a:sym typeface="Arial"/>
                </a:rPr>
                <a:t>6</a:t>
              </a:r>
              <a:endParaRPr/>
            </a:p>
          </p:txBody>
        </p:sp>
        <p:sp>
          <p:nvSpPr>
            <p:cNvPr id="5920" name="Google Shape;5920;p93"/>
            <p:cNvSpPr txBox="1"/>
            <p:nvPr/>
          </p:nvSpPr>
          <p:spPr>
            <a:xfrm>
              <a:off x="7218068" y="2256799"/>
              <a:ext cx="242374"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800">
                  <a:solidFill>
                    <a:schemeClr val="dk1"/>
                  </a:solidFill>
                  <a:latin typeface="Arial"/>
                  <a:ea typeface="Arial"/>
                  <a:cs typeface="Arial"/>
                  <a:sym typeface="Arial"/>
                </a:rPr>
                <a:t>3</a:t>
              </a:r>
              <a:endParaRPr/>
            </a:p>
          </p:txBody>
        </p:sp>
        <p:sp>
          <p:nvSpPr>
            <p:cNvPr id="5921" name="Google Shape;5921;p93"/>
            <p:cNvSpPr txBox="1"/>
            <p:nvPr/>
          </p:nvSpPr>
          <p:spPr>
            <a:xfrm>
              <a:off x="7199854" y="2474305"/>
              <a:ext cx="242374"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800">
                  <a:solidFill>
                    <a:schemeClr val="dk1"/>
                  </a:solidFill>
                  <a:latin typeface="Arial"/>
                  <a:ea typeface="Arial"/>
                  <a:cs typeface="Arial"/>
                  <a:sym typeface="Arial"/>
                </a:rPr>
                <a:t>4</a:t>
              </a:r>
              <a:endParaRPr/>
            </a:p>
          </p:txBody>
        </p:sp>
        <p:sp>
          <p:nvSpPr>
            <p:cNvPr id="5922" name="Google Shape;5922;p93"/>
            <p:cNvSpPr/>
            <p:nvPr/>
          </p:nvSpPr>
          <p:spPr>
            <a:xfrm>
              <a:off x="7682457" y="2619380"/>
              <a:ext cx="42863" cy="47625"/>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5923" name="Google Shape;5923;p93"/>
            <p:cNvSpPr/>
            <p:nvPr/>
          </p:nvSpPr>
          <p:spPr>
            <a:xfrm>
              <a:off x="6978868" y="2308772"/>
              <a:ext cx="283779" cy="201996"/>
            </a:xfrm>
            <a:prstGeom prst="rect">
              <a:avLst/>
            </a:prstGeom>
            <a:solidFill>
              <a:srgbClr val="B3C6E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sp>
        <p:nvSpPr>
          <p:cNvPr id="5924" name="Google Shape;5924;p93"/>
          <p:cNvSpPr/>
          <p:nvPr/>
        </p:nvSpPr>
        <p:spPr>
          <a:xfrm>
            <a:off x="4410833" y="2506701"/>
            <a:ext cx="278787" cy="221321"/>
          </a:xfrm>
          <a:prstGeom prst="rect">
            <a:avLst/>
          </a:prstGeom>
          <a:solidFill>
            <a:srgbClr val="B3C6E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925" name="Google Shape;5925;p93"/>
          <p:cNvSpPr/>
          <p:nvPr/>
        </p:nvSpPr>
        <p:spPr>
          <a:xfrm>
            <a:off x="4506574" y="2611751"/>
            <a:ext cx="42863" cy="47625"/>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rgbClr val="000000"/>
              </a:solidFill>
              <a:latin typeface="Arial"/>
              <a:ea typeface="Arial"/>
              <a:cs typeface="Arial"/>
              <a:sym typeface="Arial"/>
            </a:endParaRPr>
          </a:p>
        </p:txBody>
      </p:sp>
      <p:sp>
        <p:nvSpPr>
          <p:cNvPr id="5926" name="Google Shape;5926;p93"/>
          <p:cNvSpPr txBox="1"/>
          <p:nvPr/>
        </p:nvSpPr>
        <p:spPr>
          <a:xfrm>
            <a:off x="4317661" y="2467288"/>
            <a:ext cx="298450" cy="2143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800">
                <a:solidFill>
                  <a:srgbClr val="FF0000"/>
                </a:solidFill>
                <a:latin typeface="Arial"/>
                <a:ea typeface="Arial"/>
                <a:cs typeface="Arial"/>
                <a:sym typeface="Arial"/>
              </a:rPr>
              <a:t>16</a:t>
            </a:r>
            <a:endParaRPr/>
          </a:p>
        </p:txBody>
      </p:sp>
      <p:sp>
        <p:nvSpPr>
          <p:cNvPr id="5927" name="Google Shape;5927;p93"/>
          <p:cNvSpPr txBox="1"/>
          <p:nvPr/>
        </p:nvSpPr>
        <p:spPr>
          <a:xfrm>
            <a:off x="9034356" y="2251388"/>
            <a:ext cx="241300" cy="2143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800">
                <a:solidFill>
                  <a:srgbClr val="FF0000"/>
                </a:solidFill>
                <a:latin typeface="Arial"/>
                <a:ea typeface="Arial"/>
                <a:cs typeface="Arial"/>
                <a:sym typeface="Arial"/>
              </a:rPr>
              <a:t>1</a:t>
            </a:r>
            <a:endParaRPr/>
          </a:p>
        </p:txBody>
      </p:sp>
      <p:sp>
        <p:nvSpPr>
          <p:cNvPr id="5928" name="Google Shape;5928;p93"/>
          <p:cNvSpPr/>
          <p:nvPr/>
        </p:nvSpPr>
        <p:spPr>
          <a:xfrm>
            <a:off x="9234381" y="2399026"/>
            <a:ext cx="42863" cy="47625"/>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i="0" sz="1800">
              <a:solidFill>
                <a:srgbClr val="000000"/>
              </a:solidFill>
              <a:latin typeface="Arial"/>
              <a:ea typeface="Arial"/>
              <a:cs typeface="Arial"/>
              <a:sym typeface="Arial"/>
            </a:endParaRPr>
          </a:p>
        </p:txBody>
      </p:sp>
      <p:cxnSp>
        <p:nvCxnSpPr>
          <p:cNvPr id="5929" name="Google Shape;5929;p93"/>
          <p:cNvCxnSpPr/>
          <p:nvPr/>
        </p:nvCxnSpPr>
        <p:spPr>
          <a:xfrm rot="10800000">
            <a:off x="4529138" y="2628900"/>
            <a:ext cx="0" cy="1457325"/>
          </a:xfrm>
          <a:prstGeom prst="straightConnector1">
            <a:avLst/>
          </a:prstGeom>
          <a:noFill/>
          <a:ln cap="flat" cmpd="sng" w="28575">
            <a:solidFill>
              <a:srgbClr val="FF0000"/>
            </a:solidFill>
            <a:prstDash val="solid"/>
            <a:miter lim="800000"/>
            <a:headEnd len="sm" w="sm" type="none"/>
            <a:tailEnd len="sm" w="sm" type="none"/>
          </a:ln>
        </p:spPr>
      </p:cxnSp>
      <p:cxnSp>
        <p:nvCxnSpPr>
          <p:cNvPr id="5930" name="Google Shape;5930;p93"/>
          <p:cNvCxnSpPr>
            <a:endCxn id="5928" idx="0"/>
          </p:cNvCxnSpPr>
          <p:nvPr/>
        </p:nvCxnSpPr>
        <p:spPr>
          <a:xfrm flipH="1" rot="10800000">
            <a:off x="7692213" y="2399026"/>
            <a:ext cx="1563600" cy="1633200"/>
          </a:xfrm>
          <a:prstGeom prst="straightConnector1">
            <a:avLst/>
          </a:prstGeom>
          <a:noFill/>
          <a:ln cap="flat" cmpd="sng" w="28575">
            <a:solidFill>
              <a:srgbClr val="FF0000"/>
            </a:solidFill>
            <a:prstDash val="solid"/>
            <a:miter lim="800000"/>
            <a:headEnd len="sm" w="sm" type="none"/>
            <a:tailEnd len="sm" w="sm" type="none"/>
          </a:ln>
        </p:spPr>
      </p:cxnSp>
      <p:cxnSp>
        <p:nvCxnSpPr>
          <p:cNvPr id="5931" name="Google Shape;5931;p93"/>
          <p:cNvCxnSpPr/>
          <p:nvPr/>
        </p:nvCxnSpPr>
        <p:spPr>
          <a:xfrm>
            <a:off x="4529138" y="4021138"/>
            <a:ext cx="3191948" cy="16518"/>
          </a:xfrm>
          <a:prstGeom prst="straightConnector1">
            <a:avLst/>
          </a:prstGeom>
          <a:noFill/>
          <a:ln cap="flat" cmpd="sng" w="28575">
            <a:solidFill>
              <a:srgbClr val="FF0000"/>
            </a:solidFill>
            <a:prstDash val="solid"/>
            <a:miter lim="800000"/>
            <a:headEnd len="sm" w="sm" type="none"/>
            <a:tailEnd len="sm" w="sm" type="none"/>
          </a:ln>
        </p:spPr>
      </p:cxnSp>
      <p:grpSp>
        <p:nvGrpSpPr>
          <p:cNvPr id="5932" name="Google Shape;5932;p93"/>
          <p:cNvGrpSpPr/>
          <p:nvPr/>
        </p:nvGrpSpPr>
        <p:grpSpPr>
          <a:xfrm>
            <a:off x="7467430" y="3887846"/>
            <a:ext cx="612237" cy="328385"/>
            <a:chOff x="7493876" y="2774731"/>
            <a:chExt cx="1481958" cy="894622"/>
          </a:xfrm>
        </p:grpSpPr>
        <p:sp>
          <p:nvSpPr>
            <p:cNvPr id="5933" name="Google Shape;5933;p9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5934" name="Google Shape;5934;p9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5935" name="Google Shape;5935;p93"/>
            <p:cNvGrpSpPr/>
            <p:nvPr/>
          </p:nvGrpSpPr>
          <p:grpSpPr>
            <a:xfrm>
              <a:off x="7713663" y="2848339"/>
              <a:ext cx="1042107" cy="425543"/>
              <a:chOff x="7786941" y="2884917"/>
              <a:chExt cx="897649" cy="353919"/>
            </a:xfrm>
          </p:grpSpPr>
          <p:sp>
            <p:nvSpPr>
              <p:cNvPr id="5936" name="Google Shape;5936;p9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937" name="Google Shape;5937;p9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938" name="Google Shape;5938;p9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939" name="Google Shape;5939;p9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940" name="Google Shape;5940;p93"/>
          <p:cNvGrpSpPr/>
          <p:nvPr/>
        </p:nvGrpSpPr>
        <p:grpSpPr>
          <a:xfrm>
            <a:off x="4263854" y="3904402"/>
            <a:ext cx="612237" cy="328385"/>
            <a:chOff x="7493876" y="2774731"/>
            <a:chExt cx="1481958" cy="894622"/>
          </a:xfrm>
        </p:grpSpPr>
        <p:sp>
          <p:nvSpPr>
            <p:cNvPr id="5941" name="Google Shape;5941;p9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5942" name="Google Shape;5942;p9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5943" name="Google Shape;5943;p93"/>
            <p:cNvGrpSpPr/>
            <p:nvPr/>
          </p:nvGrpSpPr>
          <p:grpSpPr>
            <a:xfrm>
              <a:off x="7713663" y="2848339"/>
              <a:ext cx="1042107" cy="425543"/>
              <a:chOff x="7786941" y="2884917"/>
              <a:chExt cx="897649" cy="353919"/>
            </a:xfrm>
          </p:grpSpPr>
          <p:sp>
            <p:nvSpPr>
              <p:cNvPr id="5944" name="Google Shape;5944;p9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945" name="Google Shape;5945;p9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946" name="Google Shape;5946;p9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947" name="Google Shape;5947;p9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948" name="Google Shape;5948;p93"/>
          <p:cNvGrpSpPr/>
          <p:nvPr/>
        </p:nvGrpSpPr>
        <p:grpSpPr>
          <a:xfrm>
            <a:off x="2527300" y="3282950"/>
            <a:ext cx="7729562" cy="727294"/>
            <a:chOff x="2857500" y="3371850"/>
            <a:chExt cx="7729562" cy="727294"/>
          </a:xfrm>
        </p:grpSpPr>
        <p:sp>
          <p:nvSpPr>
            <p:cNvPr id="5949" name="Google Shape;5949;p93"/>
            <p:cNvSpPr txBox="1"/>
            <p:nvPr/>
          </p:nvSpPr>
          <p:spPr>
            <a:xfrm>
              <a:off x="2857500" y="3371850"/>
              <a:ext cx="1276375"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Sunnyvale</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data center</a:t>
              </a:r>
              <a:endParaRPr/>
            </a:p>
          </p:txBody>
        </p:sp>
        <p:sp>
          <p:nvSpPr>
            <p:cNvPr id="5950" name="Google Shape;5950;p93"/>
            <p:cNvSpPr txBox="1"/>
            <p:nvPr/>
          </p:nvSpPr>
          <p:spPr>
            <a:xfrm>
              <a:off x="9310687" y="3452813"/>
              <a:ext cx="1276375"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Bangalore</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data center</a:t>
              </a:r>
              <a:endParaRPr/>
            </a:p>
          </p:txBody>
        </p:sp>
      </p:grpSp>
      <p:sp>
        <p:nvSpPr>
          <p:cNvPr id="5951" name="Google Shape;5951;p93"/>
          <p:cNvSpPr/>
          <p:nvPr/>
        </p:nvSpPr>
        <p:spPr>
          <a:xfrm>
            <a:off x="5411189" y="3720935"/>
            <a:ext cx="1508166" cy="277091"/>
          </a:xfrm>
          <a:prstGeom prst="rect">
            <a:avLst/>
          </a:prstGeom>
          <a:solidFill>
            <a:srgbClr val="0000A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52" name="Google Shape;5952;p93"/>
          <p:cNvSpPr/>
          <p:nvPr/>
        </p:nvSpPr>
        <p:spPr>
          <a:xfrm>
            <a:off x="5862451" y="3740728"/>
            <a:ext cx="1029195" cy="233548"/>
          </a:xfrm>
          <a:prstGeom prst="rect">
            <a:avLst/>
          </a:prstGeom>
          <a:solidFill>
            <a:srgbClr val="FFD96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53" name="Google Shape;5953;p93"/>
          <p:cNvSpPr/>
          <p:nvPr/>
        </p:nvSpPr>
        <p:spPr>
          <a:xfrm>
            <a:off x="5886202" y="3764477"/>
            <a:ext cx="102920" cy="186047"/>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5954" name="Google Shape;5954;p93"/>
          <p:cNvGrpSpPr/>
          <p:nvPr/>
        </p:nvGrpSpPr>
        <p:grpSpPr>
          <a:xfrm>
            <a:off x="6086973" y="3716977"/>
            <a:ext cx="740678" cy="276999"/>
            <a:chOff x="6012422" y="3451761"/>
            <a:chExt cx="740678" cy="276999"/>
          </a:xfrm>
        </p:grpSpPr>
        <p:sp>
          <p:nvSpPr>
            <p:cNvPr id="5955" name="Google Shape;5955;p93"/>
            <p:cNvSpPr/>
            <p:nvPr/>
          </p:nvSpPr>
          <p:spPr>
            <a:xfrm>
              <a:off x="6012422" y="3504385"/>
              <a:ext cx="740678" cy="181231"/>
            </a:xfrm>
            <a:prstGeom prst="rect">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56" name="Google Shape;5956;p93"/>
            <p:cNvSpPr txBox="1"/>
            <p:nvPr/>
          </p:nvSpPr>
          <p:spPr>
            <a:xfrm>
              <a:off x="6024748" y="3451761"/>
              <a:ext cx="72705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Ethernet</a:t>
              </a:r>
              <a:endParaRPr sz="1800">
                <a:solidFill>
                  <a:schemeClr val="dk1"/>
                </a:solidFill>
                <a:latin typeface="Calibri"/>
                <a:ea typeface="Calibri"/>
                <a:cs typeface="Calibri"/>
                <a:sym typeface="Calibri"/>
              </a:endParaRPr>
            </a:p>
          </p:txBody>
        </p:sp>
      </p:grpSp>
      <p:cxnSp>
        <p:nvCxnSpPr>
          <p:cNvPr id="5957" name="Google Shape;5957;p93"/>
          <p:cNvCxnSpPr/>
          <p:nvPr/>
        </p:nvCxnSpPr>
        <p:spPr>
          <a:xfrm flipH="1" rot="10800000">
            <a:off x="4915725" y="3629891"/>
            <a:ext cx="2549236" cy="1"/>
          </a:xfrm>
          <a:prstGeom prst="straightConnector1">
            <a:avLst/>
          </a:prstGeom>
          <a:noFill/>
          <a:ln cap="flat" cmpd="sng" w="19050">
            <a:solidFill>
              <a:srgbClr val="0000A2"/>
            </a:solidFill>
            <a:prstDash val="solid"/>
            <a:miter lim="800000"/>
            <a:headEnd len="med" w="med" type="triangle"/>
            <a:tailEnd len="med" w="med" type="triangle"/>
          </a:ln>
        </p:spPr>
      </p:cxnSp>
      <p:grpSp>
        <p:nvGrpSpPr>
          <p:cNvPr id="5958" name="Google Shape;5958;p93"/>
          <p:cNvGrpSpPr/>
          <p:nvPr/>
        </p:nvGrpSpPr>
        <p:grpSpPr>
          <a:xfrm>
            <a:off x="6426200" y="2425700"/>
            <a:ext cx="962909" cy="1346200"/>
            <a:chOff x="6616700" y="2451100"/>
            <a:chExt cx="962909" cy="1346200"/>
          </a:xfrm>
        </p:grpSpPr>
        <p:sp>
          <p:nvSpPr>
            <p:cNvPr id="5959" name="Google Shape;5959;p93"/>
            <p:cNvSpPr txBox="1"/>
            <p:nvPr/>
          </p:nvSpPr>
          <p:spPr>
            <a:xfrm>
              <a:off x="6667500" y="2451100"/>
              <a:ext cx="912109" cy="491225"/>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None/>
              </a:pPr>
              <a:r>
                <a:rPr lang="en-US" sz="1600">
                  <a:solidFill>
                    <a:schemeClr val="dk1"/>
                  </a:solidFill>
                  <a:latin typeface="Calibri"/>
                  <a:ea typeface="Calibri"/>
                  <a:cs typeface="Calibri"/>
                  <a:sym typeface="Calibri"/>
                </a:rPr>
                <a:t>Ethernet</a:t>
              </a:r>
              <a:endParaRPr/>
            </a:p>
            <a:p>
              <a:pPr indent="0" lvl="0" marL="0" marR="0" rtl="0" algn="l">
                <a:lnSpc>
                  <a:spcPct val="80000"/>
                </a:lnSpc>
                <a:spcBef>
                  <a:spcPts val="0"/>
                </a:spcBef>
                <a:spcAft>
                  <a:spcPts val="0"/>
                </a:spcAft>
                <a:buNone/>
              </a:pPr>
              <a:r>
                <a:rPr lang="en-US" sz="1600">
                  <a:solidFill>
                    <a:schemeClr val="dk1"/>
                  </a:solidFill>
                  <a:latin typeface="Calibri"/>
                  <a:ea typeface="Calibri"/>
                  <a:cs typeface="Calibri"/>
                  <a:sym typeface="Calibri"/>
                </a:rPr>
                <a:t>frame</a:t>
              </a:r>
              <a:endParaRPr/>
            </a:p>
          </p:txBody>
        </p:sp>
        <p:cxnSp>
          <p:nvCxnSpPr>
            <p:cNvPr id="5960" name="Google Shape;5960;p93"/>
            <p:cNvCxnSpPr/>
            <p:nvPr/>
          </p:nvCxnSpPr>
          <p:spPr>
            <a:xfrm flipH="1">
              <a:off x="6616700" y="2870200"/>
              <a:ext cx="165100" cy="927100"/>
            </a:xfrm>
            <a:prstGeom prst="straightConnector1">
              <a:avLst/>
            </a:prstGeom>
            <a:noFill/>
            <a:ln cap="flat" cmpd="sng" w="15875">
              <a:solidFill>
                <a:schemeClr val="dk1"/>
              </a:solidFill>
              <a:prstDash val="solid"/>
              <a:miter lim="800000"/>
              <a:headEnd len="sm" w="sm" type="none"/>
              <a:tailEnd len="sm" w="sm" type="none"/>
            </a:ln>
          </p:spPr>
        </p:cxnSp>
      </p:grpSp>
      <p:grpSp>
        <p:nvGrpSpPr>
          <p:cNvPr id="5961" name="Google Shape;5961;p93"/>
          <p:cNvGrpSpPr/>
          <p:nvPr/>
        </p:nvGrpSpPr>
        <p:grpSpPr>
          <a:xfrm>
            <a:off x="5588000" y="2400300"/>
            <a:ext cx="1028312" cy="1346200"/>
            <a:chOff x="6616700" y="2451100"/>
            <a:chExt cx="1028312" cy="1346200"/>
          </a:xfrm>
        </p:grpSpPr>
        <p:sp>
          <p:nvSpPr>
            <p:cNvPr id="5962" name="Google Shape;5962;p93"/>
            <p:cNvSpPr txBox="1"/>
            <p:nvPr/>
          </p:nvSpPr>
          <p:spPr>
            <a:xfrm>
              <a:off x="6667500" y="2451100"/>
              <a:ext cx="977512" cy="491225"/>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None/>
              </a:pPr>
              <a:r>
                <a:rPr lang="en-US" sz="1600">
                  <a:solidFill>
                    <a:schemeClr val="dk1"/>
                  </a:solidFill>
                  <a:latin typeface="Calibri"/>
                  <a:ea typeface="Calibri"/>
                  <a:cs typeface="Calibri"/>
                  <a:sym typeface="Calibri"/>
                </a:rPr>
                <a:t>IP</a:t>
              </a:r>
              <a:endParaRPr/>
            </a:p>
            <a:p>
              <a:pPr indent="0" lvl="0" marL="0" marR="0" rtl="0" algn="l">
                <a:lnSpc>
                  <a:spcPct val="80000"/>
                </a:lnSpc>
                <a:spcBef>
                  <a:spcPts val="0"/>
                </a:spcBef>
                <a:spcAft>
                  <a:spcPts val="0"/>
                </a:spcAft>
                <a:buNone/>
              </a:pPr>
              <a:r>
                <a:rPr lang="en-US" sz="1600">
                  <a:solidFill>
                    <a:schemeClr val="dk1"/>
                  </a:solidFill>
                  <a:latin typeface="Calibri"/>
                  <a:ea typeface="Calibri"/>
                  <a:cs typeface="Calibri"/>
                  <a:sym typeface="Calibri"/>
                </a:rPr>
                <a:t>datagram</a:t>
              </a:r>
              <a:endParaRPr/>
            </a:p>
          </p:txBody>
        </p:sp>
        <p:cxnSp>
          <p:nvCxnSpPr>
            <p:cNvPr id="5963" name="Google Shape;5963;p93"/>
            <p:cNvCxnSpPr/>
            <p:nvPr/>
          </p:nvCxnSpPr>
          <p:spPr>
            <a:xfrm flipH="1">
              <a:off x="6616700" y="2870200"/>
              <a:ext cx="165100" cy="927100"/>
            </a:xfrm>
            <a:prstGeom prst="straightConnector1">
              <a:avLst/>
            </a:prstGeom>
            <a:noFill/>
            <a:ln cap="flat" cmpd="sng" w="15875">
              <a:solidFill>
                <a:schemeClr val="dk1"/>
              </a:solidFill>
              <a:prstDash val="solid"/>
              <a:miter lim="800000"/>
              <a:headEnd len="sm" w="sm" type="none"/>
              <a:tailEnd len="sm" w="sm" type="none"/>
            </a:ln>
          </p:spPr>
        </p:cxnSp>
      </p:gr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48"/>
                                        </p:tgtEl>
                                        <p:attrNameLst>
                                          <p:attrName>style.visibility</p:attrName>
                                        </p:attrNameLst>
                                      </p:cBhvr>
                                      <p:to>
                                        <p:strVal val="visible"/>
                                      </p:to>
                                    </p:set>
                                    <p:animEffect filter="fade" transition="in">
                                      <p:cBhvr>
                                        <p:cTn dur="500"/>
                                        <p:tgtEl>
                                          <p:spTgt spid="59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17"/>
                                        </p:tgtEl>
                                        <p:attrNameLst>
                                          <p:attrName>style.visibility</p:attrName>
                                        </p:attrNameLst>
                                      </p:cBhvr>
                                      <p:to>
                                        <p:strVal val="visible"/>
                                      </p:to>
                                    </p:set>
                                    <p:animEffect filter="fade" transition="in">
                                      <p:cBhvr>
                                        <p:cTn dur="500"/>
                                        <p:tgtEl>
                                          <p:spTgt spid="5817"/>
                                        </p:tgtEl>
                                      </p:cBhvr>
                                    </p:animEffect>
                                  </p:childTnLst>
                                </p:cTn>
                              </p:par>
                              <p:par>
                                <p:cTn fill="hold" nodeType="withEffect" presetClass="entr" presetID="10" presetSubtype="0">
                                  <p:stCondLst>
                                    <p:cond delay="0"/>
                                  </p:stCondLst>
                                  <p:childTnLst>
                                    <p:set>
                                      <p:cBhvr>
                                        <p:cTn dur="1" fill="hold">
                                          <p:stCondLst>
                                            <p:cond delay="0"/>
                                          </p:stCondLst>
                                        </p:cTn>
                                        <p:tgtEl>
                                          <p:spTgt spid="5940"/>
                                        </p:tgtEl>
                                        <p:attrNameLst>
                                          <p:attrName>style.visibility</p:attrName>
                                        </p:attrNameLst>
                                      </p:cBhvr>
                                      <p:to>
                                        <p:strVal val="visible"/>
                                      </p:to>
                                    </p:set>
                                    <p:animEffect filter="fade" transition="in">
                                      <p:cBhvr>
                                        <p:cTn dur="500"/>
                                        <p:tgtEl>
                                          <p:spTgt spid="5940"/>
                                        </p:tgtEl>
                                      </p:cBhvr>
                                    </p:animEffect>
                                  </p:childTnLst>
                                </p:cTn>
                              </p:par>
                              <p:par>
                                <p:cTn fill="hold" nodeType="withEffect" presetClass="entr" presetID="10" presetSubtype="0">
                                  <p:stCondLst>
                                    <p:cond delay="0"/>
                                  </p:stCondLst>
                                  <p:childTnLst>
                                    <p:set>
                                      <p:cBhvr>
                                        <p:cTn dur="1" fill="hold">
                                          <p:stCondLst>
                                            <p:cond delay="0"/>
                                          </p:stCondLst>
                                        </p:cTn>
                                        <p:tgtEl>
                                          <p:spTgt spid="5932"/>
                                        </p:tgtEl>
                                        <p:attrNameLst>
                                          <p:attrName>style.visibility</p:attrName>
                                        </p:attrNameLst>
                                      </p:cBhvr>
                                      <p:to>
                                        <p:strVal val="visible"/>
                                      </p:to>
                                    </p:set>
                                    <p:animEffect filter="fade" transition="in">
                                      <p:cBhvr>
                                        <p:cTn dur="500"/>
                                        <p:tgtEl>
                                          <p:spTgt spid="59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81">
                                            <p:txEl>
                                              <p:pRg end="0" st="0"/>
                                            </p:txEl>
                                          </p:spTgt>
                                        </p:tgtEl>
                                        <p:attrNameLst>
                                          <p:attrName>style.visibility</p:attrName>
                                        </p:attrNameLst>
                                      </p:cBhvr>
                                      <p:to>
                                        <p:strVal val="visible"/>
                                      </p:to>
                                    </p:set>
                                    <p:animEffect filter="fade" transition="in">
                                      <p:cBhvr>
                                        <p:cTn dur="500"/>
                                        <p:tgtEl>
                                          <p:spTgt spid="588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81">
                                            <p:txEl>
                                              <p:pRg end="1" st="1"/>
                                            </p:txEl>
                                          </p:spTgt>
                                        </p:tgtEl>
                                        <p:attrNameLst>
                                          <p:attrName>style.visibility</p:attrName>
                                        </p:attrNameLst>
                                      </p:cBhvr>
                                      <p:to>
                                        <p:strVal val="visible"/>
                                      </p:to>
                                    </p:set>
                                    <p:animEffect filter="fade" transition="in">
                                      <p:cBhvr>
                                        <p:cTn dur="500"/>
                                        <p:tgtEl>
                                          <p:spTgt spid="588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81">
                                            <p:txEl>
                                              <p:pRg end="2" st="2"/>
                                            </p:txEl>
                                          </p:spTgt>
                                        </p:tgtEl>
                                        <p:attrNameLst>
                                          <p:attrName>style.visibility</p:attrName>
                                        </p:attrNameLst>
                                      </p:cBhvr>
                                      <p:to>
                                        <p:strVal val="visible"/>
                                      </p:to>
                                    </p:set>
                                    <p:animEffect filter="fade" transition="in">
                                      <p:cBhvr>
                                        <p:cTn dur="500"/>
                                        <p:tgtEl>
                                          <p:spTgt spid="588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53"/>
                                        </p:tgtEl>
                                        <p:attrNameLst>
                                          <p:attrName>style.visibility</p:attrName>
                                        </p:attrNameLst>
                                      </p:cBhvr>
                                      <p:to>
                                        <p:strVal val="visible"/>
                                      </p:to>
                                    </p:set>
                                    <p:animEffect filter="fade" transition="in">
                                      <p:cBhvr>
                                        <p:cTn dur="500"/>
                                        <p:tgtEl>
                                          <p:spTgt spid="59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52"/>
                                        </p:tgtEl>
                                        <p:attrNameLst>
                                          <p:attrName>style.visibility</p:attrName>
                                        </p:attrNameLst>
                                      </p:cBhvr>
                                      <p:to>
                                        <p:strVal val="visible"/>
                                      </p:to>
                                    </p:set>
                                    <p:animEffect filter="fade" transition="in">
                                      <p:cBhvr>
                                        <p:cTn dur="500"/>
                                        <p:tgtEl>
                                          <p:spTgt spid="59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51"/>
                                        </p:tgtEl>
                                        <p:attrNameLst>
                                          <p:attrName>style.visibility</p:attrName>
                                        </p:attrNameLst>
                                      </p:cBhvr>
                                      <p:to>
                                        <p:strVal val="visible"/>
                                      </p:to>
                                    </p:set>
                                    <p:animEffect filter="fade" transition="in">
                                      <p:cBhvr>
                                        <p:cTn dur="500"/>
                                        <p:tgtEl>
                                          <p:spTgt spid="5951"/>
                                        </p:tgtEl>
                                      </p:cBhvr>
                                    </p:animEffect>
                                  </p:childTnLst>
                                </p:cTn>
                              </p:par>
                              <p:par>
                                <p:cTn fill="hold" nodeType="withEffect" presetClass="entr" presetID="10" presetSubtype="0">
                                  <p:stCondLst>
                                    <p:cond delay="0"/>
                                  </p:stCondLst>
                                  <p:childTnLst>
                                    <p:set>
                                      <p:cBhvr>
                                        <p:cTn dur="1" fill="hold">
                                          <p:stCondLst>
                                            <p:cond delay="0"/>
                                          </p:stCondLst>
                                        </p:cTn>
                                        <p:tgtEl>
                                          <p:spTgt spid="5961"/>
                                        </p:tgtEl>
                                        <p:attrNameLst>
                                          <p:attrName>style.visibility</p:attrName>
                                        </p:attrNameLst>
                                      </p:cBhvr>
                                      <p:to>
                                        <p:strVal val="visible"/>
                                      </p:to>
                                    </p:set>
                                    <p:animEffect filter="fade" transition="in">
                                      <p:cBhvr>
                                        <p:cTn dur="500"/>
                                        <p:tgtEl>
                                          <p:spTgt spid="59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57"/>
                                        </p:tgtEl>
                                        <p:attrNameLst>
                                          <p:attrName>style.visibility</p:attrName>
                                        </p:attrNameLst>
                                      </p:cBhvr>
                                      <p:to>
                                        <p:strVal val="visible"/>
                                      </p:to>
                                    </p:set>
                                    <p:animEffect filter="fade" transition="in">
                                      <p:cBhvr>
                                        <p:cTn dur="500"/>
                                        <p:tgtEl>
                                          <p:spTgt spid="59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968" name="Shape 5968"/>
        <p:cNvGrpSpPr/>
        <p:nvPr/>
      </p:nvGrpSpPr>
      <p:grpSpPr>
        <a:xfrm>
          <a:off x="0" y="0"/>
          <a:ext cx="0" cy="0"/>
          <a:chOff x="0" y="0"/>
          <a:chExt cx="0" cy="0"/>
        </a:xfrm>
      </p:grpSpPr>
      <p:sp>
        <p:nvSpPr>
          <p:cNvPr id="5969" name="Google Shape;5969;p94"/>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Link layer, LANs: roadmap</a:t>
            </a:r>
            <a:endParaRPr sz="4400"/>
          </a:p>
        </p:txBody>
      </p:sp>
      <p:pic>
        <p:nvPicPr>
          <p:cNvPr descr="A train crossing a bridge over a body of water&#10;&#10;Description automatically generated" id="5970" name="Google Shape;5970;p94"/>
          <p:cNvPicPr preferRelativeResize="0"/>
          <p:nvPr/>
        </p:nvPicPr>
        <p:blipFill rotWithShape="1">
          <a:blip r:embed="rId3">
            <a:alphaModFix/>
          </a:blip>
          <a:srcRect b="0" l="0" r="0" t="0"/>
          <a:stretch/>
        </p:blipFill>
        <p:spPr>
          <a:xfrm>
            <a:off x="7239434" y="1891814"/>
            <a:ext cx="3102316" cy="2326737"/>
          </a:xfrm>
          <a:prstGeom prst="rect">
            <a:avLst/>
          </a:prstGeom>
          <a:noFill/>
          <a:ln>
            <a:noFill/>
          </a:ln>
          <a:effectLst>
            <a:outerShdw blurRad="50800" rotWithShape="0" algn="bl" dir="18900000" dist="38100">
              <a:srgbClr val="000000">
                <a:alpha val="40000"/>
              </a:srgbClr>
            </a:outerShdw>
          </a:effectLst>
        </p:spPr>
      </p:pic>
      <p:sp>
        <p:nvSpPr>
          <p:cNvPr id="5971" name="Google Shape;5971;p94"/>
          <p:cNvSpPr txBox="1"/>
          <p:nvPr/>
        </p:nvSpPr>
        <p:spPr>
          <a:xfrm>
            <a:off x="6553857" y="4906563"/>
            <a:ext cx="5066531" cy="981619"/>
          </a:xfrm>
          <a:prstGeom prst="rect">
            <a:avLst/>
          </a:prstGeom>
          <a:noFill/>
          <a:ln>
            <a:noFill/>
          </a:ln>
        </p:spPr>
        <p:txBody>
          <a:bodyPr anchorCtr="0" anchor="t" bIns="45700" lIns="91425" spcFirstLastPara="1" rIns="91425" wrap="square" tIns="45700">
            <a:normAutofit/>
          </a:bodyPr>
          <a:lstStyle/>
          <a:p>
            <a:pPr indent="-333375" lvl="0" marL="457200" marR="0" rtl="0" algn="l">
              <a:lnSpc>
                <a:spcPct val="90000"/>
              </a:lnSpc>
              <a:spcBef>
                <a:spcPts val="0"/>
              </a:spcBef>
              <a:spcAft>
                <a:spcPts val="0"/>
              </a:spcAft>
              <a:buClr>
                <a:srgbClr val="BFBFBF"/>
              </a:buClr>
              <a:buSzPts val="2800"/>
              <a:buFont typeface="Noto Sans Symbols"/>
              <a:buChar char="▪"/>
            </a:pPr>
            <a:r>
              <a:rPr lang="en-US" sz="2800">
                <a:solidFill>
                  <a:srgbClr val="BFBFBF"/>
                </a:solidFill>
                <a:latin typeface="Calibri"/>
                <a:ea typeface="Calibri"/>
                <a:cs typeface="Calibri"/>
                <a:sym typeface="Calibri"/>
              </a:rPr>
              <a:t>a day in the life of a web request</a:t>
            </a:r>
            <a:endParaRPr/>
          </a:p>
          <a:p>
            <a:pPr indent="-79375" lvl="1" marL="695325" marR="0" rtl="0" algn="l">
              <a:lnSpc>
                <a:spcPct val="90000"/>
              </a:lnSpc>
              <a:spcBef>
                <a:spcPts val="500"/>
              </a:spcBef>
              <a:spcAft>
                <a:spcPts val="0"/>
              </a:spcAft>
              <a:buClr>
                <a:srgbClr val="0000A8"/>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5972" name="Google Shape;5972;p94"/>
          <p:cNvSpPr txBox="1"/>
          <p:nvPr/>
        </p:nvSpPr>
        <p:spPr>
          <a:xfrm>
            <a:off x="1006769" y="1374867"/>
            <a:ext cx="5571867" cy="5039185"/>
          </a:xfrm>
          <a:prstGeom prst="rect">
            <a:avLst/>
          </a:prstGeom>
          <a:noFill/>
          <a:ln>
            <a:noFill/>
          </a:ln>
        </p:spPr>
        <p:txBody>
          <a:bodyPr anchorCtr="0" anchor="t" bIns="45700" lIns="91425" spcFirstLastPara="1" rIns="91425" wrap="square" tIns="45700">
            <a:noAutofit/>
          </a:bodyPr>
          <a:lstStyle/>
          <a:p>
            <a:pPr indent="-274638" lvl="0" marL="285750" marR="0" rtl="0" algn="l">
              <a:lnSpc>
                <a:spcPct val="90000"/>
              </a:lnSpc>
              <a:spcBef>
                <a:spcPts val="0"/>
              </a:spcBef>
              <a:spcAft>
                <a:spcPts val="0"/>
              </a:spcAft>
              <a:buClr>
                <a:srgbClr val="BFBFBF"/>
              </a:buClr>
              <a:buSzPts val="2800"/>
              <a:buFont typeface="Noto Sans Symbols"/>
              <a:buChar char="▪"/>
            </a:pPr>
            <a:r>
              <a:rPr lang="en-US" sz="2800">
                <a:solidFill>
                  <a:srgbClr val="BFBFBF"/>
                </a:solidFill>
                <a:latin typeface="Calibri"/>
                <a:ea typeface="Calibri"/>
                <a:cs typeface="Calibri"/>
                <a:sym typeface="Calibri"/>
              </a:rPr>
              <a:t>introduction</a:t>
            </a:r>
            <a:endParaRPr/>
          </a:p>
          <a:p>
            <a:pPr indent="-274638" lvl="0" marL="285750" marR="0" rtl="0" algn="l">
              <a:lnSpc>
                <a:spcPct val="90000"/>
              </a:lnSpc>
              <a:spcBef>
                <a:spcPts val="600"/>
              </a:spcBef>
              <a:spcAft>
                <a:spcPts val="0"/>
              </a:spcAft>
              <a:buClr>
                <a:srgbClr val="BFBFBF"/>
              </a:buClr>
              <a:buSzPts val="2800"/>
              <a:buFont typeface="Noto Sans Symbols"/>
              <a:buChar char="▪"/>
            </a:pPr>
            <a:r>
              <a:rPr lang="en-US" sz="2800">
                <a:solidFill>
                  <a:srgbClr val="BFBFBF"/>
                </a:solidFill>
                <a:latin typeface="Calibri"/>
                <a:ea typeface="Calibri"/>
                <a:cs typeface="Calibri"/>
                <a:sym typeface="Calibri"/>
              </a:rPr>
              <a:t>error detection, correction </a:t>
            </a:r>
            <a:endParaRPr/>
          </a:p>
          <a:p>
            <a:pPr indent="-274638" lvl="0" marL="285750" marR="0" rtl="0" algn="l">
              <a:lnSpc>
                <a:spcPct val="90000"/>
              </a:lnSpc>
              <a:spcBef>
                <a:spcPts val="600"/>
              </a:spcBef>
              <a:spcAft>
                <a:spcPts val="0"/>
              </a:spcAft>
              <a:buClr>
                <a:srgbClr val="BFBFBF"/>
              </a:buClr>
              <a:buSzPts val="2800"/>
              <a:buFont typeface="Noto Sans Symbols"/>
              <a:buChar char="▪"/>
            </a:pPr>
            <a:r>
              <a:rPr lang="en-US" sz="2800">
                <a:solidFill>
                  <a:srgbClr val="BFBFBF"/>
                </a:solidFill>
                <a:latin typeface="Calibri"/>
                <a:ea typeface="Calibri"/>
                <a:cs typeface="Calibri"/>
                <a:sym typeface="Calibri"/>
              </a:rPr>
              <a:t>multiple access protocols</a:t>
            </a:r>
            <a:endParaRPr/>
          </a:p>
          <a:p>
            <a:pPr indent="-274638" lvl="0" marL="285750" marR="0" rtl="0" algn="l">
              <a:lnSpc>
                <a:spcPct val="90000"/>
              </a:lnSpc>
              <a:spcBef>
                <a:spcPts val="600"/>
              </a:spcBef>
              <a:spcAft>
                <a:spcPts val="0"/>
              </a:spcAft>
              <a:buClr>
                <a:srgbClr val="BFBFBF"/>
              </a:buClr>
              <a:buSzPts val="3200"/>
              <a:buFont typeface="Noto Sans Symbols"/>
              <a:buChar char="▪"/>
            </a:pPr>
            <a:r>
              <a:rPr lang="en-US" sz="3200">
                <a:solidFill>
                  <a:srgbClr val="BFBFBF"/>
                </a:solidFill>
                <a:latin typeface="Calibri"/>
                <a:ea typeface="Calibri"/>
                <a:cs typeface="Calibri"/>
                <a:sym typeface="Calibri"/>
              </a:rPr>
              <a:t>LANs</a:t>
            </a:r>
            <a:endParaRPr/>
          </a:p>
          <a:p>
            <a:pPr indent="-274638" lvl="1" marL="628650" marR="0" rtl="0" algn="l">
              <a:lnSpc>
                <a:spcPct val="90000"/>
              </a:lnSpc>
              <a:spcBef>
                <a:spcPts val="600"/>
              </a:spcBef>
              <a:spcAft>
                <a:spcPts val="0"/>
              </a:spcAft>
              <a:buClr>
                <a:srgbClr val="BFBFBF"/>
              </a:buClr>
              <a:buSzPts val="2800"/>
              <a:buFont typeface="Arial"/>
              <a:buChar char="•"/>
            </a:pPr>
            <a:r>
              <a:rPr b="0" i="0" lang="en-US" sz="2800" u="none" cap="none" strike="noStrike">
                <a:solidFill>
                  <a:srgbClr val="BFBFBF"/>
                </a:solidFill>
                <a:latin typeface="Calibri"/>
                <a:ea typeface="Calibri"/>
                <a:cs typeface="Calibri"/>
                <a:sym typeface="Calibri"/>
              </a:rPr>
              <a:t>addressing, ARP</a:t>
            </a:r>
            <a:endParaRPr/>
          </a:p>
          <a:p>
            <a:pPr indent="-274638" lvl="1" marL="628650" marR="0" rtl="0" algn="l">
              <a:lnSpc>
                <a:spcPct val="90000"/>
              </a:lnSpc>
              <a:spcBef>
                <a:spcPts val="600"/>
              </a:spcBef>
              <a:spcAft>
                <a:spcPts val="0"/>
              </a:spcAft>
              <a:buClr>
                <a:srgbClr val="BFBFBF"/>
              </a:buClr>
              <a:buSzPts val="2800"/>
              <a:buFont typeface="Arial"/>
              <a:buChar char="•"/>
            </a:pPr>
            <a:r>
              <a:rPr b="0" i="0" lang="en-US" sz="2800" u="none" cap="none" strike="noStrike">
                <a:solidFill>
                  <a:srgbClr val="BFBFBF"/>
                </a:solidFill>
                <a:latin typeface="Calibri"/>
                <a:ea typeface="Calibri"/>
                <a:cs typeface="Calibri"/>
                <a:sym typeface="Calibri"/>
              </a:rPr>
              <a:t>Ethernet</a:t>
            </a:r>
            <a:endParaRPr/>
          </a:p>
          <a:p>
            <a:pPr indent="-274638" lvl="1" marL="628650" marR="0" rtl="0" algn="l">
              <a:lnSpc>
                <a:spcPct val="90000"/>
              </a:lnSpc>
              <a:spcBef>
                <a:spcPts val="600"/>
              </a:spcBef>
              <a:spcAft>
                <a:spcPts val="0"/>
              </a:spcAft>
              <a:buClr>
                <a:srgbClr val="BFBFBF"/>
              </a:buClr>
              <a:buSzPts val="2800"/>
              <a:buFont typeface="Arial"/>
              <a:buChar char="•"/>
            </a:pPr>
            <a:r>
              <a:rPr b="0" i="0" lang="en-US" sz="2800" u="none" cap="none" strike="noStrike">
                <a:solidFill>
                  <a:srgbClr val="BFBFBF"/>
                </a:solidFill>
                <a:latin typeface="Calibri"/>
                <a:ea typeface="Calibri"/>
                <a:cs typeface="Calibri"/>
                <a:sym typeface="Calibri"/>
              </a:rPr>
              <a:t>switches</a:t>
            </a:r>
            <a:endParaRPr/>
          </a:p>
          <a:p>
            <a:pPr indent="-274638" lvl="1" marL="628650" marR="0" rtl="0" algn="l">
              <a:lnSpc>
                <a:spcPct val="90000"/>
              </a:lnSpc>
              <a:spcBef>
                <a:spcPts val="600"/>
              </a:spcBef>
              <a:spcAft>
                <a:spcPts val="0"/>
              </a:spcAft>
              <a:buClr>
                <a:srgbClr val="BFBFBF"/>
              </a:buClr>
              <a:buSzPts val="2800"/>
              <a:buFont typeface="Arial"/>
              <a:buChar char="•"/>
            </a:pPr>
            <a:r>
              <a:rPr b="0" i="0" lang="en-US" sz="2800" u="none" cap="none" strike="noStrike">
                <a:solidFill>
                  <a:srgbClr val="BFBFBF"/>
                </a:solidFill>
                <a:latin typeface="Calibri"/>
                <a:ea typeface="Calibri"/>
                <a:cs typeface="Calibri"/>
                <a:sym typeface="Calibri"/>
              </a:rPr>
              <a:t>VLANs</a:t>
            </a:r>
            <a:endParaRPr/>
          </a:p>
          <a:p>
            <a:pPr indent="-274638" lvl="0" marL="285750" marR="0" rtl="0" algn="l">
              <a:lnSpc>
                <a:spcPct val="90000"/>
              </a:lnSpc>
              <a:spcBef>
                <a:spcPts val="600"/>
              </a:spcBef>
              <a:spcAft>
                <a:spcPts val="0"/>
              </a:spcAft>
              <a:buClr>
                <a:srgbClr val="0000A8"/>
              </a:buClr>
              <a:buSzPts val="3200"/>
              <a:buFont typeface="Noto Sans Symbols"/>
              <a:buChar char="▪"/>
            </a:pPr>
            <a:r>
              <a:rPr lang="en-US" sz="3200">
                <a:solidFill>
                  <a:schemeClr val="dk1"/>
                </a:solidFill>
                <a:latin typeface="Calibri"/>
                <a:ea typeface="Calibri"/>
                <a:cs typeface="Calibri"/>
                <a:sym typeface="Calibri"/>
              </a:rPr>
              <a:t>link virtualization: MPLS</a:t>
            </a:r>
            <a:endParaRPr/>
          </a:p>
          <a:p>
            <a:pPr indent="-274638" lvl="0" marL="285750" marR="0" rtl="0" algn="l">
              <a:lnSpc>
                <a:spcPct val="90000"/>
              </a:lnSpc>
              <a:spcBef>
                <a:spcPts val="600"/>
              </a:spcBef>
              <a:spcAft>
                <a:spcPts val="0"/>
              </a:spcAft>
              <a:buClr>
                <a:srgbClr val="BFBFBF"/>
              </a:buClr>
              <a:buSzPts val="2800"/>
              <a:buFont typeface="Noto Sans Symbols"/>
              <a:buChar char="▪"/>
            </a:pPr>
            <a:r>
              <a:rPr lang="en-US" sz="2800">
                <a:solidFill>
                  <a:srgbClr val="BFBFBF"/>
                </a:solidFill>
                <a:latin typeface="Calibri"/>
                <a:ea typeface="Calibri"/>
                <a:cs typeface="Calibri"/>
                <a:sym typeface="Calibri"/>
              </a:rPr>
              <a:t>data center networking</a:t>
            </a:r>
            <a:endParaRPr/>
          </a:p>
          <a:p>
            <a:pPr indent="-71438" lvl="0" marL="285750" marR="0" rtl="0" algn="l">
              <a:lnSpc>
                <a:spcPct val="90000"/>
              </a:lnSpc>
              <a:spcBef>
                <a:spcPts val="600"/>
              </a:spcBef>
              <a:spcAft>
                <a:spcPts val="0"/>
              </a:spcAft>
              <a:buClr>
                <a:srgbClr val="0000A3"/>
              </a:buClr>
              <a:buSzPts val="3200"/>
              <a:buFont typeface="Noto Sans Symbols"/>
              <a:buNone/>
            </a:pPr>
            <a:r>
              <a:t/>
            </a:r>
            <a:endParaRPr sz="3200">
              <a:solidFill>
                <a:schemeClr val="dk1"/>
              </a:solidFill>
              <a:latin typeface="Calibri"/>
              <a:ea typeface="Calibri"/>
              <a:cs typeface="Calibri"/>
              <a:sym typeface="Calibri"/>
            </a:endParaRPr>
          </a:p>
          <a:p>
            <a:pPr indent="-96837" lvl="1" marL="628650" marR="0" rtl="0" algn="l">
              <a:lnSpc>
                <a:spcPct val="90000"/>
              </a:lnSpc>
              <a:spcBef>
                <a:spcPts val="600"/>
              </a:spcBef>
              <a:spcAft>
                <a:spcPts val="0"/>
              </a:spcAft>
              <a:buClr>
                <a:srgbClr val="0000A8"/>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5973" name="Google Shape;5973;p9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Link Layer: 6-</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978" name="Shape 5978"/>
        <p:cNvGrpSpPr/>
        <p:nvPr/>
      </p:nvGrpSpPr>
      <p:grpSpPr>
        <a:xfrm>
          <a:off x="0" y="0"/>
          <a:ext cx="0" cy="0"/>
          <a:chOff x="0" y="0"/>
          <a:chExt cx="0" cy="0"/>
        </a:xfrm>
      </p:grpSpPr>
      <p:grpSp>
        <p:nvGrpSpPr>
          <p:cNvPr id="5979" name="Google Shape;5979;p95"/>
          <p:cNvGrpSpPr/>
          <p:nvPr/>
        </p:nvGrpSpPr>
        <p:grpSpPr>
          <a:xfrm>
            <a:off x="3301814" y="4666078"/>
            <a:ext cx="3122613" cy="1757363"/>
            <a:chOff x="3136714" y="4650581"/>
            <a:chExt cx="3122613" cy="1757363"/>
          </a:xfrm>
        </p:grpSpPr>
        <p:sp>
          <p:nvSpPr>
            <p:cNvPr id="5980" name="Google Shape;5980;p95"/>
            <p:cNvSpPr/>
            <p:nvPr/>
          </p:nvSpPr>
          <p:spPr>
            <a:xfrm>
              <a:off x="3168117" y="4650581"/>
              <a:ext cx="3081164" cy="788448"/>
            </a:xfrm>
            <a:custGeom>
              <a:rect b="b" l="l" r="r" t="t"/>
              <a:pathLst>
                <a:path extrusionOk="0" h="10000" w="10000">
                  <a:moveTo>
                    <a:pt x="1299" y="0"/>
                  </a:moveTo>
                  <a:cubicBezTo>
                    <a:pt x="907" y="5588"/>
                    <a:pt x="1044" y="5473"/>
                    <a:pt x="0" y="10000"/>
                  </a:cubicBezTo>
                  <a:lnTo>
                    <a:pt x="10000" y="9659"/>
                  </a:lnTo>
                  <a:cubicBezTo>
                    <a:pt x="7455" y="5586"/>
                    <a:pt x="7294" y="3703"/>
                    <a:pt x="6684" y="0"/>
                  </a:cubicBezTo>
                </a:path>
              </a:pathLst>
            </a:custGeom>
            <a:gradFill>
              <a:gsLst>
                <a:gs pos="0">
                  <a:schemeClr val="lt1"/>
                </a:gs>
                <a:gs pos="100000">
                  <a:srgbClr val="BFBFBF"/>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981" name="Google Shape;5981;p95"/>
            <p:cNvSpPr/>
            <p:nvPr/>
          </p:nvSpPr>
          <p:spPr>
            <a:xfrm>
              <a:off x="3136714" y="5395119"/>
              <a:ext cx="3122613" cy="679450"/>
            </a:xfrm>
            <a:prstGeom prst="rect">
              <a:avLst/>
            </a:prstGeom>
            <a:solidFill>
              <a:srgbClr val="F56F6F"/>
            </a:solidFill>
            <a:ln cap="flat" cmpd="sng" w="9525">
              <a:solidFill>
                <a:srgbClr val="00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982" name="Google Shape;5982;p95"/>
            <p:cNvSpPr txBox="1"/>
            <p:nvPr/>
          </p:nvSpPr>
          <p:spPr>
            <a:xfrm>
              <a:off x="3649477" y="5563394"/>
              <a:ext cx="666750" cy="366712"/>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FFFFFF"/>
                  </a:solidFill>
                  <a:latin typeface="Arial"/>
                  <a:ea typeface="Arial"/>
                  <a:cs typeface="Arial"/>
                  <a:sym typeface="Arial"/>
                </a:rPr>
                <a:t>label</a:t>
              </a:r>
              <a:endParaRPr/>
            </a:p>
          </p:txBody>
        </p:sp>
        <p:sp>
          <p:nvSpPr>
            <p:cNvPr id="5983" name="Google Shape;5983;p95"/>
            <p:cNvSpPr txBox="1"/>
            <p:nvPr/>
          </p:nvSpPr>
          <p:spPr>
            <a:xfrm>
              <a:off x="4832164" y="5571331"/>
              <a:ext cx="577850" cy="366713"/>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FFFFFF"/>
                  </a:solidFill>
                  <a:latin typeface="Arial"/>
                  <a:ea typeface="Arial"/>
                  <a:cs typeface="Arial"/>
                  <a:sym typeface="Arial"/>
                </a:rPr>
                <a:t>Exp</a:t>
              </a:r>
              <a:endParaRPr/>
            </a:p>
          </p:txBody>
        </p:sp>
        <p:sp>
          <p:nvSpPr>
            <p:cNvPr id="5984" name="Google Shape;5984;p95"/>
            <p:cNvSpPr txBox="1"/>
            <p:nvPr/>
          </p:nvSpPr>
          <p:spPr>
            <a:xfrm>
              <a:off x="5389377" y="5579269"/>
              <a:ext cx="336550" cy="366712"/>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FFFFFF"/>
                  </a:solidFill>
                  <a:latin typeface="Arial"/>
                  <a:ea typeface="Arial"/>
                  <a:cs typeface="Arial"/>
                  <a:sym typeface="Arial"/>
                </a:rPr>
                <a:t>S</a:t>
              </a:r>
              <a:endParaRPr/>
            </a:p>
          </p:txBody>
        </p:sp>
        <p:sp>
          <p:nvSpPr>
            <p:cNvPr id="5985" name="Google Shape;5985;p95"/>
            <p:cNvSpPr txBox="1"/>
            <p:nvPr/>
          </p:nvSpPr>
          <p:spPr>
            <a:xfrm>
              <a:off x="5659252" y="5576094"/>
              <a:ext cx="590550" cy="366712"/>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FFFFFF"/>
                  </a:solidFill>
                  <a:latin typeface="Arial"/>
                  <a:ea typeface="Arial"/>
                  <a:cs typeface="Arial"/>
                  <a:sym typeface="Arial"/>
                </a:rPr>
                <a:t>TTL</a:t>
              </a:r>
              <a:endParaRPr/>
            </a:p>
          </p:txBody>
        </p:sp>
        <p:cxnSp>
          <p:nvCxnSpPr>
            <p:cNvPr id="5986" name="Google Shape;5986;p95"/>
            <p:cNvCxnSpPr/>
            <p:nvPr/>
          </p:nvCxnSpPr>
          <p:spPr>
            <a:xfrm>
              <a:off x="4868677" y="5404644"/>
              <a:ext cx="0" cy="652462"/>
            </a:xfrm>
            <a:prstGeom prst="straightConnector1">
              <a:avLst/>
            </a:prstGeom>
            <a:noFill/>
            <a:ln cap="flat" cmpd="sng" w="9525">
              <a:solidFill>
                <a:srgbClr val="000000"/>
              </a:solidFill>
              <a:prstDash val="solid"/>
              <a:round/>
              <a:headEnd len="med" w="med" type="none"/>
              <a:tailEnd len="med" w="med" type="none"/>
            </a:ln>
          </p:spPr>
        </p:cxnSp>
        <p:cxnSp>
          <p:nvCxnSpPr>
            <p:cNvPr id="5987" name="Google Shape;5987;p95"/>
            <p:cNvCxnSpPr/>
            <p:nvPr/>
          </p:nvCxnSpPr>
          <p:spPr>
            <a:xfrm>
              <a:off x="5438589" y="5425281"/>
              <a:ext cx="0" cy="652463"/>
            </a:xfrm>
            <a:prstGeom prst="straightConnector1">
              <a:avLst/>
            </a:prstGeom>
            <a:noFill/>
            <a:ln cap="flat" cmpd="sng" w="9525">
              <a:solidFill>
                <a:srgbClr val="000000"/>
              </a:solidFill>
              <a:prstDash val="solid"/>
              <a:round/>
              <a:headEnd len="med" w="med" type="none"/>
              <a:tailEnd len="med" w="med" type="none"/>
            </a:ln>
          </p:spPr>
        </p:cxnSp>
        <p:cxnSp>
          <p:nvCxnSpPr>
            <p:cNvPr id="5988" name="Google Shape;5988;p95"/>
            <p:cNvCxnSpPr/>
            <p:nvPr/>
          </p:nvCxnSpPr>
          <p:spPr>
            <a:xfrm>
              <a:off x="5708464" y="5420519"/>
              <a:ext cx="0" cy="652462"/>
            </a:xfrm>
            <a:prstGeom prst="straightConnector1">
              <a:avLst/>
            </a:prstGeom>
            <a:noFill/>
            <a:ln cap="flat" cmpd="sng" w="9525">
              <a:solidFill>
                <a:srgbClr val="000000"/>
              </a:solidFill>
              <a:prstDash val="solid"/>
              <a:round/>
              <a:headEnd len="med" w="med" type="none"/>
              <a:tailEnd len="med" w="med" type="none"/>
            </a:ln>
          </p:spPr>
        </p:cxnSp>
        <p:sp>
          <p:nvSpPr>
            <p:cNvPr id="5989" name="Google Shape;5989;p95"/>
            <p:cNvSpPr txBox="1"/>
            <p:nvPr/>
          </p:nvSpPr>
          <p:spPr>
            <a:xfrm>
              <a:off x="3808227" y="6071394"/>
              <a:ext cx="409575"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600">
                  <a:solidFill>
                    <a:srgbClr val="000000"/>
                  </a:solidFill>
                  <a:latin typeface="Arial"/>
                  <a:ea typeface="Arial"/>
                  <a:cs typeface="Arial"/>
                  <a:sym typeface="Arial"/>
                </a:rPr>
                <a:t>20</a:t>
              </a:r>
              <a:endParaRPr/>
            </a:p>
          </p:txBody>
        </p:sp>
        <p:sp>
          <p:nvSpPr>
            <p:cNvPr id="5990" name="Google Shape;5990;p95"/>
            <p:cNvSpPr txBox="1"/>
            <p:nvPr/>
          </p:nvSpPr>
          <p:spPr>
            <a:xfrm>
              <a:off x="4979802" y="6066631"/>
              <a:ext cx="296862"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600">
                  <a:solidFill>
                    <a:srgbClr val="000000"/>
                  </a:solidFill>
                  <a:latin typeface="Arial"/>
                  <a:ea typeface="Arial"/>
                  <a:cs typeface="Arial"/>
                  <a:sym typeface="Arial"/>
                </a:rPr>
                <a:t>3</a:t>
              </a:r>
              <a:endParaRPr/>
            </a:p>
          </p:txBody>
        </p:sp>
        <p:sp>
          <p:nvSpPr>
            <p:cNvPr id="5991" name="Google Shape;5991;p95"/>
            <p:cNvSpPr txBox="1"/>
            <p:nvPr/>
          </p:nvSpPr>
          <p:spPr>
            <a:xfrm>
              <a:off x="5406839" y="6063456"/>
              <a:ext cx="296863"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600">
                  <a:solidFill>
                    <a:srgbClr val="000000"/>
                  </a:solidFill>
                  <a:latin typeface="Arial"/>
                  <a:ea typeface="Arial"/>
                  <a:cs typeface="Arial"/>
                  <a:sym typeface="Arial"/>
                </a:rPr>
                <a:t>1</a:t>
              </a:r>
              <a:endParaRPr/>
            </a:p>
          </p:txBody>
        </p:sp>
        <p:sp>
          <p:nvSpPr>
            <p:cNvPr id="5992" name="Google Shape;5992;p95"/>
            <p:cNvSpPr txBox="1"/>
            <p:nvPr/>
          </p:nvSpPr>
          <p:spPr>
            <a:xfrm>
              <a:off x="5846577" y="6058694"/>
              <a:ext cx="296862"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600">
                  <a:solidFill>
                    <a:srgbClr val="000000"/>
                  </a:solidFill>
                  <a:latin typeface="Arial"/>
                  <a:ea typeface="Arial"/>
                  <a:cs typeface="Arial"/>
                  <a:sym typeface="Arial"/>
                </a:rPr>
                <a:t>5</a:t>
              </a:r>
              <a:endParaRPr/>
            </a:p>
          </p:txBody>
        </p:sp>
      </p:grpSp>
      <p:sp>
        <p:nvSpPr>
          <p:cNvPr id="5993" name="Google Shape;5993;p95"/>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b="0" lang="en-US">
                <a:latin typeface="Calibri"/>
                <a:ea typeface="Calibri"/>
                <a:cs typeface="Calibri"/>
                <a:sym typeface="Calibri"/>
              </a:rPr>
              <a:t>Multiprotocol label switching (MPLS)</a:t>
            </a:r>
            <a:endParaRPr b="0" sz="4400">
              <a:latin typeface="Calibri"/>
              <a:ea typeface="Calibri"/>
              <a:cs typeface="Calibri"/>
              <a:sym typeface="Calibri"/>
            </a:endParaRPr>
          </a:p>
        </p:txBody>
      </p:sp>
      <p:sp>
        <p:nvSpPr>
          <p:cNvPr id="5994" name="Google Shape;5994;p95"/>
          <p:cNvSpPr txBox="1"/>
          <p:nvPr>
            <p:ph idx="12" type="sldNum"/>
          </p:nvPr>
        </p:nvSpPr>
        <p:spPr>
          <a:xfrm>
            <a:off x="9206737" y="6492875"/>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Link Layer: 6-</a:t>
            </a:r>
            <a:fld id="{00000000-1234-1234-1234-123412341234}" type="slidenum">
              <a:rPr lang="en-US"/>
              <a:t>‹#›</a:t>
            </a:fld>
            <a:endParaRPr/>
          </a:p>
        </p:txBody>
      </p:sp>
      <p:sp>
        <p:nvSpPr>
          <p:cNvPr id="5995" name="Google Shape;5995;p95"/>
          <p:cNvSpPr txBox="1"/>
          <p:nvPr/>
        </p:nvSpPr>
        <p:spPr>
          <a:xfrm>
            <a:off x="889560" y="1309781"/>
            <a:ext cx="11099240" cy="2468843"/>
          </a:xfrm>
          <a:prstGeom prst="rect">
            <a:avLst/>
          </a:prstGeom>
          <a:noFill/>
          <a:ln>
            <a:noFill/>
          </a:ln>
        </p:spPr>
        <p:txBody>
          <a:bodyPr anchorCtr="0" anchor="t" bIns="45700" lIns="91425" spcFirstLastPara="1" rIns="91425" wrap="square" tIns="45700">
            <a:normAutofit/>
          </a:bodyPr>
          <a:lstStyle/>
          <a:p>
            <a:pPr indent="-288925" lvl="0" marL="288925" marR="0" rtl="0" algn="l">
              <a:lnSpc>
                <a:spcPct val="90000"/>
              </a:lnSpc>
              <a:spcBef>
                <a:spcPts val="0"/>
              </a:spcBef>
              <a:spcAft>
                <a:spcPts val="0"/>
              </a:spcAft>
              <a:buClr>
                <a:srgbClr val="0000A3"/>
              </a:buClr>
              <a:buSzPts val="3200"/>
              <a:buFont typeface="Noto Sans Symbols"/>
              <a:buChar char="▪"/>
            </a:pPr>
            <a:r>
              <a:rPr lang="en-US" sz="3200">
                <a:solidFill>
                  <a:srgbClr val="0000A8"/>
                </a:solidFill>
                <a:latin typeface="Calibri"/>
                <a:ea typeface="Calibri"/>
                <a:cs typeface="Calibri"/>
                <a:sym typeface="Calibri"/>
              </a:rPr>
              <a:t>goal: </a:t>
            </a:r>
            <a:r>
              <a:rPr lang="en-US" sz="3200">
                <a:solidFill>
                  <a:schemeClr val="dk1"/>
                </a:solidFill>
                <a:latin typeface="Calibri"/>
                <a:ea typeface="Calibri"/>
                <a:cs typeface="Calibri"/>
                <a:sym typeface="Calibri"/>
              </a:rPr>
              <a:t>high-speed IP forwarding among network of MPLS-capable routers, using fixed length label </a:t>
            </a:r>
            <a:r>
              <a:rPr lang="en-US" sz="2800">
                <a:solidFill>
                  <a:schemeClr val="dk1"/>
                </a:solidFill>
                <a:latin typeface="Calibri"/>
                <a:ea typeface="Calibri"/>
                <a:cs typeface="Calibri"/>
                <a:sym typeface="Calibri"/>
              </a:rPr>
              <a:t>(instead of shortest prefix matching) </a:t>
            </a:r>
            <a:endParaRPr sz="3200">
              <a:solidFill>
                <a:schemeClr val="dk1"/>
              </a:solidFill>
              <a:latin typeface="Calibri"/>
              <a:ea typeface="Calibri"/>
              <a:cs typeface="Calibri"/>
              <a:sym typeface="Calibri"/>
            </a:endParaRPr>
          </a:p>
          <a:p>
            <a:pPr indent="-223837" lvl="1" marL="681038"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faster lookup using fixed length identifier</a:t>
            </a:r>
            <a:endParaRPr/>
          </a:p>
          <a:p>
            <a:pPr indent="-223837" lvl="1" marL="681038"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borrowing ideas from Virtual Circuit (VC) approach</a:t>
            </a:r>
            <a:endParaRPr/>
          </a:p>
          <a:p>
            <a:pPr indent="-223837" lvl="1" marL="681038"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but IP datagram still keeps IP address!</a:t>
            </a:r>
            <a:endParaRPr/>
          </a:p>
          <a:p>
            <a:pPr indent="-79375" lvl="1" marL="695325" marR="0" rtl="0" algn="l">
              <a:lnSpc>
                <a:spcPct val="90000"/>
              </a:lnSpc>
              <a:spcBef>
                <a:spcPts val="500"/>
              </a:spcBef>
              <a:spcAft>
                <a:spcPts val="0"/>
              </a:spcAft>
              <a:buClr>
                <a:srgbClr val="0000A8"/>
              </a:buClr>
              <a:buSzPts val="2400"/>
              <a:buFont typeface="Arial"/>
              <a:buNone/>
            </a:pPr>
            <a:r>
              <a:t/>
            </a:r>
            <a:endParaRPr b="0" i="0" sz="2400" u="none" cap="none" strike="noStrike">
              <a:solidFill>
                <a:schemeClr val="dk1"/>
              </a:solidFill>
              <a:latin typeface="Gill Sans"/>
              <a:ea typeface="Gill Sans"/>
              <a:cs typeface="Gill Sans"/>
              <a:sym typeface="Gill Sans"/>
            </a:endParaRPr>
          </a:p>
        </p:txBody>
      </p:sp>
      <p:sp>
        <p:nvSpPr>
          <p:cNvPr id="5996" name="Google Shape;5996;p95"/>
          <p:cNvSpPr txBox="1"/>
          <p:nvPr/>
        </p:nvSpPr>
        <p:spPr>
          <a:xfrm>
            <a:off x="5303652" y="4038600"/>
            <a:ext cx="5084948"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en-US" sz="1800">
                <a:solidFill>
                  <a:schemeClr val="lt1"/>
                </a:solidFill>
                <a:latin typeface="Arial"/>
                <a:ea typeface="Arial"/>
                <a:cs typeface="Arial"/>
                <a:sym typeface="Arial"/>
              </a:rPr>
              <a:t>remainder of Ethernet frame, including IP header with IP source, destination addresses</a:t>
            </a:r>
            <a:endParaRPr/>
          </a:p>
        </p:txBody>
      </p:sp>
      <p:grpSp>
        <p:nvGrpSpPr>
          <p:cNvPr id="5997" name="Google Shape;5997;p95"/>
          <p:cNvGrpSpPr/>
          <p:nvPr/>
        </p:nvGrpSpPr>
        <p:grpSpPr>
          <a:xfrm>
            <a:off x="3735093" y="3993350"/>
            <a:ext cx="1665910" cy="657225"/>
            <a:chOff x="3557402" y="4006056"/>
            <a:chExt cx="1666875" cy="657225"/>
          </a:xfrm>
        </p:grpSpPr>
        <p:cxnSp>
          <p:nvCxnSpPr>
            <p:cNvPr id="5998" name="Google Shape;5998;p95"/>
            <p:cNvCxnSpPr/>
            <p:nvPr/>
          </p:nvCxnSpPr>
          <p:spPr>
            <a:xfrm>
              <a:off x="3568514" y="4010819"/>
              <a:ext cx="0" cy="652462"/>
            </a:xfrm>
            <a:prstGeom prst="straightConnector1">
              <a:avLst/>
            </a:prstGeom>
            <a:noFill/>
            <a:ln cap="flat" cmpd="sng" w="9525">
              <a:solidFill>
                <a:srgbClr val="000000"/>
              </a:solidFill>
              <a:prstDash val="solid"/>
              <a:round/>
              <a:headEnd len="med" w="med" type="none"/>
              <a:tailEnd len="med" w="med" type="none"/>
            </a:ln>
            <a:effectLst>
              <a:outerShdw blurRad="50800" rotWithShape="0" dir="16200000" dist="38100">
                <a:srgbClr val="000000">
                  <a:alpha val="40000"/>
                </a:srgbClr>
              </a:outerShdw>
            </a:effectLst>
          </p:spPr>
        </p:cxnSp>
        <p:cxnSp>
          <p:nvCxnSpPr>
            <p:cNvPr id="5999" name="Google Shape;5999;p95"/>
            <p:cNvCxnSpPr/>
            <p:nvPr/>
          </p:nvCxnSpPr>
          <p:spPr>
            <a:xfrm>
              <a:off x="5222689" y="4006056"/>
              <a:ext cx="0" cy="652463"/>
            </a:xfrm>
            <a:prstGeom prst="straightConnector1">
              <a:avLst/>
            </a:prstGeom>
            <a:noFill/>
            <a:ln cap="flat" cmpd="sng" w="9525">
              <a:solidFill>
                <a:srgbClr val="000000"/>
              </a:solidFill>
              <a:prstDash val="solid"/>
              <a:round/>
              <a:headEnd len="med" w="med" type="none"/>
              <a:tailEnd len="med" w="med" type="none"/>
            </a:ln>
            <a:effectLst>
              <a:outerShdw blurRad="50800" rotWithShape="0" dir="16200000" dist="38100">
                <a:srgbClr val="000000">
                  <a:alpha val="40000"/>
                </a:srgbClr>
              </a:outerShdw>
            </a:effectLst>
          </p:spPr>
        </p:cxnSp>
        <p:sp>
          <p:nvSpPr>
            <p:cNvPr id="6000" name="Google Shape;6000;p95"/>
            <p:cNvSpPr/>
            <p:nvPr/>
          </p:nvSpPr>
          <p:spPr>
            <a:xfrm>
              <a:off x="3557402" y="4009231"/>
              <a:ext cx="1660525" cy="639763"/>
            </a:xfrm>
            <a:prstGeom prst="rect">
              <a:avLst/>
            </a:prstGeom>
            <a:solidFill>
              <a:srgbClr val="F56F6F"/>
            </a:solidFill>
            <a:ln cap="flat" cmpd="sng" w="9525">
              <a:solidFill>
                <a:srgbClr val="000000"/>
              </a:solidFill>
              <a:prstDash val="solid"/>
              <a:miter lim="800000"/>
              <a:headEnd len="sm" w="sm" type="none"/>
              <a:tailEnd len="sm" w="sm" type="none"/>
            </a:ln>
            <a:effectLst>
              <a:outerShdw blurRad="50800" rotWithShape="0" dir="162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6001" name="Google Shape;6001;p95"/>
            <p:cNvSpPr txBox="1"/>
            <p:nvPr/>
          </p:nvSpPr>
          <p:spPr>
            <a:xfrm>
              <a:off x="3592327" y="4167981"/>
              <a:ext cx="1631950" cy="366713"/>
            </a:xfrm>
            <a:prstGeom prst="rect">
              <a:avLst/>
            </a:prstGeom>
            <a:noFill/>
            <a:ln>
              <a:noFill/>
            </a:ln>
            <a:effectLst>
              <a:outerShdw blurRad="50800" rotWithShape="0" dir="16200000" dist="38100">
                <a:srgbClr val="000000">
                  <a:alpha val="40000"/>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800">
                  <a:solidFill>
                    <a:srgbClr val="FFFFFF"/>
                  </a:solidFill>
                  <a:latin typeface="Arial"/>
                  <a:ea typeface="Arial"/>
                  <a:cs typeface="Arial"/>
                  <a:sym typeface="Arial"/>
                </a:rPr>
                <a:t>MPLS header</a:t>
              </a:r>
              <a:endParaRPr/>
            </a:p>
          </p:txBody>
        </p:sp>
      </p:grpSp>
      <p:grpSp>
        <p:nvGrpSpPr>
          <p:cNvPr id="6002" name="Google Shape;6002;p95"/>
          <p:cNvGrpSpPr/>
          <p:nvPr/>
        </p:nvGrpSpPr>
        <p:grpSpPr>
          <a:xfrm>
            <a:off x="2591501" y="3998009"/>
            <a:ext cx="1828099" cy="651093"/>
            <a:chOff x="1905701" y="7534275"/>
            <a:chExt cx="1828099" cy="651093"/>
          </a:xfrm>
        </p:grpSpPr>
        <p:sp>
          <p:nvSpPr>
            <p:cNvPr id="6003" name="Google Shape;6003;p95"/>
            <p:cNvSpPr/>
            <p:nvPr/>
          </p:nvSpPr>
          <p:spPr>
            <a:xfrm>
              <a:off x="1905701" y="7534275"/>
              <a:ext cx="1828099" cy="639762"/>
            </a:xfrm>
            <a:prstGeom prst="rect">
              <a:avLst/>
            </a:prstGeom>
            <a:solidFill>
              <a:srgbClr val="00B050"/>
            </a:solidFill>
            <a:ln cap="flat" cmpd="sng" w="9525">
              <a:solidFill>
                <a:srgbClr val="00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6004" name="Google Shape;6004;p95"/>
            <p:cNvSpPr txBox="1"/>
            <p:nvPr/>
          </p:nvSpPr>
          <p:spPr>
            <a:xfrm>
              <a:off x="2243816" y="7539037"/>
              <a:ext cx="112082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en-US" sz="1800">
                  <a:solidFill>
                    <a:schemeClr val="lt1"/>
                  </a:solidFill>
                  <a:latin typeface="Arial"/>
                  <a:ea typeface="Arial"/>
                  <a:cs typeface="Arial"/>
                  <a:sym typeface="Arial"/>
                </a:rPr>
                <a:t>Ethernet </a:t>
              </a:r>
              <a:endParaRPr/>
            </a:p>
            <a:p>
              <a:pPr indent="0" lvl="0" marL="0" marR="0" rtl="0" algn="ctr">
                <a:spcBef>
                  <a:spcPts val="0"/>
                </a:spcBef>
                <a:spcAft>
                  <a:spcPts val="0"/>
                </a:spcAft>
                <a:buNone/>
              </a:pPr>
              <a:r>
                <a:rPr i="0" lang="en-US" sz="1800">
                  <a:solidFill>
                    <a:schemeClr val="lt1"/>
                  </a:solidFill>
                  <a:latin typeface="Arial"/>
                  <a:ea typeface="Arial"/>
                  <a:cs typeface="Arial"/>
                  <a:sym typeface="Arial"/>
                </a:rPr>
                <a:t>header</a:t>
              </a:r>
              <a:endParaRPr/>
            </a:p>
          </p:txBody>
        </p:sp>
      </p:grpSp>
      <p:grpSp>
        <p:nvGrpSpPr>
          <p:cNvPr id="6005" name="Google Shape;6005;p95"/>
          <p:cNvGrpSpPr/>
          <p:nvPr/>
        </p:nvGrpSpPr>
        <p:grpSpPr>
          <a:xfrm>
            <a:off x="4419600" y="3994834"/>
            <a:ext cx="5234874" cy="646331"/>
            <a:chOff x="4737100" y="6692900"/>
            <a:chExt cx="5234874" cy="646331"/>
          </a:xfrm>
        </p:grpSpPr>
        <p:sp>
          <p:nvSpPr>
            <p:cNvPr id="6006" name="Google Shape;6006;p95"/>
            <p:cNvSpPr/>
            <p:nvPr/>
          </p:nvSpPr>
          <p:spPr>
            <a:xfrm>
              <a:off x="4737100" y="6696075"/>
              <a:ext cx="5234874" cy="639762"/>
            </a:xfrm>
            <a:prstGeom prst="rect">
              <a:avLst/>
            </a:prstGeom>
            <a:solidFill>
              <a:srgbClr val="00B050"/>
            </a:solidFill>
            <a:ln cap="flat" cmpd="sng" w="9525">
              <a:solidFill>
                <a:srgbClr val="00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6007" name="Google Shape;6007;p95"/>
            <p:cNvSpPr txBox="1"/>
            <p:nvPr/>
          </p:nvSpPr>
          <p:spPr>
            <a:xfrm>
              <a:off x="4848926" y="6692900"/>
              <a:ext cx="5084948"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en-US" sz="1800">
                  <a:solidFill>
                    <a:schemeClr val="lt1"/>
                  </a:solidFill>
                  <a:latin typeface="Arial"/>
                  <a:ea typeface="Arial"/>
                  <a:cs typeface="Arial"/>
                  <a:sym typeface="Arial"/>
                </a:rPr>
                <a:t>remainder of Ethernet frame, including IP header with IP source, destination addresses</a:t>
              </a:r>
              <a:endParaRPr/>
            </a:p>
          </p:txBody>
        </p:sp>
      </p:gr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97"/>
                                        </p:tgtEl>
                                        <p:attrNameLst>
                                          <p:attrName>style.visibility</p:attrName>
                                        </p:attrNameLst>
                                      </p:cBhvr>
                                      <p:to>
                                        <p:strVal val="visible"/>
                                      </p:to>
                                    </p:set>
                                    <p:animEffect filter="fade" transition="in">
                                      <p:cBhvr>
                                        <p:cTn dur="500"/>
                                        <p:tgtEl>
                                          <p:spTgt spid="59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79"/>
                                        </p:tgtEl>
                                        <p:attrNameLst>
                                          <p:attrName>style.visibility</p:attrName>
                                        </p:attrNameLst>
                                      </p:cBhvr>
                                      <p:to>
                                        <p:strVal val="visible"/>
                                      </p:to>
                                    </p:set>
                                    <p:animEffect filter="fade" transition="in">
                                      <p:cBhvr>
                                        <p:cTn dur="500"/>
                                        <p:tgtEl>
                                          <p:spTgt spid="59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012" name="Shape 6012"/>
        <p:cNvGrpSpPr/>
        <p:nvPr/>
      </p:nvGrpSpPr>
      <p:grpSpPr>
        <a:xfrm>
          <a:off x="0" y="0"/>
          <a:ext cx="0" cy="0"/>
          <a:chOff x="0" y="0"/>
          <a:chExt cx="0" cy="0"/>
        </a:xfrm>
      </p:grpSpPr>
      <p:sp>
        <p:nvSpPr>
          <p:cNvPr id="6013" name="Google Shape;6013;p96"/>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b="0" lang="en-US">
                <a:latin typeface="Calibri"/>
                <a:ea typeface="Calibri"/>
                <a:cs typeface="Calibri"/>
                <a:sym typeface="Calibri"/>
              </a:rPr>
              <a:t>MPLS capable routers</a:t>
            </a:r>
            <a:endParaRPr b="0" sz="4400">
              <a:latin typeface="Calibri"/>
              <a:ea typeface="Calibri"/>
              <a:cs typeface="Calibri"/>
              <a:sym typeface="Calibri"/>
            </a:endParaRPr>
          </a:p>
        </p:txBody>
      </p:sp>
      <p:sp>
        <p:nvSpPr>
          <p:cNvPr id="6014" name="Google Shape;6014;p96"/>
          <p:cNvSpPr txBox="1"/>
          <p:nvPr>
            <p:ph idx="12" type="sldNum"/>
          </p:nvPr>
        </p:nvSpPr>
        <p:spPr>
          <a:xfrm>
            <a:off x="9206737" y="6492875"/>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Link Layer: 6-</a:t>
            </a:r>
            <a:fld id="{00000000-1234-1234-1234-123412341234}" type="slidenum">
              <a:rPr lang="en-US"/>
              <a:t>‹#›</a:t>
            </a:fld>
            <a:endParaRPr/>
          </a:p>
        </p:txBody>
      </p:sp>
      <p:sp>
        <p:nvSpPr>
          <p:cNvPr id="6015" name="Google Shape;6015;p96"/>
          <p:cNvSpPr txBox="1"/>
          <p:nvPr/>
        </p:nvSpPr>
        <p:spPr>
          <a:xfrm>
            <a:off x="1004047" y="1371600"/>
            <a:ext cx="10304929" cy="5029200"/>
          </a:xfrm>
          <a:prstGeom prst="rect">
            <a:avLst/>
          </a:prstGeom>
          <a:noFill/>
          <a:ln>
            <a:noFill/>
          </a:ln>
        </p:spPr>
        <p:txBody>
          <a:bodyPr anchorCtr="0" anchor="t" bIns="45700" lIns="91425" spcFirstLastPara="1" rIns="91425" wrap="square" tIns="45700">
            <a:normAutofit/>
          </a:bodyPr>
          <a:lstStyle/>
          <a:p>
            <a:pPr indent="-334963" lvl="0" marL="465138" marR="0" rtl="0" algn="l">
              <a:lnSpc>
                <a:spcPct val="90000"/>
              </a:lnSpc>
              <a:spcBef>
                <a:spcPts val="0"/>
              </a:spcBef>
              <a:spcAft>
                <a:spcPts val="0"/>
              </a:spcAft>
              <a:buClr>
                <a:srgbClr val="0000A3"/>
              </a:buClr>
              <a:buSzPts val="3200"/>
              <a:buFont typeface="Noto Sans Symbols"/>
              <a:buChar char="▪"/>
            </a:pPr>
            <a:r>
              <a:rPr lang="en-US" sz="3200">
                <a:solidFill>
                  <a:schemeClr val="dk1"/>
                </a:solidFill>
                <a:latin typeface="Calibri"/>
                <a:ea typeface="Calibri"/>
                <a:cs typeface="Calibri"/>
                <a:sym typeface="Calibri"/>
              </a:rPr>
              <a:t>a.k.a. label-switched router</a:t>
            </a:r>
            <a:endParaRPr/>
          </a:p>
          <a:p>
            <a:pPr indent="-334963" lvl="0" marL="465138" marR="0" rtl="0" algn="l">
              <a:lnSpc>
                <a:spcPct val="90000"/>
              </a:lnSpc>
              <a:spcBef>
                <a:spcPts val="1000"/>
              </a:spcBef>
              <a:spcAft>
                <a:spcPts val="0"/>
              </a:spcAft>
              <a:buClr>
                <a:srgbClr val="0000A3"/>
              </a:buClr>
              <a:buSzPts val="3200"/>
              <a:buFont typeface="Noto Sans Symbols"/>
              <a:buChar char="▪"/>
            </a:pPr>
            <a:r>
              <a:rPr lang="en-US" sz="3200">
                <a:solidFill>
                  <a:schemeClr val="dk1"/>
                </a:solidFill>
                <a:latin typeface="Calibri"/>
                <a:ea typeface="Calibri"/>
                <a:cs typeface="Calibri"/>
                <a:sym typeface="Calibri"/>
              </a:rPr>
              <a:t>forward packets to outgoing interface based only on label value (</a:t>
            </a:r>
            <a:r>
              <a:rPr i="1" lang="en-US" sz="3200">
                <a:solidFill>
                  <a:schemeClr val="dk1"/>
                </a:solidFill>
                <a:latin typeface="Calibri"/>
                <a:ea typeface="Calibri"/>
                <a:cs typeface="Calibri"/>
                <a:sym typeface="Calibri"/>
              </a:rPr>
              <a:t>don’t inspect IP address</a:t>
            </a:r>
            <a:r>
              <a:rPr lang="en-US" sz="3200">
                <a:solidFill>
                  <a:schemeClr val="dk1"/>
                </a:solidFill>
                <a:latin typeface="Calibri"/>
                <a:ea typeface="Calibri"/>
                <a:cs typeface="Calibri"/>
                <a:sym typeface="Calibri"/>
              </a:rPr>
              <a:t>)</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MPLS forwarding table distinct from IP forwarding tables</a:t>
            </a:r>
            <a:endParaRPr/>
          </a:p>
          <a:p>
            <a:pPr indent="-334963" lvl="0" marL="465138" marR="0" rtl="0" algn="l">
              <a:lnSpc>
                <a:spcPct val="90000"/>
              </a:lnSpc>
              <a:spcBef>
                <a:spcPts val="1000"/>
              </a:spcBef>
              <a:spcAft>
                <a:spcPts val="0"/>
              </a:spcAft>
              <a:buClr>
                <a:srgbClr val="0000A3"/>
              </a:buClr>
              <a:buSzPts val="3200"/>
              <a:buFont typeface="Noto Sans Symbols"/>
              <a:buChar char="▪"/>
            </a:pPr>
            <a:r>
              <a:rPr i="1" lang="en-US" sz="3200">
                <a:solidFill>
                  <a:srgbClr val="0000A8"/>
                </a:solidFill>
                <a:latin typeface="Calibri"/>
                <a:ea typeface="Calibri"/>
                <a:cs typeface="Calibri"/>
                <a:sym typeface="Calibri"/>
              </a:rPr>
              <a:t>flexibility:  </a:t>
            </a:r>
            <a:r>
              <a:rPr lang="en-US" sz="3200">
                <a:solidFill>
                  <a:schemeClr val="dk1"/>
                </a:solidFill>
                <a:latin typeface="Calibri"/>
                <a:ea typeface="Calibri"/>
                <a:cs typeface="Calibri"/>
                <a:sym typeface="Calibri"/>
              </a:rPr>
              <a:t>MPLS forwarding decisions can </a:t>
            </a:r>
            <a:r>
              <a:rPr i="1" lang="en-US" sz="3200">
                <a:solidFill>
                  <a:schemeClr val="dk1"/>
                </a:solidFill>
                <a:latin typeface="Calibri"/>
                <a:ea typeface="Calibri"/>
                <a:cs typeface="Calibri"/>
                <a:sym typeface="Calibri"/>
              </a:rPr>
              <a:t>differ</a:t>
            </a:r>
            <a:r>
              <a:rPr lang="en-US" sz="3200">
                <a:solidFill>
                  <a:schemeClr val="dk1"/>
                </a:solidFill>
                <a:latin typeface="Calibri"/>
                <a:ea typeface="Calibri"/>
                <a:cs typeface="Calibri"/>
                <a:sym typeface="Calibri"/>
              </a:rPr>
              <a:t> from those of IP</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use destination </a:t>
            </a:r>
            <a:r>
              <a:rPr b="0" i="1" lang="en-US" sz="2800" u="none" cap="none" strike="noStrike">
                <a:solidFill>
                  <a:schemeClr val="dk1"/>
                </a:solidFill>
                <a:latin typeface="Calibri"/>
                <a:ea typeface="Calibri"/>
                <a:cs typeface="Calibri"/>
                <a:sym typeface="Calibri"/>
              </a:rPr>
              <a:t>and</a:t>
            </a:r>
            <a:r>
              <a:rPr b="0" i="0" lang="en-US" sz="2800" u="none" cap="none" strike="noStrike">
                <a:solidFill>
                  <a:schemeClr val="dk1"/>
                </a:solidFill>
                <a:latin typeface="Calibri"/>
                <a:ea typeface="Calibri"/>
                <a:cs typeface="Calibri"/>
                <a:sym typeface="Calibri"/>
              </a:rPr>
              <a:t> source addresses to route flows to same destination differently (traffic engineering)</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re-route flows quickly if link fails: pre-computed backup paths</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sz="2800">
              <a:solidFill>
                <a:schemeClr val="dk1"/>
              </a:solidFill>
              <a:latin typeface="Gill Sans"/>
              <a:ea typeface="Gill Sans"/>
              <a:cs typeface="Gill Sans"/>
              <a:sym typeface="Gill Sans"/>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15">
                                            <p:txEl>
                                              <p:pRg end="0" st="0"/>
                                            </p:txEl>
                                          </p:spTgt>
                                        </p:tgtEl>
                                        <p:attrNameLst>
                                          <p:attrName>style.visibility</p:attrName>
                                        </p:attrNameLst>
                                      </p:cBhvr>
                                      <p:to>
                                        <p:strVal val="visible"/>
                                      </p:to>
                                    </p:set>
                                    <p:animEffect filter="fade" transition="in">
                                      <p:cBhvr>
                                        <p:cTn dur="500"/>
                                        <p:tgtEl>
                                          <p:spTgt spid="601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15">
                                            <p:txEl>
                                              <p:pRg end="1" st="1"/>
                                            </p:txEl>
                                          </p:spTgt>
                                        </p:tgtEl>
                                        <p:attrNameLst>
                                          <p:attrName>style.visibility</p:attrName>
                                        </p:attrNameLst>
                                      </p:cBhvr>
                                      <p:to>
                                        <p:strVal val="visible"/>
                                      </p:to>
                                    </p:set>
                                    <p:animEffect filter="fade" transition="in">
                                      <p:cBhvr>
                                        <p:cTn dur="500"/>
                                        <p:tgtEl>
                                          <p:spTgt spid="601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15">
                                            <p:txEl>
                                              <p:pRg end="2" st="2"/>
                                            </p:txEl>
                                          </p:spTgt>
                                        </p:tgtEl>
                                        <p:attrNameLst>
                                          <p:attrName>style.visibility</p:attrName>
                                        </p:attrNameLst>
                                      </p:cBhvr>
                                      <p:to>
                                        <p:strVal val="visible"/>
                                      </p:to>
                                    </p:set>
                                    <p:animEffect filter="fade" transition="in">
                                      <p:cBhvr>
                                        <p:cTn dur="500"/>
                                        <p:tgtEl>
                                          <p:spTgt spid="601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15">
                                            <p:txEl>
                                              <p:pRg end="3" st="3"/>
                                            </p:txEl>
                                          </p:spTgt>
                                        </p:tgtEl>
                                        <p:attrNameLst>
                                          <p:attrName>style.visibility</p:attrName>
                                        </p:attrNameLst>
                                      </p:cBhvr>
                                      <p:to>
                                        <p:strVal val="visible"/>
                                      </p:to>
                                    </p:set>
                                    <p:animEffect filter="fade" transition="in">
                                      <p:cBhvr>
                                        <p:cTn dur="500"/>
                                        <p:tgtEl>
                                          <p:spTgt spid="601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15">
                                            <p:txEl>
                                              <p:pRg end="4" st="4"/>
                                            </p:txEl>
                                          </p:spTgt>
                                        </p:tgtEl>
                                        <p:attrNameLst>
                                          <p:attrName>style.visibility</p:attrName>
                                        </p:attrNameLst>
                                      </p:cBhvr>
                                      <p:to>
                                        <p:strVal val="visible"/>
                                      </p:to>
                                    </p:set>
                                    <p:animEffect filter="fade" transition="in">
                                      <p:cBhvr>
                                        <p:cTn dur="500"/>
                                        <p:tgtEl>
                                          <p:spTgt spid="601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15">
                                            <p:txEl>
                                              <p:pRg end="5" st="5"/>
                                            </p:txEl>
                                          </p:spTgt>
                                        </p:tgtEl>
                                        <p:attrNameLst>
                                          <p:attrName>style.visibility</p:attrName>
                                        </p:attrNameLst>
                                      </p:cBhvr>
                                      <p:to>
                                        <p:strVal val="visible"/>
                                      </p:to>
                                    </p:set>
                                    <p:animEffect filter="fade" transition="in">
                                      <p:cBhvr>
                                        <p:cTn dur="500"/>
                                        <p:tgtEl>
                                          <p:spTgt spid="601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15">
                                            <p:txEl>
                                              <p:pRg end="6" st="6"/>
                                            </p:txEl>
                                          </p:spTgt>
                                        </p:tgtEl>
                                        <p:attrNameLst>
                                          <p:attrName>style.visibility</p:attrName>
                                        </p:attrNameLst>
                                      </p:cBhvr>
                                      <p:to>
                                        <p:strVal val="visible"/>
                                      </p:to>
                                    </p:set>
                                    <p:animEffect filter="fade" transition="in">
                                      <p:cBhvr>
                                        <p:cTn dur="500"/>
                                        <p:tgtEl>
                                          <p:spTgt spid="6015">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020" name="Shape 6020"/>
        <p:cNvGrpSpPr/>
        <p:nvPr/>
      </p:nvGrpSpPr>
      <p:grpSpPr>
        <a:xfrm>
          <a:off x="0" y="0"/>
          <a:ext cx="0" cy="0"/>
          <a:chOff x="0" y="0"/>
          <a:chExt cx="0" cy="0"/>
        </a:xfrm>
      </p:grpSpPr>
      <p:grpSp>
        <p:nvGrpSpPr>
          <p:cNvPr id="6021" name="Google Shape;6021;p97"/>
          <p:cNvGrpSpPr/>
          <p:nvPr/>
        </p:nvGrpSpPr>
        <p:grpSpPr>
          <a:xfrm>
            <a:off x="3103897" y="2168711"/>
            <a:ext cx="800044" cy="416858"/>
            <a:chOff x="7493876" y="2774731"/>
            <a:chExt cx="1481958" cy="894622"/>
          </a:xfrm>
        </p:grpSpPr>
        <p:sp>
          <p:nvSpPr>
            <p:cNvPr id="6022" name="Google Shape;6022;p9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023" name="Google Shape;6023;p97"/>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024" name="Google Shape;6024;p97"/>
            <p:cNvGrpSpPr/>
            <p:nvPr/>
          </p:nvGrpSpPr>
          <p:grpSpPr>
            <a:xfrm>
              <a:off x="7713663" y="2848339"/>
              <a:ext cx="1042107" cy="425543"/>
              <a:chOff x="7786941" y="2884917"/>
              <a:chExt cx="897649" cy="353919"/>
            </a:xfrm>
          </p:grpSpPr>
          <p:sp>
            <p:nvSpPr>
              <p:cNvPr id="6025" name="Google Shape;6025;p9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26" name="Google Shape;6026;p9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27" name="Google Shape;6027;p9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28" name="Google Shape;6028;p9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029" name="Google Shape;6029;p97"/>
          <p:cNvGrpSpPr/>
          <p:nvPr/>
        </p:nvGrpSpPr>
        <p:grpSpPr>
          <a:xfrm>
            <a:off x="4565518" y="2198594"/>
            <a:ext cx="800044" cy="416858"/>
            <a:chOff x="7493876" y="2774731"/>
            <a:chExt cx="1481958" cy="894622"/>
          </a:xfrm>
        </p:grpSpPr>
        <p:sp>
          <p:nvSpPr>
            <p:cNvPr id="6030" name="Google Shape;6030;p9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031" name="Google Shape;6031;p97"/>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032" name="Google Shape;6032;p97"/>
            <p:cNvGrpSpPr/>
            <p:nvPr/>
          </p:nvGrpSpPr>
          <p:grpSpPr>
            <a:xfrm>
              <a:off x="7713663" y="2848339"/>
              <a:ext cx="1042107" cy="425543"/>
              <a:chOff x="7786941" y="2884917"/>
              <a:chExt cx="897649" cy="353919"/>
            </a:xfrm>
          </p:grpSpPr>
          <p:sp>
            <p:nvSpPr>
              <p:cNvPr id="6033" name="Google Shape;6033;p9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34" name="Google Shape;6034;p9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35" name="Google Shape;6035;p9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36" name="Google Shape;6036;p9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037" name="Google Shape;6037;p97"/>
          <p:cNvGrpSpPr/>
          <p:nvPr/>
        </p:nvGrpSpPr>
        <p:grpSpPr>
          <a:xfrm>
            <a:off x="4189561" y="3198907"/>
            <a:ext cx="800044" cy="416858"/>
            <a:chOff x="7493876" y="2774731"/>
            <a:chExt cx="1481958" cy="894622"/>
          </a:xfrm>
        </p:grpSpPr>
        <p:sp>
          <p:nvSpPr>
            <p:cNvPr id="6038" name="Google Shape;6038;p9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039" name="Google Shape;6039;p97"/>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040" name="Google Shape;6040;p97"/>
            <p:cNvGrpSpPr/>
            <p:nvPr/>
          </p:nvGrpSpPr>
          <p:grpSpPr>
            <a:xfrm>
              <a:off x="7713663" y="2848339"/>
              <a:ext cx="1042107" cy="425543"/>
              <a:chOff x="7786941" y="2884917"/>
              <a:chExt cx="897649" cy="353919"/>
            </a:xfrm>
          </p:grpSpPr>
          <p:sp>
            <p:nvSpPr>
              <p:cNvPr id="6041" name="Google Shape;6041;p9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42" name="Google Shape;6042;p9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43" name="Google Shape;6043;p9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44" name="Google Shape;6044;p9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045" name="Google Shape;6045;p97"/>
          <p:cNvGrpSpPr/>
          <p:nvPr/>
        </p:nvGrpSpPr>
        <p:grpSpPr>
          <a:xfrm>
            <a:off x="6015747" y="3215157"/>
            <a:ext cx="800044" cy="416858"/>
            <a:chOff x="7493876" y="2774731"/>
            <a:chExt cx="1481958" cy="894622"/>
          </a:xfrm>
        </p:grpSpPr>
        <p:sp>
          <p:nvSpPr>
            <p:cNvPr id="6046" name="Google Shape;6046;p9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047" name="Google Shape;6047;p97"/>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048" name="Google Shape;6048;p97"/>
            <p:cNvGrpSpPr/>
            <p:nvPr/>
          </p:nvGrpSpPr>
          <p:grpSpPr>
            <a:xfrm>
              <a:off x="7713663" y="2848339"/>
              <a:ext cx="1042107" cy="425543"/>
              <a:chOff x="7786941" y="2884917"/>
              <a:chExt cx="897649" cy="353919"/>
            </a:xfrm>
          </p:grpSpPr>
          <p:sp>
            <p:nvSpPr>
              <p:cNvPr id="6049" name="Google Shape;6049;p9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50" name="Google Shape;6050;p9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51" name="Google Shape;6051;p9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52" name="Google Shape;6052;p9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6053" name="Google Shape;6053;p97"/>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b="0" lang="en-US">
                <a:latin typeface="Calibri"/>
                <a:ea typeface="Calibri"/>
                <a:cs typeface="Calibri"/>
                <a:sym typeface="Calibri"/>
              </a:rPr>
              <a:t>MPLS versus IP paths</a:t>
            </a:r>
            <a:endParaRPr b="0" sz="4400">
              <a:latin typeface="Calibri"/>
              <a:ea typeface="Calibri"/>
              <a:cs typeface="Calibri"/>
              <a:sym typeface="Calibri"/>
            </a:endParaRPr>
          </a:p>
        </p:txBody>
      </p:sp>
      <p:sp>
        <p:nvSpPr>
          <p:cNvPr id="6054" name="Google Shape;6054;p97"/>
          <p:cNvSpPr txBox="1"/>
          <p:nvPr>
            <p:ph idx="12" type="sldNum"/>
          </p:nvPr>
        </p:nvSpPr>
        <p:spPr>
          <a:xfrm>
            <a:off x="9206737" y="6492875"/>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Link Layer: 6-</a:t>
            </a:r>
            <a:fld id="{00000000-1234-1234-1234-123412341234}" type="slidenum">
              <a:rPr lang="en-US"/>
              <a:t>‹#›</a:t>
            </a:fld>
            <a:endParaRPr/>
          </a:p>
        </p:txBody>
      </p:sp>
      <p:cxnSp>
        <p:nvCxnSpPr>
          <p:cNvPr id="6055" name="Google Shape;6055;p97"/>
          <p:cNvCxnSpPr/>
          <p:nvPr/>
        </p:nvCxnSpPr>
        <p:spPr>
          <a:xfrm>
            <a:off x="2349594" y="1786592"/>
            <a:ext cx="752593" cy="580688"/>
          </a:xfrm>
          <a:prstGeom prst="straightConnector1">
            <a:avLst/>
          </a:prstGeom>
          <a:noFill/>
          <a:ln cap="flat" cmpd="sng" w="9525">
            <a:solidFill>
              <a:schemeClr val="dk1"/>
            </a:solidFill>
            <a:prstDash val="solid"/>
            <a:round/>
            <a:headEnd len="med" w="med" type="none"/>
            <a:tailEnd len="med" w="med" type="none"/>
          </a:ln>
        </p:spPr>
      </p:cxnSp>
      <p:cxnSp>
        <p:nvCxnSpPr>
          <p:cNvPr id="6056" name="Google Shape;6056;p97"/>
          <p:cNvCxnSpPr/>
          <p:nvPr/>
        </p:nvCxnSpPr>
        <p:spPr>
          <a:xfrm flipH="1" rot="10800000">
            <a:off x="2410667" y="2445173"/>
            <a:ext cx="688134" cy="234527"/>
          </a:xfrm>
          <a:prstGeom prst="straightConnector1">
            <a:avLst/>
          </a:prstGeom>
          <a:noFill/>
          <a:ln cap="flat" cmpd="sng" w="9525">
            <a:solidFill>
              <a:srgbClr val="000000"/>
            </a:solidFill>
            <a:prstDash val="solid"/>
            <a:round/>
            <a:headEnd len="med" w="med" type="none"/>
            <a:tailEnd len="med" w="med" type="none"/>
          </a:ln>
        </p:spPr>
      </p:cxnSp>
      <p:cxnSp>
        <p:nvCxnSpPr>
          <p:cNvPr id="6057" name="Google Shape;6057;p97"/>
          <p:cNvCxnSpPr/>
          <p:nvPr/>
        </p:nvCxnSpPr>
        <p:spPr>
          <a:xfrm>
            <a:off x="3901223" y="2430780"/>
            <a:ext cx="666750" cy="0"/>
          </a:xfrm>
          <a:prstGeom prst="straightConnector1">
            <a:avLst/>
          </a:prstGeom>
          <a:noFill/>
          <a:ln cap="flat" cmpd="sng" w="9525">
            <a:solidFill>
              <a:srgbClr val="000000"/>
            </a:solidFill>
            <a:prstDash val="solid"/>
            <a:round/>
            <a:headEnd len="med" w="med" type="none"/>
            <a:tailEnd len="med" w="med" type="none"/>
          </a:ln>
        </p:spPr>
      </p:cxnSp>
      <p:cxnSp>
        <p:nvCxnSpPr>
          <p:cNvPr id="6058" name="Google Shape;6058;p97"/>
          <p:cNvCxnSpPr/>
          <p:nvPr/>
        </p:nvCxnSpPr>
        <p:spPr>
          <a:xfrm>
            <a:off x="3693263" y="2567081"/>
            <a:ext cx="607804" cy="677345"/>
          </a:xfrm>
          <a:prstGeom prst="straightConnector1">
            <a:avLst/>
          </a:prstGeom>
          <a:noFill/>
          <a:ln cap="flat" cmpd="sng" w="9525">
            <a:solidFill>
              <a:srgbClr val="000000"/>
            </a:solidFill>
            <a:prstDash val="solid"/>
            <a:round/>
            <a:headEnd len="med" w="med" type="none"/>
            <a:tailEnd len="med" w="med" type="none"/>
          </a:ln>
        </p:spPr>
      </p:cxnSp>
      <p:cxnSp>
        <p:nvCxnSpPr>
          <p:cNvPr id="6059" name="Google Shape;6059;p97"/>
          <p:cNvCxnSpPr/>
          <p:nvPr/>
        </p:nvCxnSpPr>
        <p:spPr>
          <a:xfrm>
            <a:off x="4982416" y="3452068"/>
            <a:ext cx="1038225" cy="0"/>
          </a:xfrm>
          <a:prstGeom prst="straightConnector1">
            <a:avLst/>
          </a:prstGeom>
          <a:noFill/>
          <a:ln cap="flat" cmpd="sng" w="9525">
            <a:solidFill>
              <a:srgbClr val="000000"/>
            </a:solidFill>
            <a:prstDash val="solid"/>
            <a:round/>
            <a:headEnd len="med" w="med" type="none"/>
            <a:tailEnd len="med" w="med" type="none"/>
          </a:ln>
        </p:spPr>
      </p:cxnSp>
      <p:cxnSp>
        <p:nvCxnSpPr>
          <p:cNvPr id="6060" name="Google Shape;6060;p97"/>
          <p:cNvCxnSpPr/>
          <p:nvPr/>
        </p:nvCxnSpPr>
        <p:spPr>
          <a:xfrm>
            <a:off x="5268166" y="2565400"/>
            <a:ext cx="838200" cy="714375"/>
          </a:xfrm>
          <a:prstGeom prst="straightConnector1">
            <a:avLst/>
          </a:prstGeom>
          <a:noFill/>
          <a:ln cap="flat" cmpd="sng" w="9525">
            <a:solidFill>
              <a:srgbClr val="000000"/>
            </a:solidFill>
            <a:prstDash val="solid"/>
            <a:round/>
            <a:headEnd len="med" w="med" type="none"/>
            <a:tailEnd len="med" w="med" type="none"/>
          </a:ln>
        </p:spPr>
      </p:cxnSp>
      <p:cxnSp>
        <p:nvCxnSpPr>
          <p:cNvPr id="6061" name="Google Shape;6061;p97"/>
          <p:cNvCxnSpPr/>
          <p:nvPr/>
        </p:nvCxnSpPr>
        <p:spPr>
          <a:xfrm>
            <a:off x="6809737" y="3470275"/>
            <a:ext cx="701675" cy="0"/>
          </a:xfrm>
          <a:prstGeom prst="straightConnector1">
            <a:avLst/>
          </a:prstGeom>
          <a:noFill/>
          <a:ln cap="flat" cmpd="sng" w="9525">
            <a:solidFill>
              <a:srgbClr val="000000"/>
            </a:solidFill>
            <a:prstDash val="solid"/>
            <a:round/>
            <a:headEnd len="med" w="med" type="none"/>
            <a:tailEnd len="med" w="med" type="none"/>
          </a:ln>
        </p:spPr>
      </p:cxnSp>
      <p:sp>
        <p:nvSpPr>
          <p:cNvPr id="6062" name="Google Shape;6062;p97"/>
          <p:cNvSpPr txBox="1"/>
          <p:nvPr/>
        </p:nvSpPr>
        <p:spPr>
          <a:xfrm>
            <a:off x="4368053" y="3648075"/>
            <a:ext cx="4762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000000"/>
                </a:solidFill>
                <a:latin typeface="Arial"/>
                <a:ea typeface="Arial"/>
                <a:cs typeface="Arial"/>
                <a:sym typeface="Arial"/>
              </a:rPr>
              <a:t>R2</a:t>
            </a:r>
            <a:endParaRPr/>
          </a:p>
        </p:txBody>
      </p:sp>
      <p:sp>
        <p:nvSpPr>
          <p:cNvPr id="6063" name="Google Shape;6063;p97"/>
          <p:cNvSpPr txBox="1"/>
          <p:nvPr/>
        </p:nvSpPr>
        <p:spPr>
          <a:xfrm>
            <a:off x="6046676" y="2254991"/>
            <a:ext cx="34925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000000"/>
                </a:solidFill>
                <a:latin typeface="Arial"/>
                <a:ea typeface="Arial"/>
                <a:cs typeface="Arial"/>
                <a:sym typeface="Arial"/>
              </a:rPr>
              <a:t>D</a:t>
            </a:r>
            <a:endParaRPr/>
          </a:p>
        </p:txBody>
      </p:sp>
      <p:sp>
        <p:nvSpPr>
          <p:cNvPr id="6064" name="Google Shape;6064;p97"/>
          <p:cNvSpPr txBox="1"/>
          <p:nvPr/>
        </p:nvSpPr>
        <p:spPr>
          <a:xfrm>
            <a:off x="4753816" y="2646363"/>
            <a:ext cx="47625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000000"/>
                </a:solidFill>
                <a:latin typeface="Arial"/>
                <a:ea typeface="Arial"/>
                <a:cs typeface="Arial"/>
                <a:sym typeface="Arial"/>
              </a:rPr>
              <a:t>R3</a:t>
            </a:r>
            <a:endParaRPr/>
          </a:p>
        </p:txBody>
      </p:sp>
      <p:sp>
        <p:nvSpPr>
          <p:cNvPr id="6065" name="Google Shape;6065;p97"/>
          <p:cNvSpPr txBox="1"/>
          <p:nvPr/>
        </p:nvSpPr>
        <p:spPr>
          <a:xfrm>
            <a:off x="1831228" y="2882900"/>
            <a:ext cx="4762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000000"/>
                </a:solidFill>
                <a:latin typeface="Arial"/>
                <a:ea typeface="Arial"/>
                <a:cs typeface="Arial"/>
                <a:sym typeface="Arial"/>
              </a:rPr>
              <a:t>R5</a:t>
            </a:r>
            <a:endParaRPr/>
          </a:p>
        </p:txBody>
      </p:sp>
      <p:sp>
        <p:nvSpPr>
          <p:cNvPr id="6066" name="Google Shape;6066;p97"/>
          <p:cNvSpPr txBox="1"/>
          <p:nvPr/>
        </p:nvSpPr>
        <p:spPr>
          <a:xfrm>
            <a:off x="7444628" y="3287713"/>
            <a:ext cx="33655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000000"/>
                </a:solidFill>
                <a:latin typeface="Arial"/>
                <a:ea typeface="Arial"/>
                <a:cs typeface="Arial"/>
                <a:sym typeface="Arial"/>
              </a:rPr>
              <a:t>A</a:t>
            </a:r>
            <a:endParaRPr/>
          </a:p>
        </p:txBody>
      </p:sp>
      <p:sp>
        <p:nvSpPr>
          <p:cNvPr id="6067" name="Google Shape;6067;p97"/>
          <p:cNvSpPr txBox="1"/>
          <p:nvPr/>
        </p:nvSpPr>
        <p:spPr>
          <a:xfrm>
            <a:off x="1794716" y="1933575"/>
            <a:ext cx="4762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000000"/>
                </a:solidFill>
                <a:latin typeface="Arial"/>
                <a:ea typeface="Arial"/>
                <a:cs typeface="Arial"/>
                <a:sym typeface="Arial"/>
              </a:rPr>
              <a:t>R6</a:t>
            </a:r>
            <a:endParaRPr/>
          </a:p>
        </p:txBody>
      </p:sp>
      <p:sp>
        <p:nvSpPr>
          <p:cNvPr id="6068" name="Google Shape;6068;p97"/>
          <p:cNvSpPr txBox="1"/>
          <p:nvPr/>
        </p:nvSpPr>
        <p:spPr>
          <a:xfrm>
            <a:off x="3090116" y="2584450"/>
            <a:ext cx="4762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000000"/>
                </a:solidFill>
                <a:latin typeface="Arial"/>
                <a:ea typeface="Arial"/>
                <a:cs typeface="Arial"/>
                <a:sym typeface="Arial"/>
              </a:rPr>
              <a:t>R4</a:t>
            </a:r>
            <a:endParaRPr/>
          </a:p>
        </p:txBody>
      </p:sp>
      <p:grpSp>
        <p:nvGrpSpPr>
          <p:cNvPr id="6069" name="Google Shape;6069;p97"/>
          <p:cNvGrpSpPr/>
          <p:nvPr/>
        </p:nvGrpSpPr>
        <p:grpSpPr>
          <a:xfrm>
            <a:off x="1593531" y="1573305"/>
            <a:ext cx="800044" cy="416858"/>
            <a:chOff x="7493876" y="2774731"/>
            <a:chExt cx="1481958" cy="894622"/>
          </a:xfrm>
        </p:grpSpPr>
        <p:sp>
          <p:nvSpPr>
            <p:cNvPr id="6070" name="Google Shape;6070;p9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071" name="Google Shape;6071;p97"/>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072" name="Google Shape;6072;p97"/>
            <p:cNvGrpSpPr/>
            <p:nvPr/>
          </p:nvGrpSpPr>
          <p:grpSpPr>
            <a:xfrm>
              <a:off x="7713663" y="2848339"/>
              <a:ext cx="1042107" cy="425543"/>
              <a:chOff x="7786941" y="2884917"/>
              <a:chExt cx="897649" cy="353919"/>
            </a:xfrm>
          </p:grpSpPr>
          <p:sp>
            <p:nvSpPr>
              <p:cNvPr id="6073" name="Google Shape;6073;p9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74" name="Google Shape;6074;p9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75" name="Google Shape;6075;p9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76" name="Google Shape;6076;p9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077" name="Google Shape;6077;p97"/>
          <p:cNvGrpSpPr/>
          <p:nvPr/>
        </p:nvGrpSpPr>
        <p:grpSpPr>
          <a:xfrm>
            <a:off x="1638354" y="2424952"/>
            <a:ext cx="800044" cy="416858"/>
            <a:chOff x="7493876" y="2774731"/>
            <a:chExt cx="1481958" cy="894622"/>
          </a:xfrm>
        </p:grpSpPr>
        <p:sp>
          <p:nvSpPr>
            <p:cNvPr id="6078" name="Google Shape;6078;p9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079" name="Google Shape;6079;p97"/>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080" name="Google Shape;6080;p97"/>
            <p:cNvGrpSpPr/>
            <p:nvPr/>
          </p:nvGrpSpPr>
          <p:grpSpPr>
            <a:xfrm>
              <a:off x="7713663" y="2848339"/>
              <a:ext cx="1042107" cy="425543"/>
              <a:chOff x="7786941" y="2884917"/>
              <a:chExt cx="897649" cy="353919"/>
            </a:xfrm>
          </p:grpSpPr>
          <p:sp>
            <p:nvSpPr>
              <p:cNvPr id="6081" name="Google Shape;6081;p9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82" name="Google Shape;6082;p9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83" name="Google Shape;6083;p9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84" name="Google Shape;6084;p9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6085" name="Google Shape;6085;p97"/>
          <p:cNvSpPr/>
          <p:nvPr/>
        </p:nvSpPr>
        <p:spPr>
          <a:xfrm>
            <a:off x="2527768" y="1765674"/>
            <a:ext cx="4873812" cy="1623545"/>
          </a:xfrm>
          <a:custGeom>
            <a:rect b="b" l="l" r="r" t="t"/>
            <a:pathLst>
              <a:path extrusionOk="0" h="1622945" w="4873812">
                <a:moveTo>
                  <a:pt x="0" y="0"/>
                </a:moveTo>
                <a:lnTo>
                  <a:pt x="600636" y="489562"/>
                </a:lnTo>
                <a:lnTo>
                  <a:pt x="1170173" y="614228"/>
                </a:lnTo>
                <a:lnTo>
                  <a:pt x="2039172" y="1622945"/>
                </a:lnTo>
                <a:lnTo>
                  <a:pt x="4873812" y="1622945"/>
                </a:lnTo>
              </a:path>
            </a:pathLst>
          </a:custGeom>
          <a:noFill/>
          <a:ln cap="flat" cmpd="sng" w="38100">
            <a:solidFill>
              <a:srgbClr val="0070C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086" name="Google Shape;6086;p97"/>
          <p:cNvSpPr/>
          <p:nvPr/>
        </p:nvSpPr>
        <p:spPr>
          <a:xfrm>
            <a:off x="2482945" y="2448206"/>
            <a:ext cx="4823572" cy="1117319"/>
          </a:xfrm>
          <a:custGeom>
            <a:rect b="b" l="l" r="r" t="t"/>
            <a:pathLst>
              <a:path extrusionOk="0" h="1116977" w="4824180">
                <a:moveTo>
                  <a:pt x="0" y="322147"/>
                </a:moveTo>
                <a:lnTo>
                  <a:pt x="980705" y="0"/>
                </a:lnTo>
                <a:lnTo>
                  <a:pt x="1989540" y="1116977"/>
                </a:lnTo>
                <a:lnTo>
                  <a:pt x="4824180" y="1116977"/>
                </a:lnTo>
              </a:path>
            </a:pathLst>
          </a:custGeom>
          <a:noFill/>
          <a:ln cap="flat" cmpd="sng" w="38100">
            <a:solidFill>
              <a:srgbClr val="00B05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087" name="Google Shape;6087;p97"/>
          <p:cNvSpPr txBox="1"/>
          <p:nvPr/>
        </p:nvSpPr>
        <p:spPr>
          <a:xfrm>
            <a:off x="905436" y="4121897"/>
            <a:ext cx="11125200" cy="571127"/>
          </a:xfrm>
          <a:prstGeom prst="rect">
            <a:avLst/>
          </a:prstGeom>
          <a:noFill/>
          <a:ln>
            <a:noFill/>
          </a:ln>
        </p:spPr>
        <p:txBody>
          <a:bodyPr anchorCtr="0" anchor="t" bIns="45700" lIns="91425" spcFirstLastPara="1" rIns="91425" wrap="square" tIns="45700">
            <a:noAutofit/>
          </a:bodyPr>
          <a:lstStyle/>
          <a:p>
            <a:pPr indent="-279400" lvl="0" marL="279400" marR="0" rtl="0" algn="l">
              <a:lnSpc>
                <a:spcPct val="85000"/>
              </a:lnSpc>
              <a:spcBef>
                <a:spcPts val="0"/>
              </a:spcBef>
              <a:spcAft>
                <a:spcPts val="0"/>
              </a:spcAft>
              <a:buClr>
                <a:srgbClr val="000099"/>
              </a:buClr>
              <a:buSzPts val="3200"/>
              <a:buFont typeface="Noto Sans Symbols"/>
              <a:buChar char="▪"/>
            </a:pPr>
            <a:r>
              <a:rPr i="0" lang="en-US" sz="3200">
                <a:solidFill>
                  <a:srgbClr val="CC0000"/>
                </a:solidFill>
                <a:latin typeface="Calibri"/>
                <a:ea typeface="Calibri"/>
                <a:cs typeface="Calibri"/>
                <a:sym typeface="Calibri"/>
              </a:rPr>
              <a:t>IP routing: </a:t>
            </a:r>
            <a:r>
              <a:rPr i="0" lang="en-US" sz="2800">
                <a:solidFill>
                  <a:srgbClr val="000000"/>
                </a:solidFill>
                <a:latin typeface="Calibri"/>
                <a:ea typeface="Calibri"/>
                <a:cs typeface="Calibri"/>
                <a:sym typeface="Calibri"/>
              </a:rPr>
              <a:t>path to destination determined by destination address alone</a:t>
            </a:r>
            <a:endParaRPr i="0" sz="3200">
              <a:solidFill>
                <a:srgbClr val="000000"/>
              </a:solidFill>
              <a:latin typeface="Calibri"/>
              <a:ea typeface="Calibri"/>
              <a:cs typeface="Calibri"/>
              <a:sym typeface="Calibri"/>
            </a:endParaRPr>
          </a:p>
        </p:txBody>
      </p:sp>
      <p:cxnSp>
        <p:nvCxnSpPr>
          <p:cNvPr id="6088" name="Google Shape;6088;p97"/>
          <p:cNvCxnSpPr/>
          <p:nvPr/>
        </p:nvCxnSpPr>
        <p:spPr>
          <a:xfrm>
            <a:off x="5367017" y="2433955"/>
            <a:ext cx="701675" cy="0"/>
          </a:xfrm>
          <a:prstGeom prst="straightConnector1">
            <a:avLst/>
          </a:prstGeom>
          <a:noFill/>
          <a:ln cap="flat" cmpd="sng" w="9525">
            <a:solidFill>
              <a:srgbClr val="000000"/>
            </a:solidFill>
            <a:prstDash val="solid"/>
            <a:round/>
            <a:headEnd len="med" w="med" type="none"/>
            <a:tailEnd len="med" w="med" type="none"/>
          </a:ln>
        </p:spPr>
      </p:cxnSp>
      <p:sp>
        <p:nvSpPr>
          <p:cNvPr id="6089" name="Google Shape;6089;p97"/>
          <p:cNvSpPr txBox="1"/>
          <p:nvPr/>
        </p:nvSpPr>
        <p:spPr>
          <a:xfrm>
            <a:off x="9468037" y="2382741"/>
            <a:ext cx="1096326"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2000">
                <a:solidFill>
                  <a:srgbClr val="000000"/>
                </a:solidFill>
                <a:latin typeface="Calibri"/>
                <a:ea typeface="Calibri"/>
                <a:cs typeface="Calibri"/>
                <a:sym typeface="Calibri"/>
              </a:rPr>
              <a:t>IP router</a:t>
            </a:r>
            <a:endParaRPr/>
          </a:p>
        </p:txBody>
      </p:sp>
      <p:grpSp>
        <p:nvGrpSpPr>
          <p:cNvPr id="6090" name="Google Shape;6090;p97"/>
          <p:cNvGrpSpPr/>
          <p:nvPr/>
        </p:nvGrpSpPr>
        <p:grpSpPr>
          <a:xfrm>
            <a:off x="8662202" y="2389088"/>
            <a:ext cx="800044" cy="475131"/>
            <a:chOff x="7493876" y="2774731"/>
            <a:chExt cx="1481958" cy="894622"/>
          </a:xfrm>
        </p:grpSpPr>
        <p:sp>
          <p:nvSpPr>
            <p:cNvPr id="6091" name="Google Shape;6091;p9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092" name="Google Shape;6092;p97"/>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093" name="Google Shape;6093;p97"/>
            <p:cNvGrpSpPr/>
            <p:nvPr/>
          </p:nvGrpSpPr>
          <p:grpSpPr>
            <a:xfrm>
              <a:off x="7713663" y="2848339"/>
              <a:ext cx="1042107" cy="425543"/>
              <a:chOff x="7786941" y="2884917"/>
              <a:chExt cx="897649" cy="353919"/>
            </a:xfrm>
          </p:grpSpPr>
          <p:sp>
            <p:nvSpPr>
              <p:cNvPr id="6094" name="Google Shape;6094;p9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95" name="Google Shape;6095;p9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96" name="Google Shape;6096;p9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97" name="Google Shape;6097;p9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Tree>
  </p:cSld>
  <p:clrMapOvr>
    <a:masterClrMapping/>
  </p:clrMapOvr>
  <mc:AlternateContent>
    <mc:Choice Requires="p14">
      <p:transition spd="slow" p14:dur="700">
        <p:fade/>
      </p:transition>
    </mc:Choice>
    <mc:Fallback>
      <p:transition spd="slow">
        <p:fade/>
      </p:transition>
    </mc:Fallback>
  </mc:AlternateContent>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102" name="Shape 6102"/>
        <p:cNvGrpSpPr/>
        <p:nvPr/>
      </p:nvGrpSpPr>
      <p:grpSpPr>
        <a:xfrm>
          <a:off x="0" y="0"/>
          <a:ext cx="0" cy="0"/>
          <a:chOff x="0" y="0"/>
          <a:chExt cx="0" cy="0"/>
        </a:xfrm>
      </p:grpSpPr>
      <p:grpSp>
        <p:nvGrpSpPr>
          <p:cNvPr id="6103" name="Google Shape;6103;p98"/>
          <p:cNvGrpSpPr/>
          <p:nvPr/>
        </p:nvGrpSpPr>
        <p:grpSpPr>
          <a:xfrm>
            <a:off x="3104084" y="2169457"/>
            <a:ext cx="800044" cy="416858"/>
            <a:chOff x="7493876" y="2774731"/>
            <a:chExt cx="1481958" cy="894622"/>
          </a:xfrm>
        </p:grpSpPr>
        <p:sp>
          <p:nvSpPr>
            <p:cNvPr id="6104" name="Google Shape;6104;p9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7030A0"/>
                </a:gs>
                <a:gs pos="21000">
                  <a:schemeClr val="lt1"/>
                </a:gs>
                <a:gs pos="60000">
                  <a:srgbClr val="CDBDE8"/>
                </a:gs>
                <a:gs pos="100000">
                  <a:srgbClr val="7030A0"/>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105" name="Google Shape;6105;p9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106" name="Google Shape;6106;p98"/>
            <p:cNvGrpSpPr/>
            <p:nvPr/>
          </p:nvGrpSpPr>
          <p:grpSpPr>
            <a:xfrm>
              <a:off x="7713663" y="2848339"/>
              <a:ext cx="1042107" cy="425543"/>
              <a:chOff x="7786941" y="2884917"/>
              <a:chExt cx="897649" cy="353919"/>
            </a:xfrm>
          </p:grpSpPr>
          <p:sp>
            <p:nvSpPr>
              <p:cNvPr id="6107" name="Google Shape;6107;p9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08" name="Google Shape;6108;p9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09" name="Google Shape;6109;p9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10" name="Google Shape;6110;p9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CDBD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111" name="Google Shape;6111;p98"/>
          <p:cNvGrpSpPr/>
          <p:nvPr/>
        </p:nvGrpSpPr>
        <p:grpSpPr>
          <a:xfrm>
            <a:off x="4564629" y="2204710"/>
            <a:ext cx="800044" cy="416858"/>
            <a:chOff x="7493876" y="2774731"/>
            <a:chExt cx="1481958" cy="894622"/>
          </a:xfrm>
        </p:grpSpPr>
        <p:sp>
          <p:nvSpPr>
            <p:cNvPr id="6112" name="Google Shape;6112;p9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7030A0"/>
                </a:gs>
                <a:gs pos="21000">
                  <a:schemeClr val="lt1"/>
                </a:gs>
                <a:gs pos="60000">
                  <a:srgbClr val="CDBDE8"/>
                </a:gs>
                <a:gs pos="100000">
                  <a:srgbClr val="7030A0"/>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113" name="Google Shape;6113;p9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114" name="Google Shape;6114;p98"/>
            <p:cNvGrpSpPr/>
            <p:nvPr/>
          </p:nvGrpSpPr>
          <p:grpSpPr>
            <a:xfrm>
              <a:off x="7713663" y="2848339"/>
              <a:ext cx="1042107" cy="425543"/>
              <a:chOff x="7786941" y="2884917"/>
              <a:chExt cx="897649" cy="353919"/>
            </a:xfrm>
          </p:grpSpPr>
          <p:sp>
            <p:nvSpPr>
              <p:cNvPr id="6115" name="Google Shape;6115;p9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16" name="Google Shape;6116;p9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17" name="Google Shape;6117;p9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18" name="Google Shape;6118;p9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CDBD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119" name="Google Shape;6119;p98"/>
          <p:cNvGrpSpPr/>
          <p:nvPr/>
        </p:nvGrpSpPr>
        <p:grpSpPr>
          <a:xfrm>
            <a:off x="4183358" y="3201117"/>
            <a:ext cx="800044" cy="416858"/>
            <a:chOff x="7493876" y="2774731"/>
            <a:chExt cx="1481958" cy="894622"/>
          </a:xfrm>
        </p:grpSpPr>
        <p:sp>
          <p:nvSpPr>
            <p:cNvPr id="6120" name="Google Shape;6120;p9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7030A0"/>
                </a:gs>
                <a:gs pos="21000">
                  <a:schemeClr val="lt1"/>
                </a:gs>
                <a:gs pos="60000">
                  <a:srgbClr val="CDBDE8"/>
                </a:gs>
                <a:gs pos="100000">
                  <a:srgbClr val="7030A0"/>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121" name="Google Shape;6121;p9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122" name="Google Shape;6122;p98"/>
            <p:cNvGrpSpPr/>
            <p:nvPr/>
          </p:nvGrpSpPr>
          <p:grpSpPr>
            <a:xfrm>
              <a:off x="7713663" y="2848339"/>
              <a:ext cx="1042107" cy="425543"/>
              <a:chOff x="7786941" y="2884917"/>
              <a:chExt cx="897649" cy="353919"/>
            </a:xfrm>
          </p:grpSpPr>
          <p:sp>
            <p:nvSpPr>
              <p:cNvPr id="6123" name="Google Shape;6123;p9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24" name="Google Shape;6124;p9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25" name="Google Shape;6125;p9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26" name="Google Shape;6126;p9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CDBD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127" name="Google Shape;6127;p98"/>
          <p:cNvGrpSpPr/>
          <p:nvPr/>
        </p:nvGrpSpPr>
        <p:grpSpPr>
          <a:xfrm>
            <a:off x="6014871" y="3215650"/>
            <a:ext cx="800044" cy="416858"/>
            <a:chOff x="7493876" y="2774731"/>
            <a:chExt cx="1481958" cy="894622"/>
          </a:xfrm>
        </p:grpSpPr>
        <p:sp>
          <p:nvSpPr>
            <p:cNvPr id="6128" name="Google Shape;6128;p9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7030A0"/>
                </a:gs>
                <a:gs pos="21000">
                  <a:schemeClr val="lt1"/>
                </a:gs>
                <a:gs pos="60000">
                  <a:srgbClr val="CDBDE8"/>
                </a:gs>
                <a:gs pos="100000">
                  <a:srgbClr val="7030A0"/>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129" name="Google Shape;6129;p9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130" name="Google Shape;6130;p98"/>
            <p:cNvGrpSpPr/>
            <p:nvPr/>
          </p:nvGrpSpPr>
          <p:grpSpPr>
            <a:xfrm>
              <a:off x="7713663" y="2848339"/>
              <a:ext cx="1042107" cy="425543"/>
              <a:chOff x="7786941" y="2884917"/>
              <a:chExt cx="897649" cy="353919"/>
            </a:xfrm>
          </p:grpSpPr>
          <p:sp>
            <p:nvSpPr>
              <p:cNvPr id="6131" name="Google Shape;6131;p9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32" name="Google Shape;6132;p9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33" name="Google Shape;6133;p9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34" name="Google Shape;6134;p9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CDBD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6135" name="Google Shape;6135;p98"/>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b="0" lang="en-US">
                <a:latin typeface="Calibri"/>
                <a:ea typeface="Calibri"/>
                <a:cs typeface="Calibri"/>
                <a:sym typeface="Calibri"/>
              </a:rPr>
              <a:t>MPLS versus IP paths</a:t>
            </a:r>
            <a:endParaRPr b="0" sz="4400">
              <a:latin typeface="Calibri"/>
              <a:ea typeface="Calibri"/>
              <a:cs typeface="Calibri"/>
              <a:sym typeface="Calibri"/>
            </a:endParaRPr>
          </a:p>
        </p:txBody>
      </p:sp>
      <p:sp>
        <p:nvSpPr>
          <p:cNvPr id="6136" name="Google Shape;6136;p98"/>
          <p:cNvSpPr txBox="1"/>
          <p:nvPr>
            <p:ph idx="12" type="sldNum"/>
          </p:nvPr>
        </p:nvSpPr>
        <p:spPr>
          <a:xfrm>
            <a:off x="9206737" y="6492875"/>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Link Layer: 6-</a:t>
            </a:r>
            <a:fld id="{00000000-1234-1234-1234-123412341234}" type="slidenum">
              <a:rPr lang="en-US"/>
              <a:t>‹#›</a:t>
            </a:fld>
            <a:endParaRPr/>
          </a:p>
        </p:txBody>
      </p:sp>
      <p:cxnSp>
        <p:nvCxnSpPr>
          <p:cNvPr id="6137" name="Google Shape;6137;p98"/>
          <p:cNvCxnSpPr/>
          <p:nvPr/>
        </p:nvCxnSpPr>
        <p:spPr>
          <a:xfrm>
            <a:off x="2349594" y="1786592"/>
            <a:ext cx="752593" cy="580688"/>
          </a:xfrm>
          <a:prstGeom prst="straightConnector1">
            <a:avLst/>
          </a:prstGeom>
          <a:noFill/>
          <a:ln cap="flat" cmpd="sng" w="9525">
            <a:solidFill>
              <a:schemeClr val="dk1"/>
            </a:solidFill>
            <a:prstDash val="solid"/>
            <a:round/>
            <a:headEnd len="med" w="med" type="none"/>
            <a:tailEnd len="med" w="med" type="none"/>
          </a:ln>
        </p:spPr>
      </p:cxnSp>
      <p:cxnSp>
        <p:nvCxnSpPr>
          <p:cNvPr id="6138" name="Google Shape;6138;p98"/>
          <p:cNvCxnSpPr/>
          <p:nvPr/>
        </p:nvCxnSpPr>
        <p:spPr>
          <a:xfrm flipH="1" rot="10800000">
            <a:off x="2410667" y="2445173"/>
            <a:ext cx="688134" cy="234527"/>
          </a:xfrm>
          <a:prstGeom prst="straightConnector1">
            <a:avLst/>
          </a:prstGeom>
          <a:noFill/>
          <a:ln cap="flat" cmpd="sng" w="9525">
            <a:solidFill>
              <a:srgbClr val="000000"/>
            </a:solidFill>
            <a:prstDash val="solid"/>
            <a:round/>
            <a:headEnd len="med" w="med" type="none"/>
            <a:tailEnd len="med" w="med" type="none"/>
          </a:ln>
        </p:spPr>
      </p:cxnSp>
      <p:cxnSp>
        <p:nvCxnSpPr>
          <p:cNvPr id="6139" name="Google Shape;6139;p98"/>
          <p:cNvCxnSpPr/>
          <p:nvPr/>
        </p:nvCxnSpPr>
        <p:spPr>
          <a:xfrm>
            <a:off x="3901223" y="2430780"/>
            <a:ext cx="666750" cy="0"/>
          </a:xfrm>
          <a:prstGeom prst="straightConnector1">
            <a:avLst/>
          </a:prstGeom>
          <a:noFill/>
          <a:ln cap="flat" cmpd="sng" w="9525">
            <a:solidFill>
              <a:srgbClr val="000000"/>
            </a:solidFill>
            <a:prstDash val="solid"/>
            <a:round/>
            <a:headEnd len="med" w="med" type="none"/>
            <a:tailEnd len="med" w="med" type="none"/>
          </a:ln>
        </p:spPr>
      </p:cxnSp>
      <p:cxnSp>
        <p:nvCxnSpPr>
          <p:cNvPr id="6140" name="Google Shape;6140;p98"/>
          <p:cNvCxnSpPr/>
          <p:nvPr/>
        </p:nvCxnSpPr>
        <p:spPr>
          <a:xfrm>
            <a:off x="3693263" y="2567081"/>
            <a:ext cx="607804" cy="677345"/>
          </a:xfrm>
          <a:prstGeom prst="straightConnector1">
            <a:avLst/>
          </a:prstGeom>
          <a:noFill/>
          <a:ln cap="flat" cmpd="sng" w="9525">
            <a:solidFill>
              <a:srgbClr val="000000"/>
            </a:solidFill>
            <a:prstDash val="solid"/>
            <a:round/>
            <a:headEnd len="med" w="med" type="none"/>
            <a:tailEnd len="med" w="med" type="none"/>
          </a:ln>
        </p:spPr>
      </p:cxnSp>
      <p:cxnSp>
        <p:nvCxnSpPr>
          <p:cNvPr id="6141" name="Google Shape;6141;p98"/>
          <p:cNvCxnSpPr/>
          <p:nvPr/>
        </p:nvCxnSpPr>
        <p:spPr>
          <a:xfrm>
            <a:off x="4982416" y="3452068"/>
            <a:ext cx="1038225" cy="0"/>
          </a:xfrm>
          <a:prstGeom prst="straightConnector1">
            <a:avLst/>
          </a:prstGeom>
          <a:noFill/>
          <a:ln cap="flat" cmpd="sng" w="9525">
            <a:solidFill>
              <a:srgbClr val="000000"/>
            </a:solidFill>
            <a:prstDash val="solid"/>
            <a:round/>
            <a:headEnd len="med" w="med" type="none"/>
            <a:tailEnd len="med" w="med" type="none"/>
          </a:ln>
        </p:spPr>
      </p:cxnSp>
      <p:cxnSp>
        <p:nvCxnSpPr>
          <p:cNvPr id="6142" name="Google Shape;6142;p98"/>
          <p:cNvCxnSpPr/>
          <p:nvPr/>
        </p:nvCxnSpPr>
        <p:spPr>
          <a:xfrm>
            <a:off x="5268166" y="2565400"/>
            <a:ext cx="838200" cy="714375"/>
          </a:xfrm>
          <a:prstGeom prst="straightConnector1">
            <a:avLst/>
          </a:prstGeom>
          <a:noFill/>
          <a:ln cap="flat" cmpd="sng" w="9525">
            <a:solidFill>
              <a:srgbClr val="000000"/>
            </a:solidFill>
            <a:prstDash val="solid"/>
            <a:round/>
            <a:headEnd len="med" w="med" type="none"/>
            <a:tailEnd len="med" w="med" type="none"/>
          </a:ln>
        </p:spPr>
      </p:cxnSp>
      <p:cxnSp>
        <p:nvCxnSpPr>
          <p:cNvPr id="6143" name="Google Shape;6143;p98"/>
          <p:cNvCxnSpPr/>
          <p:nvPr/>
        </p:nvCxnSpPr>
        <p:spPr>
          <a:xfrm>
            <a:off x="6809737" y="3470275"/>
            <a:ext cx="701675" cy="0"/>
          </a:xfrm>
          <a:prstGeom prst="straightConnector1">
            <a:avLst/>
          </a:prstGeom>
          <a:noFill/>
          <a:ln cap="flat" cmpd="sng" w="9525">
            <a:solidFill>
              <a:srgbClr val="000000"/>
            </a:solidFill>
            <a:prstDash val="solid"/>
            <a:round/>
            <a:headEnd len="med" w="med" type="none"/>
            <a:tailEnd len="med" w="med" type="none"/>
          </a:ln>
        </p:spPr>
      </p:cxnSp>
      <p:sp>
        <p:nvSpPr>
          <p:cNvPr id="6144" name="Google Shape;6144;p98"/>
          <p:cNvSpPr txBox="1"/>
          <p:nvPr/>
        </p:nvSpPr>
        <p:spPr>
          <a:xfrm>
            <a:off x="4368053" y="3648075"/>
            <a:ext cx="4762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000000"/>
                </a:solidFill>
                <a:latin typeface="Arial"/>
                <a:ea typeface="Arial"/>
                <a:cs typeface="Arial"/>
                <a:sym typeface="Arial"/>
              </a:rPr>
              <a:t>R2</a:t>
            </a:r>
            <a:endParaRPr/>
          </a:p>
        </p:txBody>
      </p:sp>
      <p:sp>
        <p:nvSpPr>
          <p:cNvPr id="6145" name="Google Shape;6145;p98"/>
          <p:cNvSpPr txBox="1"/>
          <p:nvPr/>
        </p:nvSpPr>
        <p:spPr>
          <a:xfrm>
            <a:off x="6046676" y="2254991"/>
            <a:ext cx="34925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000000"/>
                </a:solidFill>
                <a:latin typeface="Arial"/>
                <a:ea typeface="Arial"/>
                <a:cs typeface="Arial"/>
                <a:sym typeface="Arial"/>
              </a:rPr>
              <a:t>D</a:t>
            </a:r>
            <a:endParaRPr/>
          </a:p>
        </p:txBody>
      </p:sp>
      <p:sp>
        <p:nvSpPr>
          <p:cNvPr id="6146" name="Google Shape;6146;p98"/>
          <p:cNvSpPr txBox="1"/>
          <p:nvPr/>
        </p:nvSpPr>
        <p:spPr>
          <a:xfrm>
            <a:off x="4753816" y="2646363"/>
            <a:ext cx="47625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000000"/>
                </a:solidFill>
                <a:latin typeface="Arial"/>
                <a:ea typeface="Arial"/>
                <a:cs typeface="Arial"/>
                <a:sym typeface="Arial"/>
              </a:rPr>
              <a:t>R3</a:t>
            </a:r>
            <a:endParaRPr/>
          </a:p>
        </p:txBody>
      </p:sp>
      <p:sp>
        <p:nvSpPr>
          <p:cNvPr id="6147" name="Google Shape;6147;p98"/>
          <p:cNvSpPr txBox="1"/>
          <p:nvPr/>
        </p:nvSpPr>
        <p:spPr>
          <a:xfrm>
            <a:off x="1831228" y="2882900"/>
            <a:ext cx="4762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000000"/>
                </a:solidFill>
                <a:latin typeface="Arial"/>
                <a:ea typeface="Arial"/>
                <a:cs typeface="Arial"/>
                <a:sym typeface="Arial"/>
              </a:rPr>
              <a:t>R5</a:t>
            </a:r>
            <a:endParaRPr/>
          </a:p>
        </p:txBody>
      </p:sp>
      <p:sp>
        <p:nvSpPr>
          <p:cNvPr id="6148" name="Google Shape;6148;p98"/>
          <p:cNvSpPr txBox="1"/>
          <p:nvPr/>
        </p:nvSpPr>
        <p:spPr>
          <a:xfrm>
            <a:off x="7444628" y="3287713"/>
            <a:ext cx="33655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000000"/>
                </a:solidFill>
                <a:latin typeface="Arial"/>
                <a:ea typeface="Arial"/>
                <a:cs typeface="Arial"/>
                <a:sym typeface="Arial"/>
              </a:rPr>
              <a:t>A</a:t>
            </a:r>
            <a:endParaRPr/>
          </a:p>
        </p:txBody>
      </p:sp>
      <p:sp>
        <p:nvSpPr>
          <p:cNvPr id="6149" name="Google Shape;6149;p98"/>
          <p:cNvSpPr txBox="1"/>
          <p:nvPr/>
        </p:nvSpPr>
        <p:spPr>
          <a:xfrm>
            <a:off x="1794716" y="1933575"/>
            <a:ext cx="4762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000000"/>
                </a:solidFill>
                <a:latin typeface="Arial"/>
                <a:ea typeface="Arial"/>
                <a:cs typeface="Arial"/>
                <a:sym typeface="Arial"/>
              </a:rPr>
              <a:t>R6</a:t>
            </a:r>
            <a:endParaRPr/>
          </a:p>
        </p:txBody>
      </p:sp>
      <p:sp>
        <p:nvSpPr>
          <p:cNvPr id="6150" name="Google Shape;6150;p98"/>
          <p:cNvSpPr txBox="1"/>
          <p:nvPr/>
        </p:nvSpPr>
        <p:spPr>
          <a:xfrm>
            <a:off x="9468037" y="2382741"/>
            <a:ext cx="1096326"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2000">
                <a:solidFill>
                  <a:srgbClr val="000000"/>
                </a:solidFill>
                <a:latin typeface="Calibri"/>
                <a:ea typeface="Calibri"/>
                <a:cs typeface="Calibri"/>
                <a:sym typeface="Calibri"/>
              </a:rPr>
              <a:t>IP router</a:t>
            </a:r>
            <a:endParaRPr/>
          </a:p>
        </p:txBody>
      </p:sp>
      <p:sp>
        <p:nvSpPr>
          <p:cNvPr id="6151" name="Google Shape;6151;p98"/>
          <p:cNvSpPr txBox="1"/>
          <p:nvPr/>
        </p:nvSpPr>
        <p:spPr>
          <a:xfrm>
            <a:off x="3090116" y="2584450"/>
            <a:ext cx="4762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000000"/>
                </a:solidFill>
                <a:latin typeface="Arial"/>
                <a:ea typeface="Arial"/>
                <a:cs typeface="Arial"/>
                <a:sym typeface="Arial"/>
              </a:rPr>
              <a:t>R4</a:t>
            </a:r>
            <a:endParaRPr/>
          </a:p>
        </p:txBody>
      </p:sp>
      <p:grpSp>
        <p:nvGrpSpPr>
          <p:cNvPr id="6152" name="Google Shape;6152;p98"/>
          <p:cNvGrpSpPr/>
          <p:nvPr/>
        </p:nvGrpSpPr>
        <p:grpSpPr>
          <a:xfrm>
            <a:off x="1593531" y="1573305"/>
            <a:ext cx="800044" cy="416858"/>
            <a:chOff x="7493876" y="2774731"/>
            <a:chExt cx="1481958" cy="894622"/>
          </a:xfrm>
        </p:grpSpPr>
        <p:sp>
          <p:nvSpPr>
            <p:cNvPr id="6153" name="Google Shape;6153;p9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154" name="Google Shape;6154;p9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155" name="Google Shape;6155;p98"/>
            <p:cNvGrpSpPr/>
            <p:nvPr/>
          </p:nvGrpSpPr>
          <p:grpSpPr>
            <a:xfrm>
              <a:off x="7713663" y="2848339"/>
              <a:ext cx="1042107" cy="425543"/>
              <a:chOff x="7786941" y="2884917"/>
              <a:chExt cx="897649" cy="353919"/>
            </a:xfrm>
          </p:grpSpPr>
          <p:sp>
            <p:nvSpPr>
              <p:cNvPr id="6156" name="Google Shape;6156;p9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57" name="Google Shape;6157;p9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58" name="Google Shape;6158;p9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59" name="Google Shape;6159;p9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160" name="Google Shape;6160;p98"/>
          <p:cNvGrpSpPr/>
          <p:nvPr/>
        </p:nvGrpSpPr>
        <p:grpSpPr>
          <a:xfrm>
            <a:off x="1638354" y="2424952"/>
            <a:ext cx="800044" cy="416858"/>
            <a:chOff x="7493876" y="2774731"/>
            <a:chExt cx="1481958" cy="894622"/>
          </a:xfrm>
        </p:grpSpPr>
        <p:sp>
          <p:nvSpPr>
            <p:cNvPr id="6161" name="Google Shape;6161;p9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162" name="Google Shape;6162;p9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163" name="Google Shape;6163;p98"/>
            <p:cNvGrpSpPr/>
            <p:nvPr/>
          </p:nvGrpSpPr>
          <p:grpSpPr>
            <a:xfrm>
              <a:off x="7713663" y="2848339"/>
              <a:ext cx="1042107" cy="425543"/>
              <a:chOff x="7786941" y="2884917"/>
              <a:chExt cx="897649" cy="353919"/>
            </a:xfrm>
          </p:grpSpPr>
          <p:sp>
            <p:nvSpPr>
              <p:cNvPr id="6164" name="Google Shape;6164;p9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65" name="Google Shape;6165;p9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66" name="Google Shape;6166;p9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67" name="Google Shape;6167;p9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168" name="Google Shape;6168;p98"/>
          <p:cNvGrpSpPr/>
          <p:nvPr/>
        </p:nvGrpSpPr>
        <p:grpSpPr>
          <a:xfrm>
            <a:off x="8662202" y="2389088"/>
            <a:ext cx="800044" cy="475131"/>
            <a:chOff x="7493876" y="2774731"/>
            <a:chExt cx="1481958" cy="894622"/>
          </a:xfrm>
        </p:grpSpPr>
        <p:sp>
          <p:nvSpPr>
            <p:cNvPr id="6169" name="Google Shape;6169;p9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170" name="Google Shape;6170;p9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171" name="Google Shape;6171;p98"/>
            <p:cNvGrpSpPr/>
            <p:nvPr/>
          </p:nvGrpSpPr>
          <p:grpSpPr>
            <a:xfrm>
              <a:off x="7713663" y="2848339"/>
              <a:ext cx="1042107" cy="425543"/>
              <a:chOff x="7786941" y="2884917"/>
              <a:chExt cx="897649" cy="353919"/>
            </a:xfrm>
          </p:grpSpPr>
          <p:sp>
            <p:nvSpPr>
              <p:cNvPr id="6172" name="Google Shape;6172;p9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73" name="Google Shape;6173;p9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74" name="Google Shape;6174;p9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75" name="Google Shape;6175;p9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6176" name="Google Shape;6176;p98"/>
          <p:cNvSpPr txBox="1"/>
          <p:nvPr/>
        </p:nvSpPr>
        <p:spPr>
          <a:xfrm>
            <a:off x="905436" y="4121897"/>
            <a:ext cx="11125200" cy="571127"/>
          </a:xfrm>
          <a:prstGeom prst="rect">
            <a:avLst/>
          </a:prstGeom>
          <a:noFill/>
          <a:ln>
            <a:noFill/>
          </a:ln>
        </p:spPr>
        <p:txBody>
          <a:bodyPr anchorCtr="0" anchor="t" bIns="45700" lIns="91425" spcFirstLastPara="1" rIns="91425" wrap="square" tIns="45700">
            <a:noAutofit/>
          </a:bodyPr>
          <a:lstStyle/>
          <a:p>
            <a:pPr indent="-279400" lvl="0" marL="279400" marR="0" rtl="0" algn="l">
              <a:lnSpc>
                <a:spcPct val="85000"/>
              </a:lnSpc>
              <a:spcBef>
                <a:spcPts val="0"/>
              </a:spcBef>
              <a:spcAft>
                <a:spcPts val="0"/>
              </a:spcAft>
              <a:buClr>
                <a:srgbClr val="000099"/>
              </a:buClr>
              <a:buSzPts val="3200"/>
              <a:buFont typeface="Noto Sans Symbols"/>
              <a:buChar char="▪"/>
            </a:pPr>
            <a:r>
              <a:rPr i="0" lang="en-US" sz="3200">
                <a:solidFill>
                  <a:srgbClr val="C00000"/>
                </a:solidFill>
                <a:latin typeface="Calibri"/>
                <a:ea typeface="Calibri"/>
                <a:cs typeface="Calibri"/>
                <a:sym typeface="Calibri"/>
              </a:rPr>
              <a:t>IP routing: </a:t>
            </a:r>
            <a:r>
              <a:rPr i="0" lang="en-US" sz="2800">
                <a:solidFill>
                  <a:srgbClr val="000000"/>
                </a:solidFill>
                <a:latin typeface="Calibri"/>
                <a:ea typeface="Calibri"/>
                <a:cs typeface="Calibri"/>
                <a:sym typeface="Calibri"/>
              </a:rPr>
              <a:t>path to destination determined by destination address alone</a:t>
            </a:r>
            <a:endParaRPr i="0" sz="3200">
              <a:solidFill>
                <a:srgbClr val="000000"/>
              </a:solidFill>
              <a:latin typeface="Calibri"/>
              <a:ea typeface="Calibri"/>
              <a:cs typeface="Calibri"/>
              <a:sym typeface="Calibri"/>
            </a:endParaRPr>
          </a:p>
        </p:txBody>
      </p:sp>
      <p:cxnSp>
        <p:nvCxnSpPr>
          <p:cNvPr id="6177" name="Google Shape;6177;p98"/>
          <p:cNvCxnSpPr/>
          <p:nvPr/>
        </p:nvCxnSpPr>
        <p:spPr>
          <a:xfrm>
            <a:off x="5367017" y="2433955"/>
            <a:ext cx="701675" cy="0"/>
          </a:xfrm>
          <a:prstGeom prst="straightConnector1">
            <a:avLst/>
          </a:prstGeom>
          <a:noFill/>
          <a:ln cap="flat" cmpd="sng" w="9525">
            <a:solidFill>
              <a:srgbClr val="000000"/>
            </a:solidFill>
            <a:prstDash val="solid"/>
            <a:round/>
            <a:headEnd len="med" w="med" type="none"/>
            <a:tailEnd len="med" w="med" type="none"/>
          </a:ln>
        </p:spPr>
      </p:cxnSp>
      <p:grpSp>
        <p:nvGrpSpPr>
          <p:cNvPr id="6178" name="Google Shape;6178;p98"/>
          <p:cNvGrpSpPr/>
          <p:nvPr/>
        </p:nvGrpSpPr>
        <p:grpSpPr>
          <a:xfrm>
            <a:off x="8697359" y="3042907"/>
            <a:ext cx="800044" cy="416858"/>
            <a:chOff x="7493876" y="2774731"/>
            <a:chExt cx="1481958" cy="894622"/>
          </a:xfrm>
        </p:grpSpPr>
        <p:sp>
          <p:nvSpPr>
            <p:cNvPr id="6179" name="Google Shape;6179;p9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7030A0"/>
                </a:gs>
                <a:gs pos="21000">
                  <a:schemeClr val="lt1"/>
                </a:gs>
                <a:gs pos="60000">
                  <a:srgbClr val="CDBDE8"/>
                </a:gs>
                <a:gs pos="100000">
                  <a:srgbClr val="7030A0"/>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180" name="Google Shape;6180;p9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181" name="Google Shape;6181;p98"/>
            <p:cNvGrpSpPr/>
            <p:nvPr/>
          </p:nvGrpSpPr>
          <p:grpSpPr>
            <a:xfrm>
              <a:off x="7713663" y="2848339"/>
              <a:ext cx="1042107" cy="425543"/>
              <a:chOff x="7786941" y="2884917"/>
              <a:chExt cx="897649" cy="353919"/>
            </a:xfrm>
          </p:grpSpPr>
          <p:sp>
            <p:nvSpPr>
              <p:cNvPr id="6182" name="Google Shape;6182;p9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83" name="Google Shape;6183;p9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84" name="Google Shape;6184;p9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85" name="Google Shape;6185;p9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CDBD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6186" name="Google Shape;6186;p98"/>
          <p:cNvSpPr txBox="1"/>
          <p:nvPr/>
        </p:nvSpPr>
        <p:spPr>
          <a:xfrm>
            <a:off x="9485967" y="3046129"/>
            <a:ext cx="1760867"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2000">
                <a:solidFill>
                  <a:srgbClr val="000000"/>
                </a:solidFill>
                <a:latin typeface="Calibri"/>
                <a:ea typeface="Calibri"/>
                <a:cs typeface="Calibri"/>
                <a:sym typeface="Calibri"/>
              </a:rPr>
              <a:t>IP/MPLS router</a:t>
            </a:r>
            <a:endParaRPr/>
          </a:p>
        </p:txBody>
      </p:sp>
      <p:sp>
        <p:nvSpPr>
          <p:cNvPr id="6187" name="Google Shape;6187;p98"/>
          <p:cNvSpPr/>
          <p:nvPr/>
        </p:nvSpPr>
        <p:spPr>
          <a:xfrm>
            <a:off x="2527768" y="1765674"/>
            <a:ext cx="4873812" cy="1623545"/>
          </a:xfrm>
          <a:custGeom>
            <a:rect b="b" l="l" r="r" t="t"/>
            <a:pathLst>
              <a:path extrusionOk="0" h="1622945" w="4873812">
                <a:moveTo>
                  <a:pt x="0" y="0"/>
                </a:moveTo>
                <a:lnTo>
                  <a:pt x="859593" y="589766"/>
                </a:lnTo>
                <a:lnTo>
                  <a:pt x="2689691" y="600785"/>
                </a:lnTo>
                <a:lnTo>
                  <a:pt x="3800737" y="1596061"/>
                </a:lnTo>
                <a:lnTo>
                  <a:pt x="4873812" y="1622945"/>
                </a:lnTo>
              </a:path>
            </a:pathLst>
          </a:custGeom>
          <a:noFill/>
          <a:ln cap="flat" cmpd="sng" w="38100">
            <a:solidFill>
              <a:srgbClr val="0070C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188" name="Google Shape;6188;p98"/>
          <p:cNvSpPr/>
          <p:nvPr/>
        </p:nvSpPr>
        <p:spPr>
          <a:xfrm>
            <a:off x="2482945" y="2448206"/>
            <a:ext cx="4823572" cy="1117319"/>
          </a:xfrm>
          <a:custGeom>
            <a:rect b="b" l="l" r="r" t="t"/>
            <a:pathLst>
              <a:path extrusionOk="0" h="1116977" w="4824180">
                <a:moveTo>
                  <a:pt x="0" y="322147"/>
                </a:moveTo>
                <a:lnTo>
                  <a:pt x="980705" y="0"/>
                </a:lnTo>
                <a:lnTo>
                  <a:pt x="1989540" y="1116977"/>
                </a:lnTo>
                <a:lnTo>
                  <a:pt x="4824180" y="1116977"/>
                </a:lnTo>
              </a:path>
            </a:pathLst>
          </a:custGeom>
          <a:noFill/>
          <a:ln cap="flat" cmpd="sng" w="38100">
            <a:solidFill>
              <a:srgbClr val="00B05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nvGrpSpPr>
          <p:cNvPr id="6189" name="Google Shape;6189;p98"/>
          <p:cNvGrpSpPr/>
          <p:nvPr/>
        </p:nvGrpSpPr>
        <p:grpSpPr>
          <a:xfrm>
            <a:off x="3235467" y="1399148"/>
            <a:ext cx="7401156" cy="1675603"/>
            <a:chOff x="3235467" y="1399148"/>
            <a:chExt cx="7401156" cy="1675603"/>
          </a:xfrm>
        </p:grpSpPr>
        <p:cxnSp>
          <p:nvCxnSpPr>
            <p:cNvPr id="6190" name="Google Shape;6190;p98"/>
            <p:cNvCxnSpPr/>
            <p:nvPr/>
          </p:nvCxnSpPr>
          <p:spPr>
            <a:xfrm flipH="1" rot="10800000">
              <a:off x="3999006" y="1726547"/>
              <a:ext cx="323196" cy="397000"/>
            </a:xfrm>
            <a:prstGeom prst="straightConnector1">
              <a:avLst/>
            </a:prstGeom>
            <a:noFill/>
            <a:ln cap="flat" cmpd="sng" w="15875">
              <a:solidFill>
                <a:srgbClr val="C00000"/>
              </a:solidFill>
              <a:prstDash val="solid"/>
              <a:round/>
              <a:headEnd len="med" w="med" type="none"/>
              <a:tailEnd len="med" w="med" type="none"/>
            </a:ln>
          </p:spPr>
        </p:cxnSp>
        <p:sp>
          <p:nvSpPr>
            <p:cNvPr id="6191" name="Google Shape;6191;p98"/>
            <p:cNvSpPr txBox="1"/>
            <p:nvPr/>
          </p:nvSpPr>
          <p:spPr>
            <a:xfrm>
              <a:off x="4296802" y="1399148"/>
              <a:ext cx="6339821"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2000">
                  <a:solidFill>
                    <a:srgbClr val="000000"/>
                  </a:solidFill>
                  <a:latin typeface="Calibri"/>
                  <a:ea typeface="Calibri"/>
                  <a:cs typeface="Calibri"/>
                  <a:sym typeface="Calibri"/>
                </a:rPr>
                <a:t>IP/MPLS entry router (R4)  can use </a:t>
              </a:r>
              <a:r>
                <a:rPr i="1" lang="en-US" sz="2000">
                  <a:solidFill>
                    <a:srgbClr val="000000"/>
                  </a:solidFill>
                  <a:latin typeface="Calibri"/>
                  <a:ea typeface="Calibri"/>
                  <a:cs typeface="Calibri"/>
                  <a:sym typeface="Calibri"/>
                </a:rPr>
                <a:t>different</a:t>
              </a:r>
              <a:r>
                <a:rPr i="0" lang="en-US" sz="2000">
                  <a:solidFill>
                    <a:srgbClr val="000000"/>
                  </a:solidFill>
                  <a:latin typeface="Calibri"/>
                  <a:ea typeface="Calibri"/>
                  <a:cs typeface="Calibri"/>
                  <a:sym typeface="Calibri"/>
                </a:rPr>
                <a:t> MPLS routes to A based, e.g., on IP source address or other fields</a:t>
              </a:r>
              <a:endParaRPr/>
            </a:p>
          </p:txBody>
        </p:sp>
        <p:sp>
          <p:nvSpPr>
            <p:cNvPr id="6192" name="Google Shape;6192;p98"/>
            <p:cNvSpPr/>
            <p:nvPr/>
          </p:nvSpPr>
          <p:spPr>
            <a:xfrm rot="2263392">
              <a:off x="3568700" y="2000250"/>
              <a:ext cx="161925" cy="1144588"/>
            </a:xfrm>
            <a:prstGeom prst="ellipse">
              <a:avLst/>
            </a:prstGeom>
            <a:noFill/>
            <a:ln cap="flat" cmpd="sng" w="15875">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6193" name="Google Shape;6193;p98"/>
          <p:cNvSpPr txBox="1"/>
          <p:nvPr/>
        </p:nvSpPr>
        <p:spPr>
          <a:xfrm>
            <a:off x="886851" y="4701896"/>
            <a:ext cx="10892772" cy="1541462"/>
          </a:xfrm>
          <a:prstGeom prst="rect">
            <a:avLst/>
          </a:prstGeom>
          <a:noFill/>
          <a:ln>
            <a:noFill/>
          </a:ln>
        </p:spPr>
        <p:txBody>
          <a:bodyPr anchorCtr="0" anchor="t" bIns="45700" lIns="91425" spcFirstLastPara="1" rIns="91425" wrap="square" tIns="45700">
            <a:noAutofit/>
          </a:bodyPr>
          <a:lstStyle/>
          <a:p>
            <a:pPr indent="-279400" lvl="0" marL="279400" marR="0" rtl="0" algn="l">
              <a:lnSpc>
                <a:spcPct val="85000"/>
              </a:lnSpc>
              <a:spcBef>
                <a:spcPts val="0"/>
              </a:spcBef>
              <a:spcAft>
                <a:spcPts val="0"/>
              </a:spcAft>
              <a:buClr>
                <a:srgbClr val="000099"/>
              </a:buClr>
              <a:buSzPts val="2800"/>
              <a:buFont typeface="Noto Sans Symbols"/>
              <a:buChar char="▪"/>
            </a:pPr>
            <a:r>
              <a:rPr i="0" lang="en-US" sz="2800">
                <a:solidFill>
                  <a:srgbClr val="C00000"/>
                </a:solidFill>
                <a:latin typeface="Calibri"/>
                <a:ea typeface="Calibri"/>
                <a:cs typeface="Calibri"/>
                <a:sym typeface="Calibri"/>
              </a:rPr>
              <a:t>MPLS routing: </a:t>
            </a:r>
            <a:r>
              <a:rPr i="0" lang="en-US" sz="2800">
                <a:solidFill>
                  <a:srgbClr val="000000"/>
                </a:solidFill>
                <a:latin typeface="Calibri"/>
                <a:ea typeface="Calibri"/>
                <a:cs typeface="Calibri"/>
                <a:sym typeface="Calibri"/>
              </a:rPr>
              <a:t>path to destination can be based on source </a:t>
            </a:r>
            <a:r>
              <a:rPr i="1" lang="en-US" sz="2800">
                <a:solidFill>
                  <a:srgbClr val="000000"/>
                </a:solidFill>
                <a:latin typeface="Calibri"/>
                <a:ea typeface="Calibri"/>
                <a:cs typeface="Calibri"/>
                <a:sym typeface="Calibri"/>
              </a:rPr>
              <a:t>and</a:t>
            </a:r>
            <a:r>
              <a:rPr i="0" lang="en-US" sz="2800">
                <a:solidFill>
                  <a:srgbClr val="000000"/>
                </a:solidFill>
                <a:latin typeface="Calibri"/>
                <a:ea typeface="Calibri"/>
                <a:cs typeface="Calibri"/>
                <a:sym typeface="Calibri"/>
              </a:rPr>
              <a:t> destination address</a:t>
            </a:r>
            <a:endParaRPr/>
          </a:p>
          <a:p>
            <a:pPr indent="-293688" lvl="1" marL="693738"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flavor of generalized forwarding</a:t>
            </a:r>
            <a:r>
              <a:rPr b="0" i="0" lang="en-US" sz="2400" u="none" cap="none" strike="noStrike">
                <a:solidFill>
                  <a:srgbClr val="000000"/>
                </a:solidFill>
                <a:latin typeface="Calibri"/>
                <a:ea typeface="Calibri"/>
                <a:cs typeface="Calibri"/>
                <a:sym typeface="Calibri"/>
              </a:rPr>
              <a:t> (MPLS 10 years earlier)</a:t>
            </a:r>
            <a:endParaRPr/>
          </a:p>
          <a:p>
            <a:pPr indent="-223837" lvl="1" marL="681038" marR="0" rtl="0" algn="l">
              <a:lnSpc>
                <a:spcPct val="85000"/>
              </a:lnSpc>
              <a:spcBef>
                <a:spcPts val="560"/>
              </a:spcBef>
              <a:spcAft>
                <a:spcPts val="0"/>
              </a:spcAft>
              <a:buClr>
                <a:srgbClr val="000099"/>
              </a:buClr>
              <a:buSzPts val="2800"/>
              <a:buFont typeface="Arial"/>
              <a:buChar char="•"/>
            </a:pPr>
            <a:r>
              <a:rPr b="0" i="1" lang="en-US" sz="2800" u="none" cap="none" strike="noStrike">
                <a:solidFill>
                  <a:srgbClr val="0000A8"/>
                </a:solidFill>
                <a:latin typeface="Calibri"/>
                <a:ea typeface="Calibri"/>
                <a:cs typeface="Calibri"/>
                <a:sym typeface="Calibri"/>
              </a:rPr>
              <a:t>fast reroute: </a:t>
            </a:r>
            <a:r>
              <a:rPr b="0" i="0" lang="en-US" sz="2800" u="none" cap="none" strike="noStrike">
                <a:solidFill>
                  <a:srgbClr val="000000"/>
                </a:solidFill>
                <a:latin typeface="Calibri"/>
                <a:ea typeface="Calibri"/>
                <a:cs typeface="Calibri"/>
                <a:sym typeface="Calibri"/>
              </a:rPr>
              <a:t>precompute backup routes in case of link failure</a:t>
            </a:r>
            <a:endParaRPr/>
          </a:p>
        </p:txBody>
      </p:sp>
      <p:sp>
        <p:nvSpPr>
          <p:cNvPr id="6194" name="Google Shape;6194;p98"/>
          <p:cNvSpPr txBox="1"/>
          <p:nvPr/>
        </p:nvSpPr>
        <p:spPr>
          <a:xfrm>
            <a:off x="6220759" y="3650037"/>
            <a:ext cx="47625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000000"/>
                </a:solidFill>
                <a:latin typeface="Arial"/>
                <a:ea typeface="Arial"/>
                <a:cs typeface="Arial"/>
                <a:sym typeface="Arial"/>
              </a:rPr>
              <a:t>R1</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87"/>
                                        </p:tgtEl>
                                        <p:attrNameLst>
                                          <p:attrName>style.visibility</p:attrName>
                                        </p:attrNameLst>
                                      </p:cBhvr>
                                      <p:to>
                                        <p:strVal val="visible"/>
                                      </p:to>
                                    </p:set>
                                    <p:animEffect filter="fade" transition="in">
                                      <p:cBhvr>
                                        <p:cTn dur="500"/>
                                        <p:tgtEl>
                                          <p:spTgt spid="6187"/>
                                        </p:tgtEl>
                                      </p:cBhvr>
                                    </p:animEffect>
                                  </p:childTnLst>
                                </p:cTn>
                              </p:par>
                              <p:par>
                                <p:cTn fill="hold" nodeType="withEffect" presetClass="entr" presetID="10" presetSubtype="0">
                                  <p:stCondLst>
                                    <p:cond delay="0"/>
                                  </p:stCondLst>
                                  <p:childTnLst>
                                    <p:set>
                                      <p:cBhvr>
                                        <p:cTn dur="1" fill="hold">
                                          <p:stCondLst>
                                            <p:cond delay="0"/>
                                          </p:stCondLst>
                                        </p:cTn>
                                        <p:tgtEl>
                                          <p:spTgt spid="6188"/>
                                        </p:tgtEl>
                                        <p:attrNameLst>
                                          <p:attrName>style.visibility</p:attrName>
                                        </p:attrNameLst>
                                      </p:cBhvr>
                                      <p:to>
                                        <p:strVal val="visible"/>
                                      </p:to>
                                    </p:set>
                                    <p:animEffect filter="fade" transition="in">
                                      <p:cBhvr>
                                        <p:cTn dur="500"/>
                                        <p:tgtEl>
                                          <p:spTgt spid="6188"/>
                                        </p:tgtEl>
                                      </p:cBhvr>
                                    </p:animEffect>
                                  </p:childTnLst>
                                </p:cTn>
                              </p:par>
                              <p:par>
                                <p:cTn fill="hold" nodeType="withEffect" presetClass="entr" presetID="10" presetSubtype="0">
                                  <p:stCondLst>
                                    <p:cond delay="0"/>
                                  </p:stCondLst>
                                  <p:childTnLst>
                                    <p:set>
                                      <p:cBhvr>
                                        <p:cTn dur="1" fill="hold">
                                          <p:stCondLst>
                                            <p:cond delay="0"/>
                                          </p:stCondLst>
                                        </p:cTn>
                                        <p:tgtEl>
                                          <p:spTgt spid="6189"/>
                                        </p:tgtEl>
                                        <p:attrNameLst>
                                          <p:attrName>style.visibility</p:attrName>
                                        </p:attrNameLst>
                                      </p:cBhvr>
                                      <p:to>
                                        <p:strVal val="visible"/>
                                      </p:to>
                                    </p:set>
                                    <p:animEffect filter="fade" transition="in">
                                      <p:cBhvr>
                                        <p:cTn dur="500"/>
                                        <p:tgtEl>
                                          <p:spTgt spid="61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93"/>
                                        </p:tgtEl>
                                        <p:attrNameLst>
                                          <p:attrName>style.visibility</p:attrName>
                                        </p:attrNameLst>
                                      </p:cBhvr>
                                      <p:to>
                                        <p:strVal val="visible"/>
                                      </p:to>
                                    </p:set>
                                    <p:animEffect filter="fade" transition="in">
                                      <p:cBhvr>
                                        <p:cTn dur="500"/>
                                        <p:tgtEl>
                                          <p:spTgt spid="61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199" name="Shape 6199"/>
        <p:cNvGrpSpPr/>
        <p:nvPr/>
      </p:nvGrpSpPr>
      <p:grpSpPr>
        <a:xfrm>
          <a:off x="0" y="0"/>
          <a:ext cx="0" cy="0"/>
          <a:chOff x="0" y="0"/>
          <a:chExt cx="0" cy="0"/>
        </a:xfrm>
      </p:grpSpPr>
      <p:sp>
        <p:nvSpPr>
          <p:cNvPr id="6200" name="Google Shape;6200;p99"/>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b="0" lang="en-US">
                <a:latin typeface="Calibri"/>
                <a:ea typeface="Calibri"/>
                <a:cs typeface="Calibri"/>
                <a:sym typeface="Calibri"/>
              </a:rPr>
              <a:t>MPLS signaling</a:t>
            </a:r>
            <a:endParaRPr b="0" sz="4400">
              <a:latin typeface="Calibri"/>
              <a:ea typeface="Calibri"/>
              <a:cs typeface="Calibri"/>
              <a:sym typeface="Calibri"/>
            </a:endParaRPr>
          </a:p>
        </p:txBody>
      </p:sp>
      <p:sp>
        <p:nvSpPr>
          <p:cNvPr id="6201" name="Google Shape;6201;p99"/>
          <p:cNvSpPr txBox="1"/>
          <p:nvPr>
            <p:ph idx="12" type="sldNum"/>
          </p:nvPr>
        </p:nvSpPr>
        <p:spPr>
          <a:xfrm>
            <a:off x="9206737" y="6492875"/>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Link Layer: 6-</a:t>
            </a:r>
            <a:fld id="{00000000-1234-1234-1234-123412341234}" type="slidenum">
              <a:rPr lang="en-US"/>
              <a:t>‹#›</a:t>
            </a:fld>
            <a:endParaRPr/>
          </a:p>
        </p:txBody>
      </p:sp>
      <p:sp>
        <p:nvSpPr>
          <p:cNvPr id="6202" name="Google Shape;6202;p99"/>
          <p:cNvSpPr txBox="1"/>
          <p:nvPr/>
        </p:nvSpPr>
        <p:spPr>
          <a:xfrm>
            <a:off x="806263" y="1486367"/>
            <a:ext cx="11188513" cy="2142072"/>
          </a:xfrm>
          <a:prstGeom prst="rect">
            <a:avLst/>
          </a:prstGeom>
          <a:noFill/>
          <a:ln>
            <a:noFill/>
          </a:ln>
        </p:spPr>
        <p:txBody>
          <a:bodyPr anchorCtr="0" anchor="t" bIns="45700" lIns="91425" spcFirstLastPara="1" rIns="91425" wrap="square" tIns="45700">
            <a:normAutofit/>
          </a:bodyPr>
          <a:lstStyle/>
          <a:p>
            <a:pPr indent="-269875" lvl="0" marL="400050" marR="0" rtl="0" algn="l">
              <a:lnSpc>
                <a:spcPct val="90000"/>
              </a:lnSpc>
              <a:spcBef>
                <a:spcPts val="0"/>
              </a:spcBef>
              <a:spcAft>
                <a:spcPts val="0"/>
              </a:spcAft>
              <a:buClr>
                <a:srgbClr val="0000A3"/>
              </a:buClr>
              <a:buSzPts val="3200"/>
              <a:buFont typeface="Noto Sans Symbols"/>
              <a:buChar char="▪"/>
            </a:pPr>
            <a:r>
              <a:rPr lang="en-US" sz="3200">
                <a:solidFill>
                  <a:schemeClr val="dk1"/>
                </a:solidFill>
                <a:latin typeface="Calibri"/>
                <a:ea typeface="Calibri"/>
                <a:cs typeface="Calibri"/>
                <a:sym typeface="Calibri"/>
              </a:rPr>
              <a:t>modify OSPF, IS-IS link-state flooding protocols to carry info used by MPLS routing: </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e.g., link bandwidth, amount of “reserved” link bandwidth</a:t>
            </a:r>
            <a:endParaRPr/>
          </a:p>
        </p:txBody>
      </p:sp>
      <p:grpSp>
        <p:nvGrpSpPr>
          <p:cNvPr id="6203" name="Google Shape;6203;p99"/>
          <p:cNvGrpSpPr/>
          <p:nvPr/>
        </p:nvGrpSpPr>
        <p:grpSpPr>
          <a:xfrm>
            <a:off x="4502577" y="4805080"/>
            <a:ext cx="800044" cy="416858"/>
            <a:chOff x="7493876" y="2774731"/>
            <a:chExt cx="1481958" cy="894622"/>
          </a:xfrm>
        </p:grpSpPr>
        <p:sp>
          <p:nvSpPr>
            <p:cNvPr id="6204" name="Google Shape;6204;p9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7030A0"/>
                </a:gs>
                <a:gs pos="21000">
                  <a:schemeClr val="lt1"/>
                </a:gs>
                <a:gs pos="60000">
                  <a:srgbClr val="CDBDE8"/>
                </a:gs>
                <a:gs pos="100000">
                  <a:srgbClr val="7030A0"/>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205" name="Google Shape;6205;p9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206" name="Google Shape;6206;p99"/>
            <p:cNvGrpSpPr/>
            <p:nvPr/>
          </p:nvGrpSpPr>
          <p:grpSpPr>
            <a:xfrm>
              <a:off x="7713663" y="2848339"/>
              <a:ext cx="1042107" cy="425543"/>
              <a:chOff x="7786941" y="2884917"/>
              <a:chExt cx="897649" cy="353919"/>
            </a:xfrm>
          </p:grpSpPr>
          <p:sp>
            <p:nvSpPr>
              <p:cNvPr id="6207" name="Google Shape;6207;p9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208" name="Google Shape;6208;p9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209" name="Google Shape;6209;p9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210" name="Google Shape;6210;p9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CDBD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211" name="Google Shape;6211;p99"/>
          <p:cNvGrpSpPr/>
          <p:nvPr/>
        </p:nvGrpSpPr>
        <p:grpSpPr>
          <a:xfrm>
            <a:off x="5963122" y="4840333"/>
            <a:ext cx="800044" cy="416858"/>
            <a:chOff x="7493876" y="2774731"/>
            <a:chExt cx="1481958" cy="894622"/>
          </a:xfrm>
        </p:grpSpPr>
        <p:sp>
          <p:nvSpPr>
            <p:cNvPr id="6212" name="Google Shape;6212;p9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7030A0"/>
                </a:gs>
                <a:gs pos="21000">
                  <a:schemeClr val="lt1"/>
                </a:gs>
                <a:gs pos="60000">
                  <a:srgbClr val="CDBDE8"/>
                </a:gs>
                <a:gs pos="100000">
                  <a:srgbClr val="7030A0"/>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213" name="Google Shape;6213;p9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214" name="Google Shape;6214;p99"/>
            <p:cNvGrpSpPr/>
            <p:nvPr/>
          </p:nvGrpSpPr>
          <p:grpSpPr>
            <a:xfrm>
              <a:off x="7713663" y="2848339"/>
              <a:ext cx="1042107" cy="425543"/>
              <a:chOff x="7786941" y="2884917"/>
              <a:chExt cx="897649" cy="353919"/>
            </a:xfrm>
          </p:grpSpPr>
          <p:sp>
            <p:nvSpPr>
              <p:cNvPr id="6215" name="Google Shape;6215;p9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216" name="Google Shape;6216;p9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217" name="Google Shape;6217;p9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218" name="Google Shape;6218;p9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CDBD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219" name="Google Shape;6219;p99"/>
          <p:cNvGrpSpPr/>
          <p:nvPr/>
        </p:nvGrpSpPr>
        <p:grpSpPr>
          <a:xfrm>
            <a:off x="5581851" y="5836740"/>
            <a:ext cx="800044" cy="416858"/>
            <a:chOff x="7493876" y="2774731"/>
            <a:chExt cx="1481958" cy="894622"/>
          </a:xfrm>
        </p:grpSpPr>
        <p:sp>
          <p:nvSpPr>
            <p:cNvPr id="6220" name="Google Shape;6220;p9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7030A0"/>
                </a:gs>
                <a:gs pos="21000">
                  <a:schemeClr val="lt1"/>
                </a:gs>
                <a:gs pos="60000">
                  <a:srgbClr val="CDBDE8"/>
                </a:gs>
                <a:gs pos="100000">
                  <a:srgbClr val="7030A0"/>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221" name="Google Shape;6221;p9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222" name="Google Shape;6222;p99"/>
            <p:cNvGrpSpPr/>
            <p:nvPr/>
          </p:nvGrpSpPr>
          <p:grpSpPr>
            <a:xfrm>
              <a:off x="7713663" y="2848339"/>
              <a:ext cx="1042107" cy="425543"/>
              <a:chOff x="7786941" y="2884917"/>
              <a:chExt cx="897649" cy="353919"/>
            </a:xfrm>
          </p:grpSpPr>
          <p:sp>
            <p:nvSpPr>
              <p:cNvPr id="6223" name="Google Shape;6223;p9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224" name="Google Shape;6224;p9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225" name="Google Shape;6225;p9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226" name="Google Shape;6226;p9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CDBD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227" name="Google Shape;6227;p99"/>
          <p:cNvGrpSpPr/>
          <p:nvPr/>
        </p:nvGrpSpPr>
        <p:grpSpPr>
          <a:xfrm>
            <a:off x="7413364" y="5851273"/>
            <a:ext cx="800044" cy="416858"/>
            <a:chOff x="7493876" y="2774731"/>
            <a:chExt cx="1481958" cy="894622"/>
          </a:xfrm>
        </p:grpSpPr>
        <p:sp>
          <p:nvSpPr>
            <p:cNvPr id="6228" name="Google Shape;6228;p9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7030A0"/>
                </a:gs>
                <a:gs pos="21000">
                  <a:schemeClr val="lt1"/>
                </a:gs>
                <a:gs pos="60000">
                  <a:srgbClr val="CDBDE8"/>
                </a:gs>
                <a:gs pos="100000">
                  <a:srgbClr val="7030A0"/>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229" name="Google Shape;6229;p9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230" name="Google Shape;6230;p99"/>
            <p:cNvGrpSpPr/>
            <p:nvPr/>
          </p:nvGrpSpPr>
          <p:grpSpPr>
            <a:xfrm>
              <a:off x="7713663" y="2848339"/>
              <a:ext cx="1042107" cy="425543"/>
              <a:chOff x="7786941" y="2884917"/>
              <a:chExt cx="897649" cy="353919"/>
            </a:xfrm>
          </p:grpSpPr>
          <p:sp>
            <p:nvSpPr>
              <p:cNvPr id="6231" name="Google Shape;6231;p9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232" name="Google Shape;6232;p9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233" name="Google Shape;6233;p9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234" name="Google Shape;6234;p9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CDBD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cxnSp>
        <p:nvCxnSpPr>
          <p:cNvPr id="6235" name="Google Shape;6235;p99"/>
          <p:cNvCxnSpPr/>
          <p:nvPr/>
        </p:nvCxnSpPr>
        <p:spPr>
          <a:xfrm>
            <a:off x="3748087" y="4422215"/>
            <a:ext cx="752593" cy="580688"/>
          </a:xfrm>
          <a:prstGeom prst="straightConnector1">
            <a:avLst/>
          </a:prstGeom>
          <a:noFill/>
          <a:ln cap="flat" cmpd="sng" w="9525">
            <a:solidFill>
              <a:schemeClr val="dk1"/>
            </a:solidFill>
            <a:prstDash val="solid"/>
            <a:round/>
            <a:headEnd len="med" w="med" type="none"/>
            <a:tailEnd len="med" w="med" type="none"/>
          </a:ln>
        </p:spPr>
      </p:cxnSp>
      <p:cxnSp>
        <p:nvCxnSpPr>
          <p:cNvPr id="6236" name="Google Shape;6236;p99"/>
          <p:cNvCxnSpPr/>
          <p:nvPr/>
        </p:nvCxnSpPr>
        <p:spPr>
          <a:xfrm flipH="1" rot="10800000">
            <a:off x="3809160" y="5080796"/>
            <a:ext cx="688134" cy="234527"/>
          </a:xfrm>
          <a:prstGeom prst="straightConnector1">
            <a:avLst/>
          </a:prstGeom>
          <a:noFill/>
          <a:ln cap="flat" cmpd="sng" w="9525">
            <a:solidFill>
              <a:srgbClr val="000000"/>
            </a:solidFill>
            <a:prstDash val="solid"/>
            <a:round/>
            <a:headEnd len="med" w="med" type="none"/>
            <a:tailEnd len="med" w="med" type="none"/>
          </a:ln>
        </p:spPr>
      </p:cxnSp>
      <p:cxnSp>
        <p:nvCxnSpPr>
          <p:cNvPr id="6237" name="Google Shape;6237;p99"/>
          <p:cNvCxnSpPr/>
          <p:nvPr/>
        </p:nvCxnSpPr>
        <p:spPr>
          <a:xfrm>
            <a:off x="5299716" y="5066403"/>
            <a:ext cx="666750" cy="0"/>
          </a:xfrm>
          <a:prstGeom prst="straightConnector1">
            <a:avLst/>
          </a:prstGeom>
          <a:noFill/>
          <a:ln cap="flat" cmpd="sng" w="9525">
            <a:solidFill>
              <a:srgbClr val="000000"/>
            </a:solidFill>
            <a:prstDash val="solid"/>
            <a:round/>
            <a:headEnd len="med" w="med" type="none"/>
            <a:tailEnd len="med" w="med" type="none"/>
          </a:ln>
        </p:spPr>
      </p:cxnSp>
      <p:cxnSp>
        <p:nvCxnSpPr>
          <p:cNvPr id="6238" name="Google Shape;6238;p99"/>
          <p:cNvCxnSpPr/>
          <p:nvPr/>
        </p:nvCxnSpPr>
        <p:spPr>
          <a:xfrm>
            <a:off x="5091756" y="5202704"/>
            <a:ext cx="607804" cy="677345"/>
          </a:xfrm>
          <a:prstGeom prst="straightConnector1">
            <a:avLst/>
          </a:prstGeom>
          <a:noFill/>
          <a:ln cap="flat" cmpd="sng" w="9525">
            <a:solidFill>
              <a:srgbClr val="000000"/>
            </a:solidFill>
            <a:prstDash val="solid"/>
            <a:round/>
            <a:headEnd len="med" w="med" type="none"/>
            <a:tailEnd len="med" w="med" type="none"/>
          </a:ln>
        </p:spPr>
      </p:cxnSp>
      <p:cxnSp>
        <p:nvCxnSpPr>
          <p:cNvPr id="6239" name="Google Shape;6239;p99"/>
          <p:cNvCxnSpPr/>
          <p:nvPr/>
        </p:nvCxnSpPr>
        <p:spPr>
          <a:xfrm>
            <a:off x="6380909" y="6087691"/>
            <a:ext cx="1038225" cy="0"/>
          </a:xfrm>
          <a:prstGeom prst="straightConnector1">
            <a:avLst/>
          </a:prstGeom>
          <a:noFill/>
          <a:ln cap="flat" cmpd="sng" w="9525">
            <a:solidFill>
              <a:srgbClr val="000000"/>
            </a:solidFill>
            <a:prstDash val="solid"/>
            <a:round/>
            <a:headEnd len="med" w="med" type="none"/>
            <a:tailEnd len="med" w="med" type="none"/>
          </a:ln>
        </p:spPr>
      </p:cxnSp>
      <p:cxnSp>
        <p:nvCxnSpPr>
          <p:cNvPr id="6240" name="Google Shape;6240;p99"/>
          <p:cNvCxnSpPr/>
          <p:nvPr/>
        </p:nvCxnSpPr>
        <p:spPr>
          <a:xfrm>
            <a:off x="6666659" y="5201023"/>
            <a:ext cx="838200" cy="714375"/>
          </a:xfrm>
          <a:prstGeom prst="straightConnector1">
            <a:avLst/>
          </a:prstGeom>
          <a:noFill/>
          <a:ln cap="flat" cmpd="sng" w="9525">
            <a:solidFill>
              <a:srgbClr val="000000"/>
            </a:solidFill>
            <a:prstDash val="solid"/>
            <a:round/>
            <a:headEnd len="med" w="med" type="none"/>
            <a:tailEnd len="med" w="med" type="none"/>
          </a:ln>
        </p:spPr>
      </p:cxnSp>
      <p:cxnSp>
        <p:nvCxnSpPr>
          <p:cNvPr id="6241" name="Google Shape;6241;p99"/>
          <p:cNvCxnSpPr/>
          <p:nvPr/>
        </p:nvCxnSpPr>
        <p:spPr>
          <a:xfrm>
            <a:off x="8208230" y="6105898"/>
            <a:ext cx="701675" cy="0"/>
          </a:xfrm>
          <a:prstGeom prst="straightConnector1">
            <a:avLst/>
          </a:prstGeom>
          <a:noFill/>
          <a:ln cap="flat" cmpd="sng" w="9525">
            <a:solidFill>
              <a:srgbClr val="000000"/>
            </a:solidFill>
            <a:prstDash val="solid"/>
            <a:round/>
            <a:headEnd len="med" w="med" type="none"/>
            <a:tailEnd len="med" w="med" type="none"/>
          </a:ln>
        </p:spPr>
      </p:cxnSp>
      <p:sp>
        <p:nvSpPr>
          <p:cNvPr id="6242" name="Google Shape;6242;p99"/>
          <p:cNvSpPr txBox="1"/>
          <p:nvPr/>
        </p:nvSpPr>
        <p:spPr>
          <a:xfrm>
            <a:off x="5766546" y="6283698"/>
            <a:ext cx="4762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000000"/>
                </a:solidFill>
                <a:latin typeface="Arial"/>
                <a:ea typeface="Arial"/>
                <a:cs typeface="Arial"/>
                <a:sym typeface="Arial"/>
              </a:rPr>
              <a:t>R2</a:t>
            </a:r>
            <a:endParaRPr/>
          </a:p>
        </p:txBody>
      </p:sp>
      <p:sp>
        <p:nvSpPr>
          <p:cNvPr id="6243" name="Google Shape;6243;p99"/>
          <p:cNvSpPr txBox="1"/>
          <p:nvPr/>
        </p:nvSpPr>
        <p:spPr>
          <a:xfrm>
            <a:off x="7445169" y="4890614"/>
            <a:ext cx="34925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000000"/>
                </a:solidFill>
                <a:latin typeface="Arial"/>
                <a:ea typeface="Arial"/>
                <a:cs typeface="Arial"/>
                <a:sym typeface="Arial"/>
              </a:rPr>
              <a:t>D</a:t>
            </a:r>
            <a:endParaRPr/>
          </a:p>
        </p:txBody>
      </p:sp>
      <p:sp>
        <p:nvSpPr>
          <p:cNvPr id="6244" name="Google Shape;6244;p99"/>
          <p:cNvSpPr txBox="1"/>
          <p:nvPr/>
        </p:nvSpPr>
        <p:spPr>
          <a:xfrm>
            <a:off x="6152309" y="5281986"/>
            <a:ext cx="47625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000000"/>
                </a:solidFill>
                <a:latin typeface="Arial"/>
                <a:ea typeface="Arial"/>
                <a:cs typeface="Arial"/>
                <a:sym typeface="Arial"/>
              </a:rPr>
              <a:t>R3</a:t>
            </a:r>
            <a:endParaRPr/>
          </a:p>
        </p:txBody>
      </p:sp>
      <p:sp>
        <p:nvSpPr>
          <p:cNvPr id="6245" name="Google Shape;6245;p99"/>
          <p:cNvSpPr txBox="1"/>
          <p:nvPr/>
        </p:nvSpPr>
        <p:spPr>
          <a:xfrm>
            <a:off x="3229721" y="5518523"/>
            <a:ext cx="4762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000000"/>
                </a:solidFill>
                <a:latin typeface="Arial"/>
                <a:ea typeface="Arial"/>
                <a:cs typeface="Arial"/>
                <a:sym typeface="Arial"/>
              </a:rPr>
              <a:t>R5</a:t>
            </a:r>
            <a:endParaRPr/>
          </a:p>
        </p:txBody>
      </p:sp>
      <p:sp>
        <p:nvSpPr>
          <p:cNvPr id="6246" name="Google Shape;6246;p99"/>
          <p:cNvSpPr txBox="1"/>
          <p:nvPr/>
        </p:nvSpPr>
        <p:spPr>
          <a:xfrm>
            <a:off x="8843121" y="5923336"/>
            <a:ext cx="33655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000000"/>
                </a:solidFill>
                <a:latin typeface="Arial"/>
                <a:ea typeface="Arial"/>
                <a:cs typeface="Arial"/>
                <a:sym typeface="Arial"/>
              </a:rPr>
              <a:t>A</a:t>
            </a:r>
            <a:endParaRPr/>
          </a:p>
        </p:txBody>
      </p:sp>
      <p:sp>
        <p:nvSpPr>
          <p:cNvPr id="6247" name="Google Shape;6247;p99"/>
          <p:cNvSpPr txBox="1"/>
          <p:nvPr/>
        </p:nvSpPr>
        <p:spPr>
          <a:xfrm>
            <a:off x="3193209" y="4569198"/>
            <a:ext cx="4762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000000"/>
                </a:solidFill>
                <a:latin typeface="Arial"/>
                <a:ea typeface="Arial"/>
                <a:cs typeface="Arial"/>
                <a:sym typeface="Arial"/>
              </a:rPr>
              <a:t>R6</a:t>
            </a:r>
            <a:endParaRPr/>
          </a:p>
        </p:txBody>
      </p:sp>
      <p:sp>
        <p:nvSpPr>
          <p:cNvPr id="6248" name="Google Shape;6248;p99"/>
          <p:cNvSpPr txBox="1"/>
          <p:nvPr/>
        </p:nvSpPr>
        <p:spPr>
          <a:xfrm>
            <a:off x="4488609" y="5220073"/>
            <a:ext cx="4762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000000"/>
                </a:solidFill>
                <a:latin typeface="Arial"/>
                <a:ea typeface="Arial"/>
                <a:cs typeface="Arial"/>
                <a:sym typeface="Arial"/>
              </a:rPr>
              <a:t>R4</a:t>
            </a:r>
            <a:endParaRPr/>
          </a:p>
        </p:txBody>
      </p:sp>
      <p:grpSp>
        <p:nvGrpSpPr>
          <p:cNvPr id="6249" name="Google Shape;6249;p99"/>
          <p:cNvGrpSpPr/>
          <p:nvPr/>
        </p:nvGrpSpPr>
        <p:grpSpPr>
          <a:xfrm>
            <a:off x="2992024" y="4208928"/>
            <a:ext cx="800044" cy="416858"/>
            <a:chOff x="7493876" y="2774731"/>
            <a:chExt cx="1481958" cy="894622"/>
          </a:xfrm>
        </p:grpSpPr>
        <p:sp>
          <p:nvSpPr>
            <p:cNvPr id="6250" name="Google Shape;6250;p9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251" name="Google Shape;6251;p9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252" name="Google Shape;6252;p99"/>
            <p:cNvGrpSpPr/>
            <p:nvPr/>
          </p:nvGrpSpPr>
          <p:grpSpPr>
            <a:xfrm>
              <a:off x="7713663" y="2848339"/>
              <a:ext cx="1042107" cy="425543"/>
              <a:chOff x="7786941" y="2884917"/>
              <a:chExt cx="897649" cy="353919"/>
            </a:xfrm>
          </p:grpSpPr>
          <p:sp>
            <p:nvSpPr>
              <p:cNvPr id="6253" name="Google Shape;6253;p9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254" name="Google Shape;6254;p9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255" name="Google Shape;6255;p9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256" name="Google Shape;6256;p9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257" name="Google Shape;6257;p99"/>
          <p:cNvGrpSpPr/>
          <p:nvPr/>
        </p:nvGrpSpPr>
        <p:grpSpPr>
          <a:xfrm>
            <a:off x="3036847" y="5060575"/>
            <a:ext cx="800044" cy="416858"/>
            <a:chOff x="7493876" y="2774731"/>
            <a:chExt cx="1481958" cy="894622"/>
          </a:xfrm>
        </p:grpSpPr>
        <p:sp>
          <p:nvSpPr>
            <p:cNvPr id="6258" name="Google Shape;6258;p9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259" name="Google Shape;6259;p9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260" name="Google Shape;6260;p99"/>
            <p:cNvGrpSpPr/>
            <p:nvPr/>
          </p:nvGrpSpPr>
          <p:grpSpPr>
            <a:xfrm>
              <a:off x="7713663" y="2848339"/>
              <a:ext cx="1042107" cy="425543"/>
              <a:chOff x="7786941" y="2884917"/>
              <a:chExt cx="897649" cy="353919"/>
            </a:xfrm>
          </p:grpSpPr>
          <p:sp>
            <p:nvSpPr>
              <p:cNvPr id="6261" name="Google Shape;6261;p9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262" name="Google Shape;6262;p9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263" name="Google Shape;6263;p9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264" name="Google Shape;6264;p9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cxnSp>
        <p:nvCxnSpPr>
          <p:cNvPr id="6265" name="Google Shape;6265;p99"/>
          <p:cNvCxnSpPr/>
          <p:nvPr/>
        </p:nvCxnSpPr>
        <p:spPr>
          <a:xfrm>
            <a:off x="6765510" y="5069578"/>
            <a:ext cx="701675" cy="0"/>
          </a:xfrm>
          <a:prstGeom prst="straightConnector1">
            <a:avLst/>
          </a:prstGeom>
          <a:noFill/>
          <a:ln cap="flat" cmpd="sng" w="9525">
            <a:solidFill>
              <a:srgbClr val="000000"/>
            </a:solidFill>
            <a:prstDash val="solid"/>
            <a:round/>
            <a:headEnd len="med" w="med" type="none"/>
            <a:tailEnd len="med" w="med" type="none"/>
          </a:ln>
        </p:spPr>
      </p:cxnSp>
      <p:grpSp>
        <p:nvGrpSpPr>
          <p:cNvPr id="6266" name="Google Shape;6266;p99"/>
          <p:cNvGrpSpPr/>
          <p:nvPr/>
        </p:nvGrpSpPr>
        <p:grpSpPr>
          <a:xfrm>
            <a:off x="4254499" y="4756992"/>
            <a:ext cx="3084732" cy="1607891"/>
            <a:chOff x="2882348" y="4542181"/>
            <a:chExt cx="3084641" cy="1607226"/>
          </a:xfrm>
        </p:grpSpPr>
        <p:sp>
          <p:nvSpPr>
            <p:cNvPr id="6267" name="Google Shape;6267;p99"/>
            <p:cNvSpPr/>
            <p:nvPr/>
          </p:nvSpPr>
          <p:spPr>
            <a:xfrm rot="10800000">
              <a:off x="3876263" y="4542181"/>
              <a:ext cx="606286" cy="159027"/>
            </a:xfrm>
            <a:prstGeom prst="rightArrow">
              <a:avLst>
                <a:gd fmla="val 50000" name="adj1"/>
                <a:gd fmla="val 50003" name="adj2"/>
              </a:avLst>
            </a:prstGeom>
            <a:gradFill>
              <a:gsLst>
                <a:gs pos="0">
                  <a:srgbClr val="8CADEA"/>
                </a:gs>
                <a:gs pos="50000">
                  <a:srgbClr val="BACCF0"/>
                </a:gs>
                <a:gs pos="100000">
                  <a:srgbClr val="DEE6F7"/>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68" name="Google Shape;6268;p99"/>
            <p:cNvSpPr/>
            <p:nvPr/>
          </p:nvSpPr>
          <p:spPr>
            <a:xfrm flipH="1" rot="3136672">
              <a:off x="3501914" y="5294505"/>
              <a:ext cx="790370" cy="144998"/>
            </a:xfrm>
            <a:prstGeom prst="rightArrow">
              <a:avLst>
                <a:gd fmla="val 50000" name="adj1"/>
                <a:gd fmla="val 49992" name="adj2"/>
              </a:avLst>
            </a:prstGeom>
            <a:gradFill>
              <a:gsLst>
                <a:gs pos="0">
                  <a:srgbClr val="8CADEA"/>
                </a:gs>
                <a:gs pos="50000">
                  <a:srgbClr val="BACCF0"/>
                </a:gs>
                <a:gs pos="100000">
                  <a:srgbClr val="DEE6F7"/>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69" name="Google Shape;6269;p99"/>
            <p:cNvSpPr/>
            <p:nvPr/>
          </p:nvSpPr>
          <p:spPr>
            <a:xfrm flipH="1" rot="1101416">
              <a:off x="3896874" y="5246831"/>
              <a:ext cx="2095295" cy="178650"/>
            </a:xfrm>
            <a:prstGeom prst="rightArrow">
              <a:avLst>
                <a:gd fmla="val 50000" name="adj1"/>
                <a:gd fmla="val 50009" name="adj2"/>
              </a:avLst>
            </a:prstGeom>
            <a:gradFill>
              <a:gsLst>
                <a:gs pos="0">
                  <a:srgbClr val="8CADEA"/>
                </a:gs>
                <a:gs pos="50000">
                  <a:srgbClr val="BACCF0"/>
                </a:gs>
                <a:gs pos="100000">
                  <a:srgbClr val="DEE6F7"/>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70" name="Google Shape;6270;p99"/>
            <p:cNvSpPr txBox="1"/>
            <p:nvPr/>
          </p:nvSpPr>
          <p:spPr>
            <a:xfrm>
              <a:off x="2882348" y="5396948"/>
              <a:ext cx="1081931" cy="752459"/>
            </a:xfrm>
            <a:prstGeom prst="rect">
              <a:avLst/>
            </a:prstGeom>
            <a:noFill/>
            <a:ln>
              <a:noFill/>
            </a:ln>
          </p:spPr>
          <p:txBody>
            <a:bodyPr anchorCtr="0" anchor="t" bIns="45700" lIns="91425" spcFirstLastPara="1" rIns="91425" wrap="square" tIns="45700">
              <a:spAutoFit/>
            </a:bodyPr>
            <a:lstStyle/>
            <a:p>
              <a:pPr indent="0" lvl="0" marL="0" marR="0" rtl="0" algn="l">
                <a:lnSpc>
                  <a:spcPct val="94444"/>
                </a:lnSpc>
                <a:spcBef>
                  <a:spcPts val="0"/>
                </a:spcBef>
                <a:spcAft>
                  <a:spcPts val="0"/>
                </a:spcAft>
                <a:buNone/>
              </a:pPr>
              <a:r>
                <a:rPr i="0" lang="en-US" sz="1800">
                  <a:solidFill>
                    <a:srgbClr val="0070C0"/>
                  </a:solidFill>
                  <a:latin typeface="Calibri"/>
                  <a:ea typeface="Calibri"/>
                  <a:cs typeface="Calibri"/>
                  <a:sym typeface="Calibri"/>
                </a:rPr>
                <a:t>modified </a:t>
              </a:r>
              <a:endParaRPr/>
            </a:p>
            <a:p>
              <a:pPr indent="0" lvl="0" marL="0" marR="0" rtl="0" algn="l">
                <a:lnSpc>
                  <a:spcPct val="94444"/>
                </a:lnSpc>
                <a:spcBef>
                  <a:spcPts val="0"/>
                </a:spcBef>
                <a:spcAft>
                  <a:spcPts val="0"/>
                </a:spcAft>
                <a:buNone/>
              </a:pPr>
              <a:r>
                <a:rPr i="0" lang="en-US" sz="1800">
                  <a:solidFill>
                    <a:srgbClr val="0070C0"/>
                  </a:solidFill>
                  <a:latin typeface="Calibri"/>
                  <a:ea typeface="Calibri"/>
                  <a:cs typeface="Calibri"/>
                  <a:sym typeface="Calibri"/>
                </a:rPr>
                <a:t>link state </a:t>
              </a:r>
              <a:endParaRPr/>
            </a:p>
            <a:p>
              <a:pPr indent="0" lvl="0" marL="0" marR="0" rtl="0" algn="l">
                <a:lnSpc>
                  <a:spcPct val="94444"/>
                </a:lnSpc>
                <a:spcBef>
                  <a:spcPts val="0"/>
                </a:spcBef>
                <a:spcAft>
                  <a:spcPts val="0"/>
                </a:spcAft>
                <a:buNone/>
              </a:pPr>
              <a:r>
                <a:rPr i="0" lang="en-US" sz="1800">
                  <a:solidFill>
                    <a:srgbClr val="0070C0"/>
                  </a:solidFill>
                  <a:latin typeface="Calibri"/>
                  <a:ea typeface="Calibri"/>
                  <a:cs typeface="Calibri"/>
                  <a:sym typeface="Calibri"/>
                </a:rPr>
                <a:t>flooding</a:t>
              </a:r>
              <a:endParaRPr/>
            </a:p>
          </p:txBody>
        </p:sp>
      </p:grpSp>
      <p:grpSp>
        <p:nvGrpSpPr>
          <p:cNvPr id="6271" name="Google Shape;6271;p99"/>
          <p:cNvGrpSpPr/>
          <p:nvPr/>
        </p:nvGrpSpPr>
        <p:grpSpPr>
          <a:xfrm>
            <a:off x="5030831" y="4483662"/>
            <a:ext cx="2367742" cy="1514953"/>
            <a:chOff x="6650605" y="3135344"/>
            <a:chExt cx="2368433" cy="1515586"/>
          </a:xfrm>
        </p:grpSpPr>
        <p:sp>
          <p:nvSpPr>
            <p:cNvPr id="6272" name="Google Shape;6272;p99"/>
            <p:cNvSpPr/>
            <p:nvPr/>
          </p:nvSpPr>
          <p:spPr>
            <a:xfrm>
              <a:off x="6930889" y="3432312"/>
              <a:ext cx="606286" cy="159027"/>
            </a:xfrm>
            <a:prstGeom prst="rightArrow">
              <a:avLst>
                <a:gd fmla="val 50000" name="adj1"/>
                <a:gd fmla="val 50003" name="adj2"/>
              </a:avLst>
            </a:prstGeom>
            <a:gradFill>
              <a:gsLst>
                <a:gs pos="0">
                  <a:srgbClr val="EA8C8C"/>
                </a:gs>
                <a:gs pos="50000">
                  <a:srgbClr val="F0BABA"/>
                </a:gs>
                <a:gs pos="100000">
                  <a:srgbClr val="F7DEDE"/>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73" name="Google Shape;6273;p99"/>
            <p:cNvSpPr/>
            <p:nvPr/>
          </p:nvSpPr>
          <p:spPr>
            <a:xfrm flipH="1" rot="-7688908">
              <a:off x="6556540" y="4184636"/>
              <a:ext cx="790370" cy="144998"/>
            </a:xfrm>
            <a:prstGeom prst="rightArrow">
              <a:avLst>
                <a:gd fmla="val 50000" name="adj1"/>
                <a:gd fmla="val 49992" name="adj2"/>
              </a:avLst>
            </a:prstGeom>
            <a:gradFill>
              <a:gsLst>
                <a:gs pos="0">
                  <a:srgbClr val="EA8C8C"/>
                </a:gs>
                <a:gs pos="50000">
                  <a:srgbClr val="F0BABA"/>
                </a:gs>
                <a:gs pos="100000">
                  <a:srgbClr val="F7DEDE"/>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74" name="Google Shape;6274;p99"/>
            <p:cNvSpPr/>
            <p:nvPr/>
          </p:nvSpPr>
          <p:spPr>
            <a:xfrm flipH="1" rot="-9663202">
              <a:off x="6951500" y="4136962"/>
              <a:ext cx="2095295" cy="178650"/>
            </a:xfrm>
            <a:prstGeom prst="rightArrow">
              <a:avLst>
                <a:gd fmla="val 50000" name="adj1"/>
                <a:gd fmla="val 50009" name="adj2"/>
              </a:avLst>
            </a:prstGeom>
            <a:gradFill>
              <a:gsLst>
                <a:gs pos="0">
                  <a:srgbClr val="EA8C8C"/>
                </a:gs>
                <a:gs pos="50000">
                  <a:srgbClr val="F0BABA"/>
                </a:gs>
                <a:gs pos="100000">
                  <a:srgbClr val="F7DEDE"/>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75" name="Google Shape;6275;p99"/>
            <p:cNvSpPr txBox="1"/>
            <p:nvPr/>
          </p:nvSpPr>
          <p:spPr>
            <a:xfrm>
              <a:off x="6863432" y="3135344"/>
              <a:ext cx="949319" cy="316885"/>
            </a:xfrm>
            <a:prstGeom prst="rect">
              <a:avLst/>
            </a:prstGeom>
            <a:noFill/>
            <a:ln>
              <a:noFill/>
            </a:ln>
          </p:spPr>
          <p:txBody>
            <a:bodyPr anchorCtr="0" anchor="t" bIns="45700" lIns="91425" spcFirstLastPara="1" rIns="91425" wrap="square" tIns="45700">
              <a:spAutoFit/>
            </a:bodyPr>
            <a:lstStyle/>
            <a:p>
              <a:pPr indent="0" lvl="0" marL="0" marR="0" rtl="0" algn="l">
                <a:lnSpc>
                  <a:spcPct val="94444"/>
                </a:lnSpc>
                <a:spcBef>
                  <a:spcPts val="0"/>
                </a:spcBef>
                <a:spcAft>
                  <a:spcPts val="0"/>
                </a:spcAft>
                <a:buNone/>
              </a:pPr>
              <a:r>
                <a:rPr i="0" lang="en-US" sz="1800">
                  <a:solidFill>
                    <a:srgbClr val="C00000"/>
                  </a:solidFill>
                  <a:latin typeface="Calibri"/>
                  <a:ea typeface="Calibri"/>
                  <a:cs typeface="Calibri"/>
                  <a:sym typeface="Calibri"/>
                </a:rPr>
                <a:t>RSVP-TE</a:t>
              </a:r>
              <a:endParaRPr/>
            </a:p>
          </p:txBody>
        </p:sp>
      </p:grpSp>
      <p:sp>
        <p:nvSpPr>
          <p:cNvPr id="6276" name="Google Shape;6276;p99"/>
          <p:cNvSpPr txBox="1"/>
          <p:nvPr/>
        </p:nvSpPr>
        <p:spPr>
          <a:xfrm>
            <a:off x="899646" y="2941171"/>
            <a:ext cx="10947213" cy="1058863"/>
          </a:xfrm>
          <a:prstGeom prst="rect">
            <a:avLst/>
          </a:prstGeom>
          <a:noFill/>
          <a:ln>
            <a:noFill/>
          </a:ln>
        </p:spPr>
        <p:txBody>
          <a:bodyPr anchorCtr="0" anchor="t" bIns="45700" lIns="91425" spcFirstLastPara="1" rIns="91425" wrap="square" tIns="45700">
            <a:noAutofit/>
          </a:bodyPr>
          <a:lstStyle/>
          <a:p>
            <a:pPr indent="-279400" lvl="0" marL="279400" marR="0" rtl="0" algn="l">
              <a:lnSpc>
                <a:spcPct val="85000"/>
              </a:lnSpc>
              <a:spcBef>
                <a:spcPts val="0"/>
              </a:spcBef>
              <a:spcAft>
                <a:spcPts val="0"/>
              </a:spcAft>
              <a:buClr>
                <a:srgbClr val="000099"/>
              </a:buClr>
              <a:buSzPts val="3200"/>
              <a:buFont typeface="Noto Sans Symbols"/>
              <a:buChar char="▪"/>
            </a:pPr>
            <a:r>
              <a:rPr i="0" lang="en-US" sz="3200">
                <a:solidFill>
                  <a:srgbClr val="000000"/>
                </a:solidFill>
                <a:latin typeface="Calibri"/>
                <a:ea typeface="Calibri"/>
                <a:cs typeface="Calibri"/>
                <a:sym typeface="Calibri"/>
              </a:rPr>
              <a:t>entry MPLS router uses RSVP-TE signaling protocol to set up MPLS forwarding at downstream routers</a:t>
            </a:r>
            <a:endParaRPr/>
          </a:p>
        </p:txBody>
      </p:sp>
      <p:sp>
        <p:nvSpPr>
          <p:cNvPr id="6277" name="Google Shape;6277;p99"/>
          <p:cNvSpPr txBox="1"/>
          <p:nvPr/>
        </p:nvSpPr>
        <p:spPr>
          <a:xfrm>
            <a:off x="7619253" y="6298126"/>
            <a:ext cx="47625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000000"/>
                </a:solidFill>
                <a:latin typeface="Arial"/>
                <a:ea typeface="Arial"/>
                <a:cs typeface="Arial"/>
                <a:sym typeface="Arial"/>
              </a:rPr>
              <a:t>R1</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66"/>
                                        </p:tgtEl>
                                        <p:attrNameLst>
                                          <p:attrName>style.visibility</p:attrName>
                                        </p:attrNameLst>
                                      </p:cBhvr>
                                      <p:to>
                                        <p:strVal val="visible"/>
                                      </p:to>
                                    </p:set>
                                    <p:animEffect filter="fade" transition="in">
                                      <p:cBhvr>
                                        <p:cTn dur="500"/>
                                        <p:tgtEl>
                                          <p:spTgt spid="62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76"/>
                                        </p:tgtEl>
                                        <p:attrNameLst>
                                          <p:attrName>style.visibility</p:attrName>
                                        </p:attrNameLst>
                                      </p:cBhvr>
                                      <p:to>
                                        <p:strVal val="visible"/>
                                      </p:to>
                                    </p:set>
                                    <p:animEffect filter="fade" transition="in">
                                      <p:cBhvr>
                                        <p:cTn dur="500"/>
                                        <p:tgtEl>
                                          <p:spTgt spid="6276"/>
                                        </p:tgtEl>
                                      </p:cBhvr>
                                    </p:animEffect>
                                  </p:childTnLst>
                                </p:cTn>
                              </p:par>
                              <p:par>
                                <p:cTn fill="hold" nodeType="withEffect" presetClass="exit" presetID="10" presetSubtype="0">
                                  <p:stCondLst>
                                    <p:cond delay="0"/>
                                  </p:stCondLst>
                                  <p:childTnLst>
                                    <p:animEffect filter="fade" transition="out">
                                      <p:cBhvr>
                                        <p:cTn dur="500"/>
                                        <p:tgtEl>
                                          <p:spTgt spid="6266"/>
                                        </p:tgtEl>
                                      </p:cBhvr>
                                    </p:animEffect>
                                    <p:set>
                                      <p:cBhvr>
                                        <p:cTn dur="1" fill="hold">
                                          <p:stCondLst>
                                            <p:cond delay="500"/>
                                          </p:stCondLst>
                                        </p:cTn>
                                        <p:tgtEl>
                                          <p:spTgt spid="6266"/>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6271"/>
                                        </p:tgtEl>
                                        <p:attrNameLst>
                                          <p:attrName>style.visibility</p:attrName>
                                        </p:attrNameLst>
                                      </p:cBhvr>
                                      <p:to>
                                        <p:strVal val="visible"/>
                                      </p:to>
                                    </p:set>
                                    <p:animEffect filter="fade" transition="in">
                                      <p:cBhvr>
                                        <p:cTn dur="500"/>
                                        <p:tgtEl>
                                          <p:spTgt spid="62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282" name="Shape 6282"/>
        <p:cNvGrpSpPr/>
        <p:nvPr/>
      </p:nvGrpSpPr>
      <p:grpSpPr>
        <a:xfrm>
          <a:off x="0" y="0"/>
          <a:ext cx="0" cy="0"/>
          <a:chOff x="0" y="0"/>
          <a:chExt cx="0" cy="0"/>
        </a:xfrm>
      </p:grpSpPr>
      <p:sp>
        <p:nvSpPr>
          <p:cNvPr id="6283" name="Google Shape;6283;p100"/>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b="0" lang="en-US">
                <a:latin typeface="Calibri"/>
                <a:ea typeface="Calibri"/>
                <a:cs typeface="Calibri"/>
                <a:sym typeface="Calibri"/>
              </a:rPr>
              <a:t>MPLS forwarding tables</a:t>
            </a:r>
            <a:endParaRPr b="0" sz="4400">
              <a:latin typeface="Calibri"/>
              <a:ea typeface="Calibri"/>
              <a:cs typeface="Calibri"/>
              <a:sym typeface="Calibri"/>
            </a:endParaRPr>
          </a:p>
        </p:txBody>
      </p:sp>
      <p:sp>
        <p:nvSpPr>
          <p:cNvPr id="6284" name="Google Shape;6284;p100"/>
          <p:cNvSpPr txBox="1"/>
          <p:nvPr>
            <p:ph idx="12" type="sldNum"/>
          </p:nvPr>
        </p:nvSpPr>
        <p:spPr>
          <a:xfrm>
            <a:off x="9206737" y="6492875"/>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Link Layer: 6-</a:t>
            </a:r>
            <a:fld id="{00000000-1234-1234-1234-123412341234}" type="slidenum">
              <a:rPr lang="en-US"/>
              <a:t>‹#›</a:t>
            </a:fld>
            <a:endParaRPr/>
          </a:p>
        </p:txBody>
      </p:sp>
      <p:grpSp>
        <p:nvGrpSpPr>
          <p:cNvPr id="6285" name="Google Shape;6285;p100"/>
          <p:cNvGrpSpPr/>
          <p:nvPr/>
        </p:nvGrpSpPr>
        <p:grpSpPr>
          <a:xfrm>
            <a:off x="6348319" y="4936097"/>
            <a:ext cx="2661899" cy="1319944"/>
            <a:chOff x="6348319" y="4936097"/>
            <a:chExt cx="2661899" cy="1319944"/>
          </a:xfrm>
        </p:grpSpPr>
        <p:sp>
          <p:nvSpPr>
            <p:cNvPr id="6286" name="Google Shape;6286;p100"/>
            <p:cNvSpPr/>
            <p:nvPr/>
          </p:nvSpPr>
          <p:spPr>
            <a:xfrm>
              <a:off x="6348319" y="4936097"/>
              <a:ext cx="2447925" cy="577850"/>
            </a:xfrm>
            <a:custGeom>
              <a:rect b="b" l="l" r="r" t="t"/>
              <a:pathLst>
                <a:path extrusionOk="0" h="364" w="1542">
                  <a:moveTo>
                    <a:pt x="839" y="8"/>
                  </a:moveTo>
                  <a:lnTo>
                    <a:pt x="0" y="364"/>
                  </a:lnTo>
                  <a:lnTo>
                    <a:pt x="1542" y="364"/>
                  </a:lnTo>
                  <a:lnTo>
                    <a:pt x="1127" y="0"/>
                  </a:lnTo>
                  <a:lnTo>
                    <a:pt x="839" y="8"/>
                  </a:lnTo>
                  <a:close/>
                </a:path>
              </a:pathLst>
            </a:custGeom>
            <a:gradFill>
              <a:gsLst>
                <a:gs pos="0">
                  <a:srgbClr val="969696"/>
                </a:gs>
                <a:gs pos="100000">
                  <a:srgbClr val="FFFFFF"/>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6287" name="Google Shape;6287;p100"/>
            <p:cNvGrpSpPr/>
            <p:nvPr/>
          </p:nvGrpSpPr>
          <p:grpSpPr>
            <a:xfrm>
              <a:off x="6463868" y="5333703"/>
              <a:ext cx="2546350" cy="922338"/>
              <a:chOff x="679" y="3270"/>
              <a:chExt cx="1604" cy="581"/>
            </a:xfrm>
          </p:grpSpPr>
          <p:sp>
            <p:nvSpPr>
              <p:cNvPr id="6288" name="Google Shape;6288;p100"/>
              <p:cNvSpPr/>
              <p:nvPr/>
            </p:nvSpPr>
            <p:spPr>
              <a:xfrm>
                <a:off x="710" y="3296"/>
                <a:ext cx="1533" cy="55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89" name="Google Shape;6289;p100"/>
              <p:cNvSpPr txBox="1"/>
              <p:nvPr/>
            </p:nvSpPr>
            <p:spPr>
              <a:xfrm>
                <a:off x="679" y="3270"/>
                <a:ext cx="1604" cy="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400">
                    <a:solidFill>
                      <a:srgbClr val="000000"/>
                    </a:solidFill>
                    <a:latin typeface="Arial"/>
                    <a:ea typeface="Arial"/>
                    <a:cs typeface="Arial"/>
                    <a:sym typeface="Arial"/>
                  </a:rPr>
                  <a:t>  in         out                 out</a:t>
                </a:r>
                <a:endParaRPr/>
              </a:p>
              <a:p>
                <a:pPr indent="0" lvl="0" marL="0" marR="0" rtl="0" algn="l">
                  <a:spcBef>
                    <a:spcPts val="0"/>
                  </a:spcBef>
                  <a:spcAft>
                    <a:spcPts val="0"/>
                  </a:spcAft>
                  <a:buNone/>
                </a:pPr>
                <a:r>
                  <a:rPr i="0" lang="en-US" sz="1400">
                    <a:solidFill>
                      <a:srgbClr val="000000"/>
                    </a:solidFill>
                    <a:latin typeface="Arial"/>
                    <a:ea typeface="Arial"/>
                    <a:cs typeface="Arial"/>
                    <a:sym typeface="Arial"/>
                  </a:rPr>
                  <a:t>label     label   dest    interface</a:t>
                </a:r>
                <a:endParaRPr/>
              </a:p>
            </p:txBody>
          </p:sp>
          <p:cxnSp>
            <p:nvCxnSpPr>
              <p:cNvPr id="6290" name="Google Shape;6290;p100"/>
              <p:cNvCxnSpPr/>
              <p:nvPr/>
            </p:nvCxnSpPr>
            <p:spPr>
              <a:xfrm>
                <a:off x="719" y="3584"/>
                <a:ext cx="1507" cy="0"/>
              </a:xfrm>
              <a:prstGeom prst="straightConnector1">
                <a:avLst/>
              </a:prstGeom>
              <a:noFill/>
              <a:ln cap="flat" cmpd="sng" w="9525">
                <a:solidFill>
                  <a:schemeClr val="dk1"/>
                </a:solidFill>
                <a:prstDash val="solid"/>
                <a:round/>
                <a:headEnd len="med" w="med" type="none"/>
                <a:tailEnd len="med" w="med" type="none"/>
              </a:ln>
            </p:spPr>
          </p:cxnSp>
          <p:sp>
            <p:nvSpPr>
              <p:cNvPr id="6291" name="Google Shape;6291;p100"/>
              <p:cNvSpPr txBox="1"/>
              <p:nvPr/>
            </p:nvSpPr>
            <p:spPr>
              <a:xfrm>
                <a:off x="730" y="3588"/>
                <a:ext cx="1500"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000000"/>
                    </a:solidFill>
                    <a:latin typeface="Arial"/>
                    <a:ea typeface="Arial"/>
                    <a:cs typeface="Arial"/>
                    <a:sym typeface="Arial"/>
                  </a:rPr>
                  <a:t> 6        -      A       0</a:t>
                </a:r>
                <a:endParaRPr/>
              </a:p>
            </p:txBody>
          </p:sp>
          <p:cxnSp>
            <p:nvCxnSpPr>
              <p:cNvPr id="6292" name="Google Shape;6292;p100"/>
              <p:cNvCxnSpPr/>
              <p:nvPr/>
            </p:nvCxnSpPr>
            <p:spPr>
              <a:xfrm>
                <a:off x="1042" y="3303"/>
                <a:ext cx="1" cy="542"/>
              </a:xfrm>
              <a:prstGeom prst="straightConnector1">
                <a:avLst/>
              </a:prstGeom>
              <a:noFill/>
              <a:ln cap="flat" cmpd="sng" w="9525">
                <a:solidFill>
                  <a:schemeClr val="dk1"/>
                </a:solidFill>
                <a:prstDash val="solid"/>
                <a:round/>
                <a:headEnd len="med" w="med" type="none"/>
                <a:tailEnd len="med" w="med" type="none"/>
              </a:ln>
            </p:spPr>
          </p:cxnSp>
          <p:cxnSp>
            <p:nvCxnSpPr>
              <p:cNvPr id="6293" name="Google Shape;6293;p100"/>
              <p:cNvCxnSpPr/>
              <p:nvPr/>
            </p:nvCxnSpPr>
            <p:spPr>
              <a:xfrm>
                <a:off x="1426" y="3306"/>
                <a:ext cx="1" cy="542"/>
              </a:xfrm>
              <a:prstGeom prst="straightConnector1">
                <a:avLst/>
              </a:prstGeom>
              <a:noFill/>
              <a:ln cap="flat" cmpd="sng" w="9525">
                <a:solidFill>
                  <a:schemeClr val="dk1"/>
                </a:solidFill>
                <a:prstDash val="solid"/>
                <a:round/>
                <a:headEnd len="med" w="med" type="none"/>
                <a:tailEnd len="med" w="med" type="none"/>
              </a:ln>
            </p:spPr>
          </p:cxnSp>
          <p:cxnSp>
            <p:nvCxnSpPr>
              <p:cNvPr id="6294" name="Google Shape;6294;p100"/>
              <p:cNvCxnSpPr/>
              <p:nvPr/>
            </p:nvCxnSpPr>
            <p:spPr>
              <a:xfrm>
                <a:off x="1750" y="3309"/>
                <a:ext cx="1" cy="542"/>
              </a:xfrm>
              <a:prstGeom prst="straightConnector1">
                <a:avLst/>
              </a:prstGeom>
              <a:noFill/>
              <a:ln cap="flat" cmpd="sng" w="9525">
                <a:solidFill>
                  <a:schemeClr val="dk1"/>
                </a:solidFill>
                <a:prstDash val="solid"/>
                <a:round/>
                <a:headEnd len="med" w="med" type="none"/>
                <a:tailEnd len="med" w="med" type="none"/>
              </a:ln>
            </p:spPr>
          </p:cxnSp>
        </p:grpSp>
      </p:grpSp>
      <p:grpSp>
        <p:nvGrpSpPr>
          <p:cNvPr id="6295" name="Google Shape;6295;p100"/>
          <p:cNvGrpSpPr/>
          <p:nvPr/>
        </p:nvGrpSpPr>
        <p:grpSpPr>
          <a:xfrm>
            <a:off x="6341409" y="1863350"/>
            <a:ext cx="2622550" cy="1714500"/>
            <a:chOff x="6341409" y="1863350"/>
            <a:chExt cx="2622550" cy="1714500"/>
          </a:xfrm>
        </p:grpSpPr>
        <p:sp>
          <p:nvSpPr>
            <p:cNvPr id="6296" name="Google Shape;6296;p100"/>
            <p:cNvSpPr/>
            <p:nvPr/>
          </p:nvSpPr>
          <p:spPr>
            <a:xfrm>
              <a:off x="6341409" y="3066675"/>
              <a:ext cx="2589213" cy="511175"/>
            </a:xfrm>
            <a:custGeom>
              <a:rect b="b" l="l" r="r" t="t"/>
              <a:pathLst>
                <a:path extrusionOk="0" h="322" w="1631">
                  <a:moveTo>
                    <a:pt x="123" y="322"/>
                  </a:moveTo>
                  <a:lnTo>
                    <a:pt x="1631" y="0"/>
                  </a:lnTo>
                  <a:lnTo>
                    <a:pt x="89" y="0"/>
                  </a:lnTo>
                  <a:lnTo>
                    <a:pt x="0" y="300"/>
                  </a:lnTo>
                  <a:lnTo>
                    <a:pt x="123" y="322"/>
                  </a:lnTo>
                  <a:close/>
                </a:path>
              </a:pathLst>
            </a:custGeom>
            <a:gradFill>
              <a:gsLst>
                <a:gs pos="0">
                  <a:srgbClr val="FFFFFF"/>
                </a:gs>
                <a:gs pos="100000">
                  <a:srgbClr val="969696"/>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6297" name="Google Shape;6297;p100"/>
            <p:cNvGrpSpPr/>
            <p:nvPr/>
          </p:nvGrpSpPr>
          <p:grpSpPr>
            <a:xfrm>
              <a:off x="6417609" y="1863350"/>
              <a:ext cx="2546350" cy="1239838"/>
              <a:chOff x="3494" y="291"/>
              <a:chExt cx="1604" cy="781"/>
            </a:xfrm>
          </p:grpSpPr>
          <p:sp>
            <p:nvSpPr>
              <p:cNvPr id="6298" name="Google Shape;6298;p100"/>
              <p:cNvSpPr/>
              <p:nvPr/>
            </p:nvSpPr>
            <p:spPr>
              <a:xfrm>
                <a:off x="3525" y="317"/>
                <a:ext cx="1533" cy="745"/>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99" name="Google Shape;6299;p100"/>
              <p:cNvSpPr txBox="1"/>
              <p:nvPr/>
            </p:nvSpPr>
            <p:spPr>
              <a:xfrm>
                <a:off x="3494" y="291"/>
                <a:ext cx="1604" cy="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400">
                    <a:solidFill>
                      <a:srgbClr val="000000"/>
                    </a:solidFill>
                    <a:latin typeface="Arial"/>
                    <a:ea typeface="Arial"/>
                    <a:cs typeface="Arial"/>
                    <a:sym typeface="Arial"/>
                  </a:rPr>
                  <a:t>  in         out                 out</a:t>
                </a:r>
                <a:endParaRPr/>
              </a:p>
              <a:p>
                <a:pPr indent="0" lvl="0" marL="0" marR="0" rtl="0" algn="l">
                  <a:spcBef>
                    <a:spcPts val="0"/>
                  </a:spcBef>
                  <a:spcAft>
                    <a:spcPts val="0"/>
                  </a:spcAft>
                  <a:buNone/>
                </a:pPr>
                <a:r>
                  <a:rPr i="0" lang="en-US" sz="1400">
                    <a:solidFill>
                      <a:srgbClr val="000000"/>
                    </a:solidFill>
                    <a:latin typeface="Arial"/>
                    <a:ea typeface="Arial"/>
                    <a:cs typeface="Arial"/>
                    <a:sym typeface="Arial"/>
                  </a:rPr>
                  <a:t>label     label   dest    interface</a:t>
                </a:r>
                <a:endParaRPr/>
              </a:p>
            </p:txBody>
          </p:sp>
          <p:cxnSp>
            <p:nvCxnSpPr>
              <p:cNvPr id="6300" name="Google Shape;6300;p100"/>
              <p:cNvCxnSpPr/>
              <p:nvPr/>
            </p:nvCxnSpPr>
            <p:spPr>
              <a:xfrm>
                <a:off x="3534" y="605"/>
                <a:ext cx="1507" cy="0"/>
              </a:xfrm>
              <a:prstGeom prst="straightConnector1">
                <a:avLst/>
              </a:prstGeom>
              <a:noFill/>
              <a:ln cap="flat" cmpd="sng" w="9525">
                <a:solidFill>
                  <a:schemeClr val="dk1"/>
                </a:solidFill>
                <a:prstDash val="solid"/>
                <a:round/>
                <a:headEnd len="med" w="med" type="none"/>
                <a:tailEnd len="med" w="med" type="none"/>
              </a:ln>
            </p:spPr>
          </p:cxnSp>
          <p:sp>
            <p:nvSpPr>
              <p:cNvPr id="6301" name="Google Shape;6301;p100"/>
              <p:cNvSpPr txBox="1"/>
              <p:nvPr/>
            </p:nvSpPr>
            <p:spPr>
              <a:xfrm>
                <a:off x="3545" y="609"/>
                <a:ext cx="1500"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000000"/>
                    </a:solidFill>
                    <a:latin typeface="Arial"/>
                    <a:ea typeface="Arial"/>
                    <a:cs typeface="Arial"/>
                    <a:sym typeface="Arial"/>
                  </a:rPr>
                  <a:t>10      6      A       1</a:t>
                </a:r>
                <a:endParaRPr/>
              </a:p>
            </p:txBody>
          </p:sp>
          <p:cxnSp>
            <p:nvCxnSpPr>
              <p:cNvPr id="6302" name="Google Shape;6302;p100"/>
              <p:cNvCxnSpPr/>
              <p:nvPr/>
            </p:nvCxnSpPr>
            <p:spPr>
              <a:xfrm>
                <a:off x="3857" y="324"/>
                <a:ext cx="1" cy="737"/>
              </a:xfrm>
              <a:prstGeom prst="straightConnector1">
                <a:avLst/>
              </a:prstGeom>
              <a:noFill/>
              <a:ln cap="flat" cmpd="sng" w="9525">
                <a:solidFill>
                  <a:schemeClr val="dk1"/>
                </a:solidFill>
                <a:prstDash val="solid"/>
                <a:round/>
                <a:headEnd len="med" w="med" type="none"/>
                <a:tailEnd len="med" w="med" type="none"/>
              </a:ln>
            </p:spPr>
          </p:cxnSp>
          <p:sp>
            <p:nvSpPr>
              <p:cNvPr id="6303" name="Google Shape;6303;p100"/>
              <p:cNvSpPr txBox="1"/>
              <p:nvPr/>
            </p:nvSpPr>
            <p:spPr>
              <a:xfrm>
                <a:off x="3540" y="830"/>
                <a:ext cx="1500"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000000"/>
                    </a:solidFill>
                    <a:latin typeface="Arial"/>
                    <a:ea typeface="Arial"/>
                    <a:cs typeface="Arial"/>
                    <a:sym typeface="Arial"/>
                  </a:rPr>
                  <a:t>12      9      D       0</a:t>
                </a:r>
                <a:endParaRPr/>
              </a:p>
            </p:txBody>
          </p:sp>
          <p:cxnSp>
            <p:nvCxnSpPr>
              <p:cNvPr id="6304" name="Google Shape;6304;p100"/>
              <p:cNvCxnSpPr/>
              <p:nvPr/>
            </p:nvCxnSpPr>
            <p:spPr>
              <a:xfrm>
                <a:off x="4215" y="335"/>
                <a:ext cx="1" cy="737"/>
              </a:xfrm>
              <a:prstGeom prst="straightConnector1">
                <a:avLst/>
              </a:prstGeom>
              <a:noFill/>
              <a:ln cap="flat" cmpd="sng" w="9525">
                <a:solidFill>
                  <a:schemeClr val="dk1"/>
                </a:solidFill>
                <a:prstDash val="solid"/>
                <a:round/>
                <a:headEnd len="med" w="med" type="none"/>
                <a:tailEnd len="med" w="med" type="none"/>
              </a:ln>
            </p:spPr>
          </p:cxnSp>
          <p:cxnSp>
            <p:nvCxnSpPr>
              <p:cNvPr id="6305" name="Google Shape;6305;p100"/>
              <p:cNvCxnSpPr/>
              <p:nvPr/>
            </p:nvCxnSpPr>
            <p:spPr>
              <a:xfrm>
                <a:off x="4573" y="329"/>
                <a:ext cx="1" cy="737"/>
              </a:xfrm>
              <a:prstGeom prst="straightConnector1">
                <a:avLst/>
              </a:prstGeom>
              <a:noFill/>
              <a:ln cap="flat" cmpd="sng" w="9525">
                <a:solidFill>
                  <a:schemeClr val="dk1"/>
                </a:solidFill>
                <a:prstDash val="solid"/>
                <a:round/>
                <a:headEnd len="med" w="med" type="none"/>
                <a:tailEnd len="med" w="med" type="none"/>
              </a:ln>
            </p:spPr>
          </p:cxnSp>
        </p:grpSp>
      </p:grpSp>
      <p:grpSp>
        <p:nvGrpSpPr>
          <p:cNvPr id="6306" name="Google Shape;6306;p100"/>
          <p:cNvGrpSpPr/>
          <p:nvPr/>
        </p:nvGrpSpPr>
        <p:grpSpPr>
          <a:xfrm>
            <a:off x="3571782" y="4888472"/>
            <a:ext cx="2546350" cy="1304925"/>
            <a:chOff x="3571782" y="4888472"/>
            <a:chExt cx="2546350" cy="1304925"/>
          </a:xfrm>
        </p:grpSpPr>
        <p:sp>
          <p:nvSpPr>
            <p:cNvPr id="6307" name="Google Shape;6307;p100"/>
            <p:cNvSpPr/>
            <p:nvPr/>
          </p:nvSpPr>
          <p:spPr>
            <a:xfrm>
              <a:off x="3609882" y="4888472"/>
              <a:ext cx="2462212" cy="419100"/>
            </a:xfrm>
            <a:custGeom>
              <a:rect b="b" l="l" r="r" t="t"/>
              <a:pathLst>
                <a:path extrusionOk="0" h="264" w="1551">
                  <a:moveTo>
                    <a:pt x="1263" y="8"/>
                  </a:moveTo>
                  <a:lnTo>
                    <a:pt x="0" y="264"/>
                  </a:lnTo>
                  <a:lnTo>
                    <a:pt x="1536" y="264"/>
                  </a:lnTo>
                  <a:lnTo>
                    <a:pt x="1551" y="0"/>
                  </a:lnTo>
                  <a:lnTo>
                    <a:pt x="1263" y="8"/>
                  </a:lnTo>
                  <a:close/>
                </a:path>
              </a:pathLst>
            </a:custGeom>
            <a:gradFill>
              <a:gsLst>
                <a:gs pos="0">
                  <a:srgbClr val="969696"/>
                </a:gs>
                <a:gs pos="100000">
                  <a:srgbClr val="FFFFFF"/>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6308" name="Google Shape;6308;p100"/>
            <p:cNvGrpSpPr/>
            <p:nvPr/>
          </p:nvGrpSpPr>
          <p:grpSpPr>
            <a:xfrm>
              <a:off x="3571782" y="5271059"/>
              <a:ext cx="2546350" cy="922338"/>
              <a:chOff x="679" y="3270"/>
              <a:chExt cx="1604" cy="581"/>
            </a:xfrm>
          </p:grpSpPr>
          <p:sp>
            <p:nvSpPr>
              <p:cNvPr id="6309" name="Google Shape;6309;p100"/>
              <p:cNvSpPr/>
              <p:nvPr/>
            </p:nvSpPr>
            <p:spPr>
              <a:xfrm>
                <a:off x="710" y="3296"/>
                <a:ext cx="1533" cy="55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10" name="Google Shape;6310;p100"/>
              <p:cNvSpPr txBox="1"/>
              <p:nvPr/>
            </p:nvSpPr>
            <p:spPr>
              <a:xfrm>
                <a:off x="679" y="3270"/>
                <a:ext cx="1604" cy="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400">
                    <a:solidFill>
                      <a:srgbClr val="000000"/>
                    </a:solidFill>
                    <a:latin typeface="Arial"/>
                    <a:ea typeface="Arial"/>
                    <a:cs typeface="Arial"/>
                    <a:sym typeface="Arial"/>
                  </a:rPr>
                  <a:t>  in         out                 out</a:t>
                </a:r>
                <a:endParaRPr/>
              </a:p>
              <a:p>
                <a:pPr indent="0" lvl="0" marL="0" marR="0" rtl="0" algn="l">
                  <a:spcBef>
                    <a:spcPts val="0"/>
                  </a:spcBef>
                  <a:spcAft>
                    <a:spcPts val="0"/>
                  </a:spcAft>
                  <a:buNone/>
                </a:pPr>
                <a:r>
                  <a:rPr i="0" lang="en-US" sz="1400">
                    <a:solidFill>
                      <a:srgbClr val="000000"/>
                    </a:solidFill>
                    <a:latin typeface="Arial"/>
                    <a:ea typeface="Arial"/>
                    <a:cs typeface="Arial"/>
                    <a:sym typeface="Arial"/>
                  </a:rPr>
                  <a:t>label     label   dest    interface</a:t>
                </a:r>
                <a:endParaRPr/>
              </a:p>
            </p:txBody>
          </p:sp>
          <p:cxnSp>
            <p:nvCxnSpPr>
              <p:cNvPr id="6311" name="Google Shape;6311;p100"/>
              <p:cNvCxnSpPr/>
              <p:nvPr/>
            </p:nvCxnSpPr>
            <p:spPr>
              <a:xfrm>
                <a:off x="719" y="3584"/>
                <a:ext cx="1507" cy="0"/>
              </a:xfrm>
              <a:prstGeom prst="straightConnector1">
                <a:avLst/>
              </a:prstGeom>
              <a:noFill/>
              <a:ln cap="flat" cmpd="sng" w="9525">
                <a:solidFill>
                  <a:schemeClr val="dk1"/>
                </a:solidFill>
                <a:prstDash val="solid"/>
                <a:round/>
                <a:headEnd len="med" w="med" type="none"/>
                <a:tailEnd len="med" w="med" type="none"/>
              </a:ln>
            </p:spPr>
          </p:cxnSp>
          <p:sp>
            <p:nvSpPr>
              <p:cNvPr id="6312" name="Google Shape;6312;p100"/>
              <p:cNvSpPr txBox="1"/>
              <p:nvPr/>
            </p:nvSpPr>
            <p:spPr>
              <a:xfrm>
                <a:off x="730" y="3588"/>
                <a:ext cx="1500"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000000"/>
                    </a:solidFill>
                    <a:latin typeface="Arial"/>
                    <a:ea typeface="Arial"/>
                    <a:cs typeface="Arial"/>
                    <a:sym typeface="Arial"/>
                  </a:rPr>
                  <a:t> 8        6      A       0</a:t>
                </a:r>
                <a:endParaRPr/>
              </a:p>
            </p:txBody>
          </p:sp>
          <p:cxnSp>
            <p:nvCxnSpPr>
              <p:cNvPr id="6313" name="Google Shape;6313;p100"/>
              <p:cNvCxnSpPr/>
              <p:nvPr/>
            </p:nvCxnSpPr>
            <p:spPr>
              <a:xfrm>
                <a:off x="1042" y="3303"/>
                <a:ext cx="1" cy="542"/>
              </a:xfrm>
              <a:prstGeom prst="straightConnector1">
                <a:avLst/>
              </a:prstGeom>
              <a:noFill/>
              <a:ln cap="flat" cmpd="sng" w="9525">
                <a:solidFill>
                  <a:schemeClr val="dk1"/>
                </a:solidFill>
                <a:prstDash val="solid"/>
                <a:round/>
                <a:headEnd len="med" w="med" type="none"/>
                <a:tailEnd len="med" w="med" type="none"/>
              </a:ln>
            </p:spPr>
          </p:cxnSp>
          <p:cxnSp>
            <p:nvCxnSpPr>
              <p:cNvPr id="6314" name="Google Shape;6314;p100"/>
              <p:cNvCxnSpPr/>
              <p:nvPr/>
            </p:nvCxnSpPr>
            <p:spPr>
              <a:xfrm>
                <a:off x="1426" y="3306"/>
                <a:ext cx="1" cy="542"/>
              </a:xfrm>
              <a:prstGeom prst="straightConnector1">
                <a:avLst/>
              </a:prstGeom>
              <a:noFill/>
              <a:ln cap="flat" cmpd="sng" w="9525">
                <a:solidFill>
                  <a:schemeClr val="dk1"/>
                </a:solidFill>
                <a:prstDash val="solid"/>
                <a:round/>
                <a:headEnd len="med" w="med" type="none"/>
                <a:tailEnd len="med" w="med" type="none"/>
              </a:ln>
            </p:spPr>
          </p:cxnSp>
          <p:cxnSp>
            <p:nvCxnSpPr>
              <p:cNvPr id="6315" name="Google Shape;6315;p100"/>
              <p:cNvCxnSpPr/>
              <p:nvPr/>
            </p:nvCxnSpPr>
            <p:spPr>
              <a:xfrm>
                <a:off x="1750" y="3309"/>
                <a:ext cx="1" cy="542"/>
              </a:xfrm>
              <a:prstGeom prst="straightConnector1">
                <a:avLst/>
              </a:prstGeom>
              <a:noFill/>
              <a:ln cap="flat" cmpd="sng" w="9525">
                <a:solidFill>
                  <a:schemeClr val="dk1"/>
                </a:solidFill>
                <a:prstDash val="solid"/>
                <a:round/>
                <a:headEnd len="med" w="med" type="none"/>
                <a:tailEnd len="med" w="med" type="none"/>
              </a:ln>
            </p:spPr>
          </p:cxnSp>
        </p:grpSp>
      </p:grpSp>
      <p:grpSp>
        <p:nvGrpSpPr>
          <p:cNvPr id="6316" name="Google Shape;6316;p100"/>
          <p:cNvGrpSpPr/>
          <p:nvPr/>
        </p:nvGrpSpPr>
        <p:grpSpPr>
          <a:xfrm>
            <a:off x="3582334" y="1260100"/>
            <a:ext cx="2546350" cy="2295525"/>
            <a:chOff x="1793875" y="1609725"/>
            <a:chExt cx="2546350" cy="2295525"/>
          </a:xfrm>
        </p:grpSpPr>
        <p:sp>
          <p:nvSpPr>
            <p:cNvPr id="6317" name="Google Shape;6317;p100"/>
            <p:cNvSpPr/>
            <p:nvPr/>
          </p:nvSpPr>
          <p:spPr>
            <a:xfrm>
              <a:off x="1884363" y="3106738"/>
              <a:ext cx="2433637" cy="798512"/>
            </a:xfrm>
            <a:custGeom>
              <a:rect b="b" l="l" r="r" t="t"/>
              <a:pathLst>
                <a:path extrusionOk="0" h="503" w="1533">
                  <a:moveTo>
                    <a:pt x="808" y="503"/>
                  </a:moveTo>
                  <a:lnTo>
                    <a:pt x="1533" y="0"/>
                  </a:lnTo>
                  <a:lnTo>
                    <a:pt x="0" y="0"/>
                  </a:lnTo>
                  <a:lnTo>
                    <a:pt x="685" y="481"/>
                  </a:lnTo>
                  <a:lnTo>
                    <a:pt x="808" y="503"/>
                  </a:lnTo>
                  <a:close/>
                </a:path>
              </a:pathLst>
            </a:custGeom>
            <a:gradFill>
              <a:gsLst>
                <a:gs pos="0">
                  <a:srgbClr val="FFFFFF"/>
                </a:gs>
                <a:gs pos="100000">
                  <a:srgbClr val="969696"/>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18" name="Google Shape;6318;p100"/>
            <p:cNvSpPr/>
            <p:nvPr/>
          </p:nvSpPr>
          <p:spPr>
            <a:xfrm>
              <a:off x="1843088" y="1651000"/>
              <a:ext cx="2433637" cy="14351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19" name="Google Shape;6319;p100"/>
            <p:cNvSpPr txBox="1"/>
            <p:nvPr/>
          </p:nvSpPr>
          <p:spPr>
            <a:xfrm>
              <a:off x="1793875" y="1609725"/>
              <a:ext cx="254635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400">
                  <a:solidFill>
                    <a:srgbClr val="000000"/>
                  </a:solidFill>
                  <a:latin typeface="Arial"/>
                  <a:ea typeface="Arial"/>
                  <a:cs typeface="Arial"/>
                  <a:sym typeface="Arial"/>
                </a:rPr>
                <a:t>  in         out                 out</a:t>
              </a:r>
              <a:endParaRPr/>
            </a:p>
            <a:p>
              <a:pPr indent="0" lvl="0" marL="0" marR="0" rtl="0" algn="l">
                <a:spcBef>
                  <a:spcPts val="0"/>
                </a:spcBef>
                <a:spcAft>
                  <a:spcPts val="0"/>
                </a:spcAft>
                <a:buNone/>
              </a:pPr>
              <a:r>
                <a:rPr i="0" lang="en-US" sz="1400">
                  <a:solidFill>
                    <a:srgbClr val="000000"/>
                  </a:solidFill>
                  <a:latin typeface="Arial"/>
                  <a:ea typeface="Arial"/>
                  <a:cs typeface="Arial"/>
                  <a:sym typeface="Arial"/>
                </a:rPr>
                <a:t>label     label   dest    interface</a:t>
              </a:r>
              <a:endParaRPr/>
            </a:p>
          </p:txBody>
        </p:sp>
        <p:cxnSp>
          <p:nvCxnSpPr>
            <p:cNvPr id="6320" name="Google Shape;6320;p100"/>
            <p:cNvCxnSpPr/>
            <p:nvPr/>
          </p:nvCxnSpPr>
          <p:spPr>
            <a:xfrm>
              <a:off x="1857375" y="2108200"/>
              <a:ext cx="2392363" cy="0"/>
            </a:xfrm>
            <a:prstGeom prst="straightConnector1">
              <a:avLst/>
            </a:prstGeom>
            <a:noFill/>
            <a:ln cap="flat" cmpd="sng" w="9525">
              <a:solidFill>
                <a:schemeClr val="dk1"/>
              </a:solidFill>
              <a:prstDash val="solid"/>
              <a:round/>
              <a:headEnd len="med" w="med" type="none"/>
              <a:tailEnd len="med" w="med" type="none"/>
            </a:ln>
          </p:spPr>
        </p:cxnSp>
        <p:sp>
          <p:nvSpPr>
            <p:cNvPr id="6321" name="Google Shape;6321;p100"/>
            <p:cNvSpPr txBox="1"/>
            <p:nvPr/>
          </p:nvSpPr>
          <p:spPr>
            <a:xfrm>
              <a:off x="1874838" y="2114550"/>
              <a:ext cx="23812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000000"/>
                  </a:solidFill>
                  <a:latin typeface="Arial"/>
                  <a:ea typeface="Arial"/>
                  <a:cs typeface="Arial"/>
                  <a:sym typeface="Arial"/>
                </a:rPr>
                <a:t>        10      A       0</a:t>
              </a:r>
              <a:endParaRPr/>
            </a:p>
          </p:txBody>
        </p:sp>
        <p:cxnSp>
          <p:nvCxnSpPr>
            <p:cNvPr id="6322" name="Google Shape;6322;p100"/>
            <p:cNvCxnSpPr/>
            <p:nvPr/>
          </p:nvCxnSpPr>
          <p:spPr>
            <a:xfrm>
              <a:off x="2370138" y="1662113"/>
              <a:ext cx="1587" cy="1412875"/>
            </a:xfrm>
            <a:prstGeom prst="straightConnector1">
              <a:avLst/>
            </a:prstGeom>
            <a:noFill/>
            <a:ln cap="flat" cmpd="sng" w="9525">
              <a:solidFill>
                <a:schemeClr val="dk1"/>
              </a:solidFill>
              <a:prstDash val="solid"/>
              <a:round/>
              <a:headEnd len="med" w="med" type="none"/>
              <a:tailEnd len="med" w="med" type="none"/>
            </a:ln>
          </p:spPr>
        </p:cxnSp>
        <p:sp>
          <p:nvSpPr>
            <p:cNvPr id="6323" name="Google Shape;6323;p100"/>
            <p:cNvSpPr txBox="1"/>
            <p:nvPr/>
          </p:nvSpPr>
          <p:spPr>
            <a:xfrm>
              <a:off x="1865313" y="2455863"/>
              <a:ext cx="238125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000000"/>
                  </a:solidFill>
                  <a:latin typeface="Arial"/>
                  <a:ea typeface="Arial"/>
                  <a:cs typeface="Arial"/>
                  <a:sym typeface="Arial"/>
                </a:rPr>
                <a:t>        12      D       0</a:t>
              </a:r>
              <a:endParaRPr/>
            </a:p>
          </p:txBody>
        </p:sp>
        <p:cxnSp>
          <p:nvCxnSpPr>
            <p:cNvPr id="6324" name="Google Shape;6324;p100"/>
            <p:cNvCxnSpPr/>
            <p:nvPr/>
          </p:nvCxnSpPr>
          <p:spPr>
            <a:xfrm>
              <a:off x="2938463" y="1658938"/>
              <a:ext cx="1587" cy="1422400"/>
            </a:xfrm>
            <a:prstGeom prst="straightConnector1">
              <a:avLst/>
            </a:prstGeom>
            <a:noFill/>
            <a:ln cap="flat" cmpd="sng" w="9525">
              <a:solidFill>
                <a:schemeClr val="dk1"/>
              </a:solidFill>
              <a:prstDash val="solid"/>
              <a:round/>
              <a:headEnd len="med" w="med" type="none"/>
              <a:tailEnd len="med" w="med" type="none"/>
            </a:ln>
          </p:spPr>
        </p:cxnSp>
        <p:cxnSp>
          <p:nvCxnSpPr>
            <p:cNvPr id="6325" name="Google Shape;6325;p100"/>
            <p:cNvCxnSpPr/>
            <p:nvPr/>
          </p:nvCxnSpPr>
          <p:spPr>
            <a:xfrm>
              <a:off x="3506788" y="1670050"/>
              <a:ext cx="1587" cy="1401763"/>
            </a:xfrm>
            <a:prstGeom prst="straightConnector1">
              <a:avLst/>
            </a:prstGeom>
            <a:noFill/>
            <a:ln cap="flat" cmpd="sng" w="9525">
              <a:solidFill>
                <a:schemeClr val="dk1"/>
              </a:solidFill>
              <a:prstDash val="solid"/>
              <a:round/>
              <a:headEnd len="med" w="med" type="none"/>
              <a:tailEnd len="med" w="med" type="none"/>
            </a:ln>
          </p:spPr>
        </p:cxnSp>
        <p:sp>
          <p:nvSpPr>
            <p:cNvPr id="6326" name="Google Shape;6326;p100"/>
            <p:cNvSpPr txBox="1"/>
            <p:nvPr/>
          </p:nvSpPr>
          <p:spPr>
            <a:xfrm>
              <a:off x="1847850" y="2757488"/>
              <a:ext cx="238125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000000"/>
                  </a:solidFill>
                  <a:latin typeface="Arial"/>
                  <a:ea typeface="Arial"/>
                  <a:cs typeface="Arial"/>
                  <a:sym typeface="Arial"/>
                </a:rPr>
                <a:t>          8      A       1</a:t>
              </a:r>
              <a:endParaRPr/>
            </a:p>
          </p:txBody>
        </p:sp>
      </p:grpSp>
      <p:grpSp>
        <p:nvGrpSpPr>
          <p:cNvPr id="6327" name="Google Shape;6327;p100"/>
          <p:cNvGrpSpPr/>
          <p:nvPr/>
        </p:nvGrpSpPr>
        <p:grpSpPr>
          <a:xfrm>
            <a:off x="3005471" y="2904563"/>
            <a:ext cx="6187647" cy="2441483"/>
            <a:chOff x="2992024" y="3375211"/>
            <a:chExt cx="6187647" cy="2441483"/>
          </a:xfrm>
        </p:grpSpPr>
        <p:grpSp>
          <p:nvGrpSpPr>
            <p:cNvPr id="6328" name="Google Shape;6328;p100"/>
            <p:cNvGrpSpPr/>
            <p:nvPr/>
          </p:nvGrpSpPr>
          <p:grpSpPr>
            <a:xfrm>
              <a:off x="4502577" y="3971363"/>
              <a:ext cx="800044" cy="416858"/>
              <a:chOff x="7493876" y="2774731"/>
              <a:chExt cx="1481958" cy="894622"/>
            </a:xfrm>
          </p:grpSpPr>
          <p:sp>
            <p:nvSpPr>
              <p:cNvPr id="6329" name="Google Shape;6329;p10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7030A0"/>
                  </a:gs>
                  <a:gs pos="21000">
                    <a:schemeClr val="lt1"/>
                  </a:gs>
                  <a:gs pos="60000">
                    <a:srgbClr val="CDBDE8"/>
                  </a:gs>
                  <a:gs pos="100000">
                    <a:srgbClr val="7030A0"/>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330" name="Google Shape;6330;p10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331" name="Google Shape;6331;p100"/>
              <p:cNvGrpSpPr/>
              <p:nvPr/>
            </p:nvGrpSpPr>
            <p:grpSpPr>
              <a:xfrm>
                <a:off x="7713663" y="2848339"/>
                <a:ext cx="1042107" cy="425543"/>
                <a:chOff x="7786941" y="2884917"/>
                <a:chExt cx="897649" cy="353919"/>
              </a:xfrm>
            </p:grpSpPr>
            <p:sp>
              <p:nvSpPr>
                <p:cNvPr id="6332" name="Google Shape;6332;p10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33" name="Google Shape;6333;p10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34" name="Google Shape;6334;p10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35" name="Google Shape;6335;p10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CDBD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336" name="Google Shape;6336;p100"/>
            <p:cNvGrpSpPr/>
            <p:nvPr/>
          </p:nvGrpSpPr>
          <p:grpSpPr>
            <a:xfrm>
              <a:off x="5963122" y="4006616"/>
              <a:ext cx="800044" cy="416858"/>
              <a:chOff x="7493876" y="2774731"/>
              <a:chExt cx="1481958" cy="894622"/>
            </a:xfrm>
          </p:grpSpPr>
          <p:sp>
            <p:nvSpPr>
              <p:cNvPr id="6337" name="Google Shape;6337;p10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7030A0"/>
                  </a:gs>
                  <a:gs pos="21000">
                    <a:schemeClr val="lt1"/>
                  </a:gs>
                  <a:gs pos="60000">
                    <a:srgbClr val="CDBDE8"/>
                  </a:gs>
                  <a:gs pos="100000">
                    <a:srgbClr val="7030A0"/>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338" name="Google Shape;6338;p10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339" name="Google Shape;6339;p100"/>
              <p:cNvGrpSpPr/>
              <p:nvPr/>
            </p:nvGrpSpPr>
            <p:grpSpPr>
              <a:xfrm>
                <a:off x="7713663" y="2848339"/>
                <a:ext cx="1042107" cy="425543"/>
                <a:chOff x="7786941" y="2884917"/>
                <a:chExt cx="897649" cy="353919"/>
              </a:xfrm>
            </p:grpSpPr>
            <p:sp>
              <p:nvSpPr>
                <p:cNvPr id="6340" name="Google Shape;6340;p10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41" name="Google Shape;6341;p10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42" name="Google Shape;6342;p10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43" name="Google Shape;6343;p10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CDBD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344" name="Google Shape;6344;p100"/>
            <p:cNvGrpSpPr/>
            <p:nvPr/>
          </p:nvGrpSpPr>
          <p:grpSpPr>
            <a:xfrm>
              <a:off x="5581851" y="5003023"/>
              <a:ext cx="800044" cy="416858"/>
              <a:chOff x="7493876" y="2774731"/>
              <a:chExt cx="1481958" cy="894622"/>
            </a:xfrm>
          </p:grpSpPr>
          <p:sp>
            <p:nvSpPr>
              <p:cNvPr id="6345" name="Google Shape;6345;p10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7030A0"/>
                  </a:gs>
                  <a:gs pos="21000">
                    <a:schemeClr val="lt1"/>
                  </a:gs>
                  <a:gs pos="60000">
                    <a:srgbClr val="CDBDE8"/>
                  </a:gs>
                  <a:gs pos="100000">
                    <a:srgbClr val="7030A0"/>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346" name="Google Shape;6346;p10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347" name="Google Shape;6347;p100"/>
              <p:cNvGrpSpPr/>
              <p:nvPr/>
            </p:nvGrpSpPr>
            <p:grpSpPr>
              <a:xfrm>
                <a:off x="7713663" y="2848339"/>
                <a:ext cx="1042107" cy="425543"/>
                <a:chOff x="7786941" y="2884917"/>
                <a:chExt cx="897649" cy="353919"/>
              </a:xfrm>
            </p:grpSpPr>
            <p:sp>
              <p:nvSpPr>
                <p:cNvPr id="6348" name="Google Shape;6348;p10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49" name="Google Shape;6349;p10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50" name="Google Shape;6350;p10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51" name="Google Shape;6351;p10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CDBD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352" name="Google Shape;6352;p100"/>
            <p:cNvGrpSpPr/>
            <p:nvPr/>
          </p:nvGrpSpPr>
          <p:grpSpPr>
            <a:xfrm>
              <a:off x="7413364" y="5017556"/>
              <a:ext cx="800044" cy="416858"/>
              <a:chOff x="7493876" y="2774731"/>
              <a:chExt cx="1481958" cy="894622"/>
            </a:xfrm>
          </p:grpSpPr>
          <p:sp>
            <p:nvSpPr>
              <p:cNvPr id="6353" name="Google Shape;6353;p10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7030A0"/>
                  </a:gs>
                  <a:gs pos="21000">
                    <a:schemeClr val="lt1"/>
                  </a:gs>
                  <a:gs pos="60000">
                    <a:srgbClr val="CDBDE8"/>
                  </a:gs>
                  <a:gs pos="100000">
                    <a:srgbClr val="7030A0"/>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354" name="Google Shape;6354;p10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355" name="Google Shape;6355;p100"/>
              <p:cNvGrpSpPr/>
              <p:nvPr/>
            </p:nvGrpSpPr>
            <p:grpSpPr>
              <a:xfrm>
                <a:off x="7713663" y="2848339"/>
                <a:ext cx="1042107" cy="425543"/>
                <a:chOff x="7786941" y="2884917"/>
                <a:chExt cx="897649" cy="353919"/>
              </a:xfrm>
            </p:grpSpPr>
            <p:sp>
              <p:nvSpPr>
                <p:cNvPr id="6356" name="Google Shape;6356;p10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57" name="Google Shape;6357;p10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58" name="Google Shape;6358;p10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59" name="Google Shape;6359;p10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CDBD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cxnSp>
          <p:nvCxnSpPr>
            <p:cNvPr id="6360" name="Google Shape;6360;p100"/>
            <p:cNvCxnSpPr/>
            <p:nvPr/>
          </p:nvCxnSpPr>
          <p:spPr>
            <a:xfrm>
              <a:off x="3748087" y="3588498"/>
              <a:ext cx="752593" cy="580688"/>
            </a:xfrm>
            <a:prstGeom prst="straightConnector1">
              <a:avLst/>
            </a:prstGeom>
            <a:noFill/>
            <a:ln cap="flat" cmpd="sng" w="9525">
              <a:solidFill>
                <a:schemeClr val="dk1"/>
              </a:solidFill>
              <a:prstDash val="solid"/>
              <a:round/>
              <a:headEnd len="med" w="med" type="none"/>
              <a:tailEnd len="med" w="med" type="none"/>
            </a:ln>
          </p:spPr>
        </p:cxnSp>
        <p:cxnSp>
          <p:nvCxnSpPr>
            <p:cNvPr id="6361" name="Google Shape;6361;p100"/>
            <p:cNvCxnSpPr/>
            <p:nvPr/>
          </p:nvCxnSpPr>
          <p:spPr>
            <a:xfrm flipH="1" rot="10800000">
              <a:off x="3809160" y="4247079"/>
              <a:ext cx="688134" cy="234527"/>
            </a:xfrm>
            <a:prstGeom prst="straightConnector1">
              <a:avLst/>
            </a:prstGeom>
            <a:noFill/>
            <a:ln cap="flat" cmpd="sng" w="9525">
              <a:solidFill>
                <a:srgbClr val="000000"/>
              </a:solidFill>
              <a:prstDash val="solid"/>
              <a:round/>
              <a:headEnd len="med" w="med" type="none"/>
              <a:tailEnd len="med" w="med" type="none"/>
            </a:ln>
          </p:spPr>
        </p:cxnSp>
        <p:cxnSp>
          <p:nvCxnSpPr>
            <p:cNvPr id="6362" name="Google Shape;6362;p100"/>
            <p:cNvCxnSpPr/>
            <p:nvPr/>
          </p:nvCxnSpPr>
          <p:spPr>
            <a:xfrm>
              <a:off x="5299716" y="4232686"/>
              <a:ext cx="666750" cy="0"/>
            </a:xfrm>
            <a:prstGeom prst="straightConnector1">
              <a:avLst/>
            </a:prstGeom>
            <a:noFill/>
            <a:ln cap="flat" cmpd="sng" w="9525">
              <a:solidFill>
                <a:srgbClr val="000000"/>
              </a:solidFill>
              <a:prstDash val="solid"/>
              <a:round/>
              <a:headEnd len="med" w="med" type="none"/>
              <a:tailEnd len="med" w="med" type="none"/>
            </a:ln>
          </p:spPr>
        </p:cxnSp>
        <p:cxnSp>
          <p:nvCxnSpPr>
            <p:cNvPr id="6363" name="Google Shape;6363;p100"/>
            <p:cNvCxnSpPr/>
            <p:nvPr/>
          </p:nvCxnSpPr>
          <p:spPr>
            <a:xfrm>
              <a:off x="5091756" y="4368987"/>
              <a:ext cx="607804" cy="677345"/>
            </a:xfrm>
            <a:prstGeom prst="straightConnector1">
              <a:avLst/>
            </a:prstGeom>
            <a:noFill/>
            <a:ln cap="flat" cmpd="sng" w="9525">
              <a:solidFill>
                <a:srgbClr val="000000"/>
              </a:solidFill>
              <a:prstDash val="solid"/>
              <a:round/>
              <a:headEnd len="med" w="med" type="none"/>
              <a:tailEnd len="med" w="med" type="none"/>
            </a:ln>
          </p:spPr>
        </p:cxnSp>
        <p:cxnSp>
          <p:nvCxnSpPr>
            <p:cNvPr id="6364" name="Google Shape;6364;p100"/>
            <p:cNvCxnSpPr/>
            <p:nvPr/>
          </p:nvCxnSpPr>
          <p:spPr>
            <a:xfrm>
              <a:off x="6380909" y="5253974"/>
              <a:ext cx="1038225" cy="0"/>
            </a:xfrm>
            <a:prstGeom prst="straightConnector1">
              <a:avLst/>
            </a:prstGeom>
            <a:noFill/>
            <a:ln cap="flat" cmpd="sng" w="9525">
              <a:solidFill>
                <a:srgbClr val="000000"/>
              </a:solidFill>
              <a:prstDash val="solid"/>
              <a:round/>
              <a:headEnd len="med" w="med" type="none"/>
              <a:tailEnd len="med" w="med" type="none"/>
            </a:ln>
          </p:spPr>
        </p:cxnSp>
        <p:cxnSp>
          <p:nvCxnSpPr>
            <p:cNvPr id="6365" name="Google Shape;6365;p100"/>
            <p:cNvCxnSpPr/>
            <p:nvPr/>
          </p:nvCxnSpPr>
          <p:spPr>
            <a:xfrm>
              <a:off x="6666659" y="4367306"/>
              <a:ext cx="838200" cy="714375"/>
            </a:xfrm>
            <a:prstGeom prst="straightConnector1">
              <a:avLst/>
            </a:prstGeom>
            <a:noFill/>
            <a:ln cap="flat" cmpd="sng" w="9525">
              <a:solidFill>
                <a:srgbClr val="000000"/>
              </a:solidFill>
              <a:prstDash val="solid"/>
              <a:round/>
              <a:headEnd len="med" w="med" type="none"/>
              <a:tailEnd len="med" w="med" type="none"/>
            </a:ln>
          </p:spPr>
        </p:cxnSp>
        <p:cxnSp>
          <p:nvCxnSpPr>
            <p:cNvPr id="6366" name="Google Shape;6366;p100"/>
            <p:cNvCxnSpPr/>
            <p:nvPr/>
          </p:nvCxnSpPr>
          <p:spPr>
            <a:xfrm>
              <a:off x="8208230" y="5272181"/>
              <a:ext cx="701675" cy="0"/>
            </a:xfrm>
            <a:prstGeom prst="straightConnector1">
              <a:avLst/>
            </a:prstGeom>
            <a:noFill/>
            <a:ln cap="flat" cmpd="sng" w="9525">
              <a:solidFill>
                <a:srgbClr val="000000"/>
              </a:solidFill>
              <a:prstDash val="solid"/>
              <a:round/>
              <a:headEnd len="med" w="med" type="none"/>
              <a:tailEnd len="med" w="med" type="none"/>
            </a:ln>
          </p:spPr>
        </p:cxnSp>
        <p:sp>
          <p:nvSpPr>
            <p:cNvPr id="6367" name="Google Shape;6367;p100"/>
            <p:cNvSpPr txBox="1"/>
            <p:nvPr/>
          </p:nvSpPr>
          <p:spPr>
            <a:xfrm>
              <a:off x="5766546" y="5449981"/>
              <a:ext cx="4762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000000"/>
                  </a:solidFill>
                  <a:latin typeface="Arial"/>
                  <a:ea typeface="Arial"/>
                  <a:cs typeface="Arial"/>
                  <a:sym typeface="Arial"/>
                </a:rPr>
                <a:t>R2</a:t>
              </a:r>
              <a:endParaRPr/>
            </a:p>
          </p:txBody>
        </p:sp>
        <p:sp>
          <p:nvSpPr>
            <p:cNvPr id="6368" name="Google Shape;6368;p100"/>
            <p:cNvSpPr txBox="1"/>
            <p:nvPr/>
          </p:nvSpPr>
          <p:spPr>
            <a:xfrm>
              <a:off x="7445169" y="4056897"/>
              <a:ext cx="34925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000000"/>
                  </a:solidFill>
                  <a:latin typeface="Arial"/>
                  <a:ea typeface="Arial"/>
                  <a:cs typeface="Arial"/>
                  <a:sym typeface="Arial"/>
                </a:rPr>
                <a:t>D</a:t>
              </a:r>
              <a:endParaRPr/>
            </a:p>
          </p:txBody>
        </p:sp>
        <p:sp>
          <p:nvSpPr>
            <p:cNvPr id="6369" name="Google Shape;6369;p100"/>
            <p:cNvSpPr txBox="1"/>
            <p:nvPr/>
          </p:nvSpPr>
          <p:spPr>
            <a:xfrm>
              <a:off x="6152309" y="4448269"/>
              <a:ext cx="47625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000000"/>
                  </a:solidFill>
                  <a:latin typeface="Arial"/>
                  <a:ea typeface="Arial"/>
                  <a:cs typeface="Arial"/>
                  <a:sym typeface="Arial"/>
                </a:rPr>
                <a:t>R3</a:t>
              </a:r>
              <a:endParaRPr/>
            </a:p>
          </p:txBody>
        </p:sp>
        <p:sp>
          <p:nvSpPr>
            <p:cNvPr id="6370" name="Google Shape;6370;p100"/>
            <p:cNvSpPr txBox="1"/>
            <p:nvPr/>
          </p:nvSpPr>
          <p:spPr>
            <a:xfrm>
              <a:off x="3229721" y="4684806"/>
              <a:ext cx="4762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000000"/>
                  </a:solidFill>
                  <a:latin typeface="Arial"/>
                  <a:ea typeface="Arial"/>
                  <a:cs typeface="Arial"/>
                  <a:sym typeface="Arial"/>
                </a:rPr>
                <a:t>R5</a:t>
              </a:r>
              <a:endParaRPr/>
            </a:p>
          </p:txBody>
        </p:sp>
        <p:sp>
          <p:nvSpPr>
            <p:cNvPr id="6371" name="Google Shape;6371;p100"/>
            <p:cNvSpPr txBox="1"/>
            <p:nvPr/>
          </p:nvSpPr>
          <p:spPr>
            <a:xfrm>
              <a:off x="8843121" y="5089619"/>
              <a:ext cx="33655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000000"/>
                  </a:solidFill>
                  <a:latin typeface="Arial"/>
                  <a:ea typeface="Arial"/>
                  <a:cs typeface="Arial"/>
                  <a:sym typeface="Arial"/>
                </a:rPr>
                <a:t>A</a:t>
              </a:r>
              <a:endParaRPr/>
            </a:p>
          </p:txBody>
        </p:sp>
        <p:sp>
          <p:nvSpPr>
            <p:cNvPr id="6372" name="Google Shape;6372;p100"/>
            <p:cNvSpPr txBox="1"/>
            <p:nvPr/>
          </p:nvSpPr>
          <p:spPr>
            <a:xfrm>
              <a:off x="3193209" y="3735481"/>
              <a:ext cx="4762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000000"/>
                  </a:solidFill>
                  <a:latin typeface="Arial"/>
                  <a:ea typeface="Arial"/>
                  <a:cs typeface="Arial"/>
                  <a:sym typeface="Arial"/>
                </a:rPr>
                <a:t>R6</a:t>
              </a:r>
              <a:endParaRPr/>
            </a:p>
          </p:txBody>
        </p:sp>
        <p:sp>
          <p:nvSpPr>
            <p:cNvPr id="6373" name="Google Shape;6373;p100"/>
            <p:cNvSpPr txBox="1"/>
            <p:nvPr/>
          </p:nvSpPr>
          <p:spPr>
            <a:xfrm>
              <a:off x="4488609" y="4386356"/>
              <a:ext cx="4762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000000"/>
                  </a:solidFill>
                  <a:latin typeface="Arial"/>
                  <a:ea typeface="Arial"/>
                  <a:cs typeface="Arial"/>
                  <a:sym typeface="Arial"/>
                </a:rPr>
                <a:t>R4</a:t>
              </a:r>
              <a:endParaRPr/>
            </a:p>
          </p:txBody>
        </p:sp>
        <p:grpSp>
          <p:nvGrpSpPr>
            <p:cNvPr id="6374" name="Google Shape;6374;p100"/>
            <p:cNvGrpSpPr/>
            <p:nvPr/>
          </p:nvGrpSpPr>
          <p:grpSpPr>
            <a:xfrm>
              <a:off x="2992024" y="3375211"/>
              <a:ext cx="800044" cy="416858"/>
              <a:chOff x="7493876" y="2774731"/>
              <a:chExt cx="1481958" cy="894622"/>
            </a:xfrm>
          </p:grpSpPr>
          <p:sp>
            <p:nvSpPr>
              <p:cNvPr id="6375" name="Google Shape;6375;p10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376" name="Google Shape;6376;p10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377" name="Google Shape;6377;p100"/>
              <p:cNvGrpSpPr/>
              <p:nvPr/>
            </p:nvGrpSpPr>
            <p:grpSpPr>
              <a:xfrm>
                <a:off x="7713663" y="2848339"/>
                <a:ext cx="1042107" cy="425543"/>
                <a:chOff x="7786941" y="2884917"/>
                <a:chExt cx="897649" cy="353919"/>
              </a:xfrm>
            </p:grpSpPr>
            <p:sp>
              <p:nvSpPr>
                <p:cNvPr id="6378" name="Google Shape;6378;p10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79" name="Google Shape;6379;p10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80" name="Google Shape;6380;p10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81" name="Google Shape;6381;p10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382" name="Google Shape;6382;p100"/>
            <p:cNvGrpSpPr/>
            <p:nvPr/>
          </p:nvGrpSpPr>
          <p:grpSpPr>
            <a:xfrm>
              <a:off x="3036847" y="4226858"/>
              <a:ext cx="800044" cy="416858"/>
              <a:chOff x="7493876" y="2774731"/>
              <a:chExt cx="1481958" cy="894622"/>
            </a:xfrm>
          </p:grpSpPr>
          <p:sp>
            <p:nvSpPr>
              <p:cNvPr id="6383" name="Google Shape;6383;p10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384" name="Google Shape;6384;p10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385" name="Google Shape;6385;p100"/>
              <p:cNvGrpSpPr/>
              <p:nvPr/>
            </p:nvGrpSpPr>
            <p:grpSpPr>
              <a:xfrm>
                <a:off x="7713663" y="2848339"/>
                <a:ext cx="1042107" cy="425543"/>
                <a:chOff x="7786941" y="2884917"/>
                <a:chExt cx="897649" cy="353919"/>
              </a:xfrm>
            </p:grpSpPr>
            <p:sp>
              <p:nvSpPr>
                <p:cNvPr id="6386" name="Google Shape;6386;p10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87" name="Google Shape;6387;p10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88" name="Google Shape;6388;p10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89" name="Google Shape;6389;p10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cxnSp>
          <p:nvCxnSpPr>
            <p:cNvPr id="6390" name="Google Shape;6390;p100"/>
            <p:cNvCxnSpPr/>
            <p:nvPr/>
          </p:nvCxnSpPr>
          <p:spPr>
            <a:xfrm>
              <a:off x="6765510" y="4235861"/>
              <a:ext cx="701675" cy="0"/>
            </a:xfrm>
            <a:prstGeom prst="straightConnector1">
              <a:avLst/>
            </a:prstGeom>
            <a:noFill/>
            <a:ln cap="flat" cmpd="sng" w="9525">
              <a:solidFill>
                <a:srgbClr val="000000"/>
              </a:solidFill>
              <a:prstDash val="solid"/>
              <a:round/>
              <a:headEnd len="med" w="med" type="none"/>
              <a:tailEnd len="med" w="med" type="none"/>
            </a:ln>
          </p:spPr>
        </p:cxnSp>
      </p:grpSp>
      <p:sp>
        <p:nvSpPr>
          <p:cNvPr id="6391" name="Google Shape;6391;p100"/>
          <p:cNvSpPr txBox="1"/>
          <p:nvPr/>
        </p:nvSpPr>
        <p:spPr>
          <a:xfrm>
            <a:off x="7659594" y="4994743"/>
            <a:ext cx="47625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rgbClr val="000000"/>
                </a:solidFill>
                <a:latin typeface="Arial"/>
                <a:ea typeface="Arial"/>
                <a:cs typeface="Arial"/>
                <a:sym typeface="Arial"/>
              </a:rPr>
              <a:t>R1</a:t>
            </a:r>
            <a:endParaRPr/>
          </a:p>
        </p:txBody>
      </p:sp>
      <p:grpSp>
        <p:nvGrpSpPr>
          <p:cNvPr id="6392" name="Google Shape;6392;p100"/>
          <p:cNvGrpSpPr/>
          <p:nvPr/>
        </p:nvGrpSpPr>
        <p:grpSpPr>
          <a:xfrm>
            <a:off x="5231373" y="3473264"/>
            <a:ext cx="3230562" cy="1343025"/>
            <a:chOff x="3335338" y="3876675"/>
            <a:chExt cx="3230562" cy="1343025"/>
          </a:xfrm>
        </p:grpSpPr>
        <p:sp>
          <p:nvSpPr>
            <p:cNvPr id="6393" name="Google Shape;6393;p100"/>
            <p:cNvSpPr txBox="1"/>
            <p:nvPr/>
          </p:nvSpPr>
          <p:spPr>
            <a:xfrm>
              <a:off x="6283325" y="4897438"/>
              <a:ext cx="282575"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400">
                  <a:solidFill>
                    <a:srgbClr val="000000"/>
                  </a:solidFill>
                  <a:latin typeface="Arial"/>
                  <a:ea typeface="Arial"/>
                  <a:cs typeface="Arial"/>
                  <a:sym typeface="Arial"/>
                </a:rPr>
                <a:t>0</a:t>
              </a:r>
              <a:endParaRPr/>
            </a:p>
          </p:txBody>
        </p:sp>
        <p:sp>
          <p:nvSpPr>
            <p:cNvPr id="6394" name="Google Shape;6394;p100"/>
            <p:cNvSpPr txBox="1"/>
            <p:nvPr/>
          </p:nvSpPr>
          <p:spPr>
            <a:xfrm>
              <a:off x="4924425" y="4164013"/>
              <a:ext cx="282575"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400">
                  <a:solidFill>
                    <a:srgbClr val="000000"/>
                  </a:solidFill>
                  <a:latin typeface="Arial"/>
                  <a:ea typeface="Arial"/>
                  <a:cs typeface="Arial"/>
                  <a:sym typeface="Arial"/>
                </a:rPr>
                <a:t>1</a:t>
              </a:r>
              <a:endParaRPr/>
            </a:p>
          </p:txBody>
        </p:sp>
        <p:sp>
          <p:nvSpPr>
            <p:cNvPr id="6395" name="Google Shape;6395;p100"/>
            <p:cNvSpPr txBox="1"/>
            <p:nvPr/>
          </p:nvSpPr>
          <p:spPr>
            <a:xfrm>
              <a:off x="4849813" y="3889375"/>
              <a:ext cx="282575"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400">
                  <a:solidFill>
                    <a:srgbClr val="000000"/>
                  </a:solidFill>
                  <a:latin typeface="Arial"/>
                  <a:ea typeface="Arial"/>
                  <a:cs typeface="Arial"/>
                  <a:sym typeface="Arial"/>
                </a:rPr>
                <a:t>0</a:t>
              </a:r>
              <a:endParaRPr/>
            </a:p>
          </p:txBody>
        </p:sp>
        <p:sp>
          <p:nvSpPr>
            <p:cNvPr id="6396" name="Google Shape;6396;p100"/>
            <p:cNvSpPr txBox="1"/>
            <p:nvPr/>
          </p:nvSpPr>
          <p:spPr>
            <a:xfrm>
              <a:off x="3411538" y="3876675"/>
              <a:ext cx="282575"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400">
                  <a:solidFill>
                    <a:srgbClr val="000000"/>
                  </a:solidFill>
                  <a:latin typeface="Arial"/>
                  <a:ea typeface="Arial"/>
                  <a:cs typeface="Arial"/>
                  <a:sym typeface="Arial"/>
                </a:rPr>
                <a:t>0</a:t>
              </a:r>
              <a:endParaRPr/>
            </a:p>
          </p:txBody>
        </p:sp>
        <p:sp>
          <p:nvSpPr>
            <p:cNvPr id="6397" name="Google Shape;6397;p100"/>
            <p:cNvSpPr txBox="1"/>
            <p:nvPr/>
          </p:nvSpPr>
          <p:spPr>
            <a:xfrm>
              <a:off x="3335338" y="4198938"/>
              <a:ext cx="282575"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400">
                  <a:solidFill>
                    <a:srgbClr val="000000"/>
                  </a:solidFill>
                  <a:latin typeface="Arial"/>
                  <a:ea typeface="Arial"/>
                  <a:cs typeface="Arial"/>
                  <a:sym typeface="Arial"/>
                </a:rPr>
                <a:t>1</a:t>
              </a:r>
              <a:endParaRPr/>
            </a:p>
          </p:txBody>
        </p:sp>
        <p:sp>
          <p:nvSpPr>
            <p:cNvPr id="6398" name="Google Shape;6398;p100"/>
            <p:cNvSpPr txBox="1"/>
            <p:nvPr/>
          </p:nvSpPr>
          <p:spPr>
            <a:xfrm>
              <a:off x="4487863" y="4914900"/>
              <a:ext cx="282575"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400">
                  <a:solidFill>
                    <a:srgbClr val="000000"/>
                  </a:solidFill>
                  <a:latin typeface="Arial"/>
                  <a:ea typeface="Arial"/>
                  <a:cs typeface="Arial"/>
                  <a:sym typeface="Arial"/>
                </a:rPr>
                <a:t>0</a:t>
              </a:r>
              <a:endParaRPr/>
            </a:p>
          </p:txBody>
        </p:sp>
      </p:grpSp>
      <p:sp>
        <p:nvSpPr>
          <p:cNvPr id="6399" name="Google Shape;6399;p100"/>
          <p:cNvSpPr/>
          <p:nvPr/>
        </p:nvSpPr>
        <p:spPr>
          <a:xfrm>
            <a:off x="3939709" y="3070038"/>
            <a:ext cx="4873812" cy="1623545"/>
          </a:xfrm>
          <a:custGeom>
            <a:rect b="b" l="l" r="r" t="t"/>
            <a:pathLst>
              <a:path extrusionOk="0" h="1622945" w="4873812">
                <a:moveTo>
                  <a:pt x="0" y="0"/>
                </a:moveTo>
                <a:lnTo>
                  <a:pt x="859593" y="589766"/>
                </a:lnTo>
                <a:lnTo>
                  <a:pt x="2689691" y="600785"/>
                </a:lnTo>
                <a:lnTo>
                  <a:pt x="3800737" y="1596061"/>
                </a:lnTo>
                <a:lnTo>
                  <a:pt x="4873812" y="1622945"/>
                </a:lnTo>
              </a:path>
            </a:pathLst>
          </a:custGeom>
          <a:noFill/>
          <a:ln cap="flat" cmpd="sng" w="38100">
            <a:solidFill>
              <a:srgbClr val="0070C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nvGrpSpPr>
          <p:cNvPr id="6400" name="Google Shape;6400;p100"/>
          <p:cNvGrpSpPr/>
          <p:nvPr/>
        </p:nvGrpSpPr>
        <p:grpSpPr>
          <a:xfrm>
            <a:off x="3697941" y="1842247"/>
            <a:ext cx="5199529" cy="4298576"/>
            <a:chOff x="3697941" y="1842247"/>
            <a:chExt cx="5199529" cy="4298576"/>
          </a:xfrm>
        </p:grpSpPr>
        <p:sp>
          <p:nvSpPr>
            <p:cNvPr id="6401" name="Google Shape;6401;p100"/>
            <p:cNvSpPr/>
            <p:nvPr/>
          </p:nvSpPr>
          <p:spPr>
            <a:xfrm>
              <a:off x="3697941" y="1842247"/>
              <a:ext cx="2326341" cy="228600"/>
            </a:xfrm>
            <a:prstGeom prst="rect">
              <a:avLst/>
            </a:prstGeom>
            <a:solidFill>
              <a:srgbClr val="FFFF00">
                <a:alpha val="2470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402" name="Google Shape;6402;p100"/>
            <p:cNvSpPr/>
            <p:nvPr/>
          </p:nvSpPr>
          <p:spPr>
            <a:xfrm>
              <a:off x="6539753" y="2424953"/>
              <a:ext cx="2326341" cy="228600"/>
            </a:xfrm>
            <a:prstGeom prst="rect">
              <a:avLst/>
            </a:prstGeom>
            <a:solidFill>
              <a:srgbClr val="FFFF00">
                <a:alpha val="2470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403" name="Google Shape;6403;p100"/>
            <p:cNvSpPr/>
            <p:nvPr/>
          </p:nvSpPr>
          <p:spPr>
            <a:xfrm>
              <a:off x="6571129" y="5912223"/>
              <a:ext cx="2326341" cy="228600"/>
            </a:xfrm>
            <a:prstGeom prst="rect">
              <a:avLst/>
            </a:prstGeom>
            <a:solidFill>
              <a:srgbClr val="FFFF00">
                <a:alpha val="2470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99"/>
                                        </p:tgtEl>
                                        <p:attrNameLst>
                                          <p:attrName>style.visibility</p:attrName>
                                        </p:attrNameLst>
                                      </p:cBhvr>
                                      <p:to>
                                        <p:strVal val="visible"/>
                                      </p:to>
                                    </p:set>
                                    <p:animEffect filter="fade" transition="in">
                                      <p:cBhvr>
                                        <p:cTn dur="500"/>
                                        <p:tgtEl>
                                          <p:spTgt spid="63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16"/>
                                        </p:tgtEl>
                                        <p:attrNameLst>
                                          <p:attrName>style.visibility</p:attrName>
                                        </p:attrNameLst>
                                      </p:cBhvr>
                                      <p:to>
                                        <p:strVal val="visible"/>
                                      </p:to>
                                    </p:set>
                                    <p:animEffect filter="fade" transition="in">
                                      <p:cBhvr>
                                        <p:cTn dur="500"/>
                                        <p:tgtEl>
                                          <p:spTgt spid="6316"/>
                                        </p:tgtEl>
                                      </p:cBhvr>
                                    </p:animEffect>
                                  </p:childTnLst>
                                </p:cTn>
                              </p:par>
                              <p:par>
                                <p:cTn fill="hold" nodeType="withEffect" presetClass="entr" presetID="10" presetSubtype="0">
                                  <p:stCondLst>
                                    <p:cond delay="0"/>
                                  </p:stCondLst>
                                  <p:childTnLst>
                                    <p:set>
                                      <p:cBhvr>
                                        <p:cTn dur="1" fill="hold">
                                          <p:stCondLst>
                                            <p:cond delay="0"/>
                                          </p:stCondLst>
                                        </p:cTn>
                                        <p:tgtEl>
                                          <p:spTgt spid="6295"/>
                                        </p:tgtEl>
                                        <p:attrNameLst>
                                          <p:attrName>style.visibility</p:attrName>
                                        </p:attrNameLst>
                                      </p:cBhvr>
                                      <p:to>
                                        <p:strVal val="visible"/>
                                      </p:to>
                                    </p:set>
                                    <p:animEffect filter="fade" transition="in">
                                      <p:cBhvr>
                                        <p:cTn dur="500"/>
                                        <p:tgtEl>
                                          <p:spTgt spid="6295"/>
                                        </p:tgtEl>
                                      </p:cBhvr>
                                    </p:animEffect>
                                  </p:childTnLst>
                                </p:cTn>
                              </p:par>
                              <p:par>
                                <p:cTn fill="hold" nodeType="withEffect" presetClass="entr" presetID="10" presetSubtype="0">
                                  <p:stCondLst>
                                    <p:cond delay="0"/>
                                  </p:stCondLst>
                                  <p:childTnLst>
                                    <p:set>
                                      <p:cBhvr>
                                        <p:cTn dur="1" fill="hold">
                                          <p:stCondLst>
                                            <p:cond delay="0"/>
                                          </p:stCondLst>
                                        </p:cTn>
                                        <p:tgtEl>
                                          <p:spTgt spid="6306"/>
                                        </p:tgtEl>
                                        <p:attrNameLst>
                                          <p:attrName>style.visibility</p:attrName>
                                        </p:attrNameLst>
                                      </p:cBhvr>
                                      <p:to>
                                        <p:strVal val="visible"/>
                                      </p:to>
                                    </p:set>
                                    <p:animEffect filter="fade" transition="in">
                                      <p:cBhvr>
                                        <p:cTn dur="500"/>
                                        <p:tgtEl>
                                          <p:spTgt spid="6306"/>
                                        </p:tgtEl>
                                      </p:cBhvr>
                                    </p:animEffect>
                                  </p:childTnLst>
                                </p:cTn>
                              </p:par>
                              <p:par>
                                <p:cTn fill="hold" nodeType="withEffect" presetClass="entr" presetID="10" presetSubtype="0">
                                  <p:stCondLst>
                                    <p:cond delay="0"/>
                                  </p:stCondLst>
                                  <p:childTnLst>
                                    <p:set>
                                      <p:cBhvr>
                                        <p:cTn dur="1" fill="hold">
                                          <p:stCondLst>
                                            <p:cond delay="0"/>
                                          </p:stCondLst>
                                        </p:cTn>
                                        <p:tgtEl>
                                          <p:spTgt spid="6285"/>
                                        </p:tgtEl>
                                        <p:attrNameLst>
                                          <p:attrName>style.visibility</p:attrName>
                                        </p:attrNameLst>
                                      </p:cBhvr>
                                      <p:to>
                                        <p:strVal val="visible"/>
                                      </p:to>
                                    </p:set>
                                    <p:animEffect filter="fade" transition="in">
                                      <p:cBhvr>
                                        <p:cTn dur="500"/>
                                        <p:tgtEl>
                                          <p:spTgt spid="62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00"/>
                                        </p:tgtEl>
                                        <p:attrNameLst>
                                          <p:attrName>style.visibility</p:attrName>
                                        </p:attrNameLst>
                                      </p:cBhvr>
                                      <p:to>
                                        <p:strVal val="visible"/>
                                      </p:to>
                                    </p:set>
                                    <p:animEffect filter="fade" transition="in">
                                      <p:cBhvr>
                                        <p:cTn dur="500"/>
                                        <p:tgtEl>
                                          <p:spTgt spid="64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99"/>
                                        </p:tgtEl>
                                        <p:attrNameLst>
                                          <p:attrName>style.visibility</p:attrName>
                                        </p:attrNameLst>
                                      </p:cBhvr>
                                      <p:to>
                                        <p:strVal val="visible"/>
                                      </p:to>
                                    </p:set>
                                    <p:animEffect filter="fade" transition="in">
                                      <p:cBhvr>
                                        <p:cTn dur="500"/>
                                        <p:tgtEl>
                                          <p:spTgt spid="63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408" name="Shape 6408"/>
        <p:cNvGrpSpPr/>
        <p:nvPr/>
      </p:nvGrpSpPr>
      <p:grpSpPr>
        <a:xfrm>
          <a:off x="0" y="0"/>
          <a:ext cx="0" cy="0"/>
          <a:chOff x="0" y="0"/>
          <a:chExt cx="0" cy="0"/>
        </a:xfrm>
      </p:grpSpPr>
      <p:sp>
        <p:nvSpPr>
          <p:cNvPr id="6409" name="Google Shape;6409;p101"/>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Link layer, LANs: roadmap</a:t>
            </a:r>
            <a:endParaRPr sz="4400"/>
          </a:p>
        </p:txBody>
      </p:sp>
      <p:pic>
        <p:nvPicPr>
          <p:cNvPr descr="A train crossing a bridge over a body of water&#10;&#10;Description automatically generated" id="6410" name="Google Shape;6410;p101"/>
          <p:cNvPicPr preferRelativeResize="0"/>
          <p:nvPr/>
        </p:nvPicPr>
        <p:blipFill rotWithShape="1">
          <a:blip r:embed="rId3">
            <a:alphaModFix/>
          </a:blip>
          <a:srcRect b="0" l="0" r="0" t="0"/>
          <a:stretch/>
        </p:blipFill>
        <p:spPr>
          <a:xfrm>
            <a:off x="7239434" y="1891814"/>
            <a:ext cx="3102316" cy="2326737"/>
          </a:xfrm>
          <a:prstGeom prst="rect">
            <a:avLst/>
          </a:prstGeom>
          <a:noFill/>
          <a:ln>
            <a:noFill/>
          </a:ln>
          <a:effectLst>
            <a:outerShdw blurRad="50800" rotWithShape="0" algn="bl" dir="18900000" dist="38100">
              <a:srgbClr val="000000">
                <a:alpha val="40000"/>
              </a:srgbClr>
            </a:outerShdw>
          </a:effectLst>
        </p:spPr>
      </p:pic>
      <p:sp>
        <p:nvSpPr>
          <p:cNvPr id="6411" name="Google Shape;6411;p101"/>
          <p:cNvSpPr txBox="1"/>
          <p:nvPr/>
        </p:nvSpPr>
        <p:spPr>
          <a:xfrm>
            <a:off x="6553857" y="4906563"/>
            <a:ext cx="5066531" cy="981619"/>
          </a:xfrm>
          <a:prstGeom prst="rect">
            <a:avLst/>
          </a:prstGeom>
          <a:noFill/>
          <a:ln>
            <a:noFill/>
          </a:ln>
        </p:spPr>
        <p:txBody>
          <a:bodyPr anchorCtr="0" anchor="t" bIns="45700" lIns="91425" spcFirstLastPara="1" rIns="91425" wrap="square" tIns="45700">
            <a:normAutofit/>
          </a:bodyPr>
          <a:lstStyle/>
          <a:p>
            <a:pPr indent="-333375" lvl="0" marL="457200" marR="0" rtl="0" algn="l">
              <a:lnSpc>
                <a:spcPct val="90000"/>
              </a:lnSpc>
              <a:spcBef>
                <a:spcPts val="0"/>
              </a:spcBef>
              <a:spcAft>
                <a:spcPts val="0"/>
              </a:spcAft>
              <a:buClr>
                <a:srgbClr val="BFBFBF"/>
              </a:buClr>
              <a:buSzPts val="2800"/>
              <a:buFont typeface="Noto Sans Symbols"/>
              <a:buChar char="▪"/>
            </a:pPr>
            <a:r>
              <a:rPr lang="en-US" sz="2800">
                <a:solidFill>
                  <a:srgbClr val="D8D8D8"/>
                </a:solidFill>
                <a:latin typeface="Calibri"/>
                <a:ea typeface="Calibri"/>
                <a:cs typeface="Calibri"/>
                <a:sym typeface="Calibri"/>
              </a:rPr>
              <a:t>a day in the life of a web request</a:t>
            </a:r>
            <a:endParaRPr/>
          </a:p>
          <a:p>
            <a:pPr indent="-79375" lvl="1" marL="695325" marR="0" rtl="0" algn="l">
              <a:lnSpc>
                <a:spcPct val="90000"/>
              </a:lnSpc>
              <a:spcBef>
                <a:spcPts val="500"/>
              </a:spcBef>
              <a:spcAft>
                <a:spcPts val="0"/>
              </a:spcAft>
              <a:buClr>
                <a:srgbClr val="0000A8"/>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6412" name="Google Shape;6412;p101"/>
          <p:cNvSpPr txBox="1"/>
          <p:nvPr/>
        </p:nvSpPr>
        <p:spPr>
          <a:xfrm>
            <a:off x="1006769" y="1374867"/>
            <a:ext cx="5571867" cy="5039185"/>
          </a:xfrm>
          <a:prstGeom prst="rect">
            <a:avLst/>
          </a:prstGeom>
          <a:noFill/>
          <a:ln>
            <a:noFill/>
          </a:ln>
        </p:spPr>
        <p:txBody>
          <a:bodyPr anchorCtr="0" anchor="t" bIns="45700" lIns="91425" spcFirstLastPara="1" rIns="91425" wrap="square" tIns="45700">
            <a:noAutofit/>
          </a:bodyPr>
          <a:lstStyle/>
          <a:p>
            <a:pPr indent="-274638" lvl="0" marL="285750" marR="0" rtl="0" algn="l">
              <a:lnSpc>
                <a:spcPct val="90000"/>
              </a:lnSpc>
              <a:spcBef>
                <a:spcPts val="0"/>
              </a:spcBef>
              <a:spcAft>
                <a:spcPts val="0"/>
              </a:spcAft>
              <a:buClr>
                <a:srgbClr val="BFBFBF"/>
              </a:buClr>
              <a:buSzPts val="2800"/>
              <a:buFont typeface="Noto Sans Symbols"/>
              <a:buChar char="▪"/>
            </a:pPr>
            <a:r>
              <a:rPr lang="en-US" sz="2800">
                <a:solidFill>
                  <a:srgbClr val="BFBFBF"/>
                </a:solidFill>
                <a:latin typeface="Calibri"/>
                <a:ea typeface="Calibri"/>
                <a:cs typeface="Calibri"/>
                <a:sym typeface="Calibri"/>
              </a:rPr>
              <a:t>introduction</a:t>
            </a:r>
            <a:endParaRPr/>
          </a:p>
          <a:p>
            <a:pPr indent="-274638" lvl="0" marL="285750" marR="0" rtl="0" algn="l">
              <a:lnSpc>
                <a:spcPct val="90000"/>
              </a:lnSpc>
              <a:spcBef>
                <a:spcPts val="600"/>
              </a:spcBef>
              <a:spcAft>
                <a:spcPts val="0"/>
              </a:spcAft>
              <a:buClr>
                <a:srgbClr val="BFBFBF"/>
              </a:buClr>
              <a:buSzPts val="2800"/>
              <a:buFont typeface="Noto Sans Symbols"/>
              <a:buChar char="▪"/>
            </a:pPr>
            <a:r>
              <a:rPr lang="en-US" sz="2800">
                <a:solidFill>
                  <a:srgbClr val="BFBFBF"/>
                </a:solidFill>
                <a:latin typeface="Calibri"/>
                <a:ea typeface="Calibri"/>
                <a:cs typeface="Calibri"/>
                <a:sym typeface="Calibri"/>
              </a:rPr>
              <a:t>error detection, correction </a:t>
            </a:r>
            <a:endParaRPr/>
          </a:p>
          <a:p>
            <a:pPr indent="-274638" lvl="0" marL="285750" marR="0" rtl="0" algn="l">
              <a:lnSpc>
                <a:spcPct val="90000"/>
              </a:lnSpc>
              <a:spcBef>
                <a:spcPts val="600"/>
              </a:spcBef>
              <a:spcAft>
                <a:spcPts val="0"/>
              </a:spcAft>
              <a:buClr>
                <a:srgbClr val="BFBFBF"/>
              </a:buClr>
              <a:buSzPts val="2800"/>
              <a:buFont typeface="Noto Sans Symbols"/>
              <a:buChar char="▪"/>
            </a:pPr>
            <a:r>
              <a:rPr lang="en-US" sz="2800">
                <a:solidFill>
                  <a:srgbClr val="BFBFBF"/>
                </a:solidFill>
                <a:latin typeface="Calibri"/>
                <a:ea typeface="Calibri"/>
                <a:cs typeface="Calibri"/>
                <a:sym typeface="Calibri"/>
              </a:rPr>
              <a:t>multiple access protocols</a:t>
            </a:r>
            <a:endParaRPr/>
          </a:p>
          <a:p>
            <a:pPr indent="-274638" lvl="0" marL="285750" marR="0" rtl="0" algn="l">
              <a:lnSpc>
                <a:spcPct val="90000"/>
              </a:lnSpc>
              <a:spcBef>
                <a:spcPts val="600"/>
              </a:spcBef>
              <a:spcAft>
                <a:spcPts val="0"/>
              </a:spcAft>
              <a:buClr>
                <a:srgbClr val="BFBFBF"/>
              </a:buClr>
              <a:buSzPts val="3200"/>
              <a:buFont typeface="Noto Sans Symbols"/>
              <a:buChar char="▪"/>
            </a:pPr>
            <a:r>
              <a:rPr lang="en-US" sz="3200">
                <a:solidFill>
                  <a:srgbClr val="BFBFBF"/>
                </a:solidFill>
                <a:latin typeface="Calibri"/>
                <a:ea typeface="Calibri"/>
                <a:cs typeface="Calibri"/>
                <a:sym typeface="Calibri"/>
              </a:rPr>
              <a:t>LANs</a:t>
            </a:r>
            <a:endParaRPr/>
          </a:p>
          <a:p>
            <a:pPr indent="-274638" lvl="1" marL="628650" marR="0" rtl="0" algn="l">
              <a:lnSpc>
                <a:spcPct val="90000"/>
              </a:lnSpc>
              <a:spcBef>
                <a:spcPts val="600"/>
              </a:spcBef>
              <a:spcAft>
                <a:spcPts val="0"/>
              </a:spcAft>
              <a:buClr>
                <a:srgbClr val="BFBFBF"/>
              </a:buClr>
              <a:buSzPts val="2800"/>
              <a:buFont typeface="Arial"/>
              <a:buChar char="•"/>
            </a:pPr>
            <a:r>
              <a:rPr b="0" i="0" lang="en-US" sz="2800" u="none" cap="none" strike="noStrike">
                <a:solidFill>
                  <a:srgbClr val="BFBFBF"/>
                </a:solidFill>
                <a:latin typeface="Calibri"/>
                <a:ea typeface="Calibri"/>
                <a:cs typeface="Calibri"/>
                <a:sym typeface="Calibri"/>
              </a:rPr>
              <a:t>addressing, ARP</a:t>
            </a:r>
            <a:endParaRPr/>
          </a:p>
          <a:p>
            <a:pPr indent="-274638" lvl="1" marL="628650" marR="0" rtl="0" algn="l">
              <a:lnSpc>
                <a:spcPct val="90000"/>
              </a:lnSpc>
              <a:spcBef>
                <a:spcPts val="600"/>
              </a:spcBef>
              <a:spcAft>
                <a:spcPts val="0"/>
              </a:spcAft>
              <a:buClr>
                <a:srgbClr val="BFBFBF"/>
              </a:buClr>
              <a:buSzPts val="2800"/>
              <a:buFont typeface="Arial"/>
              <a:buChar char="•"/>
            </a:pPr>
            <a:r>
              <a:rPr b="0" i="0" lang="en-US" sz="2800" u="none" cap="none" strike="noStrike">
                <a:solidFill>
                  <a:srgbClr val="BFBFBF"/>
                </a:solidFill>
                <a:latin typeface="Calibri"/>
                <a:ea typeface="Calibri"/>
                <a:cs typeface="Calibri"/>
                <a:sym typeface="Calibri"/>
              </a:rPr>
              <a:t>Ethernet</a:t>
            </a:r>
            <a:endParaRPr/>
          </a:p>
          <a:p>
            <a:pPr indent="-274638" lvl="1" marL="628650" marR="0" rtl="0" algn="l">
              <a:lnSpc>
                <a:spcPct val="90000"/>
              </a:lnSpc>
              <a:spcBef>
                <a:spcPts val="600"/>
              </a:spcBef>
              <a:spcAft>
                <a:spcPts val="0"/>
              </a:spcAft>
              <a:buClr>
                <a:srgbClr val="BFBFBF"/>
              </a:buClr>
              <a:buSzPts val="2800"/>
              <a:buFont typeface="Arial"/>
              <a:buChar char="•"/>
            </a:pPr>
            <a:r>
              <a:rPr b="0" i="0" lang="en-US" sz="2800" u="none" cap="none" strike="noStrike">
                <a:solidFill>
                  <a:srgbClr val="BFBFBF"/>
                </a:solidFill>
                <a:latin typeface="Calibri"/>
                <a:ea typeface="Calibri"/>
                <a:cs typeface="Calibri"/>
                <a:sym typeface="Calibri"/>
              </a:rPr>
              <a:t>switches</a:t>
            </a:r>
            <a:endParaRPr/>
          </a:p>
          <a:p>
            <a:pPr indent="-274638" lvl="1" marL="628650" marR="0" rtl="0" algn="l">
              <a:lnSpc>
                <a:spcPct val="90000"/>
              </a:lnSpc>
              <a:spcBef>
                <a:spcPts val="600"/>
              </a:spcBef>
              <a:spcAft>
                <a:spcPts val="0"/>
              </a:spcAft>
              <a:buClr>
                <a:srgbClr val="BFBFBF"/>
              </a:buClr>
              <a:buSzPts val="2800"/>
              <a:buFont typeface="Arial"/>
              <a:buChar char="•"/>
            </a:pPr>
            <a:r>
              <a:rPr b="0" i="0" lang="en-US" sz="2800" u="none" cap="none" strike="noStrike">
                <a:solidFill>
                  <a:srgbClr val="BFBFBF"/>
                </a:solidFill>
                <a:latin typeface="Calibri"/>
                <a:ea typeface="Calibri"/>
                <a:cs typeface="Calibri"/>
                <a:sym typeface="Calibri"/>
              </a:rPr>
              <a:t>VLANs</a:t>
            </a:r>
            <a:endParaRPr/>
          </a:p>
          <a:p>
            <a:pPr indent="-274638" lvl="0" marL="285750" marR="0" rtl="0" algn="l">
              <a:lnSpc>
                <a:spcPct val="90000"/>
              </a:lnSpc>
              <a:spcBef>
                <a:spcPts val="600"/>
              </a:spcBef>
              <a:spcAft>
                <a:spcPts val="0"/>
              </a:spcAft>
              <a:buClr>
                <a:srgbClr val="BFBFBF"/>
              </a:buClr>
              <a:buSzPts val="2800"/>
              <a:buFont typeface="Noto Sans Symbols"/>
              <a:buChar char="▪"/>
            </a:pPr>
            <a:r>
              <a:rPr lang="en-US" sz="2800">
                <a:solidFill>
                  <a:srgbClr val="BFBFBF"/>
                </a:solidFill>
                <a:latin typeface="Calibri"/>
                <a:ea typeface="Calibri"/>
                <a:cs typeface="Calibri"/>
                <a:sym typeface="Calibri"/>
              </a:rPr>
              <a:t>link virtualization: MPLS</a:t>
            </a:r>
            <a:endParaRPr/>
          </a:p>
          <a:p>
            <a:pPr indent="-274638" lvl="0" marL="285750" marR="0" rtl="0" algn="l">
              <a:lnSpc>
                <a:spcPct val="90000"/>
              </a:lnSpc>
              <a:spcBef>
                <a:spcPts val="600"/>
              </a:spcBef>
              <a:spcAft>
                <a:spcPts val="0"/>
              </a:spcAft>
              <a:buClr>
                <a:srgbClr val="0000A8"/>
              </a:buClr>
              <a:buSzPts val="2800"/>
              <a:buFont typeface="Noto Sans Symbols"/>
              <a:buChar char="▪"/>
            </a:pPr>
            <a:r>
              <a:rPr lang="en-US" sz="2800">
                <a:solidFill>
                  <a:schemeClr val="dk1"/>
                </a:solidFill>
                <a:latin typeface="Calibri"/>
                <a:ea typeface="Calibri"/>
                <a:cs typeface="Calibri"/>
                <a:sym typeface="Calibri"/>
              </a:rPr>
              <a:t>data center networking</a:t>
            </a:r>
            <a:endParaRPr/>
          </a:p>
          <a:p>
            <a:pPr indent="-71438" lvl="0" marL="285750" marR="0" rtl="0" algn="l">
              <a:lnSpc>
                <a:spcPct val="90000"/>
              </a:lnSpc>
              <a:spcBef>
                <a:spcPts val="600"/>
              </a:spcBef>
              <a:spcAft>
                <a:spcPts val="0"/>
              </a:spcAft>
              <a:buClr>
                <a:srgbClr val="0000A3"/>
              </a:buClr>
              <a:buSzPts val="3200"/>
              <a:buFont typeface="Noto Sans Symbols"/>
              <a:buNone/>
            </a:pPr>
            <a:r>
              <a:t/>
            </a:r>
            <a:endParaRPr sz="3200">
              <a:solidFill>
                <a:schemeClr val="dk1"/>
              </a:solidFill>
              <a:latin typeface="Calibri"/>
              <a:ea typeface="Calibri"/>
              <a:cs typeface="Calibri"/>
              <a:sym typeface="Calibri"/>
            </a:endParaRPr>
          </a:p>
          <a:p>
            <a:pPr indent="-96837" lvl="1" marL="628650" marR="0" rtl="0" algn="l">
              <a:lnSpc>
                <a:spcPct val="90000"/>
              </a:lnSpc>
              <a:spcBef>
                <a:spcPts val="600"/>
              </a:spcBef>
              <a:spcAft>
                <a:spcPts val="0"/>
              </a:spcAft>
              <a:buClr>
                <a:srgbClr val="0000A8"/>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6413" name="Google Shape;6413;p10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Link Layer: 6-</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418" name="Shape 6418"/>
        <p:cNvGrpSpPr/>
        <p:nvPr/>
      </p:nvGrpSpPr>
      <p:grpSpPr>
        <a:xfrm>
          <a:off x="0" y="0"/>
          <a:ext cx="0" cy="0"/>
          <a:chOff x="0" y="0"/>
          <a:chExt cx="0" cy="0"/>
        </a:xfrm>
      </p:grpSpPr>
      <p:sp>
        <p:nvSpPr>
          <p:cNvPr id="6419" name="Google Shape;6419;p102"/>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b="0" lang="en-US">
                <a:latin typeface="Calibri"/>
                <a:ea typeface="Calibri"/>
                <a:cs typeface="Calibri"/>
                <a:sym typeface="Calibri"/>
              </a:rPr>
              <a:t>Datacenter networks</a:t>
            </a:r>
            <a:endParaRPr b="0" sz="4400">
              <a:latin typeface="Calibri"/>
              <a:ea typeface="Calibri"/>
              <a:cs typeface="Calibri"/>
              <a:sym typeface="Calibri"/>
            </a:endParaRPr>
          </a:p>
        </p:txBody>
      </p:sp>
      <p:sp>
        <p:nvSpPr>
          <p:cNvPr id="6420" name="Google Shape;6420;p102"/>
          <p:cNvSpPr txBox="1"/>
          <p:nvPr>
            <p:ph idx="12" type="sldNum"/>
          </p:nvPr>
        </p:nvSpPr>
        <p:spPr>
          <a:xfrm>
            <a:off x="9206737" y="6492875"/>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Link Layer: 6-</a:t>
            </a:r>
            <a:fld id="{00000000-1234-1234-1234-123412341234}" type="slidenum">
              <a:rPr lang="en-US"/>
              <a:t>‹#›</a:t>
            </a:fld>
            <a:endParaRPr/>
          </a:p>
        </p:txBody>
      </p:sp>
      <p:sp>
        <p:nvSpPr>
          <p:cNvPr id="6421" name="Google Shape;6421;p102"/>
          <p:cNvSpPr txBox="1"/>
          <p:nvPr/>
        </p:nvSpPr>
        <p:spPr>
          <a:xfrm>
            <a:off x="977152" y="1293906"/>
            <a:ext cx="10210800" cy="1973730"/>
          </a:xfrm>
          <a:prstGeom prst="rect">
            <a:avLst/>
          </a:prstGeom>
          <a:noFill/>
          <a:ln>
            <a:noFill/>
          </a:ln>
        </p:spPr>
        <p:txBody>
          <a:bodyPr anchorCtr="0" anchor="t" bIns="45700" lIns="91425" spcFirstLastPara="1" rIns="91425" wrap="square" tIns="45700">
            <a:normAutofit lnSpcReduction="10000"/>
          </a:bodyPr>
          <a:lstStyle/>
          <a:p>
            <a:pPr indent="0" lvl="0" marL="130175" marR="0" rtl="0" algn="l">
              <a:lnSpc>
                <a:spcPct val="90000"/>
              </a:lnSpc>
              <a:spcBef>
                <a:spcPts val="0"/>
              </a:spcBef>
              <a:spcAft>
                <a:spcPts val="0"/>
              </a:spcAft>
              <a:buClr>
                <a:srgbClr val="0000A3"/>
              </a:buClr>
              <a:buSzPts val="3200"/>
              <a:buFont typeface="Noto Sans Symbols"/>
              <a:buNone/>
            </a:pPr>
            <a:r>
              <a:rPr lang="en-US" sz="3200">
                <a:solidFill>
                  <a:schemeClr val="dk1"/>
                </a:solidFill>
                <a:latin typeface="Calibri"/>
                <a:ea typeface="Calibri"/>
                <a:cs typeface="Calibri"/>
                <a:sym typeface="Calibri"/>
              </a:rPr>
              <a:t>10’s to 100’s of thousands of hosts, often closely coupled, in close proximity:</a:t>
            </a:r>
            <a:endParaRPr/>
          </a:p>
          <a:p>
            <a:pPr indent="-295275" lvl="1" marL="641350" marR="0" rtl="0" algn="l">
              <a:lnSpc>
                <a:spcPct val="90000"/>
              </a:lnSpc>
              <a:spcBef>
                <a:spcPts val="500"/>
              </a:spcBef>
              <a:spcAft>
                <a:spcPts val="0"/>
              </a:spcAft>
              <a:buClr>
                <a:srgbClr val="0000A8"/>
              </a:buClr>
              <a:buSzPts val="2400"/>
              <a:buFont typeface="Noto Sans Symbols"/>
              <a:buChar char="▪"/>
            </a:pPr>
            <a:r>
              <a:rPr b="0" i="0" lang="en-US" sz="2400" u="none" cap="none" strike="noStrike">
                <a:solidFill>
                  <a:schemeClr val="dk1"/>
                </a:solidFill>
                <a:latin typeface="Calibri"/>
                <a:ea typeface="Calibri"/>
                <a:cs typeface="Calibri"/>
                <a:sym typeface="Calibri"/>
              </a:rPr>
              <a:t>e-business (e.g. Amazon)</a:t>
            </a:r>
            <a:endParaRPr/>
          </a:p>
          <a:p>
            <a:pPr indent="-295275" lvl="1" marL="641350" marR="0" rtl="0" algn="l">
              <a:lnSpc>
                <a:spcPct val="90000"/>
              </a:lnSpc>
              <a:spcBef>
                <a:spcPts val="500"/>
              </a:spcBef>
              <a:spcAft>
                <a:spcPts val="0"/>
              </a:spcAft>
              <a:buClr>
                <a:srgbClr val="0000A8"/>
              </a:buClr>
              <a:buSzPts val="2400"/>
              <a:buFont typeface="Noto Sans Symbols"/>
              <a:buChar char="▪"/>
            </a:pPr>
            <a:r>
              <a:rPr b="0" i="0" lang="en-US" sz="2400" u="none" cap="none" strike="noStrike">
                <a:solidFill>
                  <a:schemeClr val="dk1"/>
                </a:solidFill>
                <a:latin typeface="Calibri"/>
                <a:ea typeface="Calibri"/>
                <a:cs typeface="Calibri"/>
                <a:sym typeface="Calibri"/>
              </a:rPr>
              <a:t>content-servers (e.g., YouTube, Akamai, Apple, Microsoft)</a:t>
            </a:r>
            <a:endParaRPr/>
          </a:p>
          <a:p>
            <a:pPr indent="-295275" lvl="1" marL="641350" marR="0" rtl="0" algn="l">
              <a:lnSpc>
                <a:spcPct val="90000"/>
              </a:lnSpc>
              <a:spcBef>
                <a:spcPts val="500"/>
              </a:spcBef>
              <a:spcAft>
                <a:spcPts val="0"/>
              </a:spcAft>
              <a:buClr>
                <a:srgbClr val="0000A8"/>
              </a:buClr>
              <a:buSzPts val="2400"/>
              <a:buFont typeface="Noto Sans Symbols"/>
              <a:buChar char="▪"/>
            </a:pPr>
            <a:r>
              <a:rPr b="0" i="0" lang="en-US" sz="2400" u="none" cap="none" strike="noStrike">
                <a:solidFill>
                  <a:schemeClr val="dk1"/>
                </a:solidFill>
                <a:latin typeface="Calibri"/>
                <a:ea typeface="Calibri"/>
                <a:cs typeface="Calibri"/>
                <a:sym typeface="Calibri"/>
              </a:rPr>
              <a:t>search engines, data mining (e.g., Google)</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sz="2800">
              <a:solidFill>
                <a:schemeClr val="dk1"/>
              </a:solidFill>
              <a:latin typeface="Gill Sans"/>
              <a:ea typeface="Gill Sans"/>
              <a:cs typeface="Gill Sans"/>
              <a:sym typeface="Gill Sans"/>
            </a:endParaRPr>
          </a:p>
        </p:txBody>
      </p:sp>
      <p:sp>
        <p:nvSpPr>
          <p:cNvPr id="6422" name="Google Shape;6422;p102"/>
          <p:cNvSpPr txBox="1"/>
          <p:nvPr/>
        </p:nvSpPr>
        <p:spPr>
          <a:xfrm>
            <a:off x="1219200" y="3478773"/>
            <a:ext cx="5772243" cy="3056498"/>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99"/>
              </a:buClr>
              <a:buSzPts val="3200"/>
              <a:buFont typeface="Noto Sans Symbols"/>
              <a:buNone/>
            </a:pPr>
            <a:r>
              <a:rPr i="0" lang="en-US" sz="3200">
                <a:solidFill>
                  <a:schemeClr val="dk1"/>
                </a:solidFill>
                <a:latin typeface="Calibri"/>
                <a:ea typeface="Calibri"/>
                <a:cs typeface="Calibri"/>
                <a:sym typeface="Calibri"/>
              </a:rPr>
              <a:t>challenges:</a:t>
            </a:r>
            <a:endParaRPr/>
          </a:p>
          <a:p>
            <a:pPr indent="-280988" lvl="1" marL="466725"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chemeClr val="dk1"/>
                </a:solidFill>
                <a:latin typeface="Calibri"/>
                <a:ea typeface="Calibri"/>
                <a:cs typeface="Calibri"/>
                <a:sym typeface="Calibri"/>
              </a:rPr>
              <a:t>multiple applications, each serving massive numbers of clients </a:t>
            </a:r>
            <a:endParaRPr/>
          </a:p>
          <a:p>
            <a:pPr indent="-280988" lvl="1" marL="466725"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chemeClr val="dk1"/>
                </a:solidFill>
                <a:latin typeface="Calibri"/>
                <a:ea typeface="Calibri"/>
                <a:cs typeface="Calibri"/>
                <a:sym typeface="Calibri"/>
              </a:rPr>
              <a:t>reliability</a:t>
            </a:r>
            <a:endParaRPr b="0" i="0" sz="2800" u="none" cap="none" strike="noStrike">
              <a:solidFill>
                <a:schemeClr val="dk1"/>
              </a:solidFill>
              <a:latin typeface="Calibri"/>
              <a:ea typeface="Calibri"/>
              <a:cs typeface="Calibri"/>
              <a:sym typeface="Calibri"/>
            </a:endParaRPr>
          </a:p>
          <a:p>
            <a:pPr indent="-280988" lvl="1" marL="466725"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chemeClr val="dk1"/>
                </a:solidFill>
                <a:latin typeface="Calibri"/>
                <a:ea typeface="Calibri"/>
                <a:cs typeface="Calibri"/>
                <a:sym typeface="Calibri"/>
              </a:rPr>
              <a:t>managing/balancing load, avoiding processing, networking, data bottlenecks  </a:t>
            </a:r>
            <a:endParaRPr/>
          </a:p>
        </p:txBody>
      </p:sp>
      <p:pic>
        <p:nvPicPr>
          <p:cNvPr id="6423" name="Google Shape;6423;p102"/>
          <p:cNvPicPr preferRelativeResize="0"/>
          <p:nvPr/>
        </p:nvPicPr>
        <p:blipFill rotWithShape="1">
          <a:blip r:embed="rId3">
            <a:alphaModFix/>
          </a:blip>
          <a:srcRect b="0" l="0" r="0" t="0"/>
          <a:stretch/>
        </p:blipFill>
        <p:spPr>
          <a:xfrm>
            <a:off x="8076079" y="3303307"/>
            <a:ext cx="3527425" cy="2522538"/>
          </a:xfrm>
          <a:prstGeom prst="rect">
            <a:avLst/>
          </a:prstGeom>
          <a:noFill/>
          <a:ln>
            <a:noFill/>
          </a:ln>
          <a:effectLst>
            <a:outerShdw blurRad="50800" rotWithShape="0" algn="bl" dir="18900000" dist="38100">
              <a:srgbClr val="000000">
                <a:alpha val="40000"/>
              </a:srgbClr>
            </a:outerShdw>
          </a:effectLst>
        </p:spPr>
      </p:pic>
      <p:sp>
        <p:nvSpPr>
          <p:cNvPr id="6424" name="Google Shape;6424;p102"/>
          <p:cNvSpPr txBox="1"/>
          <p:nvPr/>
        </p:nvSpPr>
        <p:spPr>
          <a:xfrm>
            <a:off x="7254035" y="5924644"/>
            <a:ext cx="479453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400">
                <a:solidFill>
                  <a:schemeClr val="dk1"/>
                </a:solidFill>
                <a:latin typeface="Arial"/>
                <a:ea typeface="Arial"/>
                <a:cs typeface="Arial"/>
                <a:sym typeface="Arial"/>
              </a:rPr>
              <a:t>Inside a 40-ft Microsoft container, Chicago data center</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22"/>
                                        </p:tgtEl>
                                        <p:attrNameLst>
                                          <p:attrName>style.visibility</p:attrName>
                                        </p:attrNameLst>
                                      </p:cBhvr>
                                      <p:to>
                                        <p:strVal val="visible"/>
                                      </p:to>
                                    </p:set>
                                    <p:animEffect filter="fade" transition="in">
                                      <p:cBhvr>
                                        <p:cTn dur="500"/>
                                        <p:tgtEl>
                                          <p:spTgt spid="64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429" name="Shape 6429"/>
        <p:cNvGrpSpPr/>
        <p:nvPr/>
      </p:nvGrpSpPr>
      <p:grpSpPr>
        <a:xfrm>
          <a:off x="0" y="0"/>
          <a:ext cx="0" cy="0"/>
          <a:chOff x="0" y="0"/>
          <a:chExt cx="0" cy="0"/>
        </a:xfrm>
      </p:grpSpPr>
      <p:grpSp>
        <p:nvGrpSpPr>
          <p:cNvPr id="6430" name="Google Shape;6430;p103"/>
          <p:cNvGrpSpPr/>
          <p:nvPr/>
        </p:nvGrpSpPr>
        <p:grpSpPr>
          <a:xfrm>
            <a:off x="1479177" y="1790648"/>
            <a:ext cx="5700821" cy="1085228"/>
            <a:chOff x="1411941" y="1759320"/>
            <a:chExt cx="5700821" cy="1085228"/>
          </a:xfrm>
        </p:grpSpPr>
        <p:cxnSp>
          <p:nvCxnSpPr>
            <p:cNvPr id="6431" name="Google Shape;6431;p103"/>
            <p:cNvCxnSpPr>
              <a:endCxn id="6432" idx="9"/>
            </p:cNvCxnSpPr>
            <p:nvPr/>
          </p:nvCxnSpPr>
          <p:spPr>
            <a:xfrm flipH="1" rot="10800000">
              <a:off x="1411941" y="1792306"/>
              <a:ext cx="2243400" cy="924000"/>
            </a:xfrm>
            <a:prstGeom prst="straightConnector1">
              <a:avLst/>
            </a:prstGeom>
            <a:noFill/>
            <a:ln cap="flat" cmpd="sng" w="12700">
              <a:solidFill>
                <a:schemeClr val="dk1"/>
              </a:solidFill>
              <a:prstDash val="solid"/>
              <a:miter lim="800000"/>
              <a:headEnd len="sm" w="sm" type="none"/>
              <a:tailEnd len="sm" w="sm" type="none"/>
            </a:ln>
          </p:spPr>
        </p:cxnSp>
        <p:cxnSp>
          <p:nvCxnSpPr>
            <p:cNvPr id="6433" name="Google Shape;6433;p103"/>
            <p:cNvCxnSpPr/>
            <p:nvPr/>
          </p:nvCxnSpPr>
          <p:spPr>
            <a:xfrm flipH="1" rot="10800000">
              <a:off x="1425388" y="1790700"/>
              <a:ext cx="4493570" cy="939053"/>
            </a:xfrm>
            <a:prstGeom prst="straightConnector1">
              <a:avLst/>
            </a:prstGeom>
            <a:noFill/>
            <a:ln cap="flat" cmpd="sng" w="12700">
              <a:solidFill>
                <a:schemeClr val="dk1"/>
              </a:solidFill>
              <a:prstDash val="solid"/>
              <a:miter lim="800000"/>
              <a:headEnd len="sm" w="sm" type="none"/>
              <a:tailEnd len="sm" w="sm" type="none"/>
            </a:ln>
          </p:spPr>
        </p:cxnSp>
        <p:cxnSp>
          <p:nvCxnSpPr>
            <p:cNvPr id="6434" name="Google Shape;6434;p103"/>
            <p:cNvCxnSpPr>
              <a:endCxn id="6432" idx="9"/>
            </p:cNvCxnSpPr>
            <p:nvPr/>
          </p:nvCxnSpPr>
          <p:spPr>
            <a:xfrm flipH="1" rot="10800000">
              <a:off x="3016624" y="1792518"/>
              <a:ext cx="638700" cy="1022400"/>
            </a:xfrm>
            <a:prstGeom prst="straightConnector1">
              <a:avLst/>
            </a:prstGeom>
            <a:noFill/>
            <a:ln cap="flat" cmpd="sng" w="12700">
              <a:solidFill>
                <a:schemeClr val="dk1"/>
              </a:solidFill>
              <a:prstDash val="solid"/>
              <a:miter lim="800000"/>
              <a:headEnd len="sm" w="sm" type="none"/>
              <a:tailEnd len="sm" w="sm" type="none"/>
            </a:ln>
          </p:spPr>
        </p:cxnSp>
        <p:cxnSp>
          <p:nvCxnSpPr>
            <p:cNvPr id="6435" name="Google Shape;6435;p103"/>
            <p:cNvCxnSpPr>
              <a:endCxn id="6432" idx="13"/>
            </p:cNvCxnSpPr>
            <p:nvPr/>
          </p:nvCxnSpPr>
          <p:spPr>
            <a:xfrm rot="10800000">
              <a:off x="3558266" y="1759320"/>
              <a:ext cx="1022700" cy="1053900"/>
            </a:xfrm>
            <a:prstGeom prst="straightConnector1">
              <a:avLst/>
            </a:prstGeom>
            <a:noFill/>
            <a:ln cap="flat" cmpd="sng" w="12700">
              <a:solidFill>
                <a:schemeClr val="dk1"/>
              </a:solidFill>
              <a:prstDash val="solid"/>
              <a:miter lim="800000"/>
              <a:headEnd len="sm" w="sm" type="none"/>
              <a:tailEnd len="sm" w="sm" type="none"/>
            </a:ln>
          </p:spPr>
        </p:cxnSp>
        <p:cxnSp>
          <p:nvCxnSpPr>
            <p:cNvPr id="6436" name="Google Shape;6436;p103"/>
            <p:cNvCxnSpPr>
              <a:endCxn id="6432" idx="9"/>
            </p:cNvCxnSpPr>
            <p:nvPr/>
          </p:nvCxnSpPr>
          <p:spPr>
            <a:xfrm rot="10800000">
              <a:off x="3655262" y="1792448"/>
              <a:ext cx="3457500" cy="1052100"/>
            </a:xfrm>
            <a:prstGeom prst="straightConnector1">
              <a:avLst/>
            </a:prstGeom>
            <a:noFill/>
            <a:ln cap="flat" cmpd="sng" w="12700">
              <a:solidFill>
                <a:schemeClr val="dk1"/>
              </a:solidFill>
              <a:prstDash val="solid"/>
              <a:miter lim="800000"/>
              <a:headEnd len="sm" w="sm" type="none"/>
              <a:tailEnd len="sm" w="sm" type="none"/>
            </a:ln>
          </p:spPr>
        </p:cxnSp>
        <p:cxnSp>
          <p:nvCxnSpPr>
            <p:cNvPr id="6437" name="Google Shape;6437;p103"/>
            <p:cNvCxnSpPr/>
            <p:nvPr/>
          </p:nvCxnSpPr>
          <p:spPr>
            <a:xfrm flipH="1" rot="10800000">
              <a:off x="2985160" y="1759372"/>
              <a:ext cx="2906904" cy="1002576"/>
            </a:xfrm>
            <a:prstGeom prst="straightConnector1">
              <a:avLst/>
            </a:prstGeom>
            <a:noFill/>
            <a:ln cap="flat" cmpd="sng" w="12700">
              <a:solidFill>
                <a:schemeClr val="dk1"/>
              </a:solidFill>
              <a:prstDash val="solid"/>
              <a:miter lim="800000"/>
              <a:headEnd len="sm" w="sm" type="none"/>
              <a:tailEnd len="sm" w="sm" type="none"/>
            </a:ln>
          </p:spPr>
        </p:cxnSp>
        <p:cxnSp>
          <p:nvCxnSpPr>
            <p:cNvPr id="6438" name="Google Shape;6438;p103"/>
            <p:cNvCxnSpPr>
              <a:endCxn id="6439" idx="6"/>
            </p:cNvCxnSpPr>
            <p:nvPr/>
          </p:nvCxnSpPr>
          <p:spPr>
            <a:xfrm rot="10800000">
              <a:off x="6032103" y="1818876"/>
              <a:ext cx="1009500" cy="974400"/>
            </a:xfrm>
            <a:prstGeom prst="straightConnector1">
              <a:avLst/>
            </a:prstGeom>
            <a:noFill/>
            <a:ln cap="flat" cmpd="sng" w="12700">
              <a:solidFill>
                <a:schemeClr val="dk1"/>
              </a:solidFill>
              <a:prstDash val="solid"/>
              <a:miter lim="800000"/>
              <a:headEnd len="sm" w="sm" type="none"/>
              <a:tailEnd len="sm" w="sm" type="none"/>
            </a:ln>
          </p:spPr>
        </p:cxnSp>
        <p:cxnSp>
          <p:nvCxnSpPr>
            <p:cNvPr id="6440" name="Google Shape;6440;p103"/>
            <p:cNvCxnSpPr>
              <a:endCxn id="6439" idx="12"/>
            </p:cNvCxnSpPr>
            <p:nvPr/>
          </p:nvCxnSpPr>
          <p:spPr>
            <a:xfrm flipH="1" rot="10800000">
              <a:off x="4549326" y="1819176"/>
              <a:ext cx="1290300" cy="974100"/>
            </a:xfrm>
            <a:prstGeom prst="straightConnector1">
              <a:avLst/>
            </a:prstGeom>
            <a:noFill/>
            <a:ln cap="flat" cmpd="sng" w="12700">
              <a:solidFill>
                <a:schemeClr val="dk1"/>
              </a:solidFill>
              <a:prstDash val="solid"/>
              <a:miter lim="800000"/>
              <a:headEnd len="sm" w="sm" type="none"/>
              <a:tailEnd len="sm" w="sm" type="none"/>
            </a:ln>
          </p:spPr>
        </p:cxnSp>
      </p:grpSp>
      <p:sp>
        <p:nvSpPr>
          <p:cNvPr id="6441" name="Google Shape;6441;p103"/>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b="0" lang="en-US">
                <a:latin typeface="Calibri"/>
                <a:ea typeface="Calibri"/>
                <a:cs typeface="Calibri"/>
                <a:sym typeface="Calibri"/>
              </a:rPr>
              <a:t>Datacenter networks: network elements</a:t>
            </a:r>
            <a:endParaRPr b="0" sz="4400">
              <a:latin typeface="Calibri"/>
              <a:ea typeface="Calibri"/>
              <a:cs typeface="Calibri"/>
              <a:sym typeface="Calibri"/>
            </a:endParaRPr>
          </a:p>
        </p:txBody>
      </p:sp>
      <p:sp>
        <p:nvSpPr>
          <p:cNvPr id="6442" name="Google Shape;6442;p103"/>
          <p:cNvSpPr txBox="1"/>
          <p:nvPr>
            <p:ph idx="12" type="sldNum"/>
          </p:nvPr>
        </p:nvSpPr>
        <p:spPr>
          <a:xfrm>
            <a:off x="9206737" y="6492875"/>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Link Layer: 6-</a:t>
            </a:r>
            <a:fld id="{00000000-1234-1234-1234-123412341234}" type="slidenum">
              <a:rPr lang="en-US"/>
              <a:t>‹#›</a:t>
            </a:fld>
            <a:endParaRPr/>
          </a:p>
        </p:txBody>
      </p:sp>
      <p:sp>
        <p:nvSpPr>
          <p:cNvPr id="6443" name="Google Shape;6443;p103"/>
          <p:cNvSpPr txBox="1"/>
          <p:nvPr/>
        </p:nvSpPr>
        <p:spPr>
          <a:xfrm>
            <a:off x="8168548" y="5355232"/>
            <a:ext cx="3482235" cy="76944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2400">
                <a:solidFill>
                  <a:srgbClr val="C00000"/>
                </a:solidFill>
                <a:latin typeface="Calibri"/>
                <a:ea typeface="Calibri"/>
                <a:cs typeface="Calibri"/>
                <a:sym typeface="Calibri"/>
              </a:rPr>
              <a:t>Server racks</a:t>
            </a:r>
            <a:endParaRPr sz="2400">
              <a:solidFill>
                <a:srgbClr val="000000"/>
              </a:solidFill>
              <a:latin typeface="Calibri"/>
              <a:ea typeface="Calibri"/>
              <a:cs typeface="Calibri"/>
              <a:sym typeface="Calibri"/>
            </a:endParaRPr>
          </a:p>
          <a:p>
            <a:pPr indent="-223837" lvl="0" marL="342900" marR="0" rtl="0" algn="l">
              <a:spcBef>
                <a:spcPts val="0"/>
              </a:spcBef>
              <a:spcAft>
                <a:spcPts val="0"/>
              </a:spcAft>
              <a:buClr>
                <a:srgbClr val="0000A8"/>
              </a:buClr>
              <a:buSzPts val="2000"/>
              <a:buFont typeface="Noto Sans Symbols"/>
              <a:buChar char="▪"/>
            </a:pPr>
            <a:r>
              <a:rPr i="0" lang="en-US" sz="2000">
                <a:solidFill>
                  <a:srgbClr val="000000"/>
                </a:solidFill>
                <a:latin typeface="Calibri"/>
                <a:ea typeface="Calibri"/>
                <a:cs typeface="Calibri"/>
                <a:sym typeface="Calibri"/>
              </a:rPr>
              <a:t>20- 40 server blades: hosts </a:t>
            </a:r>
            <a:endParaRPr/>
          </a:p>
        </p:txBody>
      </p:sp>
      <p:sp>
        <p:nvSpPr>
          <p:cNvPr id="6444" name="Google Shape;6444;p103"/>
          <p:cNvSpPr txBox="1"/>
          <p:nvPr/>
        </p:nvSpPr>
        <p:spPr>
          <a:xfrm>
            <a:off x="8085439" y="4357127"/>
            <a:ext cx="3774867"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2400">
                <a:solidFill>
                  <a:srgbClr val="C00000"/>
                </a:solidFill>
                <a:latin typeface="Calibri"/>
                <a:ea typeface="Calibri"/>
                <a:cs typeface="Calibri"/>
                <a:sym typeface="Calibri"/>
              </a:rPr>
              <a:t>Top of Rack (TOR) switch</a:t>
            </a:r>
            <a:endParaRPr/>
          </a:p>
          <a:p>
            <a:pPr indent="-223837" lvl="0" marL="342900" marR="0" rtl="0" algn="l">
              <a:lnSpc>
                <a:spcPct val="90000"/>
              </a:lnSpc>
              <a:spcBef>
                <a:spcPts val="0"/>
              </a:spcBef>
              <a:spcAft>
                <a:spcPts val="0"/>
              </a:spcAft>
              <a:buClr>
                <a:srgbClr val="0000A8"/>
              </a:buClr>
              <a:buSzPts val="2000"/>
              <a:buFont typeface="Noto Sans Symbols"/>
              <a:buChar char="▪"/>
            </a:pPr>
            <a:r>
              <a:rPr i="0" lang="en-US" sz="2000">
                <a:solidFill>
                  <a:srgbClr val="000000"/>
                </a:solidFill>
                <a:latin typeface="Calibri"/>
                <a:ea typeface="Calibri"/>
                <a:cs typeface="Calibri"/>
                <a:sym typeface="Calibri"/>
              </a:rPr>
              <a:t>one per rack</a:t>
            </a:r>
            <a:endParaRPr/>
          </a:p>
          <a:p>
            <a:pPr indent="-223837" lvl="0" marL="342900" marR="0" rtl="0" algn="l">
              <a:lnSpc>
                <a:spcPct val="90000"/>
              </a:lnSpc>
              <a:spcBef>
                <a:spcPts val="0"/>
              </a:spcBef>
              <a:spcAft>
                <a:spcPts val="0"/>
              </a:spcAft>
              <a:buClr>
                <a:srgbClr val="0000A8"/>
              </a:buClr>
              <a:buSzPts val="2000"/>
              <a:buFont typeface="Noto Sans Symbols"/>
              <a:buChar char="▪"/>
            </a:pPr>
            <a:r>
              <a:rPr lang="en-US" sz="2000">
                <a:solidFill>
                  <a:srgbClr val="000000"/>
                </a:solidFill>
                <a:latin typeface="Calibri"/>
                <a:ea typeface="Calibri"/>
                <a:cs typeface="Calibri"/>
                <a:sym typeface="Calibri"/>
              </a:rPr>
              <a:t>100G-400G Ethernet to blades      </a:t>
            </a:r>
            <a:endParaRPr i="0" sz="2000">
              <a:solidFill>
                <a:srgbClr val="000000"/>
              </a:solidFill>
              <a:latin typeface="Calibri"/>
              <a:ea typeface="Calibri"/>
              <a:cs typeface="Calibri"/>
              <a:sym typeface="Calibri"/>
            </a:endParaRPr>
          </a:p>
        </p:txBody>
      </p:sp>
      <p:sp>
        <p:nvSpPr>
          <p:cNvPr id="6445" name="Google Shape;6445;p103"/>
          <p:cNvSpPr txBox="1"/>
          <p:nvPr/>
        </p:nvSpPr>
        <p:spPr>
          <a:xfrm>
            <a:off x="8130262" y="3460657"/>
            <a:ext cx="3774867" cy="76944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2400">
                <a:solidFill>
                  <a:srgbClr val="C00000"/>
                </a:solidFill>
                <a:latin typeface="Calibri"/>
                <a:ea typeface="Calibri"/>
                <a:cs typeface="Calibri"/>
                <a:sym typeface="Calibri"/>
              </a:rPr>
              <a:t>Tier-2 switches</a:t>
            </a:r>
            <a:endParaRPr/>
          </a:p>
          <a:p>
            <a:pPr indent="-223837" lvl="0" marL="342900" marR="0" rtl="0" algn="l">
              <a:spcBef>
                <a:spcPts val="0"/>
              </a:spcBef>
              <a:spcAft>
                <a:spcPts val="0"/>
              </a:spcAft>
              <a:buClr>
                <a:srgbClr val="0000A8"/>
              </a:buClr>
              <a:buSzPts val="2000"/>
              <a:buFont typeface="Noto Sans Symbols"/>
              <a:buChar char="▪"/>
            </a:pPr>
            <a:r>
              <a:rPr lang="en-US" sz="2000">
                <a:solidFill>
                  <a:schemeClr val="dk1"/>
                </a:solidFill>
                <a:latin typeface="Calibri"/>
                <a:ea typeface="Calibri"/>
                <a:cs typeface="Calibri"/>
                <a:sym typeface="Calibri"/>
              </a:rPr>
              <a:t>connecting to  ~16 TORs below</a:t>
            </a:r>
            <a:endParaRPr i="0" sz="2000">
              <a:solidFill>
                <a:schemeClr val="dk1"/>
              </a:solidFill>
              <a:latin typeface="Calibri"/>
              <a:ea typeface="Calibri"/>
              <a:cs typeface="Calibri"/>
              <a:sym typeface="Calibri"/>
            </a:endParaRPr>
          </a:p>
        </p:txBody>
      </p:sp>
      <p:grpSp>
        <p:nvGrpSpPr>
          <p:cNvPr id="6446" name="Google Shape;6446;p103"/>
          <p:cNvGrpSpPr/>
          <p:nvPr/>
        </p:nvGrpSpPr>
        <p:grpSpPr>
          <a:xfrm>
            <a:off x="7582334" y="4489205"/>
            <a:ext cx="267206" cy="997245"/>
            <a:chOff x="6424315" y="4488570"/>
            <a:chExt cx="267206" cy="997245"/>
          </a:xfrm>
        </p:grpSpPr>
        <p:grpSp>
          <p:nvGrpSpPr>
            <p:cNvPr id="6447" name="Google Shape;6447;p103"/>
            <p:cNvGrpSpPr/>
            <p:nvPr/>
          </p:nvGrpSpPr>
          <p:grpSpPr>
            <a:xfrm>
              <a:off x="6424315" y="4636502"/>
              <a:ext cx="237939" cy="849312"/>
              <a:chOff x="6396366" y="3061857"/>
              <a:chExt cx="570079" cy="838094"/>
            </a:xfrm>
          </p:grpSpPr>
          <p:sp>
            <p:nvSpPr>
              <p:cNvPr id="6448" name="Google Shape;6448;p103"/>
              <p:cNvSpPr/>
              <p:nvPr/>
            </p:nvSpPr>
            <p:spPr>
              <a:xfrm>
                <a:off x="6509786" y="3061857"/>
                <a:ext cx="447707" cy="742536"/>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6449" name="Google Shape;6449;p103"/>
              <p:cNvCxnSpPr/>
              <p:nvPr/>
            </p:nvCxnSpPr>
            <p:spPr>
              <a:xfrm flipH="1" rot="10800000">
                <a:off x="6847057" y="3061857"/>
                <a:ext cx="113419" cy="92425"/>
              </a:xfrm>
              <a:prstGeom prst="straightConnector1">
                <a:avLst/>
              </a:prstGeom>
              <a:noFill/>
              <a:ln cap="flat" cmpd="sng" w="9525">
                <a:solidFill>
                  <a:schemeClr val="dk1"/>
                </a:solidFill>
                <a:prstDash val="solid"/>
                <a:miter lim="800000"/>
                <a:headEnd len="sm" w="sm" type="none"/>
                <a:tailEnd len="sm" w="sm" type="none"/>
              </a:ln>
            </p:spPr>
          </p:cxnSp>
          <p:sp>
            <p:nvSpPr>
              <p:cNvPr id="6450" name="Google Shape;6450;p103"/>
              <p:cNvSpPr/>
              <p:nvPr/>
            </p:nvSpPr>
            <p:spPr>
              <a:xfrm>
                <a:off x="6476953" y="3071256"/>
                <a:ext cx="131327" cy="1159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6451" name="Google Shape;6451;p103"/>
              <p:cNvCxnSpPr/>
              <p:nvPr/>
            </p:nvCxnSpPr>
            <p:spPr>
              <a:xfrm flipH="1" rot="10800000">
                <a:off x="6396367" y="3061857"/>
                <a:ext cx="113419" cy="92425"/>
              </a:xfrm>
              <a:prstGeom prst="straightConnector1">
                <a:avLst/>
              </a:prstGeom>
              <a:noFill/>
              <a:ln cap="flat" cmpd="sng" w="9525">
                <a:solidFill>
                  <a:schemeClr val="dk1"/>
                </a:solidFill>
                <a:prstDash val="solid"/>
                <a:miter lim="800000"/>
                <a:headEnd len="sm" w="sm" type="none"/>
                <a:tailEnd len="sm" w="sm" type="none"/>
              </a:ln>
            </p:spPr>
          </p:cxnSp>
          <p:sp>
            <p:nvSpPr>
              <p:cNvPr id="6452" name="Google Shape;6452;p103"/>
              <p:cNvSpPr/>
              <p:nvPr/>
            </p:nvSpPr>
            <p:spPr>
              <a:xfrm>
                <a:off x="6817210" y="3702567"/>
                <a:ext cx="131327" cy="1159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sp>
            <p:nvSpPr>
              <p:cNvPr id="6453" name="Google Shape;6453;p103"/>
              <p:cNvSpPr/>
              <p:nvPr/>
            </p:nvSpPr>
            <p:spPr>
              <a:xfrm>
                <a:off x="6405320" y="3157415"/>
                <a:ext cx="444723" cy="742536"/>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6454" name="Google Shape;6454;p103"/>
              <p:cNvCxnSpPr/>
              <p:nvPr/>
            </p:nvCxnSpPr>
            <p:spPr>
              <a:xfrm flipH="1" rot="10800000">
                <a:off x="6847057" y="3804392"/>
                <a:ext cx="113419" cy="92425"/>
              </a:xfrm>
              <a:prstGeom prst="straightConnector1">
                <a:avLst/>
              </a:prstGeom>
              <a:noFill/>
              <a:ln cap="flat" cmpd="sng" w="9525">
                <a:solidFill>
                  <a:schemeClr val="dk1"/>
                </a:solidFill>
                <a:prstDash val="solid"/>
                <a:miter lim="800000"/>
                <a:headEnd len="sm" w="sm" type="none"/>
                <a:tailEnd len="sm" w="sm" type="none"/>
              </a:ln>
            </p:spPr>
          </p:cxnSp>
          <p:grpSp>
            <p:nvGrpSpPr>
              <p:cNvPr id="6455" name="Google Shape;6455;p103"/>
              <p:cNvGrpSpPr/>
              <p:nvPr/>
            </p:nvGrpSpPr>
            <p:grpSpPr>
              <a:xfrm>
                <a:off x="6399350" y="3137050"/>
                <a:ext cx="561125" cy="92425"/>
                <a:chOff x="6581076" y="2845711"/>
                <a:chExt cx="561125" cy="92425"/>
              </a:xfrm>
            </p:grpSpPr>
            <p:cxnSp>
              <p:nvCxnSpPr>
                <p:cNvPr id="6456" name="Google Shape;6456;p103"/>
                <p:cNvCxnSpPr/>
                <p:nvPr/>
              </p:nvCxnSpPr>
              <p:spPr>
                <a:xfrm flipH="1" rot="10800000">
                  <a:off x="7028782" y="2845711"/>
                  <a:ext cx="113419" cy="92425"/>
                </a:xfrm>
                <a:prstGeom prst="straightConnector1">
                  <a:avLst/>
                </a:prstGeom>
                <a:noFill/>
                <a:ln cap="flat" cmpd="sng" w="9525">
                  <a:solidFill>
                    <a:schemeClr val="dk1"/>
                  </a:solidFill>
                  <a:prstDash val="solid"/>
                  <a:miter lim="800000"/>
                  <a:headEnd len="sm" w="sm" type="none"/>
                  <a:tailEnd len="sm" w="sm" type="none"/>
                </a:ln>
              </p:spPr>
            </p:cxnSp>
            <p:cxnSp>
              <p:nvCxnSpPr>
                <p:cNvPr id="6457" name="Google Shape;6457;p103"/>
                <p:cNvCxnSpPr/>
                <p:nvPr/>
              </p:nvCxnSpPr>
              <p:spPr>
                <a:xfrm>
                  <a:off x="6581076" y="2938136"/>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6458" name="Google Shape;6458;p103"/>
              <p:cNvGrpSpPr/>
              <p:nvPr/>
            </p:nvGrpSpPr>
            <p:grpSpPr>
              <a:xfrm>
                <a:off x="6399351" y="3202845"/>
                <a:ext cx="567094" cy="89292"/>
                <a:chOff x="6581557" y="2845642"/>
                <a:chExt cx="567094" cy="89292"/>
              </a:xfrm>
            </p:grpSpPr>
            <p:cxnSp>
              <p:nvCxnSpPr>
                <p:cNvPr id="6459" name="Google Shape;6459;p103"/>
                <p:cNvCxnSpPr/>
                <p:nvPr/>
              </p:nvCxnSpPr>
              <p:spPr>
                <a:xfrm flipH="1" rot="10800000">
                  <a:off x="7029263" y="2845642"/>
                  <a:ext cx="119388" cy="89292"/>
                </a:xfrm>
                <a:prstGeom prst="straightConnector1">
                  <a:avLst/>
                </a:prstGeom>
                <a:noFill/>
                <a:ln cap="flat" cmpd="sng" w="9525">
                  <a:solidFill>
                    <a:schemeClr val="dk1"/>
                  </a:solidFill>
                  <a:prstDash val="solid"/>
                  <a:miter lim="800000"/>
                  <a:headEnd len="sm" w="sm" type="none"/>
                  <a:tailEnd len="sm" w="sm" type="none"/>
                </a:ln>
              </p:spPr>
            </p:cxnSp>
            <p:cxnSp>
              <p:nvCxnSpPr>
                <p:cNvPr id="6460" name="Google Shape;6460;p103"/>
                <p:cNvCxnSpPr/>
                <p:nvPr/>
              </p:nvCxnSpPr>
              <p:spPr>
                <a:xfrm>
                  <a:off x="6581557" y="2934934"/>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6461" name="Google Shape;6461;p103"/>
              <p:cNvGrpSpPr/>
              <p:nvPr/>
            </p:nvGrpSpPr>
            <p:grpSpPr>
              <a:xfrm>
                <a:off x="6399350" y="3268639"/>
                <a:ext cx="558142" cy="89292"/>
                <a:chOff x="6582036" y="2845572"/>
                <a:chExt cx="558142" cy="89292"/>
              </a:xfrm>
            </p:grpSpPr>
            <p:cxnSp>
              <p:nvCxnSpPr>
                <p:cNvPr id="6462" name="Google Shape;6462;p103"/>
                <p:cNvCxnSpPr/>
                <p:nvPr/>
              </p:nvCxnSpPr>
              <p:spPr>
                <a:xfrm flipH="1" rot="10800000">
                  <a:off x="7026759" y="2845572"/>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6463" name="Google Shape;6463;p103"/>
                <p:cNvCxnSpPr/>
                <p:nvPr/>
              </p:nvCxnSpPr>
              <p:spPr>
                <a:xfrm>
                  <a:off x="6582036" y="293486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6464" name="Google Shape;6464;p103"/>
              <p:cNvGrpSpPr/>
              <p:nvPr/>
            </p:nvGrpSpPr>
            <p:grpSpPr>
              <a:xfrm>
                <a:off x="6399350" y="3334433"/>
                <a:ext cx="558141" cy="89292"/>
                <a:chOff x="6582516" y="2845502"/>
                <a:chExt cx="558141" cy="89292"/>
              </a:xfrm>
            </p:grpSpPr>
            <p:cxnSp>
              <p:nvCxnSpPr>
                <p:cNvPr id="6465" name="Google Shape;6465;p103"/>
                <p:cNvCxnSpPr/>
                <p:nvPr/>
              </p:nvCxnSpPr>
              <p:spPr>
                <a:xfrm flipH="1" rot="10800000">
                  <a:off x="7027238" y="2845502"/>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6466" name="Google Shape;6466;p103"/>
                <p:cNvCxnSpPr/>
                <p:nvPr/>
              </p:nvCxnSpPr>
              <p:spPr>
                <a:xfrm>
                  <a:off x="6582516" y="293479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6467" name="Google Shape;6467;p103"/>
              <p:cNvGrpSpPr/>
              <p:nvPr/>
            </p:nvGrpSpPr>
            <p:grpSpPr>
              <a:xfrm>
                <a:off x="6399349" y="3400228"/>
                <a:ext cx="558142" cy="89292"/>
                <a:chOff x="6582995" y="2845433"/>
                <a:chExt cx="558142" cy="89292"/>
              </a:xfrm>
            </p:grpSpPr>
            <p:cxnSp>
              <p:nvCxnSpPr>
                <p:cNvPr id="6468" name="Google Shape;6468;p103"/>
                <p:cNvCxnSpPr/>
                <p:nvPr/>
              </p:nvCxnSpPr>
              <p:spPr>
                <a:xfrm flipH="1" rot="10800000">
                  <a:off x="7027718" y="2845433"/>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6469" name="Google Shape;6469;p103"/>
                <p:cNvCxnSpPr/>
                <p:nvPr/>
              </p:nvCxnSpPr>
              <p:spPr>
                <a:xfrm>
                  <a:off x="6582995" y="293472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6470" name="Google Shape;6470;p103"/>
              <p:cNvGrpSpPr/>
              <p:nvPr/>
            </p:nvGrpSpPr>
            <p:grpSpPr>
              <a:xfrm>
                <a:off x="6399351" y="3466022"/>
                <a:ext cx="558141" cy="93992"/>
                <a:chOff x="6583477" y="2845363"/>
                <a:chExt cx="558141" cy="93992"/>
              </a:xfrm>
            </p:grpSpPr>
            <p:cxnSp>
              <p:nvCxnSpPr>
                <p:cNvPr id="6471" name="Google Shape;6471;p103"/>
                <p:cNvCxnSpPr/>
                <p:nvPr/>
              </p:nvCxnSpPr>
              <p:spPr>
                <a:xfrm flipH="1" rot="10800000">
                  <a:off x="7028199" y="2845363"/>
                  <a:ext cx="113419" cy="93992"/>
                </a:xfrm>
                <a:prstGeom prst="straightConnector1">
                  <a:avLst/>
                </a:prstGeom>
                <a:noFill/>
                <a:ln cap="flat" cmpd="sng" w="9525">
                  <a:solidFill>
                    <a:schemeClr val="dk1"/>
                  </a:solidFill>
                  <a:prstDash val="solid"/>
                  <a:miter lim="800000"/>
                  <a:headEnd len="sm" w="sm" type="none"/>
                  <a:tailEnd len="sm" w="sm" type="none"/>
                </a:ln>
              </p:spPr>
            </p:cxnSp>
            <p:cxnSp>
              <p:nvCxnSpPr>
                <p:cNvPr id="6472" name="Google Shape;6472;p103"/>
                <p:cNvCxnSpPr/>
                <p:nvPr/>
              </p:nvCxnSpPr>
              <p:spPr>
                <a:xfrm>
                  <a:off x="6583477" y="2939355"/>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6473" name="Google Shape;6473;p103"/>
              <p:cNvGrpSpPr/>
              <p:nvPr/>
            </p:nvGrpSpPr>
            <p:grpSpPr>
              <a:xfrm>
                <a:off x="6396366" y="3528683"/>
                <a:ext cx="561126" cy="97125"/>
                <a:chOff x="6580972" y="2842160"/>
                <a:chExt cx="561126" cy="97125"/>
              </a:xfrm>
            </p:grpSpPr>
            <p:cxnSp>
              <p:nvCxnSpPr>
                <p:cNvPr id="6474" name="Google Shape;6474;p103"/>
                <p:cNvCxnSpPr/>
                <p:nvPr/>
              </p:nvCxnSpPr>
              <p:spPr>
                <a:xfrm flipH="1" rot="10800000">
                  <a:off x="7028679" y="2842160"/>
                  <a:ext cx="113419" cy="97125"/>
                </a:xfrm>
                <a:prstGeom prst="straightConnector1">
                  <a:avLst/>
                </a:prstGeom>
                <a:noFill/>
                <a:ln cap="flat" cmpd="sng" w="9525">
                  <a:solidFill>
                    <a:schemeClr val="dk1"/>
                  </a:solidFill>
                  <a:prstDash val="solid"/>
                  <a:miter lim="800000"/>
                  <a:headEnd len="sm" w="sm" type="none"/>
                  <a:tailEnd len="sm" w="sm" type="none"/>
                </a:ln>
              </p:spPr>
            </p:cxnSp>
            <p:cxnSp>
              <p:nvCxnSpPr>
                <p:cNvPr id="6475" name="Google Shape;6475;p103"/>
                <p:cNvCxnSpPr/>
                <p:nvPr/>
              </p:nvCxnSpPr>
              <p:spPr>
                <a:xfrm>
                  <a:off x="6580972" y="2939284"/>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6476" name="Google Shape;6476;p103"/>
              <p:cNvGrpSpPr/>
              <p:nvPr/>
            </p:nvGrpSpPr>
            <p:grpSpPr>
              <a:xfrm>
                <a:off x="6396366" y="3594477"/>
                <a:ext cx="561125" cy="97125"/>
                <a:chOff x="6581452" y="2842090"/>
                <a:chExt cx="561125" cy="97125"/>
              </a:xfrm>
            </p:grpSpPr>
            <p:cxnSp>
              <p:nvCxnSpPr>
                <p:cNvPr id="6477" name="Google Shape;6477;p103"/>
                <p:cNvCxnSpPr/>
                <p:nvPr/>
              </p:nvCxnSpPr>
              <p:spPr>
                <a:xfrm flipH="1" rot="10800000">
                  <a:off x="7029158" y="2842090"/>
                  <a:ext cx="113419" cy="97125"/>
                </a:xfrm>
                <a:prstGeom prst="straightConnector1">
                  <a:avLst/>
                </a:prstGeom>
                <a:noFill/>
                <a:ln cap="flat" cmpd="sng" w="9525">
                  <a:solidFill>
                    <a:schemeClr val="dk1"/>
                  </a:solidFill>
                  <a:prstDash val="solid"/>
                  <a:miter lim="800000"/>
                  <a:headEnd len="sm" w="sm" type="none"/>
                  <a:tailEnd len="sm" w="sm" type="none"/>
                </a:ln>
              </p:spPr>
            </p:cxnSp>
            <p:cxnSp>
              <p:nvCxnSpPr>
                <p:cNvPr id="6478" name="Google Shape;6478;p103"/>
                <p:cNvCxnSpPr/>
                <p:nvPr/>
              </p:nvCxnSpPr>
              <p:spPr>
                <a:xfrm>
                  <a:off x="6581452" y="2939215"/>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6479" name="Google Shape;6479;p103"/>
              <p:cNvGrpSpPr/>
              <p:nvPr/>
            </p:nvGrpSpPr>
            <p:grpSpPr>
              <a:xfrm>
                <a:off x="6396367" y="3664970"/>
                <a:ext cx="558140" cy="92426"/>
                <a:chOff x="6581933" y="2846719"/>
                <a:chExt cx="558140" cy="92426"/>
              </a:xfrm>
            </p:grpSpPr>
            <p:cxnSp>
              <p:nvCxnSpPr>
                <p:cNvPr id="6480" name="Google Shape;6480;p103"/>
                <p:cNvCxnSpPr/>
                <p:nvPr/>
              </p:nvCxnSpPr>
              <p:spPr>
                <a:xfrm flipH="1" rot="10800000">
                  <a:off x="7026654" y="2846719"/>
                  <a:ext cx="113419" cy="92426"/>
                </a:xfrm>
                <a:prstGeom prst="straightConnector1">
                  <a:avLst/>
                </a:prstGeom>
                <a:noFill/>
                <a:ln cap="flat" cmpd="sng" w="9525">
                  <a:solidFill>
                    <a:schemeClr val="dk1"/>
                  </a:solidFill>
                  <a:prstDash val="solid"/>
                  <a:miter lim="800000"/>
                  <a:headEnd len="sm" w="sm" type="none"/>
                  <a:tailEnd len="sm" w="sm" type="none"/>
                </a:ln>
              </p:spPr>
            </p:cxnSp>
            <p:cxnSp>
              <p:nvCxnSpPr>
                <p:cNvPr id="6481" name="Google Shape;6481;p103"/>
                <p:cNvCxnSpPr/>
                <p:nvPr/>
              </p:nvCxnSpPr>
              <p:spPr>
                <a:xfrm>
                  <a:off x="6581933" y="2939145"/>
                  <a:ext cx="450690" cy="0"/>
                </a:xfrm>
                <a:prstGeom prst="straightConnector1">
                  <a:avLst/>
                </a:prstGeom>
                <a:noFill/>
                <a:ln cap="flat" cmpd="sng" w="9525">
                  <a:solidFill>
                    <a:schemeClr val="dk1"/>
                  </a:solidFill>
                  <a:prstDash val="solid"/>
                  <a:miter lim="800000"/>
                  <a:headEnd len="sm" w="sm" type="none"/>
                  <a:tailEnd len="sm" w="sm" type="none"/>
                </a:ln>
              </p:spPr>
            </p:cxnSp>
          </p:grpSp>
          <p:grpSp>
            <p:nvGrpSpPr>
              <p:cNvPr id="6482" name="Google Shape;6482;p103"/>
              <p:cNvGrpSpPr/>
              <p:nvPr/>
            </p:nvGrpSpPr>
            <p:grpSpPr>
              <a:xfrm>
                <a:off x="6396367" y="3730765"/>
                <a:ext cx="558139" cy="92426"/>
                <a:chOff x="6582413" y="2846650"/>
                <a:chExt cx="558139" cy="92426"/>
              </a:xfrm>
            </p:grpSpPr>
            <p:cxnSp>
              <p:nvCxnSpPr>
                <p:cNvPr id="6483" name="Google Shape;6483;p103"/>
                <p:cNvCxnSpPr/>
                <p:nvPr/>
              </p:nvCxnSpPr>
              <p:spPr>
                <a:xfrm flipH="1" rot="10800000">
                  <a:off x="7027133" y="2846650"/>
                  <a:ext cx="113419" cy="92426"/>
                </a:xfrm>
                <a:prstGeom prst="straightConnector1">
                  <a:avLst/>
                </a:prstGeom>
                <a:noFill/>
                <a:ln cap="flat" cmpd="sng" w="9525">
                  <a:solidFill>
                    <a:schemeClr val="dk1"/>
                  </a:solidFill>
                  <a:prstDash val="solid"/>
                  <a:miter lim="800000"/>
                  <a:headEnd len="sm" w="sm" type="none"/>
                  <a:tailEnd len="sm" w="sm" type="none"/>
                </a:ln>
              </p:spPr>
            </p:cxnSp>
            <p:cxnSp>
              <p:nvCxnSpPr>
                <p:cNvPr id="6484" name="Google Shape;6484;p103"/>
                <p:cNvCxnSpPr/>
                <p:nvPr/>
              </p:nvCxnSpPr>
              <p:spPr>
                <a:xfrm>
                  <a:off x="6582413" y="2939076"/>
                  <a:ext cx="450690" cy="0"/>
                </a:xfrm>
                <a:prstGeom prst="straightConnector1">
                  <a:avLst/>
                </a:prstGeom>
                <a:noFill/>
                <a:ln cap="flat" cmpd="sng" w="9525">
                  <a:solidFill>
                    <a:schemeClr val="dk1"/>
                  </a:solidFill>
                  <a:prstDash val="solid"/>
                  <a:miter lim="800000"/>
                  <a:headEnd len="sm" w="sm" type="none"/>
                  <a:tailEnd len="sm" w="sm" type="none"/>
                </a:ln>
              </p:spPr>
            </p:cxnSp>
          </p:grpSp>
        </p:grpSp>
        <p:cxnSp>
          <p:nvCxnSpPr>
            <p:cNvPr id="6485" name="Google Shape;6485;p103"/>
            <p:cNvCxnSpPr/>
            <p:nvPr/>
          </p:nvCxnSpPr>
          <p:spPr>
            <a:xfrm flipH="1">
              <a:off x="6685171" y="4525377"/>
              <a:ext cx="4763" cy="855662"/>
            </a:xfrm>
            <a:prstGeom prst="straightConnector1">
              <a:avLst/>
            </a:prstGeom>
            <a:noFill/>
            <a:ln cap="flat" cmpd="sng" w="25400">
              <a:solidFill>
                <a:schemeClr val="dk1"/>
              </a:solidFill>
              <a:prstDash val="solid"/>
              <a:miter lim="800000"/>
              <a:headEnd len="sm" w="sm" type="none"/>
              <a:tailEnd len="sm" w="sm" type="none"/>
            </a:ln>
          </p:spPr>
        </p:cxnSp>
        <p:cxnSp>
          <p:nvCxnSpPr>
            <p:cNvPr id="6486" name="Google Shape;6486;p103"/>
            <p:cNvCxnSpPr/>
            <p:nvPr/>
          </p:nvCxnSpPr>
          <p:spPr>
            <a:xfrm>
              <a:off x="6632784" y="4706352"/>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6487" name="Google Shape;6487;p103"/>
            <p:cNvCxnSpPr/>
            <p:nvPr/>
          </p:nvCxnSpPr>
          <p:spPr>
            <a:xfrm>
              <a:off x="6631196" y="4771439"/>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6488" name="Google Shape;6488;p103"/>
            <p:cNvCxnSpPr/>
            <p:nvPr/>
          </p:nvCxnSpPr>
          <p:spPr>
            <a:xfrm>
              <a:off x="6631196" y="4849227"/>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6489" name="Google Shape;6489;p103"/>
            <p:cNvCxnSpPr/>
            <p:nvPr/>
          </p:nvCxnSpPr>
          <p:spPr>
            <a:xfrm>
              <a:off x="6629609" y="4914314"/>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6490" name="Google Shape;6490;p103"/>
            <p:cNvCxnSpPr/>
            <p:nvPr/>
          </p:nvCxnSpPr>
          <p:spPr>
            <a:xfrm>
              <a:off x="6628021" y="4976227"/>
              <a:ext cx="60325" cy="0"/>
            </a:xfrm>
            <a:prstGeom prst="straightConnector1">
              <a:avLst/>
            </a:prstGeom>
            <a:noFill/>
            <a:ln cap="flat" cmpd="sng" w="9525">
              <a:solidFill>
                <a:schemeClr val="dk1"/>
              </a:solidFill>
              <a:prstDash val="solid"/>
              <a:miter lim="800000"/>
              <a:headEnd len="sm" w="sm" type="none"/>
              <a:tailEnd len="sm" w="sm" type="none"/>
            </a:ln>
          </p:spPr>
        </p:cxnSp>
        <p:cxnSp>
          <p:nvCxnSpPr>
            <p:cNvPr id="6491" name="Google Shape;6491;p103"/>
            <p:cNvCxnSpPr/>
            <p:nvPr/>
          </p:nvCxnSpPr>
          <p:spPr>
            <a:xfrm>
              <a:off x="6628021" y="5044489"/>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6492" name="Google Shape;6492;p103"/>
            <p:cNvCxnSpPr/>
            <p:nvPr/>
          </p:nvCxnSpPr>
          <p:spPr>
            <a:xfrm>
              <a:off x="6626434" y="511433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6493" name="Google Shape;6493;p103"/>
            <p:cNvCxnSpPr/>
            <p:nvPr/>
          </p:nvCxnSpPr>
          <p:spPr>
            <a:xfrm>
              <a:off x="6629609" y="518418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6494" name="Google Shape;6494;p103"/>
            <p:cNvCxnSpPr/>
            <p:nvPr/>
          </p:nvCxnSpPr>
          <p:spPr>
            <a:xfrm>
              <a:off x="6631196" y="5252452"/>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6495" name="Google Shape;6495;p103"/>
            <p:cNvCxnSpPr/>
            <p:nvPr/>
          </p:nvCxnSpPr>
          <p:spPr>
            <a:xfrm>
              <a:off x="6631196" y="5322302"/>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6496" name="Google Shape;6496;p103"/>
            <p:cNvCxnSpPr/>
            <p:nvPr/>
          </p:nvCxnSpPr>
          <p:spPr>
            <a:xfrm>
              <a:off x="6632784" y="538738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6497" name="Google Shape;6497;p103"/>
            <p:cNvCxnSpPr/>
            <p:nvPr/>
          </p:nvCxnSpPr>
          <p:spPr>
            <a:xfrm rot="10800000">
              <a:off x="6632784" y="4531727"/>
              <a:ext cx="58737" cy="0"/>
            </a:xfrm>
            <a:prstGeom prst="straightConnector1">
              <a:avLst/>
            </a:prstGeom>
            <a:noFill/>
            <a:ln cap="flat" cmpd="sng" w="22225">
              <a:solidFill>
                <a:schemeClr val="dk1"/>
              </a:solidFill>
              <a:prstDash val="solid"/>
              <a:miter lim="800000"/>
              <a:headEnd len="sm" w="sm" type="none"/>
              <a:tailEnd len="sm" w="sm" type="none"/>
            </a:ln>
          </p:spPr>
        </p:cxnSp>
        <p:grpSp>
          <p:nvGrpSpPr>
            <p:cNvPr id="6498" name="Google Shape;6498;p103"/>
            <p:cNvGrpSpPr/>
            <p:nvPr/>
          </p:nvGrpSpPr>
          <p:grpSpPr>
            <a:xfrm>
              <a:off x="6434171" y="4488570"/>
              <a:ext cx="224203" cy="179034"/>
              <a:chOff x="3668110" y="2448910"/>
              <a:chExt cx="3794234" cy="2165130"/>
            </a:xfrm>
          </p:grpSpPr>
          <p:sp>
            <p:nvSpPr>
              <p:cNvPr id="6499" name="Google Shape;6499;p103"/>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00" name="Google Shape;6500;p103"/>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6501" name="Google Shape;6501;p103"/>
              <p:cNvGrpSpPr/>
              <p:nvPr/>
            </p:nvGrpSpPr>
            <p:grpSpPr>
              <a:xfrm>
                <a:off x="3941378" y="2603243"/>
                <a:ext cx="3202061" cy="1066110"/>
                <a:chOff x="7939341" y="3037317"/>
                <a:chExt cx="897649" cy="353919"/>
              </a:xfrm>
            </p:grpSpPr>
            <p:sp>
              <p:nvSpPr>
                <p:cNvPr id="6502" name="Google Shape;6502;p103"/>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03" name="Google Shape;6503;p103"/>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04" name="Google Shape;6504;p103"/>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05" name="Google Shape;6505;p103"/>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nvGrpSpPr>
          <p:cNvPr id="6506" name="Google Shape;6506;p103"/>
          <p:cNvGrpSpPr/>
          <p:nvPr/>
        </p:nvGrpSpPr>
        <p:grpSpPr>
          <a:xfrm>
            <a:off x="5974431" y="3377682"/>
            <a:ext cx="1055390" cy="275739"/>
            <a:chOff x="5974431" y="3377682"/>
            <a:chExt cx="1055390" cy="275739"/>
          </a:xfrm>
        </p:grpSpPr>
        <p:cxnSp>
          <p:nvCxnSpPr>
            <p:cNvPr id="6507" name="Google Shape;6507;p103"/>
            <p:cNvCxnSpPr/>
            <p:nvPr/>
          </p:nvCxnSpPr>
          <p:spPr>
            <a:xfrm rot="10800000">
              <a:off x="5974431" y="3483429"/>
              <a:ext cx="1055390" cy="169992"/>
            </a:xfrm>
            <a:prstGeom prst="straightConnector1">
              <a:avLst/>
            </a:prstGeom>
            <a:noFill/>
            <a:ln cap="flat" cmpd="sng" w="19050">
              <a:solidFill>
                <a:schemeClr val="dk1"/>
              </a:solidFill>
              <a:prstDash val="dash"/>
              <a:miter lim="800000"/>
              <a:headEnd len="sm" w="sm" type="none"/>
              <a:tailEnd len="sm" w="sm" type="none"/>
            </a:ln>
          </p:spPr>
        </p:cxnSp>
        <p:cxnSp>
          <p:nvCxnSpPr>
            <p:cNvPr id="6508" name="Google Shape;6508;p103"/>
            <p:cNvCxnSpPr>
              <a:stCxn id="6509" idx="8"/>
            </p:cNvCxnSpPr>
            <p:nvPr/>
          </p:nvCxnSpPr>
          <p:spPr>
            <a:xfrm rot="10800000">
              <a:off x="6223243" y="3427578"/>
              <a:ext cx="671700" cy="173700"/>
            </a:xfrm>
            <a:prstGeom prst="straightConnector1">
              <a:avLst/>
            </a:prstGeom>
            <a:noFill/>
            <a:ln cap="flat" cmpd="sng" w="19050">
              <a:solidFill>
                <a:schemeClr val="dk1"/>
              </a:solidFill>
              <a:prstDash val="dash"/>
              <a:miter lim="800000"/>
              <a:headEnd len="sm" w="sm" type="none"/>
              <a:tailEnd len="sm" w="sm" type="none"/>
            </a:ln>
          </p:spPr>
        </p:cxnSp>
        <p:cxnSp>
          <p:nvCxnSpPr>
            <p:cNvPr id="6510" name="Google Shape;6510;p103"/>
            <p:cNvCxnSpPr/>
            <p:nvPr/>
          </p:nvCxnSpPr>
          <p:spPr>
            <a:xfrm rot="10800000">
              <a:off x="6465843" y="3377682"/>
              <a:ext cx="562839" cy="201824"/>
            </a:xfrm>
            <a:prstGeom prst="straightConnector1">
              <a:avLst/>
            </a:prstGeom>
            <a:noFill/>
            <a:ln cap="flat" cmpd="sng" w="19050">
              <a:solidFill>
                <a:schemeClr val="dk1"/>
              </a:solidFill>
              <a:prstDash val="dash"/>
              <a:miter lim="800000"/>
              <a:headEnd len="sm" w="sm" type="none"/>
              <a:tailEnd len="sm" w="sm" type="none"/>
            </a:ln>
          </p:spPr>
        </p:cxnSp>
      </p:grpSp>
      <p:grpSp>
        <p:nvGrpSpPr>
          <p:cNvPr id="6511" name="Google Shape;6511;p103"/>
          <p:cNvGrpSpPr/>
          <p:nvPr/>
        </p:nvGrpSpPr>
        <p:grpSpPr>
          <a:xfrm flipH="1" rot="10800000">
            <a:off x="5989981" y="3036336"/>
            <a:ext cx="1055390" cy="275739"/>
            <a:chOff x="6920204" y="3530082"/>
            <a:chExt cx="1055390" cy="275739"/>
          </a:xfrm>
        </p:grpSpPr>
        <p:cxnSp>
          <p:nvCxnSpPr>
            <p:cNvPr id="6512" name="Google Shape;6512;p103"/>
            <p:cNvCxnSpPr/>
            <p:nvPr/>
          </p:nvCxnSpPr>
          <p:spPr>
            <a:xfrm rot="10800000">
              <a:off x="6920204" y="3635829"/>
              <a:ext cx="1055390" cy="169992"/>
            </a:xfrm>
            <a:prstGeom prst="straightConnector1">
              <a:avLst/>
            </a:prstGeom>
            <a:noFill/>
            <a:ln cap="flat" cmpd="sng" w="19050">
              <a:solidFill>
                <a:schemeClr val="dk1"/>
              </a:solidFill>
              <a:prstDash val="dash"/>
              <a:miter lim="800000"/>
              <a:headEnd len="sm" w="sm" type="none"/>
              <a:tailEnd len="sm" w="sm" type="none"/>
            </a:ln>
          </p:spPr>
        </p:cxnSp>
        <p:cxnSp>
          <p:nvCxnSpPr>
            <p:cNvPr id="6513" name="Google Shape;6513;p103"/>
            <p:cNvCxnSpPr/>
            <p:nvPr/>
          </p:nvCxnSpPr>
          <p:spPr>
            <a:xfrm rot="10800000">
              <a:off x="7169020" y="3579845"/>
              <a:ext cx="671696" cy="173833"/>
            </a:xfrm>
            <a:prstGeom prst="straightConnector1">
              <a:avLst/>
            </a:prstGeom>
            <a:noFill/>
            <a:ln cap="flat" cmpd="sng" w="19050">
              <a:solidFill>
                <a:schemeClr val="dk1"/>
              </a:solidFill>
              <a:prstDash val="dash"/>
              <a:miter lim="800000"/>
              <a:headEnd len="sm" w="sm" type="none"/>
              <a:tailEnd len="sm" w="sm" type="none"/>
            </a:ln>
          </p:spPr>
        </p:cxnSp>
        <p:cxnSp>
          <p:nvCxnSpPr>
            <p:cNvPr id="6514" name="Google Shape;6514;p103"/>
            <p:cNvCxnSpPr/>
            <p:nvPr/>
          </p:nvCxnSpPr>
          <p:spPr>
            <a:xfrm rot="10800000">
              <a:off x="7411616" y="3530082"/>
              <a:ext cx="562839" cy="201824"/>
            </a:xfrm>
            <a:prstGeom prst="straightConnector1">
              <a:avLst/>
            </a:prstGeom>
            <a:noFill/>
            <a:ln cap="flat" cmpd="sng" w="19050">
              <a:solidFill>
                <a:schemeClr val="dk1"/>
              </a:solidFill>
              <a:prstDash val="dash"/>
              <a:miter lim="800000"/>
              <a:headEnd len="sm" w="sm" type="none"/>
              <a:tailEnd len="sm" w="sm" type="none"/>
            </a:ln>
          </p:spPr>
        </p:cxnSp>
      </p:grpSp>
      <p:grpSp>
        <p:nvGrpSpPr>
          <p:cNvPr id="6515" name="Google Shape;6515;p103"/>
          <p:cNvGrpSpPr/>
          <p:nvPr/>
        </p:nvGrpSpPr>
        <p:grpSpPr>
          <a:xfrm>
            <a:off x="6657747" y="2537293"/>
            <a:ext cx="5251865" cy="1075110"/>
            <a:chOff x="6657747" y="2537293"/>
            <a:chExt cx="5251865" cy="1075110"/>
          </a:xfrm>
        </p:grpSpPr>
        <p:cxnSp>
          <p:nvCxnSpPr>
            <p:cNvPr id="6516" name="Google Shape;6516;p103"/>
            <p:cNvCxnSpPr/>
            <p:nvPr/>
          </p:nvCxnSpPr>
          <p:spPr>
            <a:xfrm flipH="1">
              <a:off x="7111851" y="3098053"/>
              <a:ext cx="1587" cy="514350"/>
            </a:xfrm>
            <a:prstGeom prst="straightConnector1">
              <a:avLst/>
            </a:prstGeom>
            <a:noFill/>
            <a:ln cap="flat" cmpd="sng" w="19050">
              <a:solidFill>
                <a:schemeClr val="dk1"/>
              </a:solidFill>
              <a:prstDash val="solid"/>
              <a:miter lim="800000"/>
              <a:headEnd len="sm" w="sm" type="none"/>
              <a:tailEnd len="sm" w="sm" type="none"/>
            </a:ln>
          </p:spPr>
        </p:cxnSp>
        <p:grpSp>
          <p:nvGrpSpPr>
            <p:cNvPr id="6517" name="Google Shape;6517;p103"/>
            <p:cNvGrpSpPr/>
            <p:nvPr/>
          </p:nvGrpSpPr>
          <p:grpSpPr>
            <a:xfrm>
              <a:off x="6657747" y="2637514"/>
              <a:ext cx="914400" cy="479686"/>
              <a:chOff x="3668110" y="2448910"/>
              <a:chExt cx="3794234" cy="2165130"/>
            </a:xfrm>
          </p:grpSpPr>
          <p:sp>
            <p:nvSpPr>
              <p:cNvPr id="6518" name="Google Shape;6518;p103"/>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19" name="Google Shape;6519;p103"/>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6520" name="Google Shape;6520;p103"/>
              <p:cNvGrpSpPr/>
              <p:nvPr/>
            </p:nvGrpSpPr>
            <p:grpSpPr>
              <a:xfrm>
                <a:off x="3941378" y="2603243"/>
                <a:ext cx="3202061" cy="1066110"/>
                <a:chOff x="7939341" y="3037317"/>
                <a:chExt cx="897649" cy="353919"/>
              </a:xfrm>
            </p:grpSpPr>
            <p:sp>
              <p:nvSpPr>
                <p:cNvPr id="6521" name="Google Shape;6521;p103"/>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22" name="Google Shape;6522;p103"/>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23" name="Google Shape;6523;p103"/>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24" name="Google Shape;6524;p103"/>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6525" name="Google Shape;6525;p103"/>
            <p:cNvSpPr txBox="1"/>
            <p:nvPr/>
          </p:nvSpPr>
          <p:spPr>
            <a:xfrm>
              <a:off x="8134745" y="2537293"/>
              <a:ext cx="3774867" cy="76944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2400">
                  <a:solidFill>
                    <a:srgbClr val="C00000"/>
                  </a:solidFill>
                  <a:latin typeface="Calibri"/>
                  <a:ea typeface="Calibri"/>
                  <a:cs typeface="Calibri"/>
                  <a:sym typeface="Calibri"/>
                </a:rPr>
                <a:t>Tier-1 switches</a:t>
              </a:r>
              <a:endParaRPr/>
            </a:p>
            <a:p>
              <a:pPr indent="-223837" lvl="0" marL="342900" marR="0" rtl="0" algn="l">
                <a:spcBef>
                  <a:spcPts val="0"/>
                </a:spcBef>
                <a:spcAft>
                  <a:spcPts val="0"/>
                </a:spcAft>
                <a:buClr>
                  <a:srgbClr val="0000A8"/>
                </a:buClr>
                <a:buSzPts val="2000"/>
                <a:buFont typeface="Noto Sans Symbols"/>
                <a:buChar char="▪"/>
              </a:pPr>
              <a:r>
                <a:rPr lang="en-US" sz="2000">
                  <a:solidFill>
                    <a:schemeClr val="dk1"/>
                  </a:solidFill>
                  <a:latin typeface="Calibri"/>
                  <a:ea typeface="Calibri"/>
                  <a:cs typeface="Calibri"/>
                  <a:sym typeface="Calibri"/>
                </a:rPr>
                <a:t>connecting to  ~16 T-2s below</a:t>
              </a:r>
              <a:endParaRPr i="0" sz="2000">
                <a:solidFill>
                  <a:schemeClr val="dk1"/>
                </a:solidFill>
                <a:latin typeface="Calibri"/>
                <a:ea typeface="Calibri"/>
                <a:cs typeface="Calibri"/>
                <a:sym typeface="Calibri"/>
              </a:endParaRPr>
            </a:p>
          </p:txBody>
        </p:sp>
      </p:grpSp>
      <p:grpSp>
        <p:nvGrpSpPr>
          <p:cNvPr id="6526" name="Google Shape;6526;p103"/>
          <p:cNvGrpSpPr/>
          <p:nvPr/>
        </p:nvGrpSpPr>
        <p:grpSpPr>
          <a:xfrm>
            <a:off x="3209365" y="1435878"/>
            <a:ext cx="8735897" cy="769441"/>
            <a:chOff x="3209365" y="1435878"/>
            <a:chExt cx="8735897" cy="769441"/>
          </a:xfrm>
        </p:grpSpPr>
        <p:grpSp>
          <p:nvGrpSpPr>
            <p:cNvPr id="6527" name="Google Shape;6527;p103"/>
            <p:cNvGrpSpPr/>
            <p:nvPr/>
          </p:nvGrpSpPr>
          <p:grpSpPr>
            <a:xfrm>
              <a:off x="3209365" y="1621000"/>
              <a:ext cx="894855" cy="442494"/>
              <a:chOff x="7493876" y="2774731"/>
              <a:chExt cx="1481958" cy="894622"/>
            </a:xfrm>
          </p:grpSpPr>
          <p:sp>
            <p:nvSpPr>
              <p:cNvPr id="6528" name="Google Shape;6528;p10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529" name="Google Shape;6529;p10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530" name="Google Shape;6530;p103"/>
              <p:cNvGrpSpPr/>
              <p:nvPr/>
            </p:nvGrpSpPr>
            <p:grpSpPr>
              <a:xfrm>
                <a:off x="7713663" y="2848339"/>
                <a:ext cx="1042107" cy="425543"/>
                <a:chOff x="7786941" y="2884917"/>
                <a:chExt cx="897649" cy="353919"/>
              </a:xfrm>
            </p:grpSpPr>
            <p:sp>
              <p:nvSpPr>
                <p:cNvPr id="6531" name="Google Shape;6531;p10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32" name="Google Shape;6532;p10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33" name="Google Shape;6533;p10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432" name="Google Shape;6432;p10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534" name="Google Shape;6534;p103"/>
            <p:cNvGrpSpPr/>
            <p:nvPr/>
          </p:nvGrpSpPr>
          <p:grpSpPr>
            <a:xfrm>
              <a:off x="5489296" y="1629965"/>
              <a:ext cx="894855" cy="442494"/>
              <a:chOff x="7493876" y="2774731"/>
              <a:chExt cx="1481958" cy="894622"/>
            </a:xfrm>
          </p:grpSpPr>
          <p:sp>
            <p:nvSpPr>
              <p:cNvPr id="6535" name="Google Shape;6535;p10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536" name="Google Shape;6536;p10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537" name="Google Shape;6537;p103"/>
              <p:cNvGrpSpPr/>
              <p:nvPr/>
            </p:nvGrpSpPr>
            <p:grpSpPr>
              <a:xfrm>
                <a:off x="7713663" y="2848339"/>
                <a:ext cx="1042107" cy="425543"/>
                <a:chOff x="7786941" y="2884917"/>
                <a:chExt cx="897649" cy="353919"/>
              </a:xfrm>
            </p:grpSpPr>
            <p:sp>
              <p:nvSpPr>
                <p:cNvPr id="6538" name="Google Shape;6538;p10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39" name="Google Shape;6539;p10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40" name="Google Shape;6540;p10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439" name="Google Shape;6439;p10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6541" name="Google Shape;6541;p103"/>
            <p:cNvSpPr txBox="1"/>
            <p:nvPr/>
          </p:nvSpPr>
          <p:spPr>
            <a:xfrm>
              <a:off x="8092348" y="1435878"/>
              <a:ext cx="3852914" cy="76944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2400">
                  <a:solidFill>
                    <a:srgbClr val="C00000"/>
                  </a:solidFill>
                  <a:latin typeface="Calibri"/>
                  <a:ea typeface="Calibri"/>
                  <a:cs typeface="Calibri"/>
                  <a:sym typeface="Calibri"/>
                </a:rPr>
                <a:t>Border routers</a:t>
              </a:r>
              <a:endParaRPr sz="2400">
                <a:solidFill>
                  <a:srgbClr val="000000"/>
                </a:solidFill>
                <a:latin typeface="Calibri"/>
                <a:ea typeface="Calibri"/>
                <a:cs typeface="Calibri"/>
                <a:sym typeface="Calibri"/>
              </a:endParaRPr>
            </a:p>
            <a:p>
              <a:pPr indent="-223837" lvl="0" marL="342900" marR="0" rtl="0" algn="l">
                <a:spcBef>
                  <a:spcPts val="0"/>
                </a:spcBef>
                <a:spcAft>
                  <a:spcPts val="0"/>
                </a:spcAft>
                <a:buClr>
                  <a:srgbClr val="0000A8"/>
                </a:buClr>
                <a:buSzPts val="2000"/>
                <a:buFont typeface="Noto Sans Symbols"/>
                <a:buChar char="▪"/>
              </a:pPr>
              <a:r>
                <a:rPr lang="en-US" sz="2000">
                  <a:solidFill>
                    <a:srgbClr val="000000"/>
                  </a:solidFill>
                  <a:latin typeface="Calibri"/>
                  <a:ea typeface="Calibri"/>
                  <a:cs typeface="Calibri"/>
                  <a:sym typeface="Calibri"/>
                </a:rPr>
                <a:t>connections outside datacenter</a:t>
              </a:r>
              <a:endParaRPr i="0" sz="2000">
                <a:solidFill>
                  <a:srgbClr val="000000"/>
                </a:solidFill>
                <a:latin typeface="Calibri"/>
                <a:ea typeface="Calibri"/>
                <a:cs typeface="Calibri"/>
                <a:sym typeface="Calibri"/>
              </a:endParaRPr>
            </a:p>
          </p:txBody>
        </p:sp>
      </p:grpSp>
      <p:grpSp>
        <p:nvGrpSpPr>
          <p:cNvPr id="6542" name="Google Shape;6542;p103"/>
          <p:cNvGrpSpPr/>
          <p:nvPr/>
        </p:nvGrpSpPr>
        <p:grpSpPr>
          <a:xfrm>
            <a:off x="6424315" y="3564953"/>
            <a:ext cx="1277231" cy="1928806"/>
            <a:chOff x="6424315" y="3564953"/>
            <a:chExt cx="1277231" cy="1928806"/>
          </a:xfrm>
        </p:grpSpPr>
        <p:cxnSp>
          <p:nvCxnSpPr>
            <p:cNvPr id="6543" name="Google Shape;6543;p103"/>
            <p:cNvCxnSpPr>
              <a:endCxn id="6502" idx="4"/>
            </p:cNvCxnSpPr>
            <p:nvPr/>
          </p:nvCxnSpPr>
          <p:spPr>
            <a:xfrm>
              <a:off x="7386846" y="3996739"/>
              <a:ext cx="314700" cy="554700"/>
            </a:xfrm>
            <a:prstGeom prst="straightConnector1">
              <a:avLst/>
            </a:prstGeom>
            <a:noFill/>
            <a:ln cap="flat" cmpd="sng" w="9525">
              <a:solidFill>
                <a:schemeClr val="dk1"/>
              </a:solidFill>
              <a:prstDash val="solid"/>
              <a:miter lim="800000"/>
              <a:headEnd len="sm" w="sm" type="none"/>
              <a:tailEnd len="sm" w="sm" type="none"/>
            </a:ln>
          </p:spPr>
        </p:cxnSp>
        <p:grpSp>
          <p:nvGrpSpPr>
            <p:cNvPr id="6544" name="Google Shape;6544;p103"/>
            <p:cNvGrpSpPr/>
            <p:nvPr/>
          </p:nvGrpSpPr>
          <p:grpSpPr>
            <a:xfrm>
              <a:off x="6424315" y="3564953"/>
              <a:ext cx="1189752" cy="1928806"/>
              <a:chOff x="6424315" y="3564953"/>
              <a:chExt cx="1189752" cy="1928806"/>
            </a:xfrm>
          </p:grpSpPr>
          <p:cxnSp>
            <p:nvCxnSpPr>
              <p:cNvPr id="6545" name="Google Shape;6545;p103"/>
              <p:cNvCxnSpPr>
                <a:endCxn id="6546" idx="4"/>
              </p:cNvCxnSpPr>
              <p:nvPr/>
            </p:nvCxnSpPr>
            <p:spPr>
              <a:xfrm flipH="1">
                <a:off x="6543647" y="3958639"/>
                <a:ext cx="436800" cy="591900"/>
              </a:xfrm>
              <a:prstGeom prst="straightConnector1">
                <a:avLst/>
              </a:prstGeom>
              <a:noFill/>
              <a:ln cap="flat" cmpd="sng" w="9525">
                <a:solidFill>
                  <a:schemeClr val="dk1"/>
                </a:solidFill>
                <a:prstDash val="solid"/>
                <a:miter lim="800000"/>
                <a:headEnd len="sm" w="sm" type="none"/>
                <a:tailEnd len="sm" w="sm" type="none"/>
              </a:ln>
            </p:spPr>
          </p:cxnSp>
          <p:cxnSp>
            <p:nvCxnSpPr>
              <p:cNvPr id="6547" name="Google Shape;6547;p103"/>
              <p:cNvCxnSpPr>
                <a:endCxn id="6548" idx="9"/>
              </p:cNvCxnSpPr>
              <p:nvPr/>
            </p:nvCxnSpPr>
            <p:spPr>
              <a:xfrm>
                <a:off x="7130402" y="3966699"/>
                <a:ext cx="32700" cy="571500"/>
              </a:xfrm>
              <a:prstGeom prst="straightConnector1">
                <a:avLst/>
              </a:prstGeom>
              <a:noFill/>
              <a:ln cap="flat" cmpd="sng" w="9525">
                <a:solidFill>
                  <a:schemeClr val="dk1"/>
                </a:solidFill>
                <a:prstDash val="solid"/>
                <a:miter lim="800000"/>
                <a:headEnd len="sm" w="sm" type="none"/>
                <a:tailEnd len="sm" w="sm" type="none"/>
              </a:ln>
            </p:spPr>
          </p:cxnSp>
          <p:grpSp>
            <p:nvGrpSpPr>
              <p:cNvPr id="6549" name="Google Shape;6549;p103"/>
              <p:cNvGrpSpPr/>
              <p:nvPr/>
            </p:nvGrpSpPr>
            <p:grpSpPr>
              <a:xfrm>
                <a:off x="6424315" y="3564953"/>
                <a:ext cx="1155347" cy="1928806"/>
                <a:chOff x="6424315" y="3564953"/>
                <a:chExt cx="1155347" cy="1928806"/>
              </a:xfrm>
            </p:grpSpPr>
            <p:cxnSp>
              <p:nvCxnSpPr>
                <p:cNvPr id="6550" name="Google Shape;6550;p103"/>
                <p:cNvCxnSpPr>
                  <a:endCxn id="6551" idx="2"/>
                </p:cNvCxnSpPr>
                <p:nvPr/>
              </p:nvCxnSpPr>
              <p:spPr>
                <a:xfrm flipH="1">
                  <a:off x="6853172" y="3968164"/>
                  <a:ext cx="264900" cy="586500"/>
                </a:xfrm>
                <a:prstGeom prst="straightConnector1">
                  <a:avLst/>
                </a:prstGeom>
                <a:noFill/>
                <a:ln cap="flat" cmpd="sng" w="9525">
                  <a:solidFill>
                    <a:schemeClr val="dk1"/>
                  </a:solidFill>
                  <a:prstDash val="solid"/>
                  <a:miter lim="800000"/>
                  <a:headEnd len="sm" w="sm" type="none"/>
                  <a:tailEnd len="sm" w="sm" type="none"/>
                </a:ln>
              </p:spPr>
            </p:cxnSp>
            <p:grpSp>
              <p:nvGrpSpPr>
                <p:cNvPr id="6552" name="Google Shape;6552;p103"/>
                <p:cNvGrpSpPr/>
                <p:nvPr/>
              </p:nvGrpSpPr>
              <p:grpSpPr>
                <a:xfrm>
                  <a:off x="6424315" y="4488570"/>
                  <a:ext cx="267206" cy="997245"/>
                  <a:chOff x="6424315" y="4488570"/>
                  <a:chExt cx="267206" cy="997245"/>
                </a:xfrm>
              </p:grpSpPr>
              <p:grpSp>
                <p:nvGrpSpPr>
                  <p:cNvPr id="6553" name="Google Shape;6553;p103"/>
                  <p:cNvGrpSpPr/>
                  <p:nvPr/>
                </p:nvGrpSpPr>
                <p:grpSpPr>
                  <a:xfrm>
                    <a:off x="6424315" y="4636502"/>
                    <a:ext cx="237939" cy="849312"/>
                    <a:chOff x="6396366" y="3061857"/>
                    <a:chExt cx="570079" cy="838094"/>
                  </a:xfrm>
                </p:grpSpPr>
                <p:sp>
                  <p:nvSpPr>
                    <p:cNvPr id="6554" name="Google Shape;6554;p103"/>
                    <p:cNvSpPr/>
                    <p:nvPr/>
                  </p:nvSpPr>
                  <p:spPr>
                    <a:xfrm>
                      <a:off x="6509786" y="3061857"/>
                      <a:ext cx="447707" cy="742536"/>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6555" name="Google Shape;6555;p103"/>
                    <p:cNvCxnSpPr/>
                    <p:nvPr/>
                  </p:nvCxnSpPr>
                  <p:spPr>
                    <a:xfrm flipH="1" rot="10800000">
                      <a:off x="6847057" y="3061857"/>
                      <a:ext cx="113419" cy="92425"/>
                    </a:xfrm>
                    <a:prstGeom prst="straightConnector1">
                      <a:avLst/>
                    </a:prstGeom>
                    <a:noFill/>
                    <a:ln cap="flat" cmpd="sng" w="9525">
                      <a:solidFill>
                        <a:schemeClr val="dk1"/>
                      </a:solidFill>
                      <a:prstDash val="solid"/>
                      <a:miter lim="800000"/>
                      <a:headEnd len="sm" w="sm" type="none"/>
                      <a:tailEnd len="sm" w="sm" type="none"/>
                    </a:ln>
                  </p:spPr>
                </p:cxnSp>
                <p:sp>
                  <p:nvSpPr>
                    <p:cNvPr id="6556" name="Google Shape;6556;p103"/>
                    <p:cNvSpPr/>
                    <p:nvPr/>
                  </p:nvSpPr>
                  <p:spPr>
                    <a:xfrm>
                      <a:off x="6476953" y="3071256"/>
                      <a:ext cx="131327" cy="1159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6557" name="Google Shape;6557;p103"/>
                    <p:cNvCxnSpPr/>
                    <p:nvPr/>
                  </p:nvCxnSpPr>
                  <p:spPr>
                    <a:xfrm flipH="1" rot="10800000">
                      <a:off x="6396367" y="3061857"/>
                      <a:ext cx="113419" cy="92425"/>
                    </a:xfrm>
                    <a:prstGeom prst="straightConnector1">
                      <a:avLst/>
                    </a:prstGeom>
                    <a:noFill/>
                    <a:ln cap="flat" cmpd="sng" w="9525">
                      <a:solidFill>
                        <a:schemeClr val="dk1"/>
                      </a:solidFill>
                      <a:prstDash val="solid"/>
                      <a:miter lim="800000"/>
                      <a:headEnd len="sm" w="sm" type="none"/>
                      <a:tailEnd len="sm" w="sm" type="none"/>
                    </a:ln>
                  </p:spPr>
                </p:cxnSp>
                <p:sp>
                  <p:nvSpPr>
                    <p:cNvPr id="6558" name="Google Shape;6558;p103"/>
                    <p:cNvSpPr/>
                    <p:nvPr/>
                  </p:nvSpPr>
                  <p:spPr>
                    <a:xfrm>
                      <a:off x="6817210" y="3702567"/>
                      <a:ext cx="131327" cy="1159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sp>
                  <p:nvSpPr>
                    <p:cNvPr id="6559" name="Google Shape;6559;p103"/>
                    <p:cNvSpPr/>
                    <p:nvPr/>
                  </p:nvSpPr>
                  <p:spPr>
                    <a:xfrm>
                      <a:off x="6405320" y="3157415"/>
                      <a:ext cx="444723" cy="742536"/>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6560" name="Google Shape;6560;p103"/>
                    <p:cNvCxnSpPr/>
                    <p:nvPr/>
                  </p:nvCxnSpPr>
                  <p:spPr>
                    <a:xfrm flipH="1" rot="10800000">
                      <a:off x="6847057" y="3804392"/>
                      <a:ext cx="113419" cy="92425"/>
                    </a:xfrm>
                    <a:prstGeom prst="straightConnector1">
                      <a:avLst/>
                    </a:prstGeom>
                    <a:noFill/>
                    <a:ln cap="flat" cmpd="sng" w="9525">
                      <a:solidFill>
                        <a:schemeClr val="dk1"/>
                      </a:solidFill>
                      <a:prstDash val="solid"/>
                      <a:miter lim="800000"/>
                      <a:headEnd len="sm" w="sm" type="none"/>
                      <a:tailEnd len="sm" w="sm" type="none"/>
                    </a:ln>
                  </p:spPr>
                </p:cxnSp>
                <p:grpSp>
                  <p:nvGrpSpPr>
                    <p:cNvPr id="6561" name="Google Shape;6561;p103"/>
                    <p:cNvGrpSpPr/>
                    <p:nvPr/>
                  </p:nvGrpSpPr>
                  <p:grpSpPr>
                    <a:xfrm>
                      <a:off x="6399350" y="3137050"/>
                      <a:ext cx="561125" cy="92425"/>
                      <a:chOff x="6581076" y="2845711"/>
                      <a:chExt cx="561125" cy="92425"/>
                    </a:xfrm>
                  </p:grpSpPr>
                  <p:cxnSp>
                    <p:nvCxnSpPr>
                      <p:cNvPr id="6562" name="Google Shape;6562;p103"/>
                      <p:cNvCxnSpPr/>
                      <p:nvPr/>
                    </p:nvCxnSpPr>
                    <p:spPr>
                      <a:xfrm flipH="1" rot="10800000">
                        <a:off x="7028782" y="2845711"/>
                        <a:ext cx="113419" cy="92425"/>
                      </a:xfrm>
                      <a:prstGeom prst="straightConnector1">
                        <a:avLst/>
                      </a:prstGeom>
                      <a:noFill/>
                      <a:ln cap="flat" cmpd="sng" w="9525">
                        <a:solidFill>
                          <a:schemeClr val="dk1"/>
                        </a:solidFill>
                        <a:prstDash val="solid"/>
                        <a:miter lim="800000"/>
                        <a:headEnd len="sm" w="sm" type="none"/>
                        <a:tailEnd len="sm" w="sm" type="none"/>
                      </a:ln>
                    </p:spPr>
                  </p:cxnSp>
                  <p:cxnSp>
                    <p:nvCxnSpPr>
                      <p:cNvPr id="6563" name="Google Shape;6563;p103"/>
                      <p:cNvCxnSpPr/>
                      <p:nvPr/>
                    </p:nvCxnSpPr>
                    <p:spPr>
                      <a:xfrm>
                        <a:off x="6581076" y="2938136"/>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6564" name="Google Shape;6564;p103"/>
                    <p:cNvGrpSpPr/>
                    <p:nvPr/>
                  </p:nvGrpSpPr>
                  <p:grpSpPr>
                    <a:xfrm>
                      <a:off x="6399351" y="3202845"/>
                      <a:ext cx="567094" cy="89292"/>
                      <a:chOff x="6581557" y="2845642"/>
                      <a:chExt cx="567094" cy="89292"/>
                    </a:xfrm>
                  </p:grpSpPr>
                  <p:cxnSp>
                    <p:nvCxnSpPr>
                      <p:cNvPr id="6565" name="Google Shape;6565;p103"/>
                      <p:cNvCxnSpPr/>
                      <p:nvPr/>
                    </p:nvCxnSpPr>
                    <p:spPr>
                      <a:xfrm flipH="1" rot="10800000">
                        <a:off x="7029263" y="2845642"/>
                        <a:ext cx="119388" cy="89292"/>
                      </a:xfrm>
                      <a:prstGeom prst="straightConnector1">
                        <a:avLst/>
                      </a:prstGeom>
                      <a:noFill/>
                      <a:ln cap="flat" cmpd="sng" w="9525">
                        <a:solidFill>
                          <a:schemeClr val="dk1"/>
                        </a:solidFill>
                        <a:prstDash val="solid"/>
                        <a:miter lim="800000"/>
                        <a:headEnd len="sm" w="sm" type="none"/>
                        <a:tailEnd len="sm" w="sm" type="none"/>
                      </a:ln>
                    </p:spPr>
                  </p:cxnSp>
                  <p:cxnSp>
                    <p:nvCxnSpPr>
                      <p:cNvPr id="6566" name="Google Shape;6566;p103"/>
                      <p:cNvCxnSpPr/>
                      <p:nvPr/>
                    </p:nvCxnSpPr>
                    <p:spPr>
                      <a:xfrm>
                        <a:off x="6581557" y="2934934"/>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6567" name="Google Shape;6567;p103"/>
                    <p:cNvGrpSpPr/>
                    <p:nvPr/>
                  </p:nvGrpSpPr>
                  <p:grpSpPr>
                    <a:xfrm>
                      <a:off x="6399350" y="3268639"/>
                      <a:ext cx="558142" cy="89292"/>
                      <a:chOff x="6582036" y="2845572"/>
                      <a:chExt cx="558142" cy="89292"/>
                    </a:xfrm>
                  </p:grpSpPr>
                  <p:cxnSp>
                    <p:nvCxnSpPr>
                      <p:cNvPr id="6568" name="Google Shape;6568;p103"/>
                      <p:cNvCxnSpPr/>
                      <p:nvPr/>
                    </p:nvCxnSpPr>
                    <p:spPr>
                      <a:xfrm flipH="1" rot="10800000">
                        <a:off x="7026759" y="2845572"/>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6569" name="Google Shape;6569;p103"/>
                      <p:cNvCxnSpPr/>
                      <p:nvPr/>
                    </p:nvCxnSpPr>
                    <p:spPr>
                      <a:xfrm>
                        <a:off x="6582036" y="293486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6570" name="Google Shape;6570;p103"/>
                    <p:cNvGrpSpPr/>
                    <p:nvPr/>
                  </p:nvGrpSpPr>
                  <p:grpSpPr>
                    <a:xfrm>
                      <a:off x="6399350" y="3334433"/>
                      <a:ext cx="558141" cy="89292"/>
                      <a:chOff x="6582516" y="2845502"/>
                      <a:chExt cx="558141" cy="89292"/>
                    </a:xfrm>
                  </p:grpSpPr>
                  <p:cxnSp>
                    <p:nvCxnSpPr>
                      <p:cNvPr id="6571" name="Google Shape;6571;p103"/>
                      <p:cNvCxnSpPr/>
                      <p:nvPr/>
                    </p:nvCxnSpPr>
                    <p:spPr>
                      <a:xfrm flipH="1" rot="10800000">
                        <a:off x="7027238" y="2845502"/>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6572" name="Google Shape;6572;p103"/>
                      <p:cNvCxnSpPr/>
                      <p:nvPr/>
                    </p:nvCxnSpPr>
                    <p:spPr>
                      <a:xfrm>
                        <a:off x="6582516" y="293479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6573" name="Google Shape;6573;p103"/>
                    <p:cNvGrpSpPr/>
                    <p:nvPr/>
                  </p:nvGrpSpPr>
                  <p:grpSpPr>
                    <a:xfrm>
                      <a:off x="6399349" y="3400228"/>
                      <a:ext cx="558142" cy="89292"/>
                      <a:chOff x="6582995" y="2845433"/>
                      <a:chExt cx="558142" cy="89292"/>
                    </a:xfrm>
                  </p:grpSpPr>
                  <p:cxnSp>
                    <p:nvCxnSpPr>
                      <p:cNvPr id="6574" name="Google Shape;6574;p103"/>
                      <p:cNvCxnSpPr/>
                      <p:nvPr/>
                    </p:nvCxnSpPr>
                    <p:spPr>
                      <a:xfrm flipH="1" rot="10800000">
                        <a:off x="7027718" y="2845433"/>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6575" name="Google Shape;6575;p103"/>
                      <p:cNvCxnSpPr/>
                      <p:nvPr/>
                    </p:nvCxnSpPr>
                    <p:spPr>
                      <a:xfrm>
                        <a:off x="6582995" y="293472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6576" name="Google Shape;6576;p103"/>
                    <p:cNvGrpSpPr/>
                    <p:nvPr/>
                  </p:nvGrpSpPr>
                  <p:grpSpPr>
                    <a:xfrm>
                      <a:off x="6399351" y="3466022"/>
                      <a:ext cx="558141" cy="93992"/>
                      <a:chOff x="6583477" y="2845363"/>
                      <a:chExt cx="558141" cy="93992"/>
                    </a:xfrm>
                  </p:grpSpPr>
                  <p:cxnSp>
                    <p:nvCxnSpPr>
                      <p:cNvPr id="6577" name="Google Shape;6577;p103"/>
                      <p:cNvCxnSpPr/>
                      <p:nvPr/>
                    </p:nvCxnSpPr>
                    <p:spPr>
                      <a:xfrm flipH="1" rot="10800000">
                        <a:off x="7028199" y="2845363"/>
                        <a:ext cx="113419" cy="93992"/>
                      </a:xfrm>
                      <a:prstGeom prst="straightConnector1">
                        <a:avLst/>
                      </a:prstGeom>
                      <a:noFill/>
                      <a:ln cap="flat" cmpd="sng" w="9525">
                        <a:solidFill>
                          <a:schemeClr val="dk1"/>
                        </a:solidFill>
                        <a:prstDash val="solid"/>
                        <a:miter lim="800000"/>
                        <a:headEnd len="sm" w="sm" type="none"/>
                        <a:tailEnd len="sm" w="sm" type="none"/>
                      </a:ln>
                    </p:spPr>
                  </p:cxnSp>
                  <p:cxnSp>
                    <p:nvCxnSpPr>
                      <p:cNvPr id="6578" name="Google Shape;6578;p103"/>
                      <p:cNvCxnSpPr/>
                      <p:nvPr/>
                    </p:nvCxnSpPr>
                    <p:spPr>
                      <a:xfrm>
                        <a:off x="6583477" y="2939355"/>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6579" name="Google Shape;6579;p103"/>
                    <p:cNvGrpSpPr/>
                    <p:nvPr/>
                  </p:nvGrpSpPr>
                  <p:grpSpPr>
                    <a:xfrm>
                      <a:off x="6396366" y="3528683"/>
                      <a:ext cx="561126" cy="97125"/>
                      <a:chOff x="6580972" y="2842160"/>
                      <a:chExt cx="561126" cy="97125"/>
                    </a:xfrm>
                  </p:grpSpPr>
                  <p:cxnSp>
                    <p:nvCxnSpPr>
                      <p:cNvPr id="6580" name="Google Shape;6580;p103"/>
                      <p:cNvCxnSpPr/>
                      <p:nvPr/>
                    </p:nvCxnSpPr>
                    <p:spPr>
                      <a:xfrm flipH="1" rot="10800000">
                        <a:off x="7028679" y="2842160"/>
                        <a:ext cx="113419" cy="97125"/>
                      </a:xfrm>
                      <a:prstGeom prst="straightConnector1">
                        <a:avLst/>
                      </a:prstGeom>
                      <a:noFill/>
                      <a:ln cap="flat" cmpd="sng" w="9525">
                        <a:solidFill>
                          <a:schemeClr val="dk1"/>
                        </a:solidFill>
                        <a:prstDash val="solid"/>
                        <a:miter lim="800000"/>
                        <a:headEnd len="sm" w="sm" type="none"/>
                        <a:tailEnd len="sm" w="sm" type="none"/>
                      </a:ln>
                    </p:spPr>
                  </p:cxnSp>
                  <p:cxnSp>
                    <p:nvCxnSpPr>
                      <p:cNvPr id="6581" name="Google Shape;6581;p103"/>
                      <p:cNvCxnSpPr/>
                      <p:nvPr/>
                    </p:nvCxnSpPr>
                    <p:spPr>
                      <a:xfrm>
                        <a:off x="6580972" y="2939284"/>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6582" name="Google Shape;6582;p103"/>
                    <p:cNvGrpSpPr/>
                    <p:nvPr/>
                  </p:nvGrpSpPr>
                  <p:grpSpPr>
                    <a:xfrm>
                      <a:off x="6396366" y="3594477"/>
                      <a:ext cx="561125" cy="97125"/>
                      <a:chOff x="6581452" y="2842090"/>
                      <a:chExt cx="561125" cy="97125"/>
                    </a:xfrm>
                  </p:grpSpPr>
                  <p:cxnSp>
                    <p:nvCxnSpPr>
                      <p:cNvPr id="6583" name="Google Shape;6583;p103"/>
                      <p:cNvCxnSpPr/>
                      <p:nvPr/>
                    </p:nvCxnSpPr>
                    <p:spPr>
                      <a:xfrm flipH="1" rot="10800000">
                        <a:off x="7029158" y="2842090"/>
                        <a:ext cx="113419" cy="97125"/>
                      </a:xfrm>
                      <a:prstGeom prst="straightConnector1">
                        <a:avLst/>
                      </a:prstGeom>
                      <a:noFill/>
                      <a:ln cap="flat" cmpd="sng" w="9525">
                        <a:solidFill>
                          <a:schemeClr val="dk1"/>
                        </a:solidFill>
                        <a:prstDash val="solid"/>
                        <a:miter lim="800000"/>
                        <a:headEnd len="sm" w="sm" type="none"/>
                        <a:tailEnd len="sm" w="sm" type="none"/>
                      </a:ln>
                    </p:spPr>
                  </p:cxnSp>
                  <p:cxnSp>
                    <p:nvCxnSpPr>
                      <p:cNvPr id="6584" name="Google Shape;6584;p103"/>
                      <p:cNvCxnSpPr/>
                      <p:nvPr/>
                    </p:nvCxnSpPr>
                    <p:spPr>
                      <a:xfrm>
                        <a:off x="6581452" y="2939215"/>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6585" name="Google Shape;6585;p103"/>
                    <p:cNvGrpSpPr/>
                    <p:nvPr/>
                  </p:nvGrpSpPr>
                  <p:grpSpPr>
                    <a:xfrm>
                      <a:off x="6396367" y="3664970"/>
                      <a:ext cx="558140" cy="92426"/>
                      <a:chOff x="6581933" y="2846719"/>
                      <a:chExt cx="558140" cy="92426"/>
                    </a:xfrm>
                  </p:grpSpPr>
                  <p:cxnSp>
                    <p:nvCxnSpPr>
                      <p:cNvPr id="6586" name="Google Shape;6586;p103"/>
                      <p:cNvCxnSpPr/>
                      <p:nvPr/>
                    </p:nvCxnSpPr>
                    <p:spPr>
                      <a:xfrm flipH="1" rot="10800000">
                        <a:off x="7026654" y="2846719"/>
                        <a:ext cx="113419" cy="92426"/>
                      </a:xfrm>
                      <a:prstGeom prst="straightConnector1">
                        <a:avLst/>
                      </a:prstGeom>
                      <a:noFill/>
                      <a:ln cap="flat" cmpd="sng" w="9525">
                        <a:solidFill>
                          <a:schemeClr val="dk1"/>
                        </a:solidFill>
                        <a:prstDash val="solid"/>
                        <a:miter lim="800000"/>
                        <a:headEnd len="sm" w="sm" type="none"/>
                        <a:tailEnd len="sm" w="sm" type="none"/>
                      </a:ln>
                    </p:spPr>
                  </p:cxnSp>
                  <p:cxnSp>
                    <p:nvCxnSpPr>
                      <p:cNvPr id="6587" name="Google Shape;6587;p103"/>
                      <p:cNvCxnSpPr/>
                      <p:nvPr/>
                    </p:nvCxnSpPr>
                    <p:spPr>
                      <a:xfrm>
                        <a:off x="6581933" y="2939145"/>
                        <a:ext cx="450690" cy="0"/>
                      </a:xfrm>
                      <a:prstGeom prst="straightConnector1">
                        <a:avLst/>
                      </a:prstGeom>
                      <a:noFill/>
                      <a:ln cap="flat" cmpd="sng" w="9525">
                        <a:solidFill>
                          <a:schemeClr val="dk1"/>
                        </a:solidFill>
                        <a:prstDash val="solid"/>
                        <a:miter lim="800000"/>
                        <a:headEnd len="sm" w="sm" type="none"/>
                        <a:tailEnd len="sm" w="sm" type="none"/>
                      </a:ln>
                    </p:spPr>
                  </p:cxnSp>
                </p:grpSp>
                <p:grpSp>
                  <p:nvGrpSpPr>
                    <p:cNvPr id="6588" name="Google Shape;6588;p103"/>
                    <p:cNvGrpSpPr/>
                    <p:nvPr/>
                  </p:nvGrpSpPr>
                  <p:grpSpPr>
                    <a:xfrm>
                      <a:off x="6396367" y="3730765"/>
                      <a:ext cx="558139" cy="92426"/>
                      <a:chOff x="6582413" y="2846650"/>
                      <a:chExt cx="558139" cy="92426"/>
                    </a:xfrm>
                  </p:grpSpPr>
                  <p:cxnSp>
                    <p:nvCxnSpPr>
                      <p:cNvPr id="6589" name="Google Shape;6589;p103"/>
                      <p:cNvCxnSpPr/>
                      <p:nvPr/>
                    </p:nvCxnSpPr>
                    <p:spPr>
                      <a:xfrm flipH="1" rot="10800000">
                        <a:off x="7027133" y="2846650"/>
                        <a:ext cx="113419" cy="92426"/>
                      </a:xfrm>
                      <a:prstGeom prst="straightConnector1">
                        <a:avLst/>
                      </a:prstGeom>
                      <a:noFill/>
                      <a:ln cap="flat" cmpd="sng" w="9525">
                        <a:solidFill>
                          <a:schemeClr val="dk1"/>
                        </a:solidFill>
                        <a:prstDash val="solid"/>
                        <a:miter lim="800000"/>
                        <a:headEnd len="sm" w="sm" type="none"/>
                        <a:tailEnd len="sm" w="sm" type="none"/>
                      </a:ln>
                    </p:spPr>
                  </p:cxnSp>
                  <p:cxnSp>
                    <p:nvCxnSpPr>
                      <p:cNvPr id="6590" name="Google Shape;6590;p103"/>
                      <p:cNvCxnSpPr/>
                      <p:nvPr/>
                    </p:nvCxnSpPr>
                    <p:spPr>
                      <a:xfrm>
                        <a:off x="6582413" y="2939076"/>
                        <a:ext cx="450690" cy="0"/>
                      </a:xfrm>
                      <a:prstGeom prst="straightConnector1">
                        <a:avLst/>
                      </a:prstGeom>
                      <a:noFill/>
                      <a:ln cap="flat" cmpd="sng" w="9525">
                        <a:solidFill>
                          <a:schemeClr val="dk1"/>
                        </a:solidFill>
                        <a:prstDash val="solid"/>
                        <a:miter lim="800000"/>
                        <a:headEnd len="sm" w="sm" type="none"/>
                        <a:tailEnd len="sm" w="sm" type="none"/>
                      </a:ln>
                    </p:spPr>
                  </p:cxnSp>
                </p:grpSp>
              </p:grpSp>
              <p:cxnSp>
                <p:nvCxnSpPr>
                  <p:cNvPr id="6591" name="Google Shape;6591;p103"/>
                  <p:cNvCxnSpPr/>
                  <p:nvPr/>
                </p:nvCxnSpPr>
                <p:spPr>
                  <a:xfrm flipH="1">
                    <a:off x="6685171" y="4525377"/>
                    <a:ext cx="4763" cy="855662"/>
                  </a:xfrm>
                  <a:prstGeom prst="straightConnector1">
                    <a:avLst/>
                  </a:prstGeom>
                  <a:noFill/>
                  <a:ln cap="flat" cmpd="sng" w="25400">
                    <a:solidFill>
                      <a:schemeClr val="dk1"/>
                    </a:solidFill>
                    <a:prstDash val="solid"/>
                    <a:miter lim="800000"/>
                    <a:headEnd len="sm" w="sm" type="none"/>
                    <a:tailEnd len="sm" w="sm" type="none"/>
                  </a:ln>
                </p:spPr>
              </p:cxnSp>
              <p:cxnSp>
                <p:nvCxnSpPr>
                  <p:cNvPr id="6592" name="Google Shape;6592;p103"/>
                  <p:cNvCxnSpPr/>
                  <p:nvPr/>
                </p:nvCxnSpPr>
                <p:spPr>
                  <a:xfrm>
                    <a:off x="6632784" y="4706352"/>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6593" name="Google Shape;6593;p103"/>
                  <p:cNvCxnSpPr/>
                  <p:nvPr/>
                </p:nvCxnSpPr>
                <p:spPr>
                  <a:xfrm>
                    <a:off x="6631196" y="4771439"/>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6594" name="Google Shape;6594;p103"/>
                  <p:cNvCxnSpPr/>
                  <p:nvPr/>
                </p:nvCxnSpPr>
                <p:spPr>
                  <a:xfrm>
                    <a:off x="6631196" y="4849227"/>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6595" name="Google Shape;6595;p103"/>
                  <p:cNvCxnSpPr/>
                  <p:nvPr/>
                </p:nvCxnSpPr>
                <p:spPr>
                  <a:xfrm>
                    <a:off x="6629609" y="4914314"/>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6596" name="Google Shape;6596;p103"/>
                  <p:cNvCxnSpPr/>
                  <p:nvPr/>
                </p:nvCxnSpPr>
                <p:spPr>
                  <a:xfrm>
                    <a:off x="6628021" y="4976227"/>
                    <a:ext cx="60325" cy="0"/>
                  </a:xfrm>
                  <a:prstGeom prst="straightConnector1">
                    <a:avLst/>
                  </a:prstGeom>
                  <a:noFill/>
                  <a:ln cap="flat" cmpd="sng" w="9525">
                    <a:solidFill>
                      <a:schemeClr val="dk1"/>
                    </a:solidFill>
                    <a:prstDash val="solid"/>
                    <a:miter lim="800000"/>
                    <a:headEnd len="sm" w="sm" type="none"/>
                    <a:tailEnd len="sm" w="sm" type="none"/>
                  </a:ln>
                </p:spPr>
              </p:cxnSp>
              <p:cxnSp>
                <p:nvCxnSpPr>
                  <p:cNvPr id="6597" name="Google Shape;6597;p103"/>
                  <p:cNvCxnSpPr/>
                  <p:nvPr/>
                </p:nvCxnSpPr>
                <p:spPr>
                  <a:xfrm>
                    <a:off x="6628021" y="5044489"/>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6598" name="Google Shape;6598;p103"/>
                  <p:cNvCxnSpPr/>
                  <p:nvPr/>
                </p:nvCxnSpPr>
                <p:spPr>
                  <a:xfrm>
                    <a:off x="6626434" y="511433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6599" name="Google Shape;6599;p103"/>
                  <p:cNvCxnSpPr/>
                  <p:nvPr/>
                </p:nvCxnSpPr>
                <p:spPr>
                  <a:xfrm>
                    <a:off x="6629609" y="518418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6600" name="Google Shape;6600;p103"/>
                  <p:cNvCxnSpPr/>
                  <p:nvPr/>
                </p:nvCxnSpPr>
                <p:spPr>
                  <a:xfrm>
                    <a:off x="6631196" y="5252452"/>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6601" name="Google Shape;6601;p103"/>
                  <p:cNvCxnSpPr/>
                  <p:nvPr/>
                </p:nvCxnSpPr>
                <p:spPr>
                  <a:xfrm>
                    <a:off x="6631196" y="5322302"/>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6602" name="Google Shape;6602;p103"/>
                  <p:cNvCxnSpPr/>
                  <p:nvPr/>
                </p:nvCxnSpPr>
                <p:spPr>
                  <a:xfrm>
                    <a:off x="6632784" y="538738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6603" name="Google Shape;6603;p103"/>
                  <p:cNvCxnSpPr/>
                  <p:nvPr/>
                </p:nvCxnSpPr>
                <p:spPr>
                  <a:xfrm rot="10800000">
                    <a:off x="6632784" y="4531727"/>
                    <a:ext cx="58737" cy="0"/>
                  </a:xfrm>
                  <a:prstGeom prst="straightConnector1">
                    <a:avLst/>
                  </a:prstGeom>
                  <a:noFill/>
                  <a:ln cap="flat" cmpd="sng" w="22225">
                    <a:solidFill>
                      <a:schemeClr val="dk1"/>
                    </a:solidFill>
                    <a:prstDash val="solid"/>
                    <a:miter lim="800000"/>
                    <a:headEnd len="sm" w="sm" type="none"/>
                    <a:tailEnd len="sm" w="sm" type="none"/>
                  </a:ln>
                </p:spPr>
              </p:cxnSp>
              <p:grpSp>
                <p:nvGrpSpPr>
                  <p:cNvPr id="6604" name="Google Shape;6604;p103"/>
                  <p:cNvGrpSpPr/>
                  <p:nvPr/>
                </p:nvGrpSpPr>
                <p:grpSpPr>
                  <a:xfrm>
                    <a:off x="6434171" y="4488570"/>
                    <a:ext cx="224203" cy="179034"/>
                    <a:chOff x="3668110" y="2448910"/>
                    <a:chExt cx="3794234" cy="2165130"/>
                  </a:xfrm>
                </p:grpSpPr>
                <p:sp>
                  <p:nvSpPr>
                    <p:cNvPr id="6605" name="Google Shape;6605;p103"/>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06" name="Google Shape;6606;p103"/>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6607" name="Google Shape;6607;p103"/>
                    <p:cNvGrpSpPr/>
                    <p:nvPr/>
                  </p:nvGrpSpPr>
                  <p:grpSpPr>
                    <a:xfrm>
                      <a:off x="3941378" y="2603243"/>
                      <a:ext cx="3202061" cy="1066110"/>
                      <a:chOff x="7939341" y="3037317"/>
                      <a:chExt cx="897649" cy="353919"/>
                    </a:xfrm>
                  </p:grpSpPr>
                  <p:sp>
                    <p:nvSpPr>
                      <p:cNvPr id="6546" name="Google Shape;6546;p103"/>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08" name="Google Shape;6608;p103"/>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09" name="Google Shape;6609;p103"/>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10" name="Google Shape;6610;p103"/>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nvGrpSpPr>
                <p:cNvPr id="6611" name="Google Shape;6611;p103"/>
                <p:cNvGrpSpPr/>
                <p:nvPr/>
              </p:nvGrpSpPr>
              <p:grpSpPr>
                <a:xfrm>
                  <a:off x="6665262" y="3564953"/>
                  <a:ext cx="914400" cy="479686"/>
                  <a:chOff x="3668110" y="2448910"/>
                  <a:chExt cx="3794234" cy="2165130"/>
                </a:xfrm>
              </p:grpSpPr>
              <p:sp>
                <p:nvSpPr>
                  <p:cNvPr id="6612" name="Google Shape;6612;p103"/>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13" name="Google Shape;6613;p103"/>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6614" name="Google Shape;6614;p103"/>
                  <p:cNvGrpSpPr/>
                  <p:nvPr/>
                </p:nvGrpSpPr>
                <p:grpSpPr>
                  <a:xfrm>
                    <a:off x="3941378" y="2603243"/>
                    <a:ext cx="3202061" cy="1066110"/>
                    <a:chOff x="7939341" y="3037317"/>
                    <a:chExt cx="897649" cy="353919"/>
                  </a:xfrm>
                </p:grpSpPr>
                <p:sp>
                  <p:nvSpPr>
                    <p:cNvPr id="6509" name="Google Shape;6509;p103"/>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15" name="Google Shape;6615;p103"/>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16" name="Google Shape;6616;p103"/>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17" name="Google Shape;6617;p103"/>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618" name="Google Shape;6618;p103"/>
                <p:cNvGrpSpPr/>
                <p:nvPr/>
              </p:nvGrpSpPr>
              <p:grpSpPr>
                <a:xfrm>
                  <a:off x="6733565" y="4492542"/>
                  <a:ext cx="267206" cy="997245"/>
                  <a:chOff x="6424315" y="4488570"/>
                  <a:chExt cx="267206" cy="997245"/>
                </a:xfrm>
              </p:grpSpPr>
              <p:grpSp>
                <p:nvGrpSpPr>
                  <p:cNvPr id="6619" name="Google Shape;6619;p103"/>
                  <p:cNvGrpSpPr/>
                  <p:nvPr/>
                </p:nvGrpSpPr>
                <p:grpSpPr>
                  <a:xfrm>
                    <a:off x="6424315" y="4636502"/>
                    <a:ext cx="237939" cy="849312"/>
                    <a:chOff x="6396366" y="3061857"/>
                    <a:chExt cx="570079" cy="838094"/>
                  </a:xfrm>
                </p:grpSpPr>
                <p:sp>
                  <p:nvSpPr>
                    <p:cNvPr id="6620" name="Google Shape;6620;p103"/>
                    <p:cNvSpPr/>
                    <p:nvPr/>
                  </p:nvSpPr>
                  <p:spPr>
                    <a:xfrm>
                      <a:off x="6509786" y="3061857"/>
                      <a:ext cx="447707" cy="742536"/>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6621" name="Google Shape;6621;p103"/>
                    <p:cNvCxnSpPr/>
                    <p:nvPr/>
                  </p:nvCxnSpPr>
                  <p:spPr>
                    <a:xfrm flipH="1" rot="10800000">
                      <a:off x="6847057" y="3061857"/>
                      <a:ext cx="113419" cy="92425"/>
                    </a:xfrm>
                    <a:prstGeom prst="straightConnector1">
                      <a:avLst/>
                    </a:prstGeom>
                    <a:noFill/>
                    <a:ln cap="flat" cmpd="sng" w="9525">
                      <a:solidFill>
                        <a:schemeClr val="dk1"/>
                      </a:solidFill>
                      <a:prstDash val="solid"/>
                      <a:miter lim="800000"/>
                      <a:headEnd len="sm" w="sm" type="none"/>
                      <a:tailEnd len="sm" w="sm" type="none"/>
                    </a:ln>
                  </p:spPr>
                </p:cxnSp>
                <p:sp>
                  <p:nvSpPr>
                    <p:cNvPr id="6622" name="Google Shape;6622;p103"/>
                    <p:cNvSpPr/>
                    <p:nvPr/>
                  </p:nvSpPr>
                  <p:spPr>
                    <a:xfrm>
                      <a:off x="6476953" y="3071256"/>
                      <a:ext cx="131327" cy="1159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6623" name="Google Shape;6623;p103"/>
                    <p:cNvCxnSpPr/>
                    <p:nvPr/>
                  </p:nvCxnSpPr>
                  <p:spPr>
                    <a:xfrm flipH="1" rot="10800000">
                      <a:off x="6396367" y="3061857"/>
                      <a:ext cx="113419" cy="92425"/>
                    </a:xfrm>
                    <a:prstGeom prst="straightConnector1">
                      <a:avLst/>
                    </a:prstGeom>
                    <a:noFill/>
                    <a:ln cap="flat" cmpd="sng" w="9525">
                      <a:solidFill>
                        <a:schemeClr val="dk1"/>
                      </a:solidFill>
                      <a:prstDash val="solid"/>
                      <a:miter lim="800000"/>
                      <a:headEnd len="sm" w="sm" type="none"/>
                      <a:tailEnd len="sm" w="sm" type="none"/>
                    </a:ln>
                  </p:spPr>
                </p:cxnSp>
                <p:sp>
                  <p:nvSpPr>
                    <p:cNvPr id="6624" name="Google Shape;6624;p103"/>
                    <p:cNvSpPr/>
                    <p:nvPr/>
                  </p:nvSpPr>
                  <p:spPr>
                    <a:xfrm>
                      <a:off x="6817210" y="3702567"/>
                      <a:ext cx="131327" cy="1159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sp>
                  <p:nvSpPr>
                    <p:cNvPr id="6625" name="Google Shape;6625;p103"/>
                    <p:cNvSpPr/>
                    <p:nvPr/>
                  </p:nvSpPr>
                  <p:spPr>
                    <a:xfrm>
                      <a:off x="6405320" y="3157415"/>
                      <a:ext cx="444723" cy="742536"/>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6626" name="Google Shape;6626;p103"/>
                    <p:cNvCxnSpPr/>
                    <p:nvPr/>
                  </p:nvCxnSpPr>
                  <p:spPr>
                    <a:xfrm flipH="1" rot="10800000">
                      <a:off x="6847057" y="3804392"/>
                      <a:ext cx="113419" cy="92425"/>
                    </a:xfrm>
                    <a:prstGeom prst="straightConnector1">
                      <a:avLst/>
                    </a:prstGeom>
                    <a:noFill/>
                    <a:ln cap="flat" cmpd="sng" w="9525">
                      <a:solidFill>
                        <a:schemeClr val="dk1"/>
                      </a:solidFill>
                      <a:prstDash val="solid"/>
                      <a:miter lim="800000"/>
                      <a:headEnd len="sm" w="sm" type="none"/>
                      <a:tailEnd len="sm" w="sm" type="none"/>
                    </a:ln>
                  </p:spPr>
                </p:cxnSp>
                <p:grpSp>
                  <p:nvGrpSpPr>
                    <p:cNvPr id="6627" name="Google Shape;6627;p103"/>
                    <p:cNvGrpSpPr/>
                    <p:nvPr/>
                  </p:nvGrpSpPr>
                  <p:grpSpPr>
                    <a:xfrm>
                      <a:off x="6399350" y="3137050"/>
                      <a:ext cx="561125" cy="92425"/>
                      <a:chOff x="6581076" y="2845711"/>
                      <a:chExt cx="561125" cy="92425"/>
                    </a:xfrm>
                  </p:grpSpPr>
                  <p:cxnSp>
                    <p:nvCxnSpPr>
                      <p:cNvPr id="6628" name="Google Shape;6628;p103"/>
                      <p:cNvCxnSpPr/>
                      <p:nvPr/>
                    </p:nvCxnSpPr>
                    <p:spPr>
                      <a:xfrm flipH="1" rot="10800000">
                        <a:off x="7028782" y="2845711"/>
                        <a:ext cx="113419" cy="92425"/>
                      </a:xfrm>
                      <a:prstGeom prst="straightConnector1">
                        <a:avLst/>
                      </a:prstGeom>
                      <a:noFill/>
                      <a:ln cap="flat" cmpd="sng" w="9525">
                        <a:solidFill>
                          <a:schemeClr val="dk1"/>
                        </a:solidFill>
                        <a:prstDash val="solid"/>
                        <a:miter lim="800000"/>
                        <a:headEnd len="sm" w="sm" type="none"/>
                        <a:tailEnd len="sm" w="sm" type="none"/>
                      </a:ln>
                    </p:spPr>
                  </p:cxnSp>
                  <p:cxnSp>
                    <p:nvCxnSpPr>
                      <p:cNvPr id="6629" name="Google Shape;6629;p103"/>
                      <p:cNvCxnSpPr/>
                      <p:nvPr/>
                    </p:nvCxnSpPr>
                    <p:spPr>
                      <a:xfrm>
                        <a:off x="6581076" y="2938136"/>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6630" name="Google Shape;6630;p103"/>
                    <p:cNvGrpSpPr/>
                    <p:nvPr/>
                  </p:nvGrpSpPr>
                  <p:grpSpPr>
                    <a:xfrm>
                      <a:off x="6399351" y="3202845"/>
                      <a:ext cx="567094" cy="89292"/>
                      <a:chOff x="6581557" y="2845642"/>
                      <a:chExt cx="567094" cy="89292"/>
                    </a:xfrm>
                  </p:grpSpPr>
                  <p:cxnSp>
                    <p:nvCxnSpPr>
                      <p:cNvPr id="6631" name="Google Shape;6631;p103"/>
                      <p:cNvCxnSpPr/>
                      <p:nvPr/>
                    </p:nvCxnSpPr>
                    <p:spPr>
                      <a:xfrm flipH="1" rot="10800000">
                        <a:off x="7029263" y="2845642"/>
                        <a:ext cx="119388" cy="89292"/>
                      </a:xfrm>
                      <a:prstGeom prst="straightConnector1">
                        <a:avLst/>
                      </a:prstGeom>
                      <a:noFill/>
                      <a:ln cap="flat" cmpd="sng" w="9525">
                        <a:solidFill>
                          <a:schemeClr val="dk1"/>
                        </a:solidFill>
                        <a:prstDash val="solid"/>
                        <a:miter lim="800000"/>
                        <a:headEnd len="sm" w="sm" type="none"/>
                        <a:tailEnd len="sm" w="sm" type="none"/>
                      </a:ln>
                    </p:spPr>
                  </p:cxnSp>
                  <p:cxnSp>
                    <p:nvCxnSpPr>
                      <p:cNvPr id="6632" name="Google Shape;6632;p103"/>
                      <p:cNvCxnSpPr/>
                      <p:nvPr/>
                    </p:nvCxnSpPr>
                    <p:spPr>
                      <a:xfrm>
                        <a:off x="6581557" y="2934934"/>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6633" name="Google Shape;6633;p103"/>
                    <p:cNvGrpSpPr/>
                    <p:nvPr/>
                  </p:nvGrpSpPr>
                  <p:grpSpPr>
                    <a:xfrm>
                      <a:off x="6399350" y="3268639"/>
                      <a:ext cx="558142" cy="89292"/>
                      <a:chOff x="6582036" y="2845572"/>
                      <a:chExt cx="558142" cy="89292"/>
                    </a:xfrm>
                  </p:grpSpPr>
                  <p:cxnSp>
                    <p:nvCxnSpPr>
                      <p:cNvPr id="6634" name="Google Shape;6634;p103"/>
                      <p:cNvCxnSpPr/>
                      <p:nvPr/>
                    </p:nvCxnSpPr>
                    <p:spPr>
                      <a:xfrm flipH="1" rot="10800000">
                        <a:off x="7026759" y="2845572"/>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6635" name="Google Shape;6635;p103"/>
                      <p:cNvCxnSpPr/>
                      <p:nvPr/>
                    </p:nvCxnSpPr>
                    <p:spPr>
                      <a:xfrm>
                        <a:off x="6582036" y="293486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6636" name="Google Shape;6636;p103"/>
                    <p:cNvGrpSpPr/>
                    <p:nvPr/>
                  </p:nvGrpSpPr>
                  <p:grpSpPr>
                    <a:xfrm>
                      <a:off x="6399350" y="3334433"/>
                      <a:ext cx="558141" cy="89292"/>
                      <a:chOff x="6582516" y="2845502"/>
                      <a:chExt cx="558141" cy="89292"/>
                    </a:xfrm>
                  </p:grpSpPr>
                  <p:cxnSp>
                    <p:nvCxnSpPr>
                      <p:cNvPr id="6637" name="Google Shape;6637;p103"/>
                      <p:cNvCxnSpPr/>
                      <p:nvPr/>
                    </p:nvCxnSpPr>
                    <p:spPr>
                      <a:xfrm flipH="1" rot="10800000">
                        <a:off x="7027238" y="2845502"/>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6638" name="Google Shape;6638;p103"/>
                      <p:cNvCxnSpPr/>
                      <p:nvPr/>
                    </p:nvCxnSpPr>
                    <p:spPr>
                      <a:xfrm>
                        <a:off x="6582516" y="293479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6639" name="Google Shape;6639;p103"/>
                    <p:cNvGrpSpPr/>
                    <p:nvPr/>
                  </p:nvGrpSpPr>
                  <p:grpSpPr>
                    <a:xfrm>
                      <a:off x="6399349" y="3400228"/>
                      <a:ext cx="558142" cy="89292"/>
                      <a:chOff x="6582995" y="2845433"/>
                      <a:chExt cx="558142" cy="89292"/>
                    </a:xfrm>
                  </p:grpSpPr>
                  <p:cxnSp>
                    <p:nvCxnSpPr>
                      <p:cNvPr id="6640" name="Google Shape;6640;p103"/>
                      <p:cNvCxnSpPr/>
                      <p:nvPr/>
                    </p:nvCxnSpPr>
                    <p:spPr>
                      <a:xfrm flipH="1" rot="10800000">
                        <a:off x="7027718" y="2845433"/>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6641" name="Google Shape;6641;p103"/>
                      <p:cNvCxnSpPr/>
                      <p:nvPr/>
                    </p:nvCxnSpPr>
                    <p:spPr>
                      <a:xfrm>
                        <a:off x="6582995" y="293472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6642" name="Google Shape;6642;p103"/>
                    <p:cNvGrpSpPr/>
                    <p:nvPr/>
                  </p:nvGrpSpPr>
                  <p:grpSpPr>
                    <a:xfrm>
                      <a:off x="6399351" y="3466022"/>
                      <a:ext cx="558141" cy="93992"/>
                      <a:chOff x="6583477" y="2845363"/>
                      <a:chExt cx="558141" cy="93992"/>
                    </a:xfrm>
                  </p:grpSpPr>
                  <p:cxnSp>
                    <p:nvCxnSpPr>
                      <p:cNvPr id="6643" name="Google Shape;6643;p103"/>
                      <p:cNvCxnSpPr/>
                      <p:nvPr/>
                    </p:nvCxnSpPr>
                    <p:spPr>
                      <a:xfrm flipH="1" rot="10800000">
                        <a:off x="7028199" y="2845363"/>
                        <a:ext cx="113419" cy="93992"/>
                      </a:xfrm>
                      <a:prstGeom prst="straightConnector1">
                        <a:avLst/>
                      </a:prstGeom>
                      <a:noFill/>
                      <a:ln cap="flat" cmpd="sng" w="9525">
                        <a:solidFill>
                          <a:schemeClr val="dk1"/>
                        </a:solidFill>
                        <a:prstDash val="solid"/>
                        <a:miter lim="800000"/>
                        <a:headEnd len="sm" w="sm" type="none"/>
                        <a:tailEnd len="sm" w="sm" type="none"/>
                      </a:ln>
                    </p:spPr>
                  </p:cxnSp>
                  <p:cxnSp>
                    <p:nvCxnSpPr>
                      <p:cNvPr id="6644" name="Google Shape;6644;p103"/>
                      <p:cNvCxnSpPr/>
                      <p:nvPr/>
                    </p:nvCxnSpPr>
                    <p:spPr>
                      <a:xfrm>
                        <a:off x="6583477" y="2939355"/>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6645" name="Google Shape;6645;p103"/>
                    <p:cNvGrpSpPr/>
                    <p:nvPr/>
                  </p:nvGrpSpPr>
                  <p:grpSpPr>
                    <a:xfrm>
                      <a:off x="6396366" y="3528683"/>
                      <a:ext cx="561126" cy="97125"/>
                      <a:chOff x="6580972" y="2842160"/>
                      <a:chExt cx="561126" cy="97125"/>
                    </a:xfrm>
                  </p:grpSpPr>
                  <p:cxnSp>
                    <p:nvCxnSpPr>
                      <p:cNvPr id="6646" name="Google Shape;6646;p103"/>
                      <p:cNvCxnSpPr/>
                      <p:nvPr/>
                    </p:nvCxnSpPr>
                    <p:spPr>
                      <a:xfrm flipH="1" rot="10800000">
                        <a:off x="7028679" y="2842160"/>
                        <a:ext cx="113419" cy="97125"/>
                      </a:xfrm>
                      <a:prstGeom prst="straightConnector1">
                        <a:avLst/>
                      </a:prstGeom>
                      <a:noFill/>
                      <a:ln cap="flat" cmpd="sng" w="9525">
                        <a:solidFill>
                          <a:schemeClr val="dk1"/>
                        </a:solidFill>
                        <a:prstDash val="solid"/>
                        <a:miter lim="800000"/>
                        <a:headEnd len="sm" w="sm" type="none"/>
                        <a:tailEnd len="sm" w="sm" type="none"/>
                      </a:ln>
                    </p:spPr>
                  </p:cxnSp>
                  <p:cxnSp>
                    <p:nvCxnSpPr>
                      <p:cNvPr id="6647" name="Google Shape;6647;p103"/>
                      <p:cNvCxnSpPr/>
                      <p:nvPr/>
                    </p:nvCxnSpPr>
                    <p:spPr>
                      <a:xfrm>
                        <a:off x="6580972" y="2939284"/>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6648" name="Google Shape;6648;p103"/>
                    <p:cNvGrpSpPr/>
                    <p:nvPr/>
                  </p:nvGrpSpPr>
                  <p:grpSpPr>
                    <a:xfrm>
                      <a:off x="6396366" y="3594477"/>
                      <a:ext cx="561125" cy="97125"/>
                      <a:chOff x="6581452" y="2842090"/>
                      <a:chExt cx="561125" cy="97125"/>
                    </a:xfrm>
                  </p:grpSpPr>
                  <p:cxnSp>
                    <p:nvCxnSpPr>
                      <p:cNvPr id="6649" name="Google Shape;6649;p103"/>
                      <p:cNvCxnSpPr/>
                      <p:nvPr/>
                    </p:nvCxnSpPr>
                    <p:spPr>
                      <a:xfrm flipH="1" rot="10800000">
                        <a:off x="7029158" y="2842090"/>
                        <a:ext cx="113419" cy="97125"/>
                      </a:xfrm>
                      <a:prstGeom prst="straightConnector1">
                        <a:avLst/>
                      </a:prstGeom>
                      <a:noFill/>
                      <a:ln cap="flat" cmpd="sng" w="9525">
                        <a:solidFill>
                          <a:schemeClr val="dk1"/>
                        </a:solidFill>
                        <a:prstDash val="solid"/>
                        <a:miter lim="800000"/>
                        <a:headEnd len="sm" w="sm" type="none"/>
                        <a:tailEnd len="sm" w="sm" type="none"/>
                      </a:ln>
                    </p:spPr>
                  </p:cxnSp>
                  <p:cxnSp>
                    <p:nvCxnSpPr>
                      <p:cNvPr id="6650" name="Google Shape;6650;p103"/>
                      <p:cNvCxnSpPr/>
                      <p:nvPr/>
                    </p:nvCxnSpPr>
                    <p:spPr>
                      <a:xfrm>
                        <a:off x="6581452" y="2939215"/>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6651" name="Google Shape;6651;p103"/>
                    <p:cNvGrpSpPr/>
                    <p:nvPr/>
                  </p:nvGrpSpPr>
                  <p:grpSpPr>
                    <a:xfrm>
                      <a:off x="6396367" y="3664970"/>
                      <a:ext cx="558140" cy="92426"/>
                      <a:chOff x="6581933" y="2846719"/>
                      <a:chExt cx="558140" cy="92426"/>
                    </a:xfrm>
                  </p:grpSpPr>
                  <p:cxnSp>
                    <p:nvCxnSpPr>
                      <p:cNvPr id="6652" name="Google Shape;6652;p103"/>
                      <p:cNvCxnSpPr/>
                      <p:nvPr/>
                    </p:nvCxnSpPr>
                    <p:spPr>
                      <a:xfrm flipH="1" rot="10800000">
                        <a:off x="7026654" y="2846719"/>
                        <a:ext cx="113419" cy="92426"/>
                      </a:xfrm>
                      <a:prstGeom prst="straightConnector1">
                        <a:avLst/>
                      </a:prstGeom>
                      <a:noFill/>
                      <a:ln cap="flat" cmpd="sng" w="9525">
                        <a:solidFill>
                          <a:schemeClr val="dk1"/>
                        </a:solidFill>
                        <a:prstDash val="solid"/>
                        <a:miter lim="800000"/>
                        <a:headEnd len="sm" w="sm" type="none"/>
                        <a:tailEnd len="sm" w="sm" type="none"/>
                      </a:ln>
                    </p:spPr>
                  </p:cxnSp>
                  <p:cxnSp>
                    <p:nvCxnSpPr>
                      <p:cNvPr id="6653" name="Google Shape;6653;p103"/>
                      <p:cNvCxnSpPr/>
                      <p:nvPr/>
                    </p:nvCxnSpPr>
                    <p:spPr>
                      <a:xfrm>
                        <a:off x="6581933" y="2939145"/>
                        <a:ext cx="450690" cy="0"/>
                      </a:xfrm>
                      <a:prstGeom prst="straightConnector1">
                        <a:avLst/>
                      </a:prstGeom>
                      <a:noFill/>
                      <a:ln cap="flat" cmpd="sng" w="9525">
                        <a:solidFill>
                          <a:schemeClr val="dk1"/>
                        </a:solidFill>
                        <a:prstDash val="solid"/>
                        <a:miter lim="800000"/>
                        <a:headEnd len="sm" w="sm" type="none"/>
                        <a:tailEnd len="sm" w="sm" type="none"/>
                      </a:ln>
                    </p:spPr>
                  </p:cxnSp>
                </p:grpSp>
                <p:grpSp>
                  <p:nvGrpSpPr>
                    <p:cNvPr id="6654" name="Google Shape;6654;p103"/>
                    <p:cNvGrpSpPr/>
                    <p:nvPr/>
                  </p:nvGrpSpPr>
                  <p:grpSpPr>
                    <a:xfrm>
                      <a:off x="6396367" y="3730765"/>
                      <a:ext cx="558139" cy="92426"/>
                      <a:chOff x="6582413" y="2846650"/>
                      <a:chExt cx="558139" cy="92426"/>
                    </a:xfrm>
                  </p:grpSpPr>
                  <p:cxnSp>
                    <p:nvCxnSpPr>
                      <p:cNvPr id="6655" name="Google Shape;6655;p103"/>
                      <p:cNvCxnSpPr/>
                      <p:nvPr/>
                    </p:nvCxnSpPr>
                    <p:spPr>
                      <a:xfrm flipH="1" rot="10800000">
                        <a:off x="7027133" y="2846650"/>
                        <a:ext cx="113419" cy="92426"/>
                      </a:xfrm>
                      <a:prstGeom prst="straightConnector1">
                        <a:avLst/>
                      </a:prstGeom>
                      <a:noFill/>
                      <a:ln cap="flat" cmpd="sng" w="9525">
                        <a:solidFill>
                          <a:schemeClr val="dk1"/>
                        </a:solidFill>
                        <a:prstDash val="solid"/>
                        <a:miter lim="800000"/>
                        <a:headEnd len="sm" w="sm" type="none"/>
                        <a:tailEnd len="sm" w="sm" type="none"/>
                      </a:ln>
                    </p:spPr>
                  </p:cxnSp>
                  <p:cxnSp>
                    <p:nvCxnSpPr>
                      <p:cNvPr id="6656" name="Google Shape;6656;p103"/>
                      <p:cNvCxnSpPr/>
                      <p:nvPr/>
                    </p:nvCxnSpPr>
                    <p:spPr>
                      <a:xfrm>
                        <a:off x="6582413" y="2939076"/>
                        <a:ext cx="450690" cy="0"/>
                      </a:xfrm>
                      <a:prstGeom prst="straightConnector1">
                        <a:avLst/>
                      </a:prstGeom>
                      <a:noFill/>
                      <a:ln cap="flat" cmpd="sng" w="9525">
                        <a:solidFill>
                          <a:schemeClr val="dk1"/>
                        </a:solidFill>
                        <a:prstDash val="solid"/>
                        <a:miter lim="800000"/>
                        <a:headEnd len="sm" w="sm" type="none"/>
                        <a:tailEnd len="sm" w="sm" type="none"/>
                      </a:ln>
                    </p:spPr>
                  </p:cxnSp>
                </p:grpSp>
              </p:grpSp>
              <p:cxnSp>
                <p:nvCxnSpPr>
                  <p:cNvPr id="6657" name="Google Shape;6657;p103"/>
                  <p:cNvCxnSpPr/>
                  <p:nvPr/>
                </p:nvCxnSpPr>
                <p:spPr>
                  <a:xfrm flipH="1">
                    <a:off x="6685171" y="4525377"/>
                    <a:ext cx="4763" cy="855662"/>
                  </a:xfrm>
                  <a:prstGeom prst="straightConnector1">
                    <a:avLst/>
                  </a:prstGeom>
                  <a:noFill/>
                  <a:ln cap="flat" cmpd="sng" w="25400">
                    <a:solidFill>
                      <a:schemeClr val="dk1"/>
                    </a:solidFill>
                    <a:prstDash val="solid"/>
                    <a:miter lim="800000"/>
                    <a:headEnd len="sm" w="sm" type="none"/>
                    <a:tailEnd len="sm" w="sm" type="none"/>
                  </a:ln>
                </p:spPr>
              </p:cxnSp>
              <p:cxnSp>
                <p:nvCxnSpPr>
                  <p:cNvPr id="6658" name="Google Shape;6658;p103"/>
                  <p:cNvCxnSpPr/>
                  <p:nvPr/>
                </p:nvCxnSpPr>
                <p:spPr>
                  <a:xfrm>
                    <a:off x="6632784" y="4706352"/>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6659" name="Google Shape;6659;p103"/>
                  <p:cNvCxnSpPr/>
                  <p:nvPr/>
                </p:nvCxnSpPr>
                <p:spPr>
                  <a:xfrm>
                    <a:off x="6631196" y="4771439"/>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6660" name="Google Shape;6660;p103"/>
                  <p:cNvCxnSpPr/>
                  <p:nvPr/>
                </p:nvCxnSpPr>
                <p:spPr>
                  <a:xfrm>
                    <a:off x="6631196" y="4849227"/>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6661" name="Google Shape;6661;p103"/>
                  <p:cNvCxnSpPr/>
                  <p:nvPr/>
                </p:nvCxnSpPr>
                <p:spPr>
                  <a:xfrm>
                    <a:off x="6629609" y="4914314"/>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6662" name="Google Shape;6662;p103"/>
                  <p:cNvCxnSpPr/>
                  <p:nvPr/>
                </p:nvCxnSpPr>
                <p:spPr>
                  <a:xfrm>
                    <a:off x="6628021" y="4976227"/>
                    <a:ext cx="60325" cy="0"/>
                  </a:xfrm>
                  <a:prstGeom prst="straightConnector1">
                    <a:avLst/>
                  </a:prstGeom>
                  <a:noFill/>
                  <a:ln cap="flat" cmpd="sng" w="9525">
                    <a:solidFill>
                      <a:schemeClr val="dk1"/>
                    </a:solidFill>
                    <a:prstDash val="solid"/>
                    <a:miter lim="800000"/>
                    <a:headEnd len="sm" w="sm" type="none"/>
                    <a:tailEnd len="sm" w="sm" type="none"/>
                  </a:ln>
                </p:spPr>
              </p:cxnSp>
              <p:cxnSp>
                <p:nvCxnSpPr>
                  <p:cNvPr id="6663" name="Google Shape;6663;p103"/>
                  <p:cNvCxnSpPr/>
                  <p:nvPr/>
                </p:nvCxnSpPr>
                <p:spPr>
                  <a:xfrm>
                    <a:off x="6628021" y="5044489"/>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6664" name="Google Shape;6664;p103"/>
                  <p:cNvCxnSpPr/>
                  <p:nvPr/>
                </p:nvCxnSpPr>
                <p:spPr>
                  <a:xfrm>
                    <a:off x="6626434" y="511433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6665" name="Google Shape;6665;p103"/>
                  <p:cNvCxnSpPr/>
                  <p:nvPr/>
                </p:nvCxnSpPr>
                <p:spPr>
                  <a:xfrm>
                    <a:off x="6629609" y="518418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6666" name="Google Shape;6666;p103"/>
                  <p:cNvCxnSpPr/>
                  <p:nvPr/>
                </p:nvCxnSpPr>
                <p:spPr>
                  <a:xfrm>
                    <a:off x="6631196" y="5252452"/>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6667" name="Google Shape;6667;p103"/>
                  <p:cNvCxnSpPr/>
                  <p:nvPr/>
                </p:nvCxnSpPr>
                <p:spPr>
                  <a:xfrm>
                    <a:off x="6631196" y="5322302"/>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6668" name="Google Shape;6668;p103"/>
                  <p:cNvCxnSpPr/>
                  <p:nvPr/>
                </p:nvCxnSpPr>
                <p:spPr>
                  <a:xfrm>
                    <a:off x="6632784" y="538738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6669" name="Google Shape;6669;p103"/>
                  <p:cNvCxnSpPr/>
                  <p:nvPr/>
                </p:nvCxnSpPr>
                <p:spPr>
                  <a:xfrm rot="10800000">
                    <a:off x="6632784" y="4531727"/>
                    <a:ext cx="58737" cy="0"/>
                  </a:xfrm>
                  <a:prstGeom prst="straightConnector1">
                    <a:avLst/>
                  </a:prstGeom>
                  <a:noFill/>
                  <a:ln cap="flat" cmpd="sng" w="22225">
                    <a:solidFill>
                      <a:schemeClr val="dk1"/>
                    </a:solidFill>
                    <a:prstDash val="solid"/>
                    <a:miter lim="800000"/>
                    <a:headEnd len="sm" w="sm" type="none"/>
                    <a:tailEnd len="sm" w="sm" type="none"/>
                  </a:ln>
                </p:spPr>
              </p:cxnSp>
              <p:grpSp>
                <p:nvGrpSpPr>
                  <p:cNvPr id="6670" name="Google Shape;6670;p103"/>
                  <p:cNvGrpSpPr/>
                  <p:nvPr/>
                </p:nvGrpSpPr>
                <p:grpSpPr>
                  <a:xfrm>
                    <a:off x="6434171" y="4488570"/>
                    <a:ext cx="224203" cy="179034"/>
                    <a:chOff x="3668110" y="2448910"/>
                    <a:chExt cx="3794234" cy="2165130"/>
                  </a:xfrm>
                </p:grpSpPr>
                <p:sp>
                  <p:nvSpPr>
                    <p:cNvPr id="6671" name="Google Shape;6671;p103"/>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72" name="Google Shape;6672;p103"/>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6673" name="Google Shape;6673;p103"/>
                    <p:cNvGrpSpPr/>
                    <p:nvPr/>
                  </p:nvGrpSpPr>
                  <p:grpSpPr>
                    <a:xfrm>
                      <a:off x="3941378" y="2603243"/>
                      <a:ext cx="3202061" cy="1066110"/>
                      <a:chOff x="7939341" y="3037317"/>
                      <a:chExt cx="897649" cy="353919"/>
                    </a:xfrm>
                  </p:grpSpPr>
                  <p:sp>
                    <p:nvSpPr>
                      <p:cNvPr id="6674" name="Google Shape;6674;p103"/>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75" name="Google Shape;6675;p103"/>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76" name="Google Shape;6676;p103"/>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51" name="Google Shape;6551;p103"/>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nvGrpSpPr>
                <p:cNvPr id="6677" name="Google Shape;6677;p103"/>
                <p:cNvGrpSpPr/>
                <p:nvPr/>
              </p:nvGrpSpPr>
              <p:grpSpPr>
                <a:xfrm>
                  <a:off x="7042815" y="4496514"/>
                  <a:ext cx="267206" cy="997245"/>
                  <a:chOff x="6424315" y="4488570"/>
                  <a:chExt cx="267206" cy="997245"/>
                </a:xfrm>
              </p:grpSpPr>
              <p:grpSp>
                <p:nvGrpSpPr>
                  <p:cNvPr id="6678" name="Google Shape;6678;p103"/>
                  <p:cNvGrpSpPr/>
                  <p:nvPr/>
                </p:nvGrpSpPr>
                <p:grpSpPr>
                  <a:xfrm>
                    <a:off x="6424315" y="4636502"/>
                    <a:ext cx="237939" cy="849312"/>
                    <a:chOff x="6396366" y="3061857"/>
                    <a:chExt cx="570079" cy="838094"/>
                  </a:xfrm>
                </p:grpSpPr>
                <p:sp>
                  <p:nvSpPr>
                    <p:cNvPr id="6679" name="Google Shape;6679;p103"/>
                    <p:cNvSpPr/>
                    <p:nvPr/>
                  </p:nvSpPr>
                  <p:spPr>
                    <a:xfrm>
                      <a:off x="6509786" y="3061857"/>
                      <a:ext cx="447707" cy="742536"/>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6680" name="Google Shape;6680;p103"/>
                    <p:cNvCxnSpPr/>
                    <p:nvPr/>
                  </p:nvCxnSpPr>
                  <p:spPr>
                    <a:xfrm flipH="1" rot="10800000">
                      <a:off x="6847057" y="3061857"/>
                      <a:ext cx="113419" cy="92425"/>
                    </a:xfrm>
                    <a:prstGeom prst="straightConnector1">
                      <a:avLst/>
                    </a:prstGeom>
                    <a:noFill/>
                    <a:ln cap="flat" cmpd="sng" w="9525">
                      <a:solidFill>
                        <a:schemeClr val="dk1"/>
                      </a:solidFill>
                      <a:prstDash val="solid"/>
                      <a:miter lim="800000"/>
                      <a:headEnd len="sm" w="sm" type="none"/>
                      <a:tailEnd len="sm" w="sm" type="none"/>
                    </a:ln>
                  </p:spPr>
                </p:cxnSp>
                <p:sp>
                  <p:nvSpPr>
                    <p:cNvPr id="6681" name="Google Shape;6681;p103"/>
                    <p:cNvSpPr/>
                    <p:nvPr/>
                  </p:nvSpPr>
                  <p:spPr>
                    <a:xfrm>
                      <a:off x="6476953" y="3071256"/>
                      <a:ext cx="131327" cy="1159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6682" name="Google Shape;6682;p103"/>
                    <p:cNvCxnSpPr/>
                    <p:nvPr/>
                  </p:nvCxnSpPr>
                  <p:spPr>
                    <a:xfrm flipH="1" rot="10800000">
                      <a:off x="6396367" y="3061857"/>
                      <a:ext cx="113419" cy="92425"/>
                    </a:xfrm>
                    <a:prstGeom prst="straightConnector1">
                      <a:avLst/>
                    </a:prstGeom>
                    <a:noFill/>
                    <a:ln cap="flat" cmpd="sng" w="9525">
                      <a:solidFill>
                        <a:schemeClr val="dk1"/>
                      </a:solidFill>
                      <a:prstDash val="solid"/>
                      <a:miter lim="800000"/>
                      <a:headEnd len="sm" w="sm" type="none"/>
                      <a:tailEnd len="sm" w="sm" type="none"/>
                    </a:ln>
                  </p:spPr>
                </p:cxnSp>
                <p:sp>
                  <p:nvSpPr>
                    <p:cNvPr id="6683" name="Google Shape;6683;p103"/>
                    <p:cNvSpPr/>
                    <p:nvPr/>
                  </p:nvSpPr>
                  <p:spPr>
                    <a:xfrm>
                      <a:off x="6817210" y="3702567"/>
                      <a:ext cx="131327" cy="1159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sp>
                  <p:nvSpPr>
                    <p:cNvPr id="6684" name="Google Shape;6684;p103"/>
                    <p:cNvSpPr/>
                    <p:nvPr/>
                  </p:nvSpPr>
                  <p:spPr>
                    <a:xfrm>
                      <a:off x="6405320" y="3157415"/>
                      <a:ext cx="444723" cy="742536"/>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6685" name="Google Shape;6685;p103"/>
                    <p:cNvCxnSpPr/>
                    <p:nvPr/>
                  </p:nvCxnSpPr>
                  <p:spPr>
                    <a:xfrm flipH="1" rot="10800000">
                      <a:off x="6847057" y="3804392"/>
                      <a:ext cx="113419" cy="92425"/>
                    </a:xfrm>
                    <a:prstGeom prst="straightConnector1">
                      <a:avLst/>
                    </a:prstGeom>
                    <a:noFill/>
                    <a:ln cap="flat" cmpd="sng" w="9525">
                      <a:solidFill>
                        <a:schemeClr val="dk1"/>
                      </a:solidFill>
                      <a:prstDash val="solid"/>
                      <a:miter lim="800000"/>
                      <a:headEnd len="sm" w="sm" type="none"/>
                      <a:tailEnd len="sm" w="sm" type="none"/>
                    </a:ln>
                  </p:spPr>
                </p:cxnSp>
                <p:grpSp>
                  <p:nvGrpSpPr>
                    <p:cNvPr id="6686" name="Google Shape;6686;p103"/>
                    <p:cNvGrpSpPr/>
                    <p:nvPr/>
                  </p:nvGrpSpPr>
                  <p:grpSpPr>
                    <a:xfrm>
                      <a:off x="6399350" y="3137050"/>
                      <a:ext cx="561125" cy="92425"/>
                      <a:chOff x="6581076" y="2845711"/>
                      <a:chExt cx="561125" cy="92425"/>
                    </a:xfrm>
                  </p:grpSpPr>
                  <p:cxnSp>
                    <p:nvCxnSpPr>
                      <p:cNvPr id="6687" name="Google Shape;6687;p103"/>
                      <p:cNvCxnSpPr/>
                      <p:nvPr/>
                    </p:nvCxnSpPr>
                    <p:spPr>
                      <a:xfrm flipH="1" rot="10800000">
                        <a:off x="7028782" y="2845711"/>
                        <a:ext cx="113419" cy="92425"/>
                      </a:xfrm>
                      <a:prstGeom prst="straightConnector1">
                        <a:avLst/>
                      </a:prstGeom>
                      <a:noFill/>
                      <a:ln cap="flat" cmpd="sng" w="9525">
                        <a:solidFill>
                          <a:schemeClr val="dk1"/>
                        </a:solidFill>
                        <a:prstDash val="solid"/>
                        <a:miter lim="800000"/>
                        <a:headEnd len="sm" w="sm" type="none"/>
                        <a:tailEnd len="sm" w="sm" type="none"/>
                      </a:ln>
                    </p:spPr>
                  </p:cxnSp>
                  <p:cxnSp>
                    <p:nvCxnSpPr>
                      <p:cNvPr id="6688" name="Google Shape;6688;p103"/>
                      <p:cNvCxnSpPr/>
                      <p:nvPr/>
                    </p:nvCxnSpPr>
                    <p:spPr>
                      <a:xfrm>
                        <a:off x="6581076" y="2938136"/>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6689" name="Google Shape;6689;p103"/>
                    <p:cNvGrpSpPr/>
                    <p:nvPr/>
                  </p:nvGrpSpPr>
                  <p:grpSpPr>
                    <a:xfrm>
                      <a:off x="6399351" y="3202845"/>
                      <a:ext cx="567094" cy="89292"/>
                      <a:chOff x="6581557" y="2845642"/>
                      <a:chExt cx="567094" cy="89292"/>
                    </a:xfrm>
                  </p:grpSpPr>
                  <p:cxnSp>
                    <p:nvCxnSpPr>
                      <p:cNvPr id="6690" name="Google Shape;6690;p103"/>
                      <p:cNvCxnSpPr/>
                      <p:nvPr/>
                    </p:nvCxnSpPr>
                    <p:spPr>
                      <a:xfrm flipH="1" rot="10800000">
                        <a:off x="7029263" y="2845642"/>
                        <a:ext cx="119388" cy="89292"/>
                      </a:xfrm>
                      <a:prstGeom prst="straightConnector1">
                        <a:avLst/>
                      </a:prstGeom>
                      <a:noFill/>
                      <a:ln cap="flat" cmpd="sng" w="9525">
                        <a:solidFill>
                          <a:schemeClr val="dk1"/>
                        </a:solidFill>
                        <a:prstDash val="solid"/>
                        <a:miter lim="800000"/>
                        <a:headEnd len="sm" w="sm" type="none"/>
                        <a:tailEnd len="sm" w="sm" type="none"/>
                      </a:ln>
                    </p:spPr>
                  </p:cxnSp>
                  <p:cxnSp>
                    <p:nvCxnSpPr>
                      <p:cNvPr id="6691" name="Google Shape;6691;p103"/>
                      <p:cNvCxnSpPr/>
                      <p:nvPr/>
                    </p:nvCxnSpPr>
                    <p:spPr>
                      <a:xfrm>
                        <a:off x="6581557" y="2934934"/>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6692" name="Google Shape;6692;p103"/>
                    <p:cNvGrpSpPr/>
                    <p:nvPr/>
                  </p:nvGrpSpPr>
                  <p:grpSpPr>
                    <a:xfrm>
                      <a:off x="6399350" y="3268639"/>
                      <a:ext cx="558142" cy="89292"/>
                      <a:chOff x="6582036" y="2845572"/>
                      <a:chExt cx="558142" cy="89292"/>
                    </a:xfrm>
                  </p:grpSpPr>
                  <p:cxnSp>
                    <p:nvCxnSpPr>
                      <p:cNvPr id="6693" name="Google Shape;6693;p103"/>
                      <p:cNvCxnSpPr/>
                      <p:nvPr/>
                    </p:nvCxnSpPr>
                    <p:spPr>
                      <a:xfrm flipH="1" rot="10800000">
                        <a:off x="7026759" y="2845572"/>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6694" name="Google Shape;6694;p103"/>
                      <p:cNvCxnSpPr/>
                      <p:nvPr/>
                    </p:nvCxnSpPr>
                    <p:spPr>
                      <a:xfrm>
                        <a:off x="6582036" y="293486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6695" name="Google Shape;6695;p103"/>
                    <p:cNvGrpSpPr/>
                    <p:nvPr/>
                  </p:nvGrpSpPr>
                  <p:grpSpPr>
                    <a:xfrm>
                      <a:off x="6399350" y="3334433"/>
                      <a:ext cx="558141" cy="89292"/>
                      <a:chOff x="6582516" y="2845502"/>
                      <a:chExt cx="558141" cy="89292"/>
                    </a:xfrm>
                  </p:grpSpPr>
                  <p:cxnSp>
                    <p:nvCxnSpPr>
                      <p:cNvPr id="6696" name="Google Shape;6696;p103"/>
                      <p:cNvCxnSpPr/>
                      <p:nvPr/>
                    </p:nvCxnSpPr>
                    <p:spPr>
                      <a:xfrm flipH="1" rot="10800000">
                        <a:off x="7027238" y="2845502"/>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6697" name="Google Shape;6697;p103"/>
                      <p:cNvCxnSpPr/>
                      <p:nvPr/>
                    </p:nvCxnSpPr>
                    <p:spPr>
                      <a:xfrm>
                        <a:off x="6582516" y="293479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6698" name="Google Shape;6698;p103"/>
                    <p:cNvGrpSpPr/>
                    <p:nvPr/>
                  </p:nvGrpSpPr>
                  <p:grpSpPr>
                    <a:xfrm>
                      <a:off x="6399349" y="3400228"/>
                      <a:ext cx="558142" cy="89292"/>
                      <a:chOff x="6582995" y="2845433"/>
                      <a:chExt cx="558142" cy="89292"/>
                    </a:xfrm>
                  </p:grpSpPr>
                  <p:cxnSp>
                    <p:nvCxnSpPr>
                      <p:cNvPr id="6699" name="Google Shape;6699;p103"/>
                      <p:cNvCxnSpPr/>
                      <p:nvPr/>
                    </p:nvCxnSpPr>
                    <p:spPr>
                      <a:xfrm flipH="1" rot="10800000">
                        <a:off x="7027718" y="2845433"/>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6700" name="Google Shape;6700;p103"/>
                      <p:cNvCxnSpPr/>
                      <p:nvPr/>
                    </p:nvCxnSpPr>
                    <p:spPr>
                      <a:xfrm>
                        <a:off x="6582995" y="293472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6701" name="Google Shape;6701;p103"/>
                    <p:cNvGrpSpPr/>
                    <p:nvPr/>
                  </p:nvGrpSpPr>
                  <p:grpSpPr>
                    <a:xfrm>
                      <a:off x="6399351" y="3466022"/>
                      <a:ext cx="558141" cy="93992"/>
                      <a:chOff x="6583477" y="2845363"/>
                      <a:chExt cx="558141" cy="93992"/>
                    </a:xfrm>
                  </p:grpSpPr>
                  <p:cxnSp>
                    <p:nvCxnSpPr>
                      <p:cNvPr id="6702" name="Google Shape;6702;p103"/>
                      <p:cNvCxnSpPr/>
                      <p:nvPr/>
                    </p:nvCxnSpPr>
                    <p:spPr>
                      <a:xfrm flipH="1" rot="10800000">
                        <a:off x="7028199" y="2845363"/>
                        <a:ext cx="113419" cy="93992"/>
                      </a:xfrm>
                      <a:prstGeom prst="straightConnector1">
                        <a:avLst/>
                      </a:prstGeom>
                      <a:noFill/>
                      <a:ln cap="flat" cmpd="sng" w="9525">
                        <a:solidFill>
                          <a:schemeClr val="dk1"/>
                        </a:solidFill>
                        <a:prstDash val="solid"/>
                        <a:miter lim="800000"/>
                        <a:headEnd len="sm" w="sm" type="none"/>
                        <a:tailEnd len="sm" w="sm" type="none"/>
                      </a:ln>
                    </p:spPr>
                  </p:cxnSp>
                  <p:cxnSp>
                    <p:nvCxnSpPr>
                      <p:cNvPr id="6703" name="Google Shape;6703;p103"/>
                      <p:cNvCxnSpPr/>
                      <p:nvPr/>
                    </p:nvCxnSpPr>
                    <p:spPr>
                      <a:xfrm>
                        <a:off x="6583477" y="2939355"/>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6704" name="Google Shape;6704;p103"/>
                    <p:cNvGrpSpPr/>
                    <p:nvPr/>
                  </p:nvGrpSpPr>
                  <p:grpSpPr>
                    <a:xfrm>
                      <a:off x="6396366" y="3528683"/>
                      <a:ext cx="561126" cy="97125"/>
                      <a:chOff x="6580972" y="2842160"/>
                      <a:chExt cx="561126" cy="97125"/>
                    </a:xfrm>
                  </p:grpSpPr>
                  <p:cxnSp>
                    <p:nvCxnSpPr>
                      <p:cNvPr id="6705" name="Google Shape;6705;p103"/>
                      <p:cNvCxnSpPr/>
                      <p:nvPr/>
                    </p:nvCxnSpPr>
                    <p:spPr>
                      <a:xfrm flipH="1" rot="10800000">
                        <a:off x="7028679" y="2842160"/>
                        <a:ext cx="113419" cy="97125"/>
                      </a:xfrm>
                      <a:prstGeom prst="straightConnector1">
                        <a:avLst/>
                      </a:prstGeom>
                      <a:noFill/>
                      <a:ln cap="flat" cmpd="sng" w="9525">
                        <a:solidFill>
                          <a:schemeClr val="dk1"/>
                        </a:solidFill>
                        <a:prstDash val="solid"/>
                        <a:miter lim="800000"/>
                        <a:headEnd len="sm" w="sm" type="none"/>
                        <a:tailEnd len="sm" w="sm" type="none"/>
                      </a:ln>
                    </p:spPr>
                  </p:cxnSp>
                  <p:cxnSp>
                    <p:nvCxnSpPr>
                      <p:cNvPr id="6706" name="Google Shape;6706;p103"/>
                      <p:cNvCxnSpPr/>
                      <p:nvPr/>
                    </p:nvCxnSpPr>
                    <p:spPr>
                      <a:xfrm>
                        <a:off x="6580972" y="2939284"/>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6707" name="Google Shape;6707;p103"/>
                    <p:cNvGrpSpPr/>
                    <p:nvPr/>
                  </p:nvGrpSpPr>
                  <p:grpSpPr>
                    <a:xfrm>
                      <a:off x="6396366" y="3594477"/>
                      <a:ext cx="561125" cy="97125"/>
                      <a:chOff x="6581452" y="2842090"/>
                      <a:chExt cx="561125" cy="97125"/>
                    </a:xfrm>
                  </p:grpSpPr>
                  <p:cxnSp>
                    <p:nvCxnSpPr>
                      <p:cNvPr id="6708" name="Google Shape;6708;p103"/>
                      <p:cNvCxnSpPr/>
                      <p:nvPr/>
                    </p:nvCxnSpPr>
                    <p:spPr>
                      <a:xfrm flipH="1" rot="10800000">
                        <a:off x="7029158" y="2842090"/>
                        <a:ext cx="113419" cy="97125"/>
                      </a:xfrm>
                      <a:prstGeom prst="straightConnector1">
                        <a:avLst/>
                      </a:prstGeom>
                      <a:noFill/>
                      <a:ln cap="flat" cmpd="sng" w="9525">
                        <a:solidFill>
                          <a:schemeClr val="dk1"/>
                        </a:solidFill>
                        <a:prstDash val="solid"/>
                        <a:miter lim="800000"/>
                        <a:headEnd len="sm" w="sm" type="none"/>
                        <a:tailEnd len="sm" w="sm" type="none"/>
                      </a:ln>
                    </p:spPr>
                  </p:cxnSp>
                  <p:cxnSp>
                    <p:nvCxnSpPr>
                      <p:cNvPr id="6709" name="Google Shape;6709;p103"/>
                      <p:cNvCxnSpPr/>
                      <p:nvPr/>
                    </p:nvCxnSpPr>
                    <p:spPr>
                      <a:xfrm>
                        <a:off x="6581452" y="2939215"/>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6710" name="Google Shape;6710;p103"/>
                    <p:cNvGrpSpPr/>
                    <p:nvPr/>
                  </p:nvGrpSpPr>
                  <p:grpSpPr>
                    <a:xfrm>
                      <a:off x="6396367" y="3664970"/>
                      <a:ext cx="558140" cy="92426"/>
                      <a:chOff x="6581933" y="2846719"/>
                      <a:chExt cx="558140" cy="92426"/>
                    </a:xfrm>
                  </p:grpSpPr>
                  <p:cxnSp>
                    <p:nvCxnSpPr>
                      <p:cNvPr id="6711" name="Google Shape;6711;p103"/>
                      <p:cNvCxnSpPr/>
                      <p:nvPr/>
                    </p:nvCxnSpPr>
                    <p:spPr>
                      <a:xfrm flipH="1" rot="10800000">
                        <a:off x="7026654" y="2846719"/>
                        <a:ext cx="113419" cy="92426"/>
                      </a:xfrm>
                      <a:prstGeom prst="straightConnector1">
                        <a:avLst/>
                      </a:prstGeom>
                      <a:noFill/>
                      <a:ln cap="flat" cmpd="sng" w="9525">
                        <a:solidFill>
                          <a:schemeClr val="dk1"/>
                        </a:solidFill>
                        <a:prstDash val="solid"/>
                        <a:miter lim="800000"/>
                        <a:headEnd len="sm" w="sm" type="none"/>
                        <a:tailEnd len="sm" w="sm" type="none"/>
                      </a:ln>
                    </p:spPr>
                  </p:cxnSp>
                  <p:cxnSp>
                    <p:nvCxnSpPr>
                      <p:cNvPr id="6712" name="Google Shape;6712;p103"/>
                      <p:cNvCxnSpPr/>
                      <p:nvPr/>
                    </p:nvCxnSpPr>
                    <p:spPr>
                      <a:xfrm>
                        <a:off x="6581933" y="2939145"/>
                        <a:ext cx="450690" cy="0"/>
                      </a:xfrm>
                      <a:prstGeom prst="straightConnector1">
                        <a:avLst/>
                      </a:prstGeom>
                      <a:noFill/>
                      <a:ln cap="flat" cmpd="sng" w="9525">
                        <a:solidFill>
                          <a:schemeClr val="dk1"/>
                        </a:solidFill>
                        <a:prstDash val="solid"/>
                        <a:miter lim="800000"/>
                        <a:headEnd len="sm" w="sm" type="none"/>
                        <a:tailEnd len="sm" w="sm" type="none"/>
                      </a:ln>
                    </p:spPr>
                  </p:cxnSp>
                </p:grpSp>
                <p:grpSp>
                  <p:nvGrpSpPr>
                    <p:cNvPr id="6713" name="Google Shape;6713;p103"/>
                    <p:cNvGrpSpPr/>
                    <p:nvPr/>
                  </p:nvGrpSpPr>
                  <p:grpSpPr>
                    <a:xfrm>
                      <a:off x="6396367" y="3730765"/>
                      <a:ext cx="558139" cy="92426"/>
                      <a:chOff x="6582413" y="2846650"/>
                      <a:chExt cx="558139" cy="92426"/>
                    </a:xfrm>
                  </p:grpSpPr>
                  <p:cxnSp>
                    <p:nvCxnSpPr>
                      <p:cNvPr id="6714" name="Google Shape;6714;p103"/>
                      <p:cNvCxnSpPr/>
                      <p:nvPr/>
                    </p:nvCxnSpPr>
                    <p:spPr>
                      <a:xfrm flipH="1" rot="10800000">
                        <a:off x="7027133" y="2846650"/>
                        <a:ext cx="113419" cy="92426"/>
                      </a:xfrm>
                      <a:prstGeom prst="straightConnector1">
                        <a:avLst/>
                      </a:prstGeom>
                      <a:noFill/>
                      <a:ln cap="flat" cmpd="sng" w="9525">
                        <a:solidFill>
                          <a:schemeClr val="dk1"/>
                        </a:solidFill>
                        <a:prstDash val="solid"/>
                        <a:miter lim="800000"/>
                        <a:headEnd len="sm" w="sm" type="none"/>
                        <a:tailEnd len="sm" w="sm" type="none"/>
                      </a:ln>
                    </p:spPr>
                  </p:cxnSp>
                  <p:cxnSp>
                    <p:nvCxnSpPr>
                      <p:cNvPr id="6715" name="Google Shape;6715;p103"/>
                      <p:cNvCxnSpPr/>
                      <p:nvPr/>
                    </p:nvCxnSpPr>
                    <p:spPr>
                      <a:xfrm>
                        <a:off x="6582413" y="2939076"/>
                        <a:ext cx="450690" cy="0"/>
                      </a:xfrm>
                      <a:prstGeom prst="straightConnector1">
                        <a:avLst/>
                      </a:prstGeom>
                      <a:noFill/>
                      <a:ln cap="flat" cmpd="sng" w="9525">
                        <a:solidFill>
                          <a:schemeClr val="dk1"/>
                        </a:solidFill>
                        <a:prstDash val="solid"/>
                        <a:miter lim="800000"/>
                        <a:headEnd len="sm" w="sm" type="none"/>
                        <a:tailEnd len="sm" w="sm" type="none"/>
                      </a:ln>
                    </p:spPr>
                  </p:cxnSp>
                </p:grpSp>
              </p:grpSp>
              <p:cxnSp>
                <p:nvCxnSpPr>
                  <p:cNvPr id="6716" name="Google Shape;6716;p103"/>
                  <p:cNvCxnSpPr/>
                  <p:nvPr/>
                </p:nvCxnSpPr>
                <p:spPr>
                  <a:xfrm flipH="1">
                    <a:off x="6685171" y="4525377"/>
                    <a:ext cx="4763" cy="855662"/>
                  </a:xfrm>
                  <a:prstGeom prst="straightConnector1">
                    <a:avLst/>
                  </a:prstGeom>
                  <a:noFill/>
                  <a:ln cap="flat" cmpd="sng" w="25400">
                    <a:solidFill>
                      <a:schemeClr val="dk1"/>
                    </a:solidFill>
                    <a:prstDash val="solid"/>
                    <a:miter lim="800000"/>
                    <a:headEnd len="sm" w="sm" type="none"/>
                    <a:tailEnd len="sm" w="sm" type="none"/>
                  </a:ln>
                </p:spPr>
              </p:cxnSp>
              <p:cxnSp>
                <p:nvCxnSpPr>
                  <p:cNvPr id="6717" name="Google Shape;6717;p103"/>
                  <p:cNvCxnSpPr/>
                  <p:nvPr/>
                </p:nvCxnSpPr>
                <p:spPr>
                  <a:xfrm>
                    <a:off x="6632784" y="4706352"/>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6718" name="Google Shape;6718;p103"/>
                  <p:cNvCxnSpPr/>
                  <p:nvPr/>
                </p:nvCxnSpPr>
                <p:spPr>
                  <a:xfrm>
                    <a:off x="6631196" y="4771439"/>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6719" name="Google Shape;6719;p103"/>
                  <p:cNvCxnSpPr/>
                  <p:nvPr/>
                </p:nvCxnSpPr>
                <p:spPr>
                  <a:xfrm>
                    <a:off x="6631196" y="4849227"/>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6720" name="Google Shape;6720;p103"/>
                  <p:cNvCxnSpPr/>
                  <p:nvPr/>
                </p:nvCxnSpPr>
                <p:spPr>
                  <a:xfrm>
                    <a:off x="6629609" y="4914314"/>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6721" name="Google Shape;6721;p103"/>
                  <p:cNvCxnSpPr/>
                  <p:nvPr/>
                </p:nvCxnSpPr>
                <p:spPr>
                  <a:xfrm>
                    <a:off x="6628021" y="4976227"/>
                    <a:ext cx="60325" cy="0"/>
                  </a:xfrm>
                  <a:prstGeom prst="straightConnector1">
                    <a:avLst/>
                  </a:prstGeom>
                  <a:noFill/>
                  <a:ln cap="flat" cmpd="sng" w="9525">
                    <a:solidFill>
                      <a:schemeClr val="dk1"/>
                    </a:solidFill>
                    <a:prstDash val="solid"/>
                    <a:miter lim="800000"/>
                    <a:headEnd len="sm" w="sm" type="none"/>
                    <a:tailEnd len="sm" w="sm" type="none"/>
                  </a:ln>
                </p:spPr>
              </p:cxnSp>
              <p:cxnSp>
                <p:nvCxnSpPr>
                  <p:cNvPr id="6722" name="Google Shape;6722;p103"/>
                  <p:cNvCxnSpPr/>
                  <p:nvPr/>
                </p:nvCxnSpPr>
                <p:spPr>
                  <a:xfrm>
                    <a:off x="6628021" y="5044489"/>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6723" name="Google Shape;6723;p103"/>
                  <p:cNvCxnSpPr/>
                  <p:nvPr/>
                </p:nvCxnSpPr>
                <p:spPr>
                  <a:xfrm>
                    <a:off x="6626434" y="511433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6724" name="Google Shape;6724;p103"/>
                  <p:cNvCxnSpPr/>
                  <p:nvPr/>
                </p:nvCxnSpPr>
                <p:spPr>
                  <a:xfrm>
                    <a:off x="6629609" y="518418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6725" name="Google Shape;6725;p103"/>
                  <p:cNvCxnSpPr/>
                  <p:nvPr/>
                </p:nvCxnSpPr>
                <p:spPr>
                  <a:xfrm>
                    <a:off x="6631196" y="5252452"/>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6726" name="Google Shape;6726;p103"/>
                  <p:cNvCxnSpPr/>
                  <p:nvPr/>
                </p:nvCxnSpPr>
                <p:spPr>
                  <a:xfrm>
                    <a:off x="6631196" y="5322302"/>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6727" name="Google Shape;6727;p103"/>
                  <p:cNvCxnSpPr/>
                  <p:nvPr/>
                </p:nvCxnSpPr>
                <p:spPr>
                  <a:xfrm>
                    <a:off x="6632784" y="538738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6728" name="Google Shape;6728;p103"/>
                  <p:cNvCxnSpPr/>
                  <p:nvPr/>
                </p:nvCxnSpPr>
                <p:spPr>
                  <a:xfrm rot="10800000">
                    <a:off x="6632784" y="4531727"/>
                    <a:ext cx="58737" cy="0"/>
                  </a:xfrm>
                  <a:prstGeom prst="straightConnector1">
                    <a:avLst/>
                  </a:prstGeom>
                  <a:noFill/>
                  <a:ln cap="flat" cmpd="sng" w="22225">
                    <a:solidFill>
                      <a:schemeClr val="dk1"/>
                    </a:solidFill>
                    <a:prstDash val="solid"/>
                    <a:miter lim="800000"/>
                    <a:headEnd len="sm" w="sm" type="none"/>
                    <a:tailEnd len="sm" w="sm" type="none"/>
                  </a:ln>
                </p:spPr>
              </p:cxnSp>
              <p:grpSp>
                <p:nvGrpSpPr>
                  <p:cNvPr id="6729" name="Google Shape;6729;p103"/>
                  <p:cNvGrpSpPr/>
                  <p:nvPr/>
                </p:nvGrpSpPr>
                <p:grpSpPr>
                  <a:xfrm>
                    <a:off x="6434171" y="4488570"/>
                    <a:ext cx="224203" cy="179034"/>
                    <a:chOff x="3668110" y="2448910"/>
                    <a:chExt cx="3794234" cy="2165130"/>
                  </a:xfrm>
                </p:grpSpPr>
                <p:sp>
                  <p:nvSpPr>
                    <p:cNvPr id="6730" name="Google Shape;6730;p103"/>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31" name="Google Shape;6731;p103"/>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6732" name="Google Shape;6732;p103"/>
                    <p:cNvGrpSpPr/>
                    <p:nvPr/>
                  </p:nvGrpSpPr>
                  <p:grpSpPr>
                    <a:xfrm>
                      <a:off x="3941378" y="2603243"/>
                      <a:ext cx="3202061" cy="1066110"/>
                      <a:chOff x="7939341" y="3037317"/>
                      <a:chExt cx="897649" cy="353919"/>
                    </a:xfrm>
                  </p:grpSpPr>
                  <p:sp>
                    <p:nvSpPr>
                      <p:cNvPr id="6548" name="Google Shape;6548;p103"/>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33" name="Google Shape;6733;p103"/>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34" name="Google Shape;6734;p103"/>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35" name="Google Shape;6735;p103"/>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sp>
              <p:nvSpPr>
                <p:cNvPr id="6736" name="Google Shape;6736;p103"/>
                <p:cNvSpPr txBox="1"/>
                <p:nvPr/>
              </p:nvSpPr>
              <p:spPr>
                <a:xfrm>
                  <a:off x="7175036" y="4021359"/>
                  <a:ext cx="34336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t>
                  </a:r>
                  <a:endParaRPr/>
                </a:p>
              </p:txBody>
            </p:sp>
          </p:grpSp>
          <p:sp>
            <p:nvSpPr>
              <p:cNvPr id="6737" name="Google Shape;6737;p103"/>
              <p:cNvSpPr txBox="1"/>
              <p:nvPr/>
            </p:nvSpPr>
            <p:spPr>
              <a:xfrm>
                <a:off x="7270703" y="4827855"/>
                <a:ext cx="34336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t>
                </a:r>
                <a:endParaRPr/>
              </a:p>
            </p:txBody>
          </p:sp>
        </p:grpSp>
      </p:grpSp>
      <p:grpSp>
        <p:nvGrpSpPr>
          <p:cNvPr id="6738" name="Google Shape;6738;p103"/>
          <p:cNvGrpSpPr/>
          <p:nvPr/>
        </p:nvGrpSpPr>
        <p:grpSpPr>
          <a:xfrm>
            <a:off x="1017496" y="2600174"/>
            <a:ext cx="4405604" cy="990932"/>
            <a:chOff x="788896" y="6230880"/>
            <a:chExt cx="4405604" cy="990932"/>
          </a:xfrm>
        </p:grpSpPr>
        <p:grpSp>
          <p:nvGrpSpPr>
            <p:cNvPr id="6739" name="Google Shape;6739;p103"/>
            <p:cNvGrpSpPr/>
            <p:nvPr/>
          </p:nvGrpSpPr>
          <p:grpSpPr>
            <a:xfrm>
              <a:off x="1244508" y="6689164"/>
              <a:ext cx="3949992" cy="532648"/>
              <a:chOff x="1432767" y="3085352"/>
              <a:chExt cx="3949992" cy="532648"/>
            </a:xfrm>
          </p:grpSpPr>
          <p:cxnSp>
            <p:nvCxnSpPr>
              <p:cNvPr id="6740" name="Google Shape;6740;p103"/>
              <p:cNvCxnSpPr/>
              <p:nvPr/>
            </p:nvCxnSpPr>
            <p:spPr>
              <a:xfrm>
                <a:off x="3264355" y="3086100"/>
                <a:ext cx="1269273" cy="519098"/>
              </a:xfrm>
              <a:prstGeom prst="straightConnector1">
                <a:avLst/>
              </a:prstGeom>
              <a:noFill/>
              <a:ln cap="flat" cmpd="sng" w="19050">
                <a:solidFill>
                  <a:schemeClr val="dk1"/>
                </a:solidFill>
                <a:prstDash val="solid"/>
                <a:miter lim="800000"/>
                <a:headEnd len="sm" w="sm" type="none"/>
                <a:tailEnd len="sm" w="sm" type="none"/>
              </a:ln>
            </p:spPr>
          </p:cxnSp>
          <p:cxnSp>
            <p:nvCxnSpPr>
              <p:cNvPr id="6741" name="Google Shape;6741;p103"/>
              <p:cNvCxnSpPr/>
              <p:nvPr/>
            </p:nvCxnSpPr>
            <p:spPr>
              <a:xfrm flipH="1">
                <a:off x="1432767" y="3085352"/>
                <a:ext cx="1588" cy="514350"/>
              </a:xfrm>
              <a:prstGeom prst="straightConnector1">
                <a:avLst/>
              </a:prstGeom>
              <a:noFill/>
              <a:ln cap="flat" cmpd="sng" w="19050">
                <a:solidFill>
                  <a:schemeClr val="dk1"/>
                </a:solidFill>
                <a:prstDash val="solid"/>
                <a:miter lim="800000"/>
                <a:headEnd len="sm" w="sm" type="none"/>
                <a:tailEnd len="sm" w="sm" type="none"/>
              </a:ln>
            </p:spPr>
          </p:cxnSp>
          <p:cxnSp>
            <p:nvCxnSpPr>
              <p:cNvPr id="6742" name="Google Shape;6742;p103"/>
              <p:cNvCxnSpPr/>
              <p:nvPr/>
            </p:nvCxnSpPr>
            <p:spPr>
              <a:xfrm>
                <a:off x="3010952" y="3094877"/>
                <a:ext cx="0" cy="514350"/>
              </a:xfrm>
              <a:prstGeom prst="straightConnector1">
                <a:avLst/>
              </a:prstGeom>
              <a:noFill/>
              <a:ln cap="flat" cmpd="sng" w="19050">
                <a:solidFill>
                  <a:schemeClr val="dk1"/>
                </a:solidFill>
                <a:prstDash val="solid"/>
                <a:miter lim="800000"/>
                <a:headEnd len="sm" w="sm" type="none"/>
                <a:tailEnd len="sm" w="sm" type="none"/>
              </a:ln>
            </p:spPr>
          </p:cxnSp>
          <p:cxnSp>
            <p:nvCxnSpPr>
              <p:cNvPr id="6743" name="Google Shape;6743;p103"/>
              <p:cNvCxnSpPr/>
              <p:nvPr/>
            </p:nvCxnSpPr>
            <p:spPr>
              <a:xfrm flipH="1">
                <a:off x="4588152" y="3086100"/>
                <a:ext cx="1587" cy="514350"/>
              </a:xfrm>
              <a:prstGeom prst="straightConnector1">
                <a:avLst/>
              </a:prstGeom>
              <a:noFill/>
              <a:ln cap="flat" cmpd="sng" w="19050">
                <a:solidFill>
                  <a:schemeClr val="dk1"/>
                </a:solidFill>
                <a:prstDash val="solid"/>
                <a:miter lim="800000"/>
                <a:headEnd len="sm" w="sm" type="none"/>
                <a:tailEnd len="sm" w="sm" type="none"/>
              </a:ln>
            </p:spPr>
          </p:cxnSp>
          <p:cxnSp>
            <p:nvCxnSpPr>
              <p:cNvPr id="6744" name="Google Shape;6744;p103"/>
              <p:cNvCxnSpPr/>
              <p:nvPr/>
            </p:nvCxnSpPr>
            <p:spPr>
              <a:xfrm flipH="1">
                <a:off x="1502755" y="3091702"/>
                <a:ext cx="1269273" cy="519098"/>
              </a:xfrm>
              <a:prstGeom prst="straightConnector1">
                <a:avLst/>
              </a:prstGeom>
              <a:noFill/>
              <a:ln cap="flat" cmpd="sng" w="19050">
                <a:solidFill>
                  <a:schemeClr val="dk1"/>
                </a:solidFill>
                <a:prstDash val="solid"/>
                <a:miter lim="800000"/>
                <a:headEnd len="sm" w="sm" type="none"/>
                <a:tailEnd len="sm" w="sm" type="none"/>
              </a:ln>
            </p:spPr>
          </p:cxnSp>
          <p:cxnSp>
            <p:nvCxnSpPr>
              <p:cNvPr id="6745" name="Google Shape;6745;p103"/>
              <p:cNvCxnSpPr/>
              <p:nvPr/>
            </p:nvCxnSpPr>
            <p:spPr>
              <a:xfrm flipH="1">
                <a:off x="3050155" y="3091702"/>
                <a:ext cx="1417185" cy="526298"/>
              </a:xfrm>
              <a:prstGeom prst="straightConnector1">
                <a:avLst/>
              </a:prstGeom>
              <a:noFill/>
              <a:ln cap="flat" cmpd="sng" w="19050">
                <a:solidFill>
                  <a:schemeClr val="dk1"/>
                </a:solidFill>
                <a:prstDash val="solid"/>
                <a:miter lim="800000"/>
                <a:headEnd len="sm" w="sm" type="none"/>
                <a:tailEnd len="sm" w="sm" type="none"/>
              </a:ln>
            </p:spPr>
          </p:cxnSp>
          <p:cxnSp>
            <p:nvCxnSpPr>
              <p:cNvPr id="6746" name="Google Shape;6746;p103"/>
              <p:cNvCxnSpPr/>
              <p:nvPr/>
            </p:nvCxnSpPr>
            <p:spPr>
              <a:xfrm flipH="1">
                <a:off x="4780206" y="3340359"/>
                <a:ext cx="565231" cy="252153"/>
              </a:xfrm>
              <a:prstGeom prst="straightConnector1">
                <a:avLst/>
              </a:prstGeom>
              <a:noFill/>
              <a:ln cap="flat" cmpd="sng" w="19050">
                <a:solidFill>
                  <a:schemeClr val="dk1"/>
                </a:solidFill>
                <a:prstDash val="dash"/>
                <a:miter lim="800000"/>
                <a:headEnd len="sm" w="sm" type="none"/>
                <a:tailEnd len="sm" w="sm" type="none"/>
              </a:ln>
            </p:spPr>
          </p:cxnSp>
          <p:cxnSp>
            <p:nvCxnSpPr>
              <p:cNvPr id="6747" name="Google Shape;6747;p103"/>
              <p:cNvCxnSpPr/>
              <p:nvPr/>
            </p:nvCxnSpPr>
            <p:spPr>
              <a:xfrm flipH="1">
                <a:off x="1632664" y="3086100"/>
                <a:ext cx="2609091" cy="473152"/>
              </a:xfrm>
              <a:prstGeom prst="straightConnector1">
                <a:avLst/>
              </a:prstGeom>
              <a:noFill/>
              <a:ln cap="flat" cmpd="sng" w="19050">
                <a:solidFill>
                  <a:schemeClr val="dk1"/>
                </a:solidFill>
                <a:prstDash val="solid"/>
                <a:miter lim="800000"/>
                <a:headEnd len="sm" w="sm" type="none"/>
                <a:tailEnd len="sm" w="sm" type="none"/>
              </a:ln>
            </p:spPr>
          </p:cxnSp>
          <p:cxnSp>
            <p:nvCxnSpPr>
              <p:cNvPr id="6748" name="Google Shape;6748;p103"/>
              <p:cNvCxnSpPr/>
              <p:nvPr/>
            </p:nvCxnSpPr>
            <p:spPr>
              <a:xfrm flipH="1">
                <a:off x="3230270" y="3253273"/>
                <a:ext cx="2052963" cy="334347"/>
              </a:xfrm>
              <a:prstGeom prst="straightConnector1">
                <a:avLst/>
              </a:prstGeom>
              <a:noFill/>
              <a:ln cap="flat" cmpd="sng" w="19050">
                <a:solidFill>
                  <a:schemeClr val="dk1"/>
                </a:solidFill>
                <a:prstDash val="dash"/>
                <a:miter lim="800000"/>
                <a:headEnd len="sm" w="sm" type="none"/>
                <a:tailEnd len="sm" w="sm" type="none"/>
              </a:ln>
            </p:spPr>
          </p:cxnSp>
          <p:cxnSp>
            <p:nvCxnSpPr>
              <p:cNvPr id="6749" name="Google Shape;6749;p103"/>
              <p:cNvCxnSpPr>
                <a:endCxn id="6750" idx="3"/>
              </p:cNvCxnSpPr>
              <p:nvPr/>
            </p:nvCxnSpPr>
            <p:spPr>
              <a:xfrm flipH="1">
                <a:off x="1802897" y="3147527"/>
                <a:ext cx="3530100" cy="407700"/>
              </a:xfrm>
              <a:prstGeom prst="straightConnector1">
                <a:avLst/>
              </a:prstGeom>
              <a:noFill/>
              <a:ln cap="flat" cmpd="sng" w="19050">
                <a:solidFill>
                  <a:schemeClr val="dk1"/>
                </a:solidFill>
                <a:prstDash val="dash"/>
                <a:miter lim="800000"/>
                <a:headEnd len="sm" w="sm" type="none"/>
                <a:tailEnd len="sm" w="sm" type="none"/>
              </a:ln>
            </p:spPr>
          </p:cxnSp>
          <p:cxnSp>
            <p:nvCxnSpPr>
              <p:cNvPr id="6751" name="Google Shape;6751;p103"/>
              <p:cNvCxnSpPr/>
              <p:nvPr/>
            </p:nvCxnSpPr>
            <p:spPr>
              <a:xfrm>
                <a:off x="1444739" y="3093289"/>
                <a:ext cx="1552575" cy="517525"/>
              </a:xfrm>
              <a:prstGeom prst="straightConnector1">
                <a:avLst/>
              </a:prstGeom>
              <a:noFill/>
              <a:ln cap="flat" cmpd="sng" w="19050">
                <a:solidFill>
                  <a:schemeClr val="dk1"/>
                </a:solidFill>
                <a:prstDash val="solid"/>
                <a:miter lim="800000"/>
                <a:headEnd len="sm" w="sm" type="none"/>
                <a:tailEnd len="sm" w="sm" type="none"/>
              </a:ln>
            </p:spPr>
          </p:cxnSp>
          <p:cxnSp>
            <p:nvCxnSpPr>
              <p:cNvPr id="6752" name="Google Shape;6752;p103"/>
              <p:cNvCxnSpPr/>
              <p:nvPr/>
            </p:nvCxnSpPr>
            <p:spPr>
              <a:xfrm>
                <a:off x="1585177" y="3086100"/>
                <a:ext cx="3014662" cy="525463"/>
              </a:xfrm>
              <a:prstGeom prst="straightConnector1">
                <a:avLst/>
              </a:prstGeom>
              <a:noFill/>
              <a:ln cap="flat" cmpd="sng" w="19050">
                <a:solidFill>
                  <a:schemeClr val="dk1"/>
                </a:solidFill>
                <a:prstDash val="solid"/>
                <a:miter lim="800000"/>
                <a:headEnd len="sm" w="sm" type="none"/>
                <a:tailEnd len="sm" w="sm" type="none"/>
              </a:ln>
            </p:spPr>
          </p:cxnSp>
          <p:cxnSp>
            <p:nvCxnSpPr>
              <p:cNvPr id="6753" name="Google Shape;6753;p103"/>
              <p:cNvCxnSpPr/>
              <p:nvPr/>
            </p:nvCxnSpPr>
            <p:spPr>
              <a:xfrm>
                <a:off x="1650240" y="3086100"/>
                <a:ext cx="3682756" cy="484414"/>
              </a:xfrm>
              <a:prstGeom prst="straightConnector1">
                <a:avLst/>
              </a:prstGeom>
              <a:noFill/>
              <a:ln cap="flat" cmpd="sng" w="19050">
                <a:solidFill>
                  <a:schemeClr val="dk1"/>
                </a:solidFill>
                <a:prstDash val="dash"/>
                <a:miter lim="800000"/>
                <a:headEnd len="sm" w="sm" type="none"/>
                <a:tailEnd len="sm" w="sm" type="none"/>
              </a:ln>
            </p:spPr>
          </p:cxnSp>
          <p:cxnSp>
            <p:nvCxnSpPr>
              <p:cNvPr id="6754" name="Google Shape;6754;p103"/>
              <p:cNvCxnSpPr/>
              <p:nvPr/>
            </p:nvCxnSpPr>
            <p:spPr>
              <a:xfrm rot="10800000">
                <a:off x="4665026" y="3086101"/>
                <a:ext cx="674190" cy="204495"/>
              </a:xfrm>
              <a:prstGeom prst="straightConnector1">
                <a:avLst/>
              </a:prstGeom>
              <a:noFill/>
              <a:ln cap="flat" cmpd="sng" w="19050">
                <a:solidFill>
                  <a:schemeClr val="dk1"/>
                </a:solidFill>
                <a:prstDash val="dash"/>
                <a:miter lim="800000"/>
                <a:headEnd len="sm" w="sm" type="none"/>
                <a:tailEnd len="sm" w="sm" type="none"/>
              </a:ln>
            </p:spPr>
          </p:cxnSp>
          <p:cxnSp>
            <p:nvCxnSpPr>
              <p:cNvPr id="6755" name="Google Shape;6755;p103"/>
              <p:cNvCxnSpPr/>
              <p:nvPr/>
            </p:nvCxnSpPr>
            <p:spPr>
              <a:xfrm>
                <a:off x="3419946" y="3086100"/>
                <a:ext cx="1962813" cy="366227"/>
              </a:xfrm>
              <a:prstGeom prst="straightConnector1">
                <a:avLst/>
              </a:prstGeom>
              <a:noFill/>
              <a:ln cap="flat" cmpd="sng" w="19050">
                <a:solidFill>
                  <a:schemeClr val="dk1"/>
                </a:solidFill>
                <a:prstDash val="dash"/>
                <a:miter lim="800000"/>
                <a:headEnd len="sm" w="sm" type="none"/>
                <a:tailEnd len="sm" w="sm" type="none"/>
              </a:ln>
            </p:spPr>
          </p:cxnSp>
        </p:grpSp>
        <p:grpSp>
          <p:nvGrpSpPr>
            <p:cNvPr id="6756" name="Google Shape;6756;p103"/>
            <p:cNvGrpSpPr/>
            <p:nvPr/>
          </p:nvGrpSpPr>
          <p:grpSpPr>
            <a:xfrm>
              <a:off x="788896" y="6230951"/>
              <a:ext cx="914400" cy="479686"/>
              <a:chOff x="3668110" y="2448910"/>
              <a:chExt cx="3794234" cy="2165130"/>
            </a:xfrm>
          </p:grpSpPr>
          <p:sp>
            <p:nvSpPr>
              <p:cNvPr id="6757" name="Google Shape;6757;p103"/>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58" name="Google Shape;6758;p103"/>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6759" name="Google Shape;6759;p103"/>
              <p:cNvGrpSpPr/>
              <p:nvPr/>
            </p:nvGrpSpPr>
            <p:grpSpPr>
              <a:xfrm>
                <a:off x="3941378" y="2603243"/>
                <a:ext cx="3202061" cy="1066110"/>
                <a:chOff x="7939341" y="3037317"/>
                <a:chExt cx="897649" cy="353919"/>
              </a:xfrm>
            </p:grpSpPr>
            <p:sp>
              <p:nvSpPr>
                <p:cNvPr id="6760" name="Google Shape;6760;p103"/>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61" name="Google Shape;6761;p103"/>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62" name="Google Shape;6762;p103"/>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63" name="Google Shape;6763;p103"/>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764" name="Google Shape;6764;p103"/>
            <p:cNvGrpSpPr/>
            <p:nvPr/>
          </p:nvGrpSpPr>
          <p:grpSpPr>
            <a:xfrm>
              <a:off x="2375579" y="6230880"/>
              <a:ext cx="914400" cy="479686"/>
              <a:chOff x="3668110" y="2448910"/>
              <a:chExt cx="3794234" cy="2165130"/>
            </a:xfrm>
          </p:grpSpPr>
          <p:sp>
            <p:nvSpPr>
              <p:cNvPr id="6765" name="Google Shape;6765;p103"/>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66" name="Google Shape;6766;p103"/>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6767" name="Google Shape;6767;p103"/>
              <p:cNvGrpSpPr/>
              <p:nvPr/>
            </p:nvGrpSpPr>
            <p:grpSpPr>
              <a:xfrm>
                <a:off x="3941378" y="2603243"/>
                <a:ext cx="3202061" cy="1066110"/>
                <a:chOff x="7939341" y="3037317"/>
                <a:chExt cx="897649" cy="353919"/>
              </a:xfrm>
            </p:grpSpPr>
            <p:sp>
              <p:nvSpPr>
                <p:cNvPr id="6768" name="Google Shape;6768;p103"/>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69" name="Google Shape;6769;p103"/>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70" name="Google Shape;6770;p103"/>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71" name="Google Shape;6771;p103"/>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772" name="Google Shape;6772;p103"/>
            <p:cNvGrpSpPr/>
            <p:nvPr/>
          </p:nvGrpSpPr>
          <p:grpSpPr>
            <a:xfrm>
              <a:off x="3946379" y="6235680"/>
              <a:ext cx="914400" cy="479686"/>
              <a:chOff x="3668110" y="2448910"/>
              <a:chExt cx="3794234" cy="2165130"/>
            </a:xfrm>
          </p:grpSpPr>
          <p:sp>
            <p:nvSpPr>
              <p:cNvPr id="6773" name="Google Shape;6773;p103"/>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74" name="Google Shape;6774;p103"/>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6775" name="Google Shape;6775;p103"/>
              <p:cNvGrpSpPr/>
              <p:nvPr/>
            </p:nvGrpSpPr>
            <p:grpSpPr>
              <a:xfrm>
                <a:off x="3941378" y="2603243"/>
                <a:ext cx="3202061" cy="1066110"/>
                <a:chOff x="7939341" y="3037317"/>
                <a:chExt cx="897649" cy="353919"/>
              </a:xfrm>
            </p:grpSpPr>
            <p:sp>
              <p:nvSpPr>
                <p:cNvPr id="6776" name="Google Shape;6776;p103"/>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77" name="Google Shape;6777;p103"/>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78" name="Google Shape;6778;p103"/>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79" name="Google Shape;6779;p103"/>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nvGrpSpPr>
          <p:cNvPr id="6780" name="Google Shape;6780;p103"/>
          <p:cNvGrpSpPr/>
          <p:nvPr/>
        </p:nvGrpSpPr>
        <p:grpSpPr>
          <a:xfrm>
            <a:off x="628632" y="3550503"/>
            <a:ext cx="4630108" cy="1935947"/>
            <a:chOff x="628632" y="3550503"/>
            <a:chExt cx="4630108" cy="1935947"/>
          </a:xfrm>
        </p:grpSpPr>
        <p:grpSp>
          <p:nvGrpSpPr>
            <p:cNvPr id="6781" name="Google Shape;6781;p103"/>
            <p:cNvGrpSpPr/>
            <p:nvPr/>
          </p:nvGrpSpPr>
          <p:grpSpPr>
            <a:xfrm>
              <a:off x="3833515" y="3951330"/>
              <a:ext cx="1425225" cy="1535120"/>
              <a:chOff x="6576715" y="4111039"/>
              <a:chExt cx="1425225" cy="1535120"/>
            </a:xfrm>
          </p:grpSpPr>
          <p:cxnSp>
            <p:nvCxnSpPr>
              <p:cNvPr id="6782" name="Google Shape;6782;p103"/>
              <p:cNvCxnSpPr>
                <a:endCxn id="6783" idx="4"/>
              </p:cNvCxnSpPr>
              <p:nvPr/>
            </p:nvCxnSpPr>
            <p:spPr>
              <a:xfrm flipH="1">
                <a:off x="6696047" y="4111039"/>
                <a:ext cx="436800" cy="591900"/>
              </a:xfrm>
              <a:prstGeom prst="straightConnector1">
                <a:avLst/>
              </a:prstGeom>
              <a:noFill/>
              <a:ln cap="flat" cmpd="sng" w="9525">
                <a:solidFill>
                  <a:schemeClr val="dk1"/>
                </a:solidFill>
                <a:prstDash val="solid"/>
                <a:miter lim="800000"/>
                <a:headEnd len="sm" w="sm" type="none"/>
                <a:tailEnd len="sm" w="sm" type="none"/>
              </a:ln>
            </p:spPr>
          </p:cxnSp>
          <p:cxnSp>
            <p:nvCxnSpPr>
              <p:cNvPr id="6784" name="Google Shape;6784;p103"/>
              <p:cNvCxnSpPr>
                <a:endCxn id="6785" idx="2"/>
              </p:cNvCxnSpPr>
              <p:nvPr/>
            </p:nvCxnSpPr>
            <p:spPr>
              <a:xfrm flipH="1">
                <a:off x="7005572" y="4120564"/>
                <a:ext cx="264900" cy="586500"/>
              </a:xfrm>
              <a:prstGeom prst="straightConnector1">
                <a:avLst/>
              </a:prstGeom>
              <a:noFill/>
              <a:ln cap="flat" cmpd="sng" w="9525">
                <a:solidFill>
                  <a:schemeClr val="dk1"/>
                </a:solidFill>
                <a:prstDash val="solid"/>
                <a:miter lim="800000"/>
                <a:headEnd len="sm" w="sm" type="none"/>
                <a:tailEnd len="sm" w="sm" type="none"/>
              </a:ln>
            </p:spPr>
          </p:cxnSp>
          <p:cxnSp>
            <p:nvCxnSpPr>
              <p:cNvPr id="6786" name="Google Shape;6786;p103"/>
              <p:cNvCxnSpPr>
                <a:endCxn id="6787" idx="4"/>
              </p:cNvCxnSpPr>
              <p:nvPr/>
            </p:nvCxnSpPr>
            <p:spPr>
              <a:xfrm>
                <a:off x="7539246" y="4149139"/>
                <a:ext cx="314700" cy="554700"/>
              </a:xfrm>
              <a:prstGeom prst="straightConnector1">
                <a:avLst/>
              </a:prstGeom>
              <a:noFill/>
              <a:ln cap="flat" cmpd="sng" w="9525">
                <a:solidFill>
                  <a:schemeClr val="dk1"/>
                </a:solidFill>
                <a:prstDash val="solid"/>
                <a:miter lim="800000"/>
                <a:headEnd len="sm" w="sm" type="none"/>
                <a:tailEnd len="sm" w="sm" type="none"/>
              </a:ln>
            </p:spPr>
          </p:cxnSp>
          <p:grpSp>
            <p:nvGrpSpPr>
              <p:cNvPr id="6788" name="Google Shape;6788;p103"/>
              <p:cNvGrpSpPr/>
              <p:nvPr/>
            </p:nvGrpSpPr>
            <p:grpSpPr>
              <a:xfrm>
                <a:off x="6576715" y="4640970"/>
                <a:ext cx="267206" cy="997245"/>
                <a:chOff x="6424315" y="4488570"/>
                <a:chExt cx="267206" cy="997245"/>
              </a:xfrm>
            </p:grpSpPr>
            <p:grpSp>
              <p:nvGrpSpPr>
                <p:cNvPr id="6789" name="Google Shape;6789;p103"/>
                <p:cNvGrpSpPr/>
                <p:nvPr/>
              </p:nvGrpSpPr>
              <p:grpSpPr>
                <a:xfrm>
                  <a:off x="6424315" y="4636502"/>
                  <a:ext cx="237939" cy="849312"/>
                  <a:chOff x="6396366" y="3061857"/>
                  <a:chExt cx="570079" cy="838094"/>
                </a:xfrm>
              </p:grpSpPr>
              <p:sp>
                <p:nvSpPr>
                  <p:cNvPr id="6790" name="Google Shape;6790;p103"/>
                  <p:cNvSpPr/>
                  <p:nvPr/>
                </p:nvSpPr>
                <p:spPr>
                  <a:xfrm>
                    <a:off x="6509786" y="3061857"/>
                    <a:ext cx="447707" cy="742536"/>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6791" name="Google Shape;6791;p103"/>
                  <p:cNvCxnSpPr/>
                  <p:nvPr/>
                </p:nvCxnSpPr>
                <p:spPr>
                  <a:xfrm flipH="1" rot="10800000">
                    <a:off x="6847057" y="3061857"/>
                    <a:ext cx="113419" cy="92425"/>
                  </a:xfrm>
                  <a:prstGeom prst="straightConnector1">
                    <a:avLst/>
                  </a:prstGeom>
                  <a:noFill/>
                  <a:ln cap="flat" cmpd="sng" w="9525">
                    <a:solidFill>
                      <a:schemeClr val="dk1"/>
                    </a:solidFill>
                    <a:prstDash val="solid"/>
                    <a:miter lim="800000"/>
                    <a:headEnd len="sm" w="sm" type="none"/>
                    <a:tailEnd len="sm" w="sm" type="none"/>
                  </a:ln>
                </p:spPr>
              </p:cxnSp>
              <p:sp>
                <p:nvSpPr>
                  <p:cNvPr id="6792" name="Google Shape;6792;p103"/>
                  <p:cNvSpPr/>
                  <p:nvPr/>
                </p:nvSpPr>
                <p:spPr>
                  <a:xfrm>
                    <a:off x="6476953" y="3071256"/>
                    <a:ext cx="131327" cy="1159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6793" name="Google Shape;6793;p103"/>
                  <p:cNvCxnSpPr/>
                  <p:nvPr/>
                </p:nvCxnSpPr>
                <p:spPr>
                  <a:xfrm flipH="1" rot="10800000">
                    <a:off x="6396367" y="3061857"/>
                    <a:ext cx="113419" cy="92425"/>
                  </a:xfrm>
                  <a:prstGeom prst="straightConnector1">
                    <a:avLst/>
                  </a:prstGeom>
                  <a:noFill/>
                  <a:ln cap="flat" cmpd="sng" w="9525">
                    <a:solidFill>
                      <a:schemeClr val="dk1"/>
                    </a:solidFill>
                    <a:prstDash val="solid"/>
                    <a:miter lim="800000"/>
                    <a:headEnd len="sm" w="sm" type="none"/>
                    <a:tailEnd len="sm" w="sm" type="none"/>
                  </a:ln>
                </p:spPr>
              </p:cxnSp>
              <p:sp>
                <p:nvSpPr>
                  <p:cNvPr id="6794" name="Google Shape;6794;p103"/>
                  <p:cNvSpPr/>
                  <p:nvPr/>
                </p:nvSpPr>
                <p:spPr>
                  <a:xfrm>
                    <a:off x="6817210" y="3702567"/>
                    <a:ext cx="131327" cy="1159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sp>
                <p:nvSpPr>
                  <p:cNvPr id="6795" name="Google Shape;6795;p103"/>
                  <p:cNvSpPr/>
                  <p:nvPr/>
                </p:nvSpPr>
                <p:spPr>
                  <a:xfrm>
                    <a:off x="6405320" y="3157415"/>
                    <a:ext cx="444723" cy="742536"/>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6796" name="Google Shape;6796;p103"/>
                  <p:cNvCxnSpPr/>
                  <p:nvPr/>
                </p:nvCxnSpPr>
                <p:spPr>
                  <a:xfrm flipH="1" rot="10800000">
                    <a:off x="6847057" y="3804392"/>
                    <a:ext cx="113419" cy="92425"/>
                  </a:xfrm>
                  <a:prstGeom prst="straightConnector1">
                    <a:avLst/>
                  </a:prstGeom>
                  <a:noFill/>
                  <a:ln cap="flat" cmpd="sng" w="9525">
                    <a:solidFill>
                      <a:schemeClr val="dk1"/>
                    </a:solidFill>
                    <a:prstDash val="solid"/>
                    <a:miter lim="800000"/>
                    <a:headEnd len="sm" w="sm" type="none"/>
                    <a:tailEnd len="sm" w="sm" type="none"/>
                  </a:ln>
                </p:spPr>
              </p:cxnSp>
              <p:grpSp>
                <p:nvGrpSpPr>
                  <p:cNvPr id="6797" name="Google Shape;6797;p103"/>
                  <p:cNvGrpSpPr/>
                  <p:nvPr/>
                </p:nvGrpSpPr>
                <p:grpSpPr>
                  <a:xfrm>
                    <a:off x="6399350" y="3137050"/>
                    <a:ext cx="561125" cy="92425"/>
                    <a:chOff x="6581076" y="2845711"/>
                    <a:chExt cx="561125" cy="92425"/>
                  </a:xfrm>
                </p:grpSpPr>
                <p:cxnSp>
                  <p:nvCxnSpPr>
                    <p:cNvPr id="6798" name="Google Shape;6798;p103"/>
                    <p:cNvCxnSpPr/>
                    <p:nvPr/>
                  </p:nvCxnSpPr>
                  <p:spPr>
                    <a:xfrm flipH="1" rot="10800000">
                      <a:off x="7028782" y="2845711"/>
                      <a:ext cx="113419" cy="92425"/>
                    </a:xfrm>
                    <a:prstGeom prst="straightConnector1">
                      <a:avLst/>
                    </a:prstGeom>
                    <a:noFill/>
                    <a:ln cap="flat" cmpd="sng" w="9525">
                      <a:solidFill>
                        <a:schemeClr val="dk1"/>
                      </a:solidFill>
                      <a:prstDash val="solid"/>
                      <a:miter lim="800000"/>
                      <a:headEnd len="sm" w="sm" type="none"/>
                      <a:tailEnd len="sm" w="sm" type="none"/>
                    </a:ln>
                  </p:spPr>
                </p:cxnSp>
                <p:cxnSp>
                  <p:nvCxnSpPr>
                    <p:cNvPr id="6799" name="Google Shape;6799;p103"/>
                    <p:cNvCxnSpPr/>
                    <p:nvPr/>
                  </p:nvCxnSpPr>
                  <p:spPr>
                    <a:xfrm>
                      <a:off x="6581076" y="2938136"/>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6800" name="Google Shape;6800;p103"/>
                  <p:cNvGrpSpPr/>
                  <p:nvPr/>
                </p:nvGrpSpPr>
                <p:grpSpPr>
                  <a:xfrm>
                    <a:off x="6399351" y="3202845"/>
                    <a:ext cx="567094" cy="89292"/>
                    <a:chOff x="6581557" y="2845642"/>
                    <a:chExt cx="567094" cy="89292"/>
                  </a:xfrm>
                </p:grpSpPr>
                <p:cxnSp>
                  <p:nvCxnSpPr>
                    <p:cNvPr id="6801" name="Google Shape;6801;p103"/>
                    <p:cNvCxnSpPr/>
                    <p:nvPr/>
                  </p:nvCxnSpPr>
                  <p:spPr>
                    <a:xfrm flipH="1" rot="10800000">
                      <a:off x="7029263" y="2845642"/>
                      <a:ext cx="119388" cy="89292"/>
                    </a:xfrm>
                    <a:prstGeom prst="straightConnector1">
                      <a:avLst/>
                    </a:prstGeom>
                    <a:noFill/>
                    <a:ln cap="flat" cmpd="sng" w="9525">
                      <a:solidFill>
                        <a:schemeClr val="dk1"/>
                      </a:solidFill>
                      <a:prstDash val="solid"/>
                      <a:miter lim="800000"/>
                      <a:headEnd len="sm" w="sm" type="none"/>
                      <a:tailEnd len="sm" w="sm" type="none"/>
                    </a:ln>
                  </p:spPr>
                </p:cxnSp>
                <p:cxnSp>
                  <p:nvCxnSpPr>
                    <p:cNvPr id="6802" name="Google Shape;6802;p103"/>
                    <p:cNvCxnSpPr/>
                    <p:nvPr/>
                  </p:nvCxnSpPr>
                  <p:spPr>
                    <a:xfrm>
                      <a:off x="6581557" y="2934934"/>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6803" name="Google Shape;6803;p103"/>
                  <p:cNvGrpSpPr/>
                  <p:nvPr/>
                </p:nvGrpSpPr>
                <p:grpSpPr>
                  <a:xfrm>
                    <a:off x="6399350" y="3268639"/>
                    <a:ext cx="558142" cy="89292"/>
                    <a:chOff x="6582036" y="2845572"/>
                    <a:chExt cx="558142" cy="89292"/>
                  </a:xfrm>
                </p:grpSpPr>
                <p:cxnSp>
                  <p:nvCxnSpPr>
                    <p:cNvPr id="6804" name="Google Shape;6804;p103"/>
                    <p:cNvCxnSpPr/>
                    <p:nvPr/>
                  </p:nvCxnSpPr>
                  <p:spPr>
                    <a:xfrm flipH="1" rot="10800000">
                      <a:off x="7026759" y="2845572"/>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6805" name="Google Shape;6805;p103"/>
                    <p:cNvCxnSpPr/>
                    <p:nvPr/>
                  </p:nvCxnSpPr>
                  <p:spPr>
                    <a:xfrm>
                      <a:off x="6582036" y="293486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6806" name="Google Shape;6806;p103"/>
                  <p:cNvGrpSpPr/>
                  <p:nvPr/>
                </p:nvGrpSpPr>
                <p:grpSpPr>
                  <a:xfrm>
                    <a:off x="6399350" y="3334433"/>
                    <a:ext cx="558141" cy="89292"/>
                    <a:chOff x="6582516" y="2845502"/>
                    <a:chExt cx="558141" cy="89292"/>
                  </a:xfrm>
                </p:grpSpPr>
                <p:cxnSp>
                  <p:nvCxnSpPr>
                    <p:cNvPr id="6807" name="Google Shape;6807;p103"/>
                    <p:cNvCxnSpPr/>
                    <p:nvPr/>
                  </p:nvCxnSpPr>
                  <p:spPr>
                    <a:xfrm flipH="1" rot="10800000">
                      <a:off x="7027238" y="2845502"/>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6808" name="Google Shape;6808;p103"/>
                    <p:cNvCxnSpPr/>
                    <p:nvPr/>
                  </p:nvCxnSpPr>
                  <p:spPr>
                    <a:xfrm>
                      <a:off x="6582516" y="293479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6809" name="Google Shape;6809;p103"/>
                  <p:cNvGrpSpPr/>
                  <p:nvPr/>
                </p:nvGrpSpPr>
                <p:grpSpPr>
                  <a:xfrm>
                    <a:off x="6399349" y="3400228"/>
                    <a:ext cx="558142" cy="89292"/>
                    <a:chOff x="6582995" y="2845433"/>
                    <a:chExt cx="558142" cy="89292"/>
                  </a:xfrm>
                </p:grpSpPr>
                <p:cxnSp>
                  <p:nvCxnSpPr>
                    <p:cNvPr id="6810" name="Google Shape;6810;p103"/>
                    <p:cNvCxnSpPr/>
                    <p:nvPr/>
                  </p:nvCxnSpPr>
                  <p:spPr>
                    <a:xfrm flipH="1" rot="10800000">
                      <a:off x="7027718" y="2845433"/>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6811" name="Google Shape;6811;p103"/>
                    <p:cNvCxnSpPr/>
                    <p:nvPr/>
                  </p:nvCxnSpPr>
                  <p:spPr>
                    <a:xfrm>
                      <a:off x="6582995" y="293472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6812" name="Google Shape;6812;p103"/>
                  <p:cNvGrpSpPr/>
                  <p:nvPr/>
                </p:nvGrpSpPr>
                <p:grpSpPr>
                  <a:xfrm>
                    <a:off x="6399351" y="3466022"/>
                    <a:ext cx="558141" cy="93992"/>
                    <a:chOff x="6583477" y="2845363"/>
                    <a:chExt cx="558141" cy="93992"/>
                  </a:xfrm>
                </p:grpSpPr>
                <p:cxnSp>
                  <p:nvCxnSpPr>
                    <p:cNvPr id="6813" name="Google Shape;6813;p103"/>
                    <p:cNvCxnSpPr/>
                    <p:nvPr/>
                  </p:nvCxnSpPr>
                  <p:spPr>
                    <a:xfrm flipH="1" rot="10800000">
                      <a:off x="7028199" y="2845363"/>
                      <a:ext cx="113419" cy="93992"/>
                    </a:xfrm>
                    <a:prstGeom prst="straightConnector1">
                      <a:avLst/>
                    </a:prstGeom>
                    <a:noFill/>
                    <a:ln cap="flat" cmpd="sng" w="9525">
                      <a:solidFill>
                        <a:schemeClr val="dk1"/>
                      </a:solidFill>
                      <a:prstDash val="solid"/>
                      <a:miter lim="800000"/>
                      <a:headEnd len="sm" w="sm" type="none"/>
                      <a:tailEnd len="sm" w="sm" type="none"/>
                    </a:ln>
                  </p:spPr>
                </p:cxnSp>
                <p:cxnSp>
                  <p:nvCxnSpPr>
                    <p:cNvPr id="6814" name="Google Shape;6814;p103"/>
                    <p:cNvCxnSpPr/>
                    <p:nvPr/>
                  </p:nvCxnSpPr>
                  <p:spPr>
                    <a:xfrm>
                      <a:off x="6583477" y="2939355"/>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6815" name="Google Shape;6815;p103"/>
                  <p:cNvGrpSpPr/>
                  <p:nvPr/>
                </p:nvGrpSpPr>
                <p:grpSpPr>
                  <a:xfrm>
                    <a:off x="6396366" y="3528683"/>
                    <a:ext cx="561126" cy="97125"/>
                    <a:chOff x="6580972" y="2842160"/>
                    <a:chExt cx="561126" cy="97125"/>
                  </a:xfrm>
                </p:grpSpPr>
                <p:cxnSp>
                  <p:nvCxnSpPr>
                    <p:cNvPr id="6816" name="Google Shape;6816;p103"/>
                    <p:cNvCxnSpPr/>
                    <p:nvPr/>
                  </p:nvCxnSpPr>
                  <p:spPr>
                    <a:xfrm flipH="1" rot="10800000">
                      <a:off x="7028679" y="2842160"/>
                      <a:ext cx="113419" cy="97125"/>
                    </a:xfrm>
                    <a:prstGeom prst="straightConnector1">
                      <a:avLst/>
                    </a:prstGeom>
                    <a:noFill/>
                    <a:ln cap="flat" cmpd="sng" w="9525">
                      <a:solidFill>
                        <a:schemeClr val="dk1"/>
                      </a:solidFill>
                      <a:prstDash val="solid"/>
                      <a:miter lim="800000"/>
                      <a:headEnd len="sm" w="sm" type="none"/>
                      <a:tailEnd len="sm" w="sm" type="none"/>
                    </a:ln>
                  </p:spPr>
                </p:cxnSp>
                <p:cxnSp>
                  <p:nvCxnSpPr>
                    <p:cNvPr id="6817" name="Google Shape;6817;p103"/>
                    <p:cNvCxnSpPr/>
                    <p:nvPr/>
                  </p:nvCxnSpPr>
                  <p:spPr>
                    <a:xfrm>
                      <a:off x="6580972" y="2939284"/>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6818" name="Google Shape;6818;p103"/>
                  <p:cNvGrpSpPr/>
                  <p:nvPr/>
                </p:nvGrpSpPr>
                <p:grpSpPr>
                  <a:xfrm>
                    <a:off x="6396366" y="3594477"/>
                    <a:ext cx="561125" cy="97125"/>
                    <a:chOff x="6581452" y="2842090"/>
                    <a:chExt cx="561125" cy="97125"/>
                  </a:xfrm>
                </p:grpSpPr>
                <p:cxnSp>
                  <p:nvCxnSpPr>
                    <p:cNvPr id="6819" name="Google Shape;6819;p103"/>
                    <p:cNvCxnSpPr/>
                    <p:nvPr/>
                  </p:nvCxnSpPr>
                  <p:spPr>
                    <a:xfrm flipH="1" rot="10800000">
                      <a:off x="7029158" y="2842090"/>
                      <a:ext cx="113419" cy="97125"/>
                    </a:xfrm>
                    <a:prstGeom prst="straightConnector1">
                      <a:avLst/>
                    </a:prstGeom>
                    <a:noFill/>
                    <a:ln cap="flat" cmpd="sng" w="9525">
                      <a:solidFill>
                        <a:schemeClr val="dk1"/>
                      </a:solidFill>
                      <a:prstDash val="solid"/>
                      <a:miter lim="800000"/>
                      <a:headEnd len="sm" w="sm" type="none"/>
                      <a:tailEnd len="sm" w="sm" type="none"/>
                    </a:ln>
                  </p:spPr>
                </p:cxnSp>
                <p:cxnSp>
                  <p:nvCxnSpPr>
                    <p:cNvPr id="6820" name="Google Shape;6820;p103"/>
                    <p:cNvCxnSpPr/>
                    <p:nvPr/>
                  </p:nvCxnSpPr>
                  <p:spPr>
                    <a:xfrm>
                      <a:off x="6581452" y="2939215"/>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6821" name="Google Shape;6821;p103"/>
                  <p:cNvGrpSpPr/>
                  <p:nvPr/>
                </p:nvGrpSpPr>
                <p:grpSpPr>
                  <a:xfrm>
                    <a:off x="6396367" y="3664970"/>
                    <a:ext cx="558140" cy="92426"/>
                    <a:chOff x="6581933" y="2846719"/>
                    <a:chExt cx="558140" cy="92426"/>
                  </a:xfrm>
                </p:grpSpPr>
                <p:cxnSp>
                  <p:nvCxnSpPr>
                    <p:cNvPr id="6822" name="Google Shape;6822;p103"/>
                    <p:cNvCxnSpPr/>
                    <p:nvPr/>
                  </p:nvCxnSpPr>
                  <p:spPr>
                    <a:xfrm flipH="1" rot="10800000">
                      <a:off x="7026654" y="2846719"/>
                      <a:ext cx="113419" cy="92426"/>
                    </a:xfrm>
                    <a:prstGeom prst="straightConnector1">
                      <a:avLst/>
                    </a:prstGeom>
                    <a:noFill/>
                    <a:ln cap="flat" cmpd="sng" w="9525">
                      <a:solidFill>
                        <a:schemeClr val="dk1"/>
                      </a:solidFill>
                      <a:prstDash val="solid"/>
                      <a:miter lim="800000"/>
                      <a:headEnd len="sm" w="sm" type="none"/>
                      <a:tailEnd len="sm" w="sm" type="none"/>
                    </a:ln>
                  </p:spPr>
                </p:cxnSp>
                <p:cxnSp>
                  <p:nvCxnSpPr>
                    <p:cNvPr id="6823" name="Google Shape;6823;p103"/>
                    <p:cNvCxnSpPr/>
                    <p:nvPr/>
                  </p:nvCxnSpPr>
                  <p:spPr>
                    <a:xfrm>
                      <a:off x="6581933" y="2939145"/>
                      <a:ext cx="450690" cy="0"/>
                    </a:xfrm>
                    <a:prstGeom prst="straightConnector1">
                      <a:avLst/>
                    </a:prstGeom>
                    <a:noFill/>
                    <a:ln cap="flat" cmpd="sng" w="9525">
                      <a:solidFill>
                        <a:schemeClr val="dk1"/>
                      </a:solidFill>
                      <a:prstDash val="solid"/>
                      <a:miter lim="800000"/>
                      <a:headEnd len="sm" w="sm" type="none"/>
                      <a:tailEnd len="sm" w="sm" type="none"/>
                    </a:ln>
                  </p:spPr>
                </p:cxnSp>
              </p:grpSp>
              <p:grpSp>
                <p:nvGrpSpPr>
                  <p:cNvPr id="6824" name="Google Shape;6824;p103"/>
                  <p:cNvGrpSpPr/>
                  <p:nvPr/>
                </p:nvGrpSpPr>
                <p:grpSpPr>
                  <a:xfrm>
                    <a:off x="6396367" y="3730765"/>
                    <a:ext cx="558139" cy="92426"/>
                    <a:chOff x="6582413" y="2846650"/>
                    <a:chExt cx="558139" cy="92426"/>
                  </a:xfrm>
                </p:grpSpPr>
                <p:cxnSp>
                  <p:nvCxnSpPr>
                    <p:cNvPr id="6825" name="Google Shape;6825;p103"/>
                    <p:cNvCxnSpPr/>
                    <p:nvPr/>
                  </p:nvCxnSpPr>
                  <p:spPr>
                    <a:xfrm flipH="1" rot="10800000">
                      <a:off x="7027133" y="2846650"/>
                      <a:ext cx="113419" cy="92426"/>
                    </a:xfrm>
                    <a:prstGeom prst="straightConnector1">
                      <a:avLst/>
                    </a:prstGeom>
                    <a:noFill/>
                    <a:ln cap="flat" cmpd="sng" w="9525">
                      <a:solidFill>
                        <a:schemeClr val="dk1"/>
                      </a:solidFill>
                      <a:prstDash val="solid"/>
                      <a:miter lim="800000"/>
                      <a:headEnd len="sm" w="sm" type="none"/>
                      <a:tailEnd len="sm" w="sm" type="none"/>
                    </a:ln>
                  </p:spPr>
                </p:cxnSp>
                <p:cxnSp>
                  <p:nvCxnSpPr>
                    <p:cNvPr id="6826" name="Google Shape;6826;p103"/>
                    <p:cNvCxnSpPr/>
                    <p:nvPr/>
                  </p:nvCxnSpPr>
                  <p:spPr>
                    <a:xfrm>
                      <a:off x="6582413" y="2939076"/>
                      <a:ext cx="450690" cy="0"/>
                    </a:xfrm>
                    <a:prstGeom prst="straightConnector1">
                      <a:avLst/>
                    </a:prstGeom>
                    <a:noFill/>
                    <a:ln cap="flat" cmpd="sng" w="9525">
                      <a:solidFill>
                        <a:schemeClr val="dk1"/>
                      </a:solidFill>
                      <a:prstDash val="solid"/>
                      <a:miter lim="800000"/>
                      <a:headEnd len="sm" w="sm" type="none"/>
                      <a:tailEnd len="sm" w="sm" type="none"/>
                    </a:ln>
                  </p:spPr>
                </p:cxnSp>
              </p:grpSp>
            </p:grpSp>
            <p:cxnSp>
              <p:nvCxnSpPr>
                <p:cNvPr id="6827" name="Google Shape;6827;p103"/>
                <p:cNvCxnSpPr/>
                <p:nvPr/>
              </p:nvCxnSpPr>
              <p:spPr>
                <a:xfrm flipH="1">
                  <a:off x="6685171" y="4525377"/>
                  <a:ext cx="4763" cy="855662"/>
                </a:xfrm>
                <a:prstGeom prst="straightConnector1">
                  <a:avLst/>
                </a:prstGeom>
                <a:noFill/>
                <a:ln cap="flat" cmpd="sng" w="25400">
                  <a:solidFill>
                    <a:schemeClr val="dk1"/>
                  </a:solidFill>
                  <a:prstDash val="solid"/>
                  <a:miter lim="800000"/>
                  <a:headEnd len="sm" w="sm" type="none"/>
                  <a:tailEnd len="sm" w="sm" type="none"/>
                </a:ln>
              </p:spPr>
            </p:cxnSp>
            <p:cxnSp>
              <p:nvCxnSpPr>
                <p:cNvPr id="6828" name="Google Shape;6828;p103"/>
                <p:cNvCxnSpPr/>
                <p:nvPr/>
              </p:nvCxnSpPr>
              <p:spPr>
                <a:xfrm>
                  <a:off x="6632784" y="4706352"/>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6829" name="Google Shape;6829;p103"/>
                <p:cNvCxnSpPr/>
                <p:nvPr/>
              </p:nvCxnSpPr>
              <p:spPr>
                <a:xfrm>
                  <a:off x="6631196" y="4771439"/>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6830" name="Google Shape;6830;p103"/>
                <p:cNvCxnSpPr/>
                <p:nvPr/>
              </p:nvCxnSpPr>
              <p:spPr>
                <a:xfrm>
                  <a:off x="6631196" y="4849227"/>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6831" name="Google Shape;6831;p103"/>
                <p:cNvCxnSpPr/>
                <p:nvPr/>
              </p:nvCxnSpPr>
              <p:spPr>
                <a:xfrm>
                  <a:off x="6629609" y="4914314"/>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6832" name="Google Shape;6832;p103"/>
                <p:cNvCxnSpPr/>
                <p:nvPr/>
              </p:nvCxnSpPr>
              <p:spPr>
                <a:xfrm>
                  <a:off x="6628021" y="4976227"/>
                  <a:ext cx="60325" cy="0"/>
                </a:xfrm>
                <a:prstGeom prst="straightConnector1">
                  <a:avLst/>
                </a:prstGeom>
                <a:noFill/>
                <a:ln cap="flat" cmpd="sng" w="9525">
                  <a:solidFill>
                    <a:schemeClr val="dk1"/>
                  </a:solidFill>
                  <a:prstDash val="solid"/>
                  <a:miter lim="800000"/>
                  <a:headEnd len="sm" w="sm" type="none"/>
                  <a:tailEnd len="sm" w="sm" type="none"/>
                </a:ln>
              </p:spPr>
            </p:cxnSp>
            <p:cxnSp>
              <p:nvCxnSpPr>
                <p:cNvPr id="6833" name="Google Shape;6833;p103"/>
                <p:cNvCxnSpPr/>
                <p:nvPr/>
              </p:nvCxnSpPr>
              <p:spPr>
                <a:xfrm>
                  <a:off x="6628021" y="5044489"/>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6834" name="Google Shape;6834;p103"/>
                <p:cNvCxnSpPr/>
                <p:nvPr/>
              </p:nvCxnSpPr>
              <p:spPr>
                <a:xfrm>
                  <a:off x="6626434" y="511433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6835" name="Google Shape;6835;p103"/>
                <p:cNvCxnSpPr/>
                <p:nvPr/>
              </p:nvCxnSpPr>
              <p:spPr>
                <a:xfrm>
                  <a:off x="6629609" y="518418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6836" name="Google Shape;6836;p103"/>
                <p:cNvCxnSpPr/>
                <p:nvPr/>
              </p:nvCxnSpPr>
              <p:spPr>
                <a:xfrm>
                  <a:off x="6631196" y="5252452"/>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6837" name="Google Shape;6837;p103"/>
                <p:cNvCxnSpPr/>
                <p:nvPr/>
              </p:nvCxnSpPr>
              <p:spPr>
                <a:xfrm>
                  <a:off x="6631196" y="5322302"/>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6838" name="Google Shape;6838;p103"/>
                <p:cNvCxnSpPr/>
                <p:nvPr/>
              </p:nvCxnSpPr>
              <p:spPr>
                <a:xfrm>
                  <a:off x="6632784" y="538738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6839" name="Google Shape;6839;p103"/>
                <p:cNvCxnSpPr/>
                <p:nvPr/>
              </p:nvCxnSpPr>
              <p:spPr>
                <a:xfrm rot="10800000">
                  <a:off x="6632784" y="4531727"/>
                  <a:ext cx="58737" cy="0"/>
                </a:xfrm>
                <a:prstGeom prst="straightConnector1">
                  <a:avLst/>
                </a:prstGeom>
                <a:noFill/>
                <a:ln cap="flat" cmpd="sng" w="22225">
                  <a:solidFill>
                    <a:schemeClr val="dk1"/>
                  </a:solidFill>
                  <a:prstDash val="solid"/>
                  <a:miter lim="800000"/>
                  <a:headEnd len="sm" w="sm" type="none"/>
                  <a:tailEnd len="sm" w="sm" type="none"/>
                </a:ln>
              </p:spPr>
            </p:cxnSp>
            <p:grpSp>
              <p:nvGrpSpPr>
                <p:cNvPr id="6840" name="Google Shape;6840;p103"/>
                <p:cNvGrpSpPr/>
                <p:nvPr/>
              </p:nvGrpSpPr>
              <p:grpSpPr>
                <a:xfrm>
                  <a:off x="6434171" y="4488570"/>
                  <a:ext cx="224203" cy="179034"/>
                  <a:chOff x="3668110" y="2448910"/>
                  <a:chExt cx="3794234" cy="2165130"/>
                </a:xfrm>
              </p:grpSpPr>
              <p:sp>
                <p:nvSpPr>
                  <p:cNvPr id="6841" name="Google Shape;6841;p103"/>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842" name="Google Shape;6842;p103"/>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6843" name="Google Shape;6843;p103"/>
                  <p:cNvGrpSpPr/>
                  <p:nvPr/>
                </p:nvGrpSpPr>
                <p:grpSpPr>
                  <a:xfrm>
                    <a:off x="3941378" y="2603243"/>
                    <a:ext cx="3202061" cy="1066110"/>
                    <a:chOff x="7939341" y="3037317"/>
                    <a:chExt cx="897649" cy="353919"/>
                  </a:xfrm>
                </p:grpSpPr>
                <p:sp>
                  <p:nvSpPr>
                    <p:cNvPr id="6783" name="Google Shape;6783;p103"/>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844" name="Google Shape;6844;p103"/>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845" name="Google Shape;6845;p103"/>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846" name="Google Shape;6846;p103"/>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cxnSp>
            <p:nvCxnSpPr>
              <p:cNvPr id="6847" name="Google Shape;6847;p103"/>
              <p:cNvCxnSpPr>
                <a:endCxn id="6848" idx="9"/>
              </p:cNvCxnSpPr>
              <p:nvPr/>
            </p:nvCxnSpPr>
            <p:spPr>
              <a:xfrm>
                <a:off x="7282802" y="4119099"/>
                <a:ext cx="32700" cy="571500"/>
              </a:xfrm>
              <a:prstGeom prst="straightConnector1">
                <a:avLst/>
              </a:prstGeom>
              <a:noFill/>
              <a:ln cap="flat" cmpd="sng" w="9525">
                <a:solidFill>
                  <a:schemeClr val="dk1"/>
                </a:solidFill>
                <a:prstDash val="solid"/>
                <a:miter lim="800000"/>
                <a:headEnd len="sm" w="sm" type="none"/>
                <a:tailEnd len="sm" w="sm" type="none"/>
              </a:ln>
            </p:spPr>
          </p:cxnSp>
          <p:grpSp>
            <p:nvGrpSpPr>
              <p:cNvPr id="6849" name="Google Shape;6849;p103"/>
              <p:cNvGrpSpPr/>
              <p:nvPr/>
            </p:nvGrpSpPr>
            <p:grpSpPr>
              <a:xfrm>
                <a:off x="6885965" y="4644942"/>
                <a:ext cx="267206" cy="997245"/>
                <a:chOff x="6424315" y="4488570"/>
                <a:chExt cx="267206" cy="997245"/>
              </a:xfrm>
            </p:grpSpPr>
            <p:grpSp>
              <p:nvGrpSpPr>
                <p:cNvPr id="6850" name="Google Shape;6850;p103"/>
                <p:cNvGrpSpPr/>
                <p:nvPr/>
              </p:nvGrpSpPr>
              <p:grpSpPr>
                <a:xfrm>
                  <a:off x="6424315" y="4636502"/>
                  <a:ext cx="237939" cy="849312"/>
                  <a:chOff x="6396366" y="3061857"/>
                  <a:chExt cx="570079" cy="838094"/>
                </a:xfrm>
              </p:grpSpPr>
              <p:sp>
                <p:nvSpPr>
                  <p:cNvPr id="6851" name="Google Shape;6851;p103"/>
                  <p:cNvSpPr/>
                  <p:nvPr/>
                </p:nvSpPr>
                <p:spPr>
                  <a:xfrm>
                    <a:off x="6509786" y="3061857"/>
                    <a:ext cx="447707" cy="742536"/>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6852" name="Google Shape;6852;p103"/>
                  <p:cNvCxnSpPr/>
                  <p:nvPr/>
                </p:nvCxnSpPr>
                <p:spPr>
                  <a:xfrm flipH="1" rot="10800000">
                    <a:off x="6847057" y="3061857"/>
                    <a:ext cx="113419" cy="92425"/>
                  </a:xfrm>
                  <a:prstGeom prst="straightConnector1">
                    <a:avLst/>
                  </a:prstGeom>
                  <a:noFill/>
                  <a:ln cap="flat" cmpd="sng" w="9525">
                    <a:solidFill>
                      <a:schemeClr val="dk1"/>
                    </a:solidFill>
                    <a:prstDash val="solid"/>
                    <a:miter lim="800000"/>
                    <a:headEnd len="sm" w="sm" type="none"/>
                    <a:tailEnd len="sm" w="sm" type="none"/>
                  </a:ln>
                </p:spPr>
              </p:cxnSp>
              <p:sp>
                <p:nvSpPr>
                  <p:cNvPr id="6853" name="Google Shape;6853;p103"/>
                  <p:cNvSpPr/>
                  <p:nvPr/>
                </p:nvSpPr>
                <p:spPr>
                  <a:xfrm>
                    <a:off x="6476953" y="3071256"/>
                    <a:ext cx="131327" cy="1159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6854" name="Google Shape;6854;p103"/>
                  <p:cNvCxnSpPr/>
                  <p:nvPr/>
                </p:nvCxnSpPr>
                <p:spPr>
                  <a:xfrm flipH="1" rot="10800000">
                    <a:off x="6396367" y="3061857"/>
                    <a:ext cx="113419" cy="92425"/>
                  </a:xfrm>
                  <a:prstGeom prst="straightConnector1">
                    <a:avLst/>
                  </a:prstGeom>
                  <a:noFill/>
                  <a:ln cap="flat" cmpd="sng" w="9525">
                    <a:solidFill>
                      <a:schemeClr val="dk1"/>
                    </a:solidFill>
                    <a:prstDash val="solid"/>
                    <a:miter lim="800000"/>
                    <a:headEnd len="sm" w="sm" type="none"/>
                    <a:tailEnd len="sm" w="sm" type="none"/>
                  </a:ln>
                </p:spPr>
              </p:cxnSp>
              <p:sp>
                <p:nvSpPr>
                  <p:cNvPr id="6855" name="Google Shape;6855;p103"/>
                  <p:cNvSpPr/>
                  <p:nvPr/>
                </p:nvSpPr>
                <p:spPr>
                  <a:xfrm>
                    <a:off x="6817210" y="3702567"/>
                    <a:ext cx="131327" cy="1159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sp>
                <p:nvSpPr>
                  <p:cNvPr id="6856" name="Google Shape;6856;p103"/>
                  <p:cNvSpPr/>
                  <p:nvPr/>
                </p:nvSpPr>
                <p:spPr>
                  <a:xfrm>
                    <a:off x="6405320" y="3157415"/>
                    <a:ext cx="444723" cy="742536"/>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6857" name="Google Shape;6857;p103"/>
                  <p:cNvCxnSpPr/>
                  <p:nvPr/>
                </p:nvCxnSpPr>
                <p:spPr>
                  <a:xfrm flipH="1" rot="10800000">
                    <a:off x="6847057" y="3804392"/>
                    <a:ext cx="113419" cy="92425"/>
                  </a:xfrm>
                  <a:prstGeom prst="straightConnector1">
                    <a:avLst/>
                  </a:prstGeom>
                  <a:noFill/>
                  <a:ln cap="flat" cmpd="sng" w="9525">
                    <a:solidFill>
                      <a:schemeClr val="dk1"/>
                    </a:solidFill>
                    <a:prstDash val="solid"/>
                    <a:miter lim="800000"/>
                    <a:headEnd len="sm" w="sm" type="none"/>
                    <a:tailEnd len="sm" w="sm" type="none"/>
                  </a:ln>
                </p:spPr>
              </p:cxnSp>
              <p:grpSp>
                <p:nvGrpSpPr>
                  <p:cNvPr id="6858" name="Google Shape;6858;p103"/>
                  <p:cNvGrpSpPr/>
                  <p:nvPr/>
                </p:nvGrpSpPr>
                <p:grpSpPr>
                  <a:xfrm>
                    <a:off x="6399350" y="3137050"/>
                    <a:ext cx="561125" cy="92425"/>
                    <a:chOff x="6581076" y="2845711"/>
                    <a:chExt cx="561125" cy="92425"/>
                  </a:xfrm>
                </p:grpSpPr>
                <p:cxnSp>
                  <p:nvCxnSpPr>
                    <p:cNvPr id="6859" name="Google Shape;6859;p103"/>
                    <p:cNvCxnSpPr/>
                    <p:nvPr/>
                  </p:nvCxnSpPr>
                  <p:spPr>
                    <a:xfrm flipH="1" rot="10800000">
                      <a:off x="7028782" y="2845711"/>
                      <a:ext cx="113419" cy="92425"/>
                    </a:xfrm>
                    <a:prstGeom prst="straightConnector1">
                      <a:avLst/>
                    </a:prstGeom>
                    <a:noFill/>
                    <a:ln cap="flat" cmpd="sng" w="9525">
                      <a:solidFill>
                        <a:schemeClr val="dk1"/>
                      </a:solidFill>
                      <a:prstDash val="solid"/>
                      <a:miter lim="800000"/>
                      <a:headEnd len="sm" w="sm" type="none"/>
                      <a:tailEnd len="sm" w="sm" type="none"/>
                    </a:ln>
                  </p:spPr>
                </p:cxnSp>
                <p:cxnSp>
                  <p:nvCxnSpPr>
                    <p:cNvPr id="6860" name="Google Shape;6860;p103"/>
                    <p:cNvCxnSpPr/>
                    <p:nvPr/>
                  </p:nvCxnSpPr>
                  <p:spPr>
                    <a:xfrm>
                      <a:off x="6581076" y="2938136"/>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6861" name="Google Shape;6861;p103"/>
                  <p:cNvGrpSpPr/>
                  <p:nvPr/>
                </p:nvGrpSpPr>
                <p:grpSpPr>
                  <a:xfrm>
                    <a:off x="6399351" y="3202845"/>
                    <a:ext cx="567094" cy="89292"/>
                    <a:chOff x="6581557" y="2845642"/>
                    <a:chExt cx="567094" cy="89292"/>
                  </a:xfrm>
                </p:grpSpPr>
                <p:cxnSp>
                  <p:nvCxnSpPr>
                    <p:cNvPr id="6862" name="Google Shape;6862;p103"/>
                    <p:cNvCxnSpPr/>
                    <p:nvPr/>
                  </p:nvCxnSpPr>
                  <p:spPr>
                    <a:xfrm flipH="1" rot="10800000">
                      <a:off x="7029263" y="2845642"/>
                      <a:ext cx="119388" cy="89292"/>
                    </a:xfrm>
                    <a:prstGeom prst="straightConnector1">
                      <a:avLst/>
                    </a:prstGeom>
                    <a:noFill/>
                    <a:ln cap="flat" cmpd="sng" w="9525">
                      <a:solidFill>
                        <a:schemeClr val="dk1"/>
                      </a:solidFill>
                      <a:prstDash val="solid"/>
                      <a:miter lim="800000"/>
                      <a:headEnd len="sm" w="sm" type="none"/>
                      <a:tailEnd len="sm" w="sm" type="none"/>
                    </a:ln>
                  </p:spPr>
                </p:cxnSp>
                <p:cxnSp>
                  <p:nvCxnSpPr>
                    <p:cNvPr id="6863" name="Google Shape;6863;p103"/>
                    <p:cNvCxnSpPr/>
                    <p:nvPr/>
                  </p:nvCxnSpPr>
                  <p:spPr>
                    <a:xfrm>
                      <a:off x="6581557" y="2934934"/>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6864" name="Google Shape;6864;p103"/>
                  <p:cNvGrpSpPr/>
                  <p:nvPr/>
                </p:nvGrpSpPr>
                <p:grpSpPr>
                  <a:xfrm>
                    <a:off x="6399350" y="3268639"/>
                    <a:ext cx="558142" cy="89292"/>
                    <a:chOff x="6582036" y="2845572"/>
                    <a:chExt cx="558142" cy="89292"/>
                  </a:xfrm>
                </p:grpSpPr>
                <p:cxnSp>
                  <p:nvCxnSpPr>
                    <p:cNvPr id="6865" name="Google Shape;6865;p103"/>
                    <p:cNvCxnSpPr/>
                    <p:nvPr/>
                  </p:nvCxnSpPr>
                  <p:spPr>
                    <a:xfrm flipH="1" rot="10800000">
                      <a:off x="7026759" y="2845572"/>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6866" name="Google Shape;6866;p103"/>
                    <p:cNvCxnSpPr/>
                    <p:nvPr/>
                  </p:nvCxnSpPr>
                  <p:spPr>
                    <a:xfrm>
                      <a:off x="6582036" y="293486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6867" name="Google Shape;6867;p103"/>
                  <p:cNvGrpSpPr/>
                  <p:nvPr/>
                </p:nvGrpSpPr>
                <p:grpSpPr>
                  <a:xfrm>
                    <a:off x="6399350" y="3334433"/>
                    <a:ext cx="558141" cy="89292"/>
                    <a:chOff x="6582516" y="2845502"/>
                    <a:chExt cx="558141" cy="89292"/>
                  </a:xfrm>
                </p:grpSpPr>
                <p:cxnSp>
                  <p:nvCxnSpPr>
                    <p:cNvPr id="6868" name="Google Shape;6868;p103"/>
                    <p:cNvCxnSpPr/>
                    <p:nvPr/>
                  </p:nvCxnSpPr>
                  <p:spPr>
                    <a:xfrm flipH="1" rot="10800000">
                      <a:off x="7027238" y="2845502"/>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6869" name="Google Shape;6869;p103"/>
                    <p:cNvCxnSpPr/>
                    <p:nvPr/>
                  </p:nvCxnSpPr>
                  <p:spPr>
                    <a:xfrm>
                      <a:off x="6582516" y="293479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6870" name="Google Shape;6870;p103"/>
                  <p:cNvGrpSpPr/>
                  <p:nvPr/>
                </p:nvGrpSpPr>
                <p:grpSpPr>
                  <a:xfrm>
                    <a:off x="6399349" y="3400228"/>
                    <a:ext cx="558142" cy="89292"/>
                    <a:chOff x="6582995" y="2845433"/>
                    <a:chExt cx="558142" cy="89292"/>
                  </a:xfrm>
                </p:grpSpPr>
                <p:cxnSp>
                  <p:nvCxnSpPr>
                    <p:cNvPr id="6871" name="Google Shape;6871;p103"/>
                    <p:cNvCxnSpPr/>
                    <p:nvPr/>
                  </p:nvCxnSpPr>
                  <p:spPr>
                    <a:xfrm flipH="1" rot="10800000">
                      <a:off x="7027718" y="2845433"/>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6872" name="Google Shape;6872;p103"/>
                    <p:cNvCxnSpPr/>
                    <p:nvPr/>
                  </p:nvCxnSpPr>
                  <p:spPr>
                    <a:xfrm>
                      <a:off x="6582995" y="293472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6873" name="Google Shape;6873;p103"/>
                  <p:cNvGrpSpPr/>
                  <p:nvPr/>
                </p:nvGrpSpPr>
                <p:grpSpPr>
                  <a:xfrm>
                    <a:off x="6399351" y="3466022"/>
                    <a:ext cx="558141" cy="93992"/>
                    <a:chOff x="6583477" y="2845363"/>
                    <a:chExt cx="558141" cy="93992"/>
                  </a:xfrm>
                </p:grpSpPr>
                <p:cxnSp>
                  <p:nvCxnSpPr>
                    <p:cNvPr id="6874" name="Google Shape;6874;p103"/>
                    <p:cNvCxnSpPr/>
                    <p:nvPr/>
                  </p:nvCxnSpPr>
                  <p:spPr>
                    <a:xfrm flipH="1" rot="10800000">
                      <a:off x="7028199" y="2845363"/>
                      <a:ext cx="113419" cy="93992"/>
                    </a:xfrm>
                    <a:prstGeom prst="straightConnector1">
                      <a:avLst/>
                    </a:prstGeom>
                    <a:noFill/>
                    <a:ln cap="flat" cmpd="sng" w="9525">
                      <a:solidFill>
                        <a:schemeClr val="dk1"/>
                      </a:solidFill>
                      <a:prstDash val="solid"/>
                      <a:miter lim="800000"/>
                      <a:headEnd len="sm" w="sm" type="none"/>
                      <a:tailEnd len="sm" w="sm" type="none"/>
                    </a:ln>
                  </p:spPr>
                </p:cxnSp>
                <p:cxnSp>
                  <p:nvCxnSpPr>
                    <p:cNvPr id="6875" name="Google Shape;6875;p103"/>
                    <p:cNvCxnSpPr/>
                    <p:nvPr/>
                  </p:nvCxnSpPr>
                  <p:spPr>
                    <a:xfrm>
                      <a:off x="6583477" y="2939355"/>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6876" name="Google Shape;6876;p103"/>
                  <p:cNvGrpSpPr/>
                  <p:nvPr/>
                </p:nvGrpSpPr>
                <p:grpSpPr>
                  <a:xfrm>
                    <a:off x="6396366" y="3528683"/>
                    <a:ext cx="561126" cy="97125"/>
                    <a:chOff x="6580972" y="2842160"/>
                    <a:chExt cx="561126" cy="97125"/>
                  </a:xfrm>
                </p:grpSpPr>
                <p:cxnSp>
                  <p:nvCxnSpPr>
                    <p:cNvPr id="6877" name="Google Shape;6877;p103"/>
                    <p:cNvCxnSpPr/>
                    <p:nvPr/>
                  </p:nvCxnSpPr>
                  <p:spPr>
                    <a:xfrm flipH="1" rot="10800000">
                      <a:off x="7028679" y="2842160"/>
                      <a:ext cx="113419" cy="97125"/>
                    </a:xfrm>
                    <a:prstGeom prst="straightConnector1">
                      <a:avLst/>
                    </a:prstGeom>
                    <a:noFill/>
                    <a:ln cap="flat" cmpd="sng" w="9525">
                      <a:solidFill>
                        <a:schemeClr val="dk1"/>
                      </a:solidFill>
                      <a:prstDash val="solid"/>
                      <a:miter lim="800000"/>
                      <a:headEnd len="sm" w="sm" type="none"/>
                      <a:tailEnd len="sm" w="sm" type="none"/>
                    </a:ln>
                  </p:spPr>
                </p:cxnSp>
                <p:cxnSp>
                  <p:nvCxnSpPr>
                    <p:cNvPr id="6878" name="Google Shape;6878;p103"/>
                    <p:cNvCxnSpPr/>
                    <p:nvPr/>
                  </p:nvCxnSpPr>
                  <p:spPr>
                    <a:xfrm>
                      <a:off x="6580972" y="2939284"/>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6879" name="Google Shape;6879;p103"/>
                  <p:cNvGrpSpPr/>
                  <p:nvPr/>
                </p:nvGrpSpPr>
                <p:grpSpPr>
                  <a:xfrm>
                    <a:off x="6396366" y="3594477"/>
                    <a:ext cx="561125" cy="97125"/>
                    <a:chOff x="6581452" y="2842090"/>
                    <a:chExt cx="561125" cy="97125"/>
                  </a:xfrm>
                </p:grpSpPr>
                <p:cxnSp>
                  <p:nvCxnSpPr>
                    <p:cNvPr id="6880" name="Google Shape;6880;p103"/>
                    <p:cNvCxnSpPr/>
                    <p:nvPr/>
                  </p:nvCxnSpPr>
                  <p:spPr>
                    <a:xfrm flipH="1" rot="10800000">
                      <a:off x="7029158" y="2842090"/>
                      <a:ext cx="113419" cy="97125"/>
                    </a:xfrm>
                    <a:prstGeom prst="straightConnector1">
                      <a:avLst/>
                    </a:prstGeom>
                    <a:noFill/>
                    <a:ln cap="flat" cmpd="sng" w="9525">
                      <a:solidFill>
                        <a:schemeClr val="dk1"/>
                      </a:solidFill>
                      <a:prstDash val="solid"/>
                      <a:miter lim="800000"/>
                      <a:headEnd len="sm" w="sm" type="none"/>
                      <a:tailEnd len="sm" w="sm" type="none"/>
                    </a:ln>
                  </p:spPr>
                </p:cxnSp>
                <p:cxnSp>
                  <p:nvCxnSpPr>
                    <p:cNvPr id="6881" name="Google Shape;6881;p103"/>
                    <p:cNvCxnSpPr/>
                    <p:nvPr/>
                  </p:nvCxnSpPr>
                  <p:spPr>
                    <a:xfrm>
                      <a:off x="6581452" y="2939215"/>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6882" name="Google Shape;6882;p103"/>
                  <p:cNvGrpSpPr/>
                  <p:nvPr/>
                </p:nvGrpSpPr>
                <p:grpSpPr>
                  <a:xfrm>
                    <a:off x="6396367" y="3664970"/>
                    <a:ext cx="558140" cy="92426"/>
                    <a:chOff x="6581933" y="2846719"/>
                    <a:chExt cx="558140" cy="92426"/>
                  </a:xfrm>
                </p:grpSpPr>
                <p:cxnSp>
                  <p:nvCxnSpPr>
                    <p:cNvPr id="6883" name="Google Shape;6883;p103"/>
                    <p:cNvCxnSpPr/>
                    <p:nvPr/>
                  </p:nvCxnSpPr>
                  <p:spPr>
                    <a:xfrm flipH="1" rot="10800000">
                      <a:off x="7026654" y="2846719"/>
                      <a:ext cx="113419" cy="92426"/>
                    </a:xfrm>
                    <a:prstGeom prst="straightConnector1">
                      <a:avLst/>
                    </a:prstGeom>
                    <a:noFill/>
                    <a:ln cap="flat" cmpd="sng" w="9525">
                      <a:solidFill>
                        <a:schemeClr val="dk1"/>
                      </a:solidFill>
                      <a:prstDash val="solid"/>
                      <a:miter lim="800000"/>
                      <a:headEnd len="sm" w="sm" type="none"/>
                      <a:tailEnd len="sm" w="sm" type="none"/>
                    </a:ln>
                  </p:spPr>
                </p:cxnSp>
                <p:cxnSp>
                  <p:nvCxnSpPr>
                    <p:cNvPr id="6884" name="Google Shape;6884;p103"/>
                    <p:cNvCxnSpPr/>
                    <p:nvPr/>
                  </p:nvCxnSpPr>
                  <p:spPr>
                    <a:xfrm>
                      <a:off x="6581933" y="2939145"/>
                      <a:ext cx="450690" cy="0"/>
                    </a:xfrm>
                    <a:prstGeom prst="straightConnector1">
                      <a:avLst/>
                    </a:prstGeom>
                    <a:noFill/>
                    <a:ln cap="flat" cmpd="sng" w="9525">
                      <a:solidFill>
                        <a:schemeClr val="dk1"/>
                      </a:solidFill>
                      <a:prstDash val="solid"/>
                      <a:miter lim="800000"/>
                      <a:headEnd len="sm" w="sm" type="none"/>
                      <a:tailEnd len="sm" w="sm" type="none"/>
                    </a:ln>
                  </p:spPr>
                </p:cxnSp>
              </p:grpSp>
              <p:grpSp>
                <p:nvGrpSpPr>
                  <p:cNvPr id="6885" name="Google Shape;6885;p103"/>
                  <p:cNvGrpSpPr/>
                  <p:nvPr/>
                </p:nvGrpSpPr>
                <p:grpSpPr>
                  <a:xfrm>
                    <a:off x="6396367" y="3730765"/>
                    <a:ext cx="558139" cy="92426"/>
                    <a:chOff x="6582413" y="2846650"/>
                    <a:chExt cx="558139" cy="92426"/>
                  </a:xfrm>
                </p:grpSpPr>
                <p:cxnSp>
                  <p:nvCxnSpPr>
                    <p:cNvPr id="6886" name="Google Shape;6886;p103"/>
                    <p:cNvCxnSpPr/>
                    <p:nvPr/>
                  </p:nvCxnSpPr>
                  <p:spPr>
                    <a:xfrm flipH="1" rot="10800000">
                      <a:off x="7027133" y="2846650"/>
                      <a:ext cx="113419" cy="92426"/>
                    </a:xfrm>
                    <a:prstGeom prst="straightConnector1">
                      <a:avLst/>
                    </a:prstGeom>
                    <a:noFill/>
                    <a:ln cap="flat" cmpd="sng" w="9525">
                      <a:solidFill>
                        <a:schemeClr val="dk1"/>
                      </a:solidFill>
                      <a:prstDash val="solid"/>
                      <a:miter lim="800000"/>
                      <a:headEnd len="sm" w="sm" type="none"/>
                      <a:tailEnd len="sm" w="sm" type="none"/>
                    </a:ln>
                  </p:spPr>
                </p:cxnSp>
                <p:cxnSp>
                  <p:nvCxnSpPr>
                    <p:cNvPr id="6887" name="Google Shape;6887;p103"/>
                    <p:cNvCxnSpPr/>
                    <p:nvPr/>
                  </p:nvCxnSpPr>
                  <p:spPr>
                    <a:xfrm>
                      <a:off x="6582413" y="2939076"/>
                      <a:ext cx="450690" cy="0"/>
                    </a:xfrm>
                    <a:prstGeom prst="straightConnector1">
                      <a:avLst/>
                    </a:prstGeom>
                    <a:noFill/>
                    <a:ln cap="flat" cmpd="sng" w="9525">
                      <a:solidFill>
                        <a:schemeClr val="dk1"/>
                      </a:solidFill>
                      <a:prstDash val="solid"/>
                      <a:miter lim="800000"/>
                      <a:headEnd len="sm" w="sm" type="none"/>
                      <a:tailEnd len="sm" w="sm" type="none"/>
                    </a:ln>
                  </p:spPr>
                </p:cxnSp>
              </p:grpSp>
            </p:grpSp>
            <p:cxnSp>
              <p:nvCxnSpPr>
                <p:cNvPr id="6888" name="Google Shape;6888;p103"/>
                <p:cNvCxnSpPr/>
                <p:nvPr/>
              </p:nvCxnSpPr>
              <p:spPr>
                <a:xfrm flipH="1">
                  <a:off x="6685171" y="4525377"/>
                  <a:ext cx="4763" cy="855662"/>
                </a:xfrm>
                <a:prstGeom prst="straightConnector1">
                  <a:avLst/>
                </a:prstGeom>
                <a:noFill/>
                <a:ln cap="flat" cmpd="sng" w="25400">
                  <a:solidFill>
                    <a:schemeClr val="dk1"/>
                  </a:solidFill>
                  <a:prstDash val="solid"/>
                  <a:miter lim="800000"/>
                  <a:headEnd len="sm" w="sm" type="none"/>
                  <a:tailEnd len="sm" w="sm" type="none"/>
                </a:ln>
              </p:spPr>
            </p:cxnSp>
            <p:cxnSp>
              <p:nvCxnSpPr>
                <p:cNvPr id="6889" name="Google Shape;6889;p103"/>
                <p:cNvCxnSpPr/>
                <p:nvPr/>
              </p:nvCxnSpPr>
              <p:spPr>
                <a:xfrm>
                  <a:off x="6632784" y="4706352"/>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6890" name="Google Shape;6890;p103"/>
                <p:cNvCxnSpPr/>
                <p:nvPr/>
              </p:nvCxnSpPr>
              <p:spPr>
                <a:xfrm>
                  <a:off x="6631196" y="4771439"/>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6891" name="Google Shape;6891;p103"/>
                <p:cNvCxnSpPr/>
                <p:nvPr/>
              </p:nvCxnSpPr>
              <p:spPr>
                <a:xfrm>
                  <a:off x="6631196" y="4849227"/>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6892" name="Google Shape;6892;p103"/>
                <p:cNvCxnSpPr/>
                <p:nvPr/>
              </p:nvCxnSpPr>
              <p:spPr>
                <a:xfrm>
                  <a:off x="6629609" y="4914314"/>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6893" name="Google Shape;6893;p103"/>
                <p:cNvCxnSpPr/>
                <p:nvPr/>
              </p:nvCxnSpPr>
              <p:spPr>
                <a:xfrm>
                  <a:off x="6628021" y="4976227"/>
                  <a:ext cx="60325" cy="0"/>
                </a:xfrm>
                <a:prstGeom prst="straightConnector1">
                  <a:avLst/>
                </a:prstGeom>
                <a:noFill/>
                <a:ln cap="flat" cmpd="sng" w="9525">
                  <a:solidFill>
                    <a:schemeClr val="dk1"/>
                  </a:solidFill>
                  <a:prstDash val="solid"/>
                  <a:miter lim="800000"/>
                  <a:headEnd len="sm" w="sm" type="none"/>
                  <a:tailEnd len="sm" w="sm" type="none"/>
                </a:ln>
              </p:spPr>
            </p:cxnSp>
            <p:cxnSp>
              <p:nvCxnSpPr>
                <p:cNvPr id="6894" name="Google Shape;6894;p103"/>
                <p:cNvCxnSpPr/>
                <p:nvPr/>
              </p:nvCxnSpPr>
              <p:spPr>
                <a:xfrm>
                  <a:off x="6628021" y="5044489"/>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6895" name="Google Shape;6895;p103"/>
                <p:cNvCxnSpPr/>
                <p:nvPr/>
              </p:nvCxnSpPr>
              <p:spPr>
                <a:xfrm>
                  <a:off x="6626434" y="511433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6896" name="Google Shape;6896;p103"/>
                <p:cNvCxnSpPr/>
                <p:nvPr/>
              </p:nvCxnSpPr>
              <p:spPr>
                <a:xfrm>
                  <a:off x="6629609" y="518418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6897" name="Google Shape;6897;p103"/>
                <p:cNvCxnSpPr/>
                <p:nvPr/>
              </p:nvCxnSpPr>
              <p:spPr>
                <a:xfrm>
                  <a:off x="6631196" y="5252452"/>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6898" name="Google Shape;6898;p103"/>
                <p:cNvCxnSpPr/>
                <p:nvPr/>
              </p:nvCxnSpPr>
              <p:spPr>
                <a:xfrm>
                  <a:off x="6631196" y="5322302"/>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6899" name="Google Shape;6899;p103"/>
                <p:cNvCxnSpPr/>
                <p:nvPr/>
              </p:nvCxnSpPr>
              <p:spPr>
                <a:xfrm>
                  <a:off x="6632784" y="538738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6900" name="Google Shape;6900;p103"/>
                <p:cNvCxnSpPr/>
                <p:nvPr/>
              </p:nvCxnSpPr>
              <p:spPr>
                <a:xfrm rot="10800000">
                  <a:off x="6632784" y="4531727"/>
                  <a:ext cx="58737" cy="0"/>
                </a:xfrm>
                <a:prstGeom prst="straightConnector1">
                  <a:avLst/>
                </a:prstGeom>
                <a:noFill/>
                <a:ln cap="flat" cmpd="sng" w="22225">
                  <a:solidFill>
                    <a:schemeClr val="dk1"/>
                  </a:solidFill>
                  <a:prstDash val="solid"/>
                  <a:miter lim="800000"/>
                  <a:headEnd len="sm" w="sm" type="none"/>
                  <a:tailEnd len="sm" w="sm" type="none"/>
                </a:ln>
              </p:spPr>
            </p:cxnSp>
            <p:grpSp>
              <p:nvGrpSpPr>
                <p:cNvPr id="6901" name="Google Shape;6901;p103"/>
                <p:cNvGrpSpPr/>
                <p:nvPr/>
              </p:nvGrpSpPr>
              <p:grpSpPr>
                <a:xfrm>
                  <a:off x="6434171" y="4488570"/>
                  <a:ext cx="224203" cy="179034"/>
                  <a:chOff x="3668110" y="2448910"/>
                  <a:chExt cx="3794234" cy="2165130"/>
                </a:xfrm>
              </p:grpSpPr>
              <p:sp>
                <p:nvSpPr>
                  <p:cNvPr id="6902" name="Google Shape;6902;p103"/>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03" name="Google Shape;6903;p103"/>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6904" name="Google Shape;6904;p103"/>
                  <p:cNvGrpSpPr/>
                  <p:nvPr/>
                </p:nvGrpSpPr>
                <p:grpSpPr>
                  <a:xfrm>
                    <a:off x="3941378" y="2603243"/>
                    <a:ext cx="3202061" cy="1066110"/>
                    <a:chOff x="7939341" y="3037317"/>
                    <a:chExt cx="897649" cy="353919"/>
                  </a:xfrm>
                </p:grpSpPr>
                <p:sp>
                  <p:nvSpPr>
                    <p:cNvPr id="6905" name="Google Shape;6905;p103"/>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06" name="Google Shape;6906;p103"/>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07" name="Google Shape;6907;p103"/>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85" name="Google Shape;6785;p103"/>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nvGrpSpPr>
              <p:cNvPr id="6908" name="Google Shape;6908;p103"/>
              <p:cNvGrpSpPr/>
              <p:nvPr/>
            </p:nvGrpSpPr>
            <p:grpSpPr>
              <a:xfrm>
                <a:off x="7195215" y="4648914"/>
                <a:ext cx="267206" cy="997245"/>
                <a:chOff x="6424315" y="4488570"/>
                <a:chExt cx="267206" cy="997245"/>
              </a:xfrm>
            </p:grpSpPr>
            <p:grpSp>
              <p:nvGrpSpPr>
                <p:cNvPr id="6909" name="Google Shape;6909;p103"/>
                <p:cNvGrpSpPr/>
                <p:nvPr/>
              </p:nvGrpSpPr>
              <p:grpSpPr>
                <a:xfrm>
                  <a:off x="6424315" y="4636502"/>
                  <a:ext cx="237939" cy="849312"/>
                  <a:chOff x="6396366" y="3061857"/>
                  <a:chExt cx="570079" cy="838094"/>
                </a:xfrm>
              </p:grpSpPr>
              <p:sp>
                <p:nvSpPr>
                  <p:cNvPr id="6910" name="Google Shape;6910;p103"/>
                  <p:cNvSpPr/>
                  <p:nvPr/>
                </p:nvSpPr>
                <p:spPr>
                  <a:xfrm>
                    <a:off x="6509786" y="3061857"/>
                    <a:ext cx="447707" cy="742536"/>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6911" name="Google Shape;6911;p103"/>
                  <p:cNvCxnSpPr/>
                  <p:nvPr/>
                </p:nvCxnSpPr>
                <p:spPr>
                  <a:xfrm flipH="1" rot="10800000">
                    <a:off x="6847057" y="3061857"/>
                    <a:ext cx="113419" cy="92425"/>
                  </a:xfrm>
                  <a:prstGeom prst="straightConnector1">
                    <a:avLst/>
                  </a:prstGeom>
                  <a:noFill/>
                  <a:ln cap="flat" cmpd="sng" w="9525">
                    <a:solidFill>
                      <a:schemeClr val="dk1"/>
                    </a:solidFill>
                    <a:prstDash val="solid"/>
                    <a:miter lim="800000"/>
                    <a:headEnd len="sm" w="sm" type="none"/>
                    <a:tailEnd len="sm" w="sm" type="none"/>
                  </a:ln>
                </p:spPr>
              </p:cxnSp>
              <p:sp>
                <p:nvSpPr>
                  <p:cNvPr id="6912" name="Google Shape;6912;p103"/>
                  <p:cNvSpPr/>
                  <p:nvPr/>
                </p:nvSpPr>
                <p:spPr>
                  <a:xfrm>
                    <a:off x="6476953" y="3071256"/>
                    <a:ext cx="131327" cy="1159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6913" name="Google Shape;6913;p103"/>
                  <p:cNvCxnSpPr/>
                  <p:nvPr/>
                </p:nvCxnSpPr>
                <p:spPr>
                  <a:xfrm flipH="1" rot="10800000">
                    <a:off x="6396367" y="3061857"/>
                    <a:ext cx="113419" cy="92425"/>
                  </a:xfrm>
                  <a:prstGeom prst="straightConnector1">
                    <a:avLst/>
                  </a:prstGeom>
                  <a:noFill/>
                  <a:ln cap="flat" cmpd="sng" w="9525">
                    <a:solidFill>
                      <a:schemeClr val="dk1"/>
                    </a:solidFill>
                    <a:prstDash val="solid"/>
                    <a:miter lim="800000"/>
                    <a:headEnd len="sm" w="sm" type="none"/>
                    <a:tailEnd len="sm" w="sm" type="none"/>
                  </a:ln>
                </p:spPr>
              </p:cxnSp>
              <p:sp>
                <p:nvSpPr>
                  <p:cNvPr id="6914" name="Google Shape;6914;p103"/>
                  <p:cNvSpPr/>
                  <p:nvPr/>
                </p:nvSpPr>
                <p:spPr>
                  <a:xfrm>
                    <a:off x="6817210" y="3702567"/>
                    <a:ext cx="131327" cy="1159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sp>
                <p:nvSpPr>
                  <p:cNvPr id="6915" name="Google Shape;6915;p103"/>
                  <p:cNvSpPr/>
                  <p:nvPr/>
                </p:nvSpPr>
                <p:spPr>
                  <a:xfrm>
                    <a:off x="6405320" y="3157415"/>
                    <a:ext cx="444723" cy="742536"/>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6916" name="Google Shape;6916;p103"/>
                  <p:cNvCxnSpPr/>
                  <p:nvPr/>
                </p:nvCxnSpPr>
                <p:spPr>
                  <a:xfrm flipH="1" rot="10800000">
                    <a:off x="6847057" y="3804392"/>
                    <a:ext cx="113419" cy="92425"/>
                  </a:xfrm>
                  <a:prstGeom prst="straightConnector1">
                    <a:avLst/>
                  </a:prstGeom>
                  <a:noFill/>
                  <a:ln cap="flat" cmpd="sng" w="9525">
                    <a:solidFill>
                      <a:schemeClr val="dk1"/>
                    </a:solidFill>
                    <a:prstDash val="solid"/>
                    <a:miter lim="800000"/>
                    <a:headEnd len="sm" w="sm" type="none"/>
                    <a:tailEnd len="sm" w="sm" type="none"/>
                  </a:ln>
                </p:spPr>
              </p:cxnSp>
              <p:grpSp>
                <p:nvGrpSpPr>
                  <p:cNvPr id="6917" name="Google Shape;6917;p103"/>
                  <p:cNvGrpSpPr/>
                  <p:nvPr/>
                </p:nvGrpSpPr>
                <p:grpSpPr>
                  <a:xfrm>
                    <a:off x="6399350" y="3137050"/>
                    <a:ext cx="561125" cy="92425"/>
                    <a:chOff x="6581076" y="2845711"/>
                    <a:chExt cx="561125" cy="92425"/>
                  </a:xfrm>
                </p:grpSpPr>
                <p:cxnSp>
                  <p:nvCxnSpPr>
                    <p:cNvPr id="6918" name="Google Shape;6918;p103"/>
                    <p:cNvCxnSpPr/>
                    <p:nvPr/>
                  </p:nvCxnSpPr>
                  <p:spPr>
                    <a:xfrm flipH="1" rot="10800000">
                      <a:off x="7028782" y="2845711"/>
                      <a:ext cx="113419" cy="92425"/>
                    </a:xfrm>
                    <a:prstGeom prst="straightConnector1">
                      <a:avLst/>
                    </a:prstGeom>
                    <a:noFill/>
                    <a:ln cap="flat" cmpd="sng" w="9525">
                      <a:solidFill>
                        <a:schemeClr val="dk1"/>
                      </a:solidFill>
                      <a:prstDash val="solid"/>
                      <a:miter lim="800000"/>
                      <a:headEnd len="sm" w="sm" type="none"/>
                      <a:tailEnd len="sm" w="sm" type="none"/>
                    </a:ln>
                  </p:spPr>
                </p:cxnSp>
                <p:cxnSp>
                  <p:nvCxnSpPr>
                    <p:cNvPr id="6919" name="Google Shape;6919;p103"/>
                    <p:cNvCxnSpPr/>
                    <p:nvPr/>
                  </p:nvCxnSpPr>
                  <p:spPr>
                    <a:xfrm>
                      <a:off x="6581076" y="2938136"/>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6920" name="Google Shape;6920;p103"/>
                  <p:cNvGrpSpPr/>
                  <p:nvPr/>
                </p:nvGrpSpPr>
                <p:grpSpPr>
                  <a:xfrm>
                    <a:off x="6399351" y="3202845"/>
                    <a:ext cx="567094" cy="89292"/>
                    <a:chOff x="6581557" y="2845642"/>
                    <a:chExt cx="567094" cy="89292"/>
                  </a:xfrm>
                </p:grpSpPr>
                <p:cxnSp>
                  <p:nvCxnSpPr>
                    <p:cNvPr id="6921" name="Google Shape;6921;p103"/>
                    <p:cNvCxnSpPr/>
                    <p:nvPr/>
                  </p:nvCxnSpPr>
                  <p:spPr>
                    <a:xfrm flipH="1" rot="10800000">
                      <a:off x="7029263" y="2845642"/>
                      <a:ext cx="119388" cy="89292"/>
                    </a:xfrm>
                    <a:prstGeom prst="straightConnector1">
                      <a:avLst/>
                    </a:prstGeom>
                    <a:noFill/>
                    <a:ln cap="flat" cmpd="sng" w="9525">
                      <a:solidFill>
                        <a:schemeClr val="dk1"/>
                      </a:solidFill>
                      <a:prstDash val="solid"/>
                      <a:miter lim="800000"/>
                      <a:headEnd len="sm" w="sm" type="none"/>
                      <a:tailEnd len="sm" w="sm" type="none"/>
                    </a:ln>
                  </p:spPr>
                </p:cxnSp>
                <p:cxnSp>
                  <p:nvCxnSpPr>
                    <p:cNvPr id="6922" name="Google Shape;6922;p103"/>
                    <p:cNvCxnSpPr/>
                    <p:nvPr/>
                  </p:nvCxnSpPr>
                  <p:spPr>
                    <a:xfrm>
                      <a:off x="6581557" y="2934934"/>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6923" name="Google Shape;6923;p103"/>
                  <p:cNvGrpSpPr/>
                  <p:nvPr/>
                </p:nvGrpSpPr>
                <p:grpSpPr>
                  <a:xfrm>
                    <a:off x="6399350" y="3268639"/>
                    <a:ext cx="558142" cy="89292"/>
                    <a:chOff x="6582036" y="2845572"/>
                    <a:chExt cx="558142" cy="89292"/>
                  </a:xfrm>
                </p:grpSpPr>
                <p:cxnSp>
                  <p:nvCxnSpPr>
                    <p:cNvPr id="6924" name="Google Shape;6924;p103"/>
                    <p:cNvCxnSpPr/>
                    <p:nvPr/>
                  </p:nvCxnSpPr>
                  <p:spPr>
                    <a:xfrm flipH="1" rot="10800000">
                      <a:off x="7026759" y="2845572"/>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6925" name="Google Shape;6925;p103"/>
                    <p:cNvCxnSpPr/>
                    <p:nvPr/>
                  </p:nvCxnSpPr>
                  <p:spPr>
                    <a:xfrm>
                      <a:off x="6582036" y="293486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6926" name="Google Shape;6926;p103"/>
                  <p:cNvGrpSpPr/>
                  <p:nvPr/>
                </p:nvGrpSpPr>
                <p:grpSpPr>
                  <a:xfrm>
                    <a:off x="6399350" y="3334433"/>
                    <a:ext cx="558141" cy="89292"/>
                    <a:chOff x="6582516" y="2845502"/>
                    <a:chExt cx="558141" cy="89292"/>
                  </a:xfrm>
                </p:grpSpPr>
                <p:cxnSp>
                  <p:nvCxnSpPr>
                    <p:cNvPr id="6927" name="Google Shape;6927;p103"/>
                    <p:cNvCxnSpPr/>
                    <p:nvPr/>
                  </p:nvCxnSpPr>
                  <p:spPr>
                    <a:xfrm flipH="1" rot="10800000">
                      <a:off x="7027238" y="2845502"/>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6928" name="Google Shape;6928;p103"/>
                    <p:cNvCxnSpPr/>
                    <p:nvPr/>
                  </p:nvCxnSpPr>
                  <p:spPr>
                    <a:xfrm>
                      <a:off x="6582516" y="293479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6929" name="Google Shape;6929;p103"/>
                  <p:cNvGrpSpPr/>
                  <p:nvPr/>
                </p:nvGrpSpPr>
                <p:grpSpPr>
                  <a:xfrm>
                    <a:off x="6399349" y="3400228"/>
                    <a:ext cx="558142" cy="89292"/>
                    <a:chOff x="6582995" y="2845433"/>
                    <a:chExt cx="558142" cy="89292"/>
                  </a:xfrm>
                </p:grpSpPr>
                <p:cxnSp>
                  <p:nvCxnSpPr>
                    <p:cNvPr id="6930" name="Google Shape;6930;p103"/>
                    <p:cNvCxnSpPr/>
                    <p:nvPr/>
                  </p:nvCxnSpPr>
                  <p:spPr>
                    <a:xfrm flipH="1" rot="10800000">
                      <a:off x="7027718" y="2845433"/>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6931" name="Google Shape;6931;p103"/>
                    <p:cNvCxnSpPr/>
                    <p:nvPr/>
                  </p:nvCxnSpPr>
                  <p:spPr>
                    <a:xfrm>
                      <a:off x="6582995" y="293472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6932" name="Google Shape;6932;p103"/>
                  <p:cNvGrpSpPr/>
                  <p:nvPr/>
                </p:nvGrpSpPr>
                <p:grpSpPr>
                  <a:xfrm>
                    <a:off x="6399351" y="3466022"/>
                    <a:ext cx="558141" cy="93992"/>
                    <a:chOff x="6583477" y="2845363"/>
                    <a:chExt cx="558141" cy="93992"/>
                  </a:xfrm>
                </p:grpSpPr>
                <p:cxnSp>
                  <p:nvCxnSpPr>
                    <p:cNvPr id="6933" name="Google Shape;6933;p103"/>
                    <p:cNvCxnSpPr/>
                    <p:nvPr/>
                  </p:nvCxnSpPr>
                  <p:spPr>
                    <a:xfrm flipH="1" rot="10800000">
                      <a:off x="7028199" y="2845363"/>
                      <a:ext cx="113419" cy="93992"/>
                    </a:xfrm>
                    <a:prstGeom prst="straightConnector1">
                      <a:avLst/>
                    </a:prstGeom>
                    <a:noFill/>
                    <a:ln cap="flat" cmpd="sng" w="9525">
                      <a:solidFill>
                        <a:schemeClr val="dk1"/>
                      </a:solidFill>
                      <a:prstDash val="solid"/>
                      <a:miter lim="800000"/>
                      <a:headEnd len="sm" w="sm" type="none"/>
                      <a:tailEnd len="sm" w="sm" type="none"/>
                    </a:ln>
                  </p:spPr>
                </p:cxnSp>
                <p:cxnSp>
                  <p:nvCxnSpPr>
                    <p:cNvPr id="6934" name="Google Shape;6934;p103"/>
                    <p:cNvCxnSpPr/>
                    <p:nvPr/>
                  </p:nvCxnSpPr>
                  <p:spPr>
                    <a:xfrm>
                      <a:off x="6583477" y="2939355"/>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6935" name="Google Shape;6935;p103"/>
                  <p:cNvGrpSpPr/>
                  <p:nvPr/>
                </p:nvGrpSpPr>
                <p:grpSpPr>
                  <a:xfrm>
                    <a:off x="6396366" y="3528683"/>
                    <a:ext cx="561126" cy="97125"/>
                    <a:chOff x="6580972" y="2842160"/>
                    <a:chExt cx="561126" cy="97125"/>
                  </a:xfrm>
                </p:grpSpPr>
                <p:cxnSp>
                  <p:nvCxnSpPr>
                    <p:cNvPr id="6936" name="Google Shape;6936;p103"/>
                    <p:cNvCxnSpPr/>
                    <p:nvPr/>
                  </p:nvCxnSpPr>
                  <p:spPr>
                    <a:xfrm flipH="1" rot="10800000">
                      <a:off x="7028679" y="2842160"/>
                      <a:ext cx="113419" cy="97125"/>
                    </a:xfrm>
                    <a:prstGeom prst="straightConnector1">
                      <a:avLst/>
                    </a:prstGeom>
                    <a:noFill/>
                    <a:ln cap="flat" cmpd="sng" w="9525">
                      <a:solidFill>
                        <a:schemeClr val="dk1"/>
                      </a:solidFill>
                      <a:prstDash val="solid"/>
                      <a:miter lim="800000"/>
                      <a:headEnd len="sm" w="sm" type="none"/>
                      <a:tailEnd len="sm" w="sm" type="none"/>
                    </a:ln>
                  </p:spPr>
                </p:cxnSp>
                <p:cxnSp>
                  <p:nvCxnSpPr>
                    <p:cNvPr id="6937" name="Google Shape;6937;p103"/>
                    <p:cNvCxnSpPr/>
                    <p:nvPr/>
                  </p:nvCxnSpPr>
                  <p:spPr>
                    <a:xfrm>
                      <a:off x="6580972" y="2939284"/>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6938" name="Google Shape;6938;p103"/>
                  <p:cNvGrpSpPr/>
                  <p:nvPr/>
                </p:nvGrpSpPr>
                <p:grpSpPr>
                  <a:xfrm>
                    <a:off x="6396366" y="3594477"/>
                    <a:ext cx="561125" cy="97125"/>
                    <a:chOff x="6581452" y="2842090"/>
                    <a:chExt cx="561125" cy="97125"/>
                  </a:xfrm>
                </p:grpSpPr>
                <p:cxnSp>
                  <p:nvCxnSpPr>
                    <p:cNvPr id="6939" name="Google Shape;6939;p103"/>
                    <p:cNvCxnSpPr/>
                    <p:nvPr/>
                  </p:nvCxnSpPr>
                  <p:spPr>
                    <a:xfrm flipH="1" rot="10800000">
                      <a:off x="7029158" y="2842090"/>
                      <a:ext cx="113419" cy="97125"/>
                    </a:xfrm>
                    <a:prstGeom prst="straightConnector1">
                      <a:avLst/>
                    </a:prstGeom>
                    <a:noFill/>
                    <a:ln cap="flat" cmpd="sng" w="9525">
                      <a:solidFill>
                        <a:schemeClr val="dk1"/>
                      </a:solidFill>
                      <a:prstDash val="solid"/>
                      <a:miter lim="800000"/>
                      <a:headEnd len="sm" w="sm" type="none"/>
                      <a:tailEnd len="sm" w="sm" type="none"/>
                    </a:ln>
                  </p:spPr>
                </p:cxnSp>
                <p:cxnSp>
                  <p:nvCxnSpPr>
                    <p:cNvPr id="6940" name="Google Shape;6940;p103"/>
                    <p:cNvCxnSpPr/>
                    <p:nvPr/>
                  </p:nvCxnSpPr>
                  <p:spPr>
                    <a:xfrm>
                      <a:off x="6581452" y="2939215"/>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6941" name="Google Shape;6941;p103"/>
                  <p:cNvGrpSpPr/>
                  <p:nvPr/>
                </p:nvGrpSpPr>
                <p:grpSpPr>
                  <a:xfrm>
                    <a:off x="6396367" y="3664970"/>
                    <a:ext cx="558140" cy="92426"/>
                    <a:chOff x="6581933" y="2846719"/>
                    <a:chExt cx="558140" cy="92426"/>
                  </a:xfrm>
                </p:grpSpPr>
                <p:cxnSp>
                  <p:nvCxnSpPr>
                    <p:cNvPr id="6942" name="Google Shape;6942;p103"/>
                    <p:cNvCxnSpPr/>
                    <p:nvPr/>
                  </p:nvCxnSpPr>
                  <p:spPr>
                    <a:xfrm flipH="1" rot="10800000">
                      <a:off x="7026654" y="2846719"/>
                      <a:ext cx="113419" cy="92426"/>
                    </a:xfrm>
                    <a:prstGeom prst="straightConnector1">
                      <a:avLst/>
                    </a:prstGeom>
                    <a:noFill/>
                    <a:ln cap="flat" cmpd="sng" w="9525">
                      <a:solidFill>
                        <a:schemeClr val="dk1"/>
                      </a:solidFill>
                      <a:prstDash val="solid"/>
                      <a:miter lim="800000"/>
                      <a:headEnd len="sm" w="sm" type="none"/>
                      <a:tailEnd len="sm" w="sm" type="none"/>
                    </a:ln>
                  </p:spPr>
                </p:cxnSp>
                <p:cxnSp>
                  <p:nvCxnSpPr>
                    <p:cNvPr id="6943" name="Google Shape;6943;p103"/>
                    <p:cNvCxnSpPr/>
                    <p:nvPr/>
                  </p:nvCxnSpPr>
                  <p:spPr>
                    <a:xfrm>
                      <a:off x="6581933" y="2939145"/>
                      <a:ext cx="450690" cy="0"/>
                    </a:xfrm>
                    <a:prstGeom prst="straightConnector1">
                      <a:avLst/>
                    </a:prstGeom>
                    <a:noFill/>
                    <a:ln cap="flat" cmpd="sng" w="9525">
                      <a:solidFill>
                        <a:schemeClr val="dk1"/>
                      </a:solidFill>
                      <a:prstDash val="solid"/>
                      <a:miter lim="800000"/>
                      <a:headEnd len="sm" w="sm" type="none"/>
                      <a:tailEnd len="sm" w="sm" type="none"/>
                    </a:ln>
                  </p:spPr>
                </p:cxnSp>
              </p:grpSp>
              <p:grpSp>
                <p:nvGrpSpPr>
                  <p:cNvPr id="6944" name="Google Shape;6944;p103"/>
                  <p:cNvGrpSpPr/>
                  <p:nvPr/>
                </p:nvGrpSpPr>
                <p:grpSpPr>
                  <a:xfrm>
                    <a:off x="6396367" y="3730765"/>
                    <a:ext cx="558139" cy="92426"/>
                    <a:chOff x="6582413" y="2846650"/>
                    <a:chExt cx="558139" cy="92426"/>
                  </a:xfrm>
                </p:grpSpPr>
                <p:cxnSp>
                  <p:nvCxnSpPr>
                    <p:cNvPr id="6945" name="Google Shape;6945;p103"/>
                    <p:cNvCxnSpPr/>
                    <p:nvPr/>
                  </p:nvCxnSpPr>
                  <p:spPr>
                    <a:xfrm flipH="1" rot="10800000">
                      <a:off x="7027133" y="2846650"/>
                      <a:ext cx="113419" cy="92426"/>
                    </a:xfrm>
                    <a:prstGeom prst="straightConnector1">
                      <a:avLst/>
                    </a:prstGeom>
                    <a:noFill/>
                    <a:ln cap="flat" cmpd="sng" w="9525">
                      <a:solidFill>
                        <a:schemeClr val="dk1"/>
                      </a:solidFill>
                      <a:prstDash val="solid"/>
                      <a:miter lim="800000"/>
                      <a:headEnd len="sm" w="sm" type="none"/>
                      <a:tailEnd len="sm" w="sm" type="none"/>
                    </a:ln>
                  </p:spPr>
                </p:cxnSp>
                <p:cxnSp>
                  <p:nvCxnSpPr>
                    <p:cNvPr id="6946" name="Google Shape;6946;p103"/>
                    <p:cNvCxnSpPr/>
                    <p:nvPr/>
                  </p:nvCxnSpPr>
                  <p:spPr>
                    <a:xfrm>
                      <a:off x="6582413" y="2939076"/>
                      <a:ext cx="450690" cy="0"/>
                    </a:xfrm>
                    <a:prstGeom prst="straightConnector1">
                      <a:avLst/>
                    </a:prstGeom>
                    <a:noFill/>
                    <a:ln cap="flat" cmpd="sng" w="9525">
                      <a:solidFill>
                        <a:schemeClr val="dk1"/>
                      </a:solidFill>
                      <a:prstDash val="solid"/>
                      <a:miter lim="800000"/>
                      <a:headEnd len="sm" w="sm" type="none"/>
                      <a:tailEnd len="sm" w="sm" type="none"/>
                    </a:ln>
                  </p:spPr>
                </p:cxnSp>
              </p:grpSp>
            </p:grpSp>
            <p:cxnSp>
              <p:nvCxnSpPr>
                <p:cNvPr id="6947" name="Google Shape;6947;p103"/>
                <p:cNvCxnSpPr/>
                <p:nvPr/>
              </p:nvCxnSpPr>
              <p:spPr>
                <a:xfrm flipH="1">
                  <a:off x="6685171" y="4525377"/>
                  <a:ext cx="4763" cy="855662"/>
                </a:xfrm>
                <a:prstGeom prst="straightConnector1">
                  <a:avLst/>
                </a:prstGeom>
                <a:noFill/>
                <a:ln cap="flat" cmpd="sng" w="25400">
                  <a:solidFill>
                    <a:schemeClr val="dk1"/>
                  </a:solidFill>
                  <a:prstDash val="solid"/>
                  <a:miter lim="800000"/>
                  <a:headEnd len="sm" w="sm" type="none"/>
                  <a:tailEnd len="sm" w="sm" type="none"/>
                </a:ln>
              </p:spPr>
            </p:cxnSp>
            <p:cxnSp>
              <p:nvCxnSpPr>
                <p:cNvPr id="6948" name="Google Shape;6948;p103"/>
                <p:cNvCxnSpPr/>
                <p:nvPr/>
              </p:nvCxnSpPr>
              <p:spPr>
                <a:xfrm>
                  <a:off x="6632784" y="4706352"/>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6949" name="Google Shape;6949;p103"/>
                <p:cNvCxnSpPr/>
                <p:nvPr/>
              </p:nvCxnSpPr>
              <p:spPr>
                <a:xfrm>
                  <a:off x="6631196" y="4771439"/>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6950" name="Google Shape;6950;p103"/>
                <p:cNvCxnSpPr/>
                <p:nvPr/>
              </p:nvCxnSpPr>
              <p:spPr>
                <a:xfrm>
                  <a:off x="6631196" y="4849227"/>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6951" name="Google Shape;6951;p103"/>
                <p:cNvCxnSpPr/>
                <p:nvPr/>
              </p:nvCxnSpPr>
              <p:spPr>
                <a:xfrm>
                  <a:off x="6629609" y="4914314"/>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6952" name="Google Shape;6952;p103"/>
                <p:cNvCxnSpPr/>
                <p:nvPr/>
              </p:nvCxnSpPr>
              <p:spPr>
                <a:xfrm>
                  <a:off x="6628021" y="4976227"/>
                  <a:ext cx="60325" cy="0"/>
                </a:xfrm>
                <a:prstGeom prst="straightConnector1">
                  <a:avLst/>
                </a:prstGeom>
                <a:noFill/>
                <a:ln cap="flat" cmpd="sng" w="9525">
                  <a:solidFill>
                    <a:schemeClr val="dk1"/>
                  </a:solidFill>
                  <a:prstDash val="solid"/>
                  <a:miter lim="800000"/>
                  <a:headEnd len="sm" w="sm" type="none"/>
                  <a:tailEnd len="sm" w="sm" type="none"/>
                </a:ln>
              </p:spPr>
            </p:cxnSp>
            <p:cxnSp>
              <p:nvCxnSpPr>
                <p:cNvPr id="6953" name="Google Shape;6953;p103"/>
                <p:cNvCxnSpPr/>
                <p:nvPr/>
              </p:nvCxnSpPr>
              <p:spPr>
                <a:xfrm>
                  <a:off x="6628021" y="5044489"/>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6954" name="Google Shape;6954;p103"/>
                <p:cNvCxnSpPr/>
                <p:nvPr/>
              </p:nvCxnSpPr>
              <p:spPr>
                <a:xfrm>
                  <a:off x="6626434" y="511433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6955" name="Google Shape;6955;p103"/>
                <p:cNvCxnSpPr/>
                <p:nvPr/>
              </p:nvCxnSpPr>
              <p:spPr>
                <a:xfrm>
                  <a:off x="6629609" y="518418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6956" name="Google Shape;6956;p103"/>
                <p:cNvCxnSpPr/>
                <p:nvPr/>
              </p:nvCxnSpPr>
              <p:spPr>
                <a:xfrm>
                  <a:off x="6631196" y="5252452"/>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6957" name="Google Shape;6957;p103"/>
                <p:cNvCxnSpPr/>
                <p:nvPr/>
              </p:nvCxnSpPr>
              <p:spPr>
                <a:xfrm>
                  <a:off x="6631196" y="5322302"/>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6958" name="Google Shape;6958;p103"/>
                <p:cNvCxnSpPr/>
                <p:nvPr/>
              </p:nvCxnSpPr>
              <p:spPr>
                <a:xfrm>
                  <a:off x="6632784" y="538738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6959" name="Google Shape;6959;p103"/>
                <p:cNvCxnSpPr/>
                <p:nvPr/>
              </p:nvCxnSpPr>
              <p:spPr>
                <a:xfrm rot="10800000">
                  <a:off x="6632784" y="4531727"/>
                  <a:ext cx="58737" cy="0"/>
                </a:xfrm>
                <a:prstGeom prst="straightConnector1">
                  <a:avLst/>
                </a:prstGeom>
                <a:noFill/>
                <a:ln cap="flat" cmpd="sng" w="22225">
                  <a:solidFill>
                    <a:schemeClr val="dk1"/>
                  </a:solidFill>
                  <a:prstDash val="solid"/>
                  <a:miter lim="800000"/>
                  <a:headEnd len="sm" w="sm" type="none"/>
                  <a:tailEnd len="sm" w="sm" type="none"/>
                </a:ln>
              </p:spPr>
            </p:cxnSp>
            <p:grpSp>
              <p:nvGrpSpPr>
                <p:cNvPr id="6960" name="Google Shape;6960;p103"/>
                <p:cNvGrpSpPr/>
                <p:nvPr/>
              </p:nvGrpSpPr>
              <p:grpSpPr>
                <a:xfrm>
                  <a:off x="6434171" y="4488570"/>
                  <a:ext cx="224203" cy="179034"/>
                  <a:chOff x="3668110" y="2448910"/>
                  <a:chExt cx="3794234" cy="2165130"/>
                </a:xfrm>
              </p:grpSpPr>
              <p:sp>
                <p:nvSpPr>
                  <p:cNvPr id="6961" name="Google Shape;6961;p103"/>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62" name="Google Shape;6962;p103"/>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6963" name="Google Shape;6963;p103"/>
                  <p:cNvGrpSpPr/>
                  <p:nvPr/>
                </p:nvGrpSpPr>
                <p:grpSpPr>
                  <a:xfrm>
                    <a:off x="3941378" y="2603243"/>
                    <a:ext cx="3202061" cy="1066110"/>
                    <a:chOff x="7939341" y="3037317"/>
                    <a:chExt cx="897649" cy="353919"/>
                  </a:xfrm>
                </p:grpSpPr>
                <p:sp>
                  <p:nvSpPr>
                    <p:cNvPr id="6848" name="Google Shape;6848;p103"/>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64" name="Google Shape;6964;p103"/>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65" name="Google Shape;6965;p103"/>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66" name="Google Shape;6966;p103"/>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nvGrpSpPr>
              <p:cNvPr id="6967" name="Google Shape;6967;p103"/>
              <p:cNvGrpSpPr/>
              <p:nvPr/>
            </p:nvGrpSpPr>
            <p:grpSpPr>
              <a:xfrm>
                <a:off x="7734734" y="4641605"/>
                <a:ext cx="267206" cy="997245"/>
                <a:chOff x="6424315" y="4488570"/>
                <a:chExt cx="267206" cy="997245"/>
              </a:xfrm>
            </p:grpSpPr>
            <p:grpSp>
              <p:nvGrpSpPr>
                <p:cNvPr id="6968" name="Google Shape;6968;p103"/>
                <p:cNvGrpSpPr/>
                <p:nvPr/>
              </p:nvGrpSpPr>
              <p:grpSpPr>
                <a:xfrm>
                  <a:off x="6424315" y="4636502"/>
                  <a:ext cx="237939" cy="849312"/>
                  <a:chOff x="6396366" y="3061857"/>
                  <a:chExt cx="570079" cy="838094"/>
                </a:xfrm>
              </p:grpSpPr>
              <p:sp>
                <p:nvSpPr>
                  <p:cNvPr id="6969" name="Google Shape;6969;p103"/>
                  <p:cNvSpPr/>
                  <p:nvPr/>
                </p:nvSpPr>
                <p:spPr>
                  <a:xfrm>
                    <a:off x="6509786" y="3061857"/>
                    <a:ext cx="447707" cy="742536"/>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6970" name="Google Shape;6970;p103"/>
                  <p:cNvCxnSpPr/>
                  <p:nvPr/>
                </p:nvCxnSpPr>
                <p:spPr>
                  <a:xfrm flipH="1" rot="10800000">
                    <a:off x="6847057" y="3061857"/>
                    <a:ext cx="113419" cy="92425"/>
                  </a:xfrm>
                  <a:prstGeom prst="straightConnector1">
                    <a:avLst/>
                  </a:prstGeom>
                  <a:noFill/>
                  <a:ln cap="flat" cmpd="sng" w="9525">
                    <a:solidFill>
                      <a:schemeClr val="dk1"/>
                    </a:solidFill>
                    <a:prstDash val="solid"/>
                    <a:miter lim="800000"/>
                    <a:headEnd len="sm" w="sm" type="none"/>
                    <a:tailEnd len="sm" w="sm" type="none"/>
                  </a:ln>
                </p:spPr>
              </p:cxnSp>
              <p:sp>
                <p:nvSpPr>
                  <p:cNvPr id="6971" name="Google Shape;6971;p103"/>
                  <p:cNvSpPr/>
                  <p:nvPr/>
                </p:nvSpPr>
                <p:spPr>
                  <a:xfrm>
                    <a:off x="6476953" y="3071256"/>
                    <a:ext cx="131327" cy="1159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6972" name="Google Shape;6972;p103"/>
                  <p:cNvCxnSpPr/>
                  <p:nvPr/>
                </p:nvCxnSpPr>
                <p:spPr>
                  <a:xfrm flipH="1" rot="10800000">
                    <a:off x="6396367" y="3061857"/>
                    <a:ext cx="113419" cy="92425"/>
                  </a:xfrm>
                  <a:prstGeom prst="straightConnector1">
                    <a:avLst/>
                  </a:prstGeom>
                  <a:noFill/>
                  <a:ln cap="flat" cmpd="sng" w="9525">
                    <a:solidFill>
                      <a:schemeClr val="dk1"/>
                    </a:solidFill>
                    <a:prstDash val="solid"/>
                    <a:miter lim="800000"/>
                    <a:headEnd len="sm" w="sm" type="none"/>
                    <a:tailEnd len="sm" w="sm" type="none"/>
                  </a:ln>
                </p:spPr>
              </p:cxnSp>
              <p:sp>
                <p:nvSpPr>
                  <p:cNvPr id="6973" name="Google Shape;6973;p103"/>
                  <p:cNvSpPr/>
                  <p:nvPr/>
                </p:nvSpPr>
                <p:spPr>
                  <a:xfrm>
                    <a:off x="6817210" y="3702567"/>
                    <a:ext cx="131327" cy="1159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sp>
                <p:nvSpPr>
                  <p:cNvPr id="6974" name="Google Shape;6974;p103"/>
                  <p:cNvSpPr/>
                  <p:nvPr/>
                </p:nvSpPr>
                <p:spPr>
                  <a:xfrm>
                    <a:off x="6405320" y="3157415"/>
                    <a:ext cx="444723" cy="742536"/>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6975" name="Google Shape;6975;p103"/>
                  <p:cNvCxnSpPr/>
                  <p:nvPr/>
                </p:nvCxnSpPr>
                <p:spPr>
                  <a:xfrm flipH="1" rot="10800000">
                    <a:off x="6847057" y="3804392"/>
                    <a:ext cx="113419" cy="92425"/>
                  </a:xfrm>
                  <a:prstGeom prst="straightConnector1">
                    <a:avLst/>
                  </a:prstGeom>
                  <a:noFill/>
                  <a:ln cap="flat" cmpd="sng" w="9525">
                    <a:solidFill>
                      <a:schemeClr val="dk1"/>
                    </a:solidFill>
                    <a:prstDash val="solid"/>
                    <a:miter lim="800000"/>
                    <a:headEnd len="sm" w="sm" type="none"/>
                    <a:tailEnd len="sm" w="sm" type="none"/>
                  </a:ln>
                </p:spPr>
              </p:cxnSp>
              <p:grpSp>
                <p:nvGrpSpPr>
                  <p:cNvPr id="6976" name="Google Shape;6976;p103"/>
                  <p:cNvGrpSpPr/>
                  <p:nvPr/>
                </p:nvGrpSpPr>
                <p:grpSpPr>
                  <a:xfrm>
                    <a:off x="6399350" y="3137050"/>
                    <a:ext cx="561125" cy="92425"/>
                    <a:chOff x="6581076" y="2845711"/>
                    <a:chExt cx="561125" cy="92425"/>
                  </a:xfrm>
                </p:grpSpPr>
                <p:cxnSp>
                  <p:nvCxnSpPr>
                    <p:cNvPr id="6977" name="Google Shape;6977;p103"/>
                    <p:cNvCxnSpPr/>
                    <p:nvPr/>
                  </p:nvCxnSpPr>
                  <p:spPr>
                    <a:xfrm flipH="1" rot="10800000">
                      <a:off x="7028782" y="2845711"/>
                      <a:ext cx="113419" cy="92425"/>
                    </a:xfrm>
                    <a:prstGeom prst="straightConnector1">
                      <a:avLst/>
                    </a:prstGeom>
                    <a:noFill/>
                    <a:ln cap="flat" cmpd="sng" w="9525">
                      <a:solidFill>
                        <a:schemeClr val="dk1"/>
                      </a:solidFill>
                      <a:prstDash val="solid"/>
                      <a:miter lim="800000"/>
                      <a:headEnd len="sm" w="sm" type="none"/>
                      <a:tailEnd len="sm" w="sm" type="none"/>
                    </a:ln>
                  </p:spPr>
                </p:cxnSp>
                <p:cxnSp>
                  <p:nvCxnSpPr>
                    <p:cNvPr id="6978" name="Google Shape;6978;p103"/>
                    <p:cNvCxnSpPr/>
                    <p:nvPr/>
                  </p:nvCxnSpPr>
                  <p:spPr>
                    <a:xfrm>
                      <a:off x="6581076" y="2938136"/>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6979" name="Google Shape;6979;p103"/>
                  <p:cNvGrpSpPr/>
                  <p:nvPr/>
                </p:nvGrpSpPr>
                <p:grpSpPr>
                  <a:xfrm>
                    <a:off x="6399351" y="3202845"/>
                    <a:ext cx="567094" cy="89292"/>
                    <a:chOff x="6581557" y="2845642"/>
                    <a:chExt cx="567094" cy="89292"/>
                  </a:xfrm>
                </p:grpSpPr>
                <p:cxnSp>
                  <p:nvCxnSpPr>
                    <p:cNvPr id="6980" name="Google Shape;6980;p103"/>
                    <p:cNvCxnSpPr/>
                    <p:nvPr/>
                  </p:nvCxnSpPr>
                  <p:spPr>
                    <a:xfrm flipH="1" rot="10800000">
                      <a:off x="7029263" y="2845642"/>
                      <a:ext cx="119388" cy="89292"/>
                    </a:xfrm>
                    <a:prstGeom prst="straightConnector1">
                      <a:avLst/>
                    </a:prstGeom>
                    <a:noFill/>
                    <a:ln cap="flat" cmpd="sng" w="9525">
                      <a:solidFill>
                        <a:schemeClr val="dk1"/>
                      </a:solidFill>
                      <a:prstDash val="solid"/>
                      <a:miter lim="800000"/>
                      <a:headEnd len="sm" w="sm" type="none"/>
                      <a:tailEnd len="sm" w="sm" type="none"/>
                    </a:ln>
                  </p:spPr>
                </p:cxnSp>
                <p:cxnSp>
                  <p:nvCxnSpPr>
                    <p:cNvPr id="6981" name="Google Shape;6981;p103"/>
                    <p:cNvCxnSpPr/>
                    <p:nvPr/>
                  </p:nvCxnSpPr>
                  <p:spPr>
                    <a:xfrm>
                      <a:off x="6581557" y="2934934"/>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6982" name="Google Shape;6982;p103"/>
                  <p:cNvGrpSpPr/>
                  <p:nvPr/>
                </p:nvGrpSpPr>
                <p:grpSpPr>
                  <a:xfrm>
                    <a:off x="6399350" y="3268639"/>
                    <a:ext cx="558142" cy="89292"/>
                    <a:chOff x="6582036" y="2845572"/>
                    <a:chExt cx="558142" cy="89292"/>
                  </a:xfrm>
                </p:grpSpPr>
                <p:cxnSp>
                  <p:nvCxnSpPr>
                    <p:cNvPr id="6983" name="Google Shape;6983;p103"/>
                    <p:cNvCxnSpPr/>
                    <p:nvPr/>
                  </p:nvCxnSpPr>
                  <p:spPr>
                    <a:xfrm flipH="1" rot="10800000">
                      <a:off x="7026759" y="2845572"/>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6984" name="Google Shape;6984;p103"/>
                    <p:cNvCxnSpPr/>
                    <p:nvPr/>
                  </p:nvCxnSpPr>
                  <p:spPr>
                    <a:xfrm>
                      <a:off x="6582036" y="293486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6985" name="Google Shape;6985;p103"/>
                  <p:cNvGrpSpPr/>
                  <p:nvPr/>
                </p:nvGrpSpPr>
                <p:grpSpPr>
                  <a:xfrm>
                    <a:off x="6399350" y="3334433"/>
                    <a:ext cx="558141" cy="89292"/>
                    <a:chOff x="6582516" y="2845502"/>
                    <a:chExt cx="558141" cy="89292"/>
                  </a:xfrm>
                </p:grpSpPr>
                <p:cxnSp>
                  <p:nvCxnSpPr>
                    <p:cNvPr id="6986" name="Google Shape;6986;p103"/>
                    <p:cNvCxnSpPr/>
                    <p:nvPr/>
                  </p:nvCxnSpPr>
                  <p:spPr>
                    <a:xfrm flipH="1" rot="10800000">
                      <a:off x="7027238" y="2845502"/>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6987" name="Google Shape;6987;p103"/>
                    <p:cNvCxnSpPr/>
                    <p:nvPr/>
                  </p:nvCxnSpPr>
                  <p:spPr>
                    <a:xfrm>
                      <a:off x="6582516" y="293479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6988" name="Google Shape;6988;p103"/>
                  <p:cNvGrpSpPr/>
                  <p:nvPr/>
                </p:nvGrpSpPr>
                <p:grpSpPr>
                  <a:xfrm>
                    <a:off x="6399349" y="3400228"/>
                    <a:ext cx="558142" cy="89292"/>
                    <a:chOff x="6582995" y="2845433"/>
                    <a:chExt cx="558142" cy="89292"/>
                  </a:xfrm>
                </p:grpSpPr>
                <p:cxnSp>
                  <p:nvCxnSpPr>
                    <p:cNvPr id="6989" name="Google Shape;6989;p103"/>
                    <p:cNvCxnSpPr/>
                    <p:nvPr/>
                  </p:nvCxnSpPr>
                  <p:spPr>
                    <a:xfrm flipH="1" rot="10800000">
                      <a:off x="7027718" y="2845433"/>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6990" name="Google Shape;6990;p103"/>
                    <p:cNvCxnSpPr/>
                    <p:nvPr/>
                  </p:nvCxnSpPr>
                  <p:spPr>
                    <a:xfrm>
                      <a:off x="6582995" y="293472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6991" name="Google Shape;6991;p103"/>
                  <p:cNvGrpSpPr/>
                  <p:nvPr/>
                </p:nvGrpSpPr>
                <p:grpSpPr>
                  <a:xfrm>
                    <a:off x="6399351" y="3466022"/>
                    <a:ext cx="558141" cy="93992"/>
                    <a:chOff x="6583477" y="2845363"/>
                    <a:chExt cx="558141" cy="93992"/>
                  </a:xfrm>
                </p:grpSpPr>
                <p:cxnSp>
                  <p:nvCxnSpPr>
                    <p:cNvPr id="6992" name="Google Shape;6992;p103"/>
                    <p:cNvCxnSpPr/>
                    <p:nvPr/>
                  </p:nvCxnSpPr>
                  <p:spPr>
                    <a:xfrm flipH="1" rot="10800000">
                      <a:off x="7028199" y="2845363"/>
                      <a:ext cx="113419" cy="93992"/>
                    </a:xfrm>
                    <a:prstGeom prst="straightConnector1">
                      <a:avLst/>
                    </a:prstGeom>
                    <a:noFill/>
                    <a:ln cap="flat" cmpd="sng" w="9525">
                      <a:solidFill>
                        <a:schemeClr val="dk1"/>
                      </a:solidFill>
                      <a:prstDash val="solid"/>
                      <a:miter lim="800000"/>
                      <a:headEnd len="sm" w="sm" type="none"/>
                      <a:tailEnd len="sm" w="sm" type="none"/>
                    </a:ln>
                  </p:spPr>
                </p:cxnSp>
                <p:cxnSp>
                  <p:nvCxnSpPr>
                    <p:cNvPr id="6993" name="Google Shape;6993;p103"/>
                    <p:cNvCxnSpPr/>
                    <p:nvPr/>
                  </p:nvCxnSpPr>
                  <p:spPr>
                    <a:xfrm>
                      <a:off x="6583477" y="2939355"/>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6994" name="Google Shape;6994;p103"/>
                  <p:cNvGrpSpPr/>
                  <p:nvPr/>
                </p:nvGrpSpPr>
                <p:grpSpPr>
                  <a:xfrm>
                    <a:off x="6396366" y="3528683"/>
                    <a:ext cx="561126" cy="97125"/>
                    <a:chOff x="6580972" y="2842160"/>
                    <a:chExt cx="561126" cy="97125"/>
                  </a:xfrm>
                </p:grpSpPr>
                <p:cxnSp>
                  <p:nvCxnSpPr>
                    <p:cNvPr id="6995" name="Google Shape;6995;p103"/>
                    <p:cNvCxnSpPr/>
                    <p:nvPr/>
                  </p:nvCxnSpPr>
                  <p:spPr>
                    <a:xfrm flipH="1" rot="10800000">
                      <a:off x="7028679" y="2842160"/>
                      <a:ext cx="113419" cy="97125"/>
                    </a:xfrm>
                    <a:prstGeom prst="straightConnector1">
                      <a:avLst/>
                    </a:prstGeom>
                    <a:noFill/>
                    <a:ln cap="flat" cmpd="sng" w="9525">
                      <a:solidFill>
                        <a:schemeClr val="dk1"/>
                      </a:solidFill>
                      <a:prstDash val="solid"/>
                      <a:miter lim="800000"/>
                      <a:headEnd len="sm" w="sm" type="none"/>
                      <a:tailEnd len="sm" w="sm" type="none"/>
                    </a:ln>
                  </p:spPr>
                </p:cxnSp>
                <p:cxnSp>
                  <p:nvCxnSpPr>
                    <p:cNvPr id="6996" name="Google Shape;6996;p103"/>
                    <p:cNvCxnSpPr/>
                    <p:nvPr/>
                  </p:nvCxnSpPr>
                  <p:spPr>
                    <a:xfrm>
                      <a:off x="6580972" y="2939284"/>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6997" name="Google Shape;6997;p103"/>
                  <p:cNvGrpSpPr/>
                  <p:nvPr/>
                </p:nvGrpSpPr>
                <p:grpSpPr>
                  <a:xfrm>
                    <a:off x="6396366" y="3594477"/>
                    <a:ext cx="561125" cy="97125"/>
                    <a:chOff x="6581452" y="2842090"/>
                    <a:chExt cx="561125" cy="97125"/>
                  </a:xfrm>
                </p:grpSpPr>
                <p:cxnSp>
                  <p:nvCxnSpPr>
                    <p:cNvPr id="6998" name="Google Shape;6998;p103"/>
                    <p:cNvCxnSpPr/>
                    <p:nvPr/>
                  </p:nvCxnSpPr>
                  <p:spPr>
                    <a:xfrm flipH="1" rot="10800000">
                      <a:off x="7029158" y="2842090"/>
                      <a:ext cx="113419" cy="97125"/>
                    </a:xfrm>
                    <a:prstGeom prst="straightConnector1">
                      <a:avLst/>
                    </a:prstGeom>
                    <a:noFill/>
                    <a:ln cap="flat" cmpd="sng" w="9525">
                      <a:solidFill>
                        <a:schemeClr val="dk1"/>
                      </a:solidFill>
                      <a:prstDash val="solid"/>
                      <a:miter lim="800000"/>
                      <a:headEnd len="sm" w="sm" type="none"/>
                      <a:tailEnd len="sm" w="sm" type="none"/>
                    </a:ln>
                  </p:spPr>
                </p:cxnSp>
                <p:cxnSp>
                  <p:nvCxnSpPr>
                    <p:cNvPr id="6999" name="Google Shape;6999;p103"/>
                    <p:cNvCxnSpPr/>
                    <p:nvPr/>
                  </p:nvCxnSpPr>
                  <p:spPr>
                    <a:xfrm>
                      <a:off x="6581452" y="2939215"/>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7000" name="Google Shape;7000;p103"/>
                  <p:cNvGrpSpPr/>
                  <p:nvPr/>
                </p:nvGrpSpPr>
                <p:grpSpPr>
                  <a:xfrm>
                    <a:off x="6396367" y="3664970"/>
                    <a:ext cx="558140" cy="92426"/>
                    <a:chOff x="6581933" y="2846719"/>
                    <a:chExt cx="558140" cy="92426"/>
                  </a:xfrm>
                </p:grpSpPr>
                <p:cxnSp>
                  <p:nvCxnSpPr>
                    <p:cNvPr id="7001" name="Google Shape;7001;p103"/>
                    <p:cNvCxnSpPr/>
                    <p:nvPr/>
                  </p:nvCxnSpPr>
                  <p:spPr>
                    <a:xfrm flipH="1" rot="10800000">
                      <a:off x="7026654" y="2846719"/>
                      <a:ext cx="113419" cy="92426"/>
                    </a:xfrm>
                    <a:prstGeom prst="straightConnector1">
                      <a:avLst/>
                    </a:prstGeom>
                    <a:noFill/>
                    <a:ln cap="flat" cmpd="sng" w="9525">
                      <a:solidFill>
                        <a:schemeClr val="dk1"/>
                      </a:solidFill>
                      <a:prstDash val="solid"/>
                      <a:miter lim="800000"/>
                      <a:headEnd len="sm" w="sm" type="none"/>
                      <a:tailEnd len="sm" w="sm" type="none"/>
                    </a:ln>
                  </p:spPr>
                </p:cxnSp>
                <p:cxnSp>
                  <p:nvCxnSpPr>
                    <p:cNvPr id="7002" name="Google Shape;7002;p103"/>
                    <p:cNvCxnSpPr/>
                    <p:nvPr/>
                  </p:nvCxnSpPr>
                  <p:spPr>
                    <a:xfrm>
                      <a:off x="6581933" y="2939145"/>
                      <a:ext cx="450690" cy="0"/>
                    </a:xfrm>
                    <a:prstGeom prst="straightConnector1">
                      <a:avLst/>
                    </a:prstGeom>
                    <a:noFill/>
                    <a:ln cap="flat" cmpd="sng" w="9525">
                      <a:solidFill>
                        <a:schemeClr val="dk1"/>
                      </a:solidFill>
                      <a:prstDash val="solid"/>
                      <a:miter lim="800000"/>
                      <a:headEnd len="sm" w="sm" type="none"/>
                      <a:tailEnd len="sm" w="sm" type="none"/>
                    </a:ln>
                  </p:spPr>
                </p:cxnSp>
              </p:grpSp>
              <p:grpSp>
                <p:nvGrpSpPr>
                  <p:cNvPr id="7003" name="Google Shape;7003;p103"/>
                  <p:cNvGrpSpPr/>
                  <p:nvPr/>
                </p:nvGrpSpPr>
                <p:grpSpPr>
                  <a:xfrm>
                    <a:off x="6396367" y="3730765"/>
                    <a:ext cx="558139" cy="92426"/>
                    <a:chOff x="6582413" y="2846650"/>
                    <a:chExt cx="558139" cy="92426"/>
                  </a:xfrm>
                </p:grpSpPr>
                <p:cxnSp>
                  <p:nvCxnSpPr>
                    <p:cNvPr id="7004" name="Google Shape;7004;p103"/>
                    <p:cNvCxnSpPr/>
                    <p:nvPr/>
                  </p:nvCxnSpPr>
                  <p:spPr>
                    <a:xfrm flipH="1" rot="10800000">
                      <a:off x="7027133" y="2846650"/>
                      <a:ext cx="113419" cy="92426"/>
                    </a:xfrm>
                    <a:prstGeom prst="straightConnector1">
                      <a:avLst/>
                    </a:prstGeom>
                    <a:noFill/>
                    <a:ln cap="flat" cmpd="sng" w="9525">
                      <a:solidFill>
                        <a:schemeClr val="dk1"/>
                      </a:solidFill>
                      <a:prstDash val="solid"/>
                      <a:miter lim="800000"/>
                      <a:headEnd len="sm" w="sm" type="none"/>
                      <a:tailEnd len="sm" w="sm" type="none"/>
                    </a:ln>
                  </p:spPr>
                </p:cxnSp>
                <p:cxnSp>
                  <p:nvCxnSpPr>
                    <p:cNvPr id="7005" name="Google Shape;7005;p103"/>
                    <p:cNvCxnSpPr/>
                    <p:nvPr/>
                  </p:nvCxnSpPr>
                  <p:spPr>
                    <a:xfrm>
                      <a:off x="6582413" y="2939076"/>
                      <a:ext cx="450690" cy="0"/>
                    </a:xfrm>
                    <a:prstGeom prst="straightConnector1">
                      <a:avLst/>
                    </a:prstGeom>
                    <a:noFill/>
                    <a:ln cap="flat" cmpd="sng" w="9525">
                      <a:solidFill>
                        <a:schemeClr val="dk1"/>
                      </a:solidFill>
                      <a:prstDash val="solid"/>
                      <a:miter lim="800000"/>
                      <a:headEnd len="sm" w="sm" type="none"/>
                      <a:tailEnd len="sm" w="sm" type="none"/>
                    </a:ln>
                  </p:spPr>
                </p:cxnSp>
              </p:grpSp>
            </p:grpSp>
            <p:cxnSp>
              <p:nvCxnSpPr>
                <p:cNvPr id="7006" name="Google Shape;7006;p103"/>
                <p:cNvCxnSpPr/>
                <p:nvPr/>
              </p:nvCxnSpPr>
              <p:spPr>
                <a:xfrm flipH="1">
                  <a:off x="6685171" y="4525377"/>
                  <a:ext cx="4763" cy="855662"/>
                </a:xfrm>
                <a:prstGeom prst="straightConnector1">
                  <a:avLst/>
                </a:prstGeom>
                <a:noFill/>
                <a:ln cap="flat" cmpd="sng" w="25400">
                  <a:solidFill>
                    <a:schemeClr val="dk1"/>
                  </a:solidFill>
                  <a:prstDash val="solid"/>
                  <a:miter lim="800000"/>
                  <a:headEnd len="sm" w="sm" type="none"/>
                  <a:tailEnd len="sm" w="sm" type="none"/>
                </a:ln>
              </p:spPr>
            </p:cxnSp>
            <p:cxnSp>
              <p:nvCxnSpPr>
                <p:cNvPr id="7007" name="Google Shape;7007;p103"/>
                <p:cNvCxnSpPr/>
                <p:nvPr/>
              </p:nvCxnSpPr>
              <p:spPr>
                <a:xfrm>
                  <a:off x="6632784" y="4706352"/>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7008" name="Google Shape;7008;p103"/>
                <p:cNvCxnSpPr/>
                <p:nvPr/>
              </p:nvCxnSpPr>
              <p:spPr>
                <a:xfrm>
                  <a:off x="6631196" y="4771439"/>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7009" name="Google Shape;7009;p103"/>
                <p:cNvCxnSpPr/>
                <p:nvPr/>
              </p:nvCxnSpPr>
              <p:spPr>
                <a:xfrm>
                  <a:off x="6631196" y="4849227"/>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7010" name="Google Shape;7010;p103"/>
                <p:cNvCxnSpPr/>
                <p:nvPr/>
              </p:nvCxnSpPr>
              <p:spPr>
                <a:xfrm>
                  <a:off x="6629609" y="4914314"/>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7011" name="Google Shape;7011;p103"/>
                <p:cNvCxnSpPr/>
                <p:nvPr/>
              </p:nvCxnSpPr>
              <p:spPr>
                <a:xfrm>
                  <a:off x="6628021" y="4976227"/>
                  <a:ext cx="60325" cy="0"/>
                </a:xfrm>
                <a:prstGeom prst="straightConnector1">
                  <a:avLst/>
                </a:prstGeom>
                <a:noFill/>
                <a:ln cap="flat" cmpd="sng" w="9525">
                  <a:solidFill>
                    <a:schemeClr val="dk1"/>
                  </a:solidFill>
                  <a:prstDash val="solid"/>
                  <a:miter lim="800000"/>
                  <a:headEnd len="sm" w="sm" type="none"/>
                  <a:tailEnd len="sm" w="sm" type="none"/>
                </a:ln>
              </p:spPr>
            </p:cxnSp>
            <p:cxnSp>
              <p:nvCxnSpPr>
                <p:cNvPr id="7012" name="Google Shape;7012;p103"/>
                <p:cNvCxnSpPr/>
                <p:nvPr/>
              </p:nvCxnSpPr>
              <p:spPr>
                <a:xfrm>
                  <a:off x="6628021" y="5044489"/>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7013" name="Google Shape;7013;p103"/>
                <p:cNvCxnSpPr/>
                <p:nvPr/>
              </p:nvCxnSpPr>
              <p:spPr>
                <a:xfrm>
                  <a:off x="6626434" y="511433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7014" name="Google Shape;7014;p103"/>
                <p:cNvCxnSpPr/>
                <p:nvPr/>
              </p:nvCxnSpPr>
              <p:spPr>
                <a:xfrm>
                  <a:off x="6629609" y="518418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7015" name="Google Shape;7015;p103"/>
                <p:cNvCxnSpPr/>
                <p:nvPr/>
              </p:nvCxnSpPr>
              <p:spPr>
                <a:xfrm>
                  <a:off x="6631196" y="5252452"/>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7016" name="Google Shape;7016;p103"/>
                <p:cNvCxnSpPr/>
                <p:nvPr/>
              </p:nvCxnSpPr>
              <p:spPr>
                <a:xfrm>
                  <a:off x="6631196" y="5322302"/>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7017" name="Google Shape;7017;p103"/>
                <p:cNvCxnSpPr/>
                <p:nvPr/>
              </p:nvCxnSpPr>
              <p:spPr>
                <a:xfrm>
                  <a:off x="6632784" y="538738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7018" name="Google Shape;7018;p103"/>
                <p:cNvCxnSpPr/>
                <p:nvPr/>
              </p:nvCxnSpPr>
              <p:spPr>
                <a:xfrm rot="10800000">
                  <a:off x="6632784" y="4531727"/>
                  <a:ext cx="58737" cy="0"/>
                </a:xfrm>
                <a:prstGeom prst="straightConnector1">
                  <a:avLst/>
                </a:prstGeom>
                <a:noFill/>
                <a:ln cap="flat" cmpd="sng" w="22225">
                  <a:solidFill>
                    <a:schemeClr val="dk1"/>
                  </a:solidFill>
                  <a:prstDash val="solid"/>
                  <a:miter lim="800000"/>
                  <a:headEnd len="sm" w="sm" type="none"/>
                  <a:tailEnd len="sm" w="sm" type="none"/>
                </a:ln>
              </p:spPr>
            </p:cxnSp>
            <p:grpSp>
              <p:nvGrpSpPr>
                <p:cNvPr id="7019" name="Google Shape;7019;p103"/>
                <p:cNvGrpSpPr/>
                <p:nvPr/>
              </p:nvGrpSpPr>
              <p:grpSpPr>
                <a:xfrm>
                  <a:off x="6434171" y="4488570"/>
                  <a:ext cx="224203" cy="179034"/>
                  <a:chOff x="3668110" y="2448910"/>
                  <a:chExt cx="3794234" cy="2165130"/>
                </a:xfrm>
              </p:grpSpPr>
              <p:sp>
                <p:nvSpPr>
                  <p:cNvPr id="7020" name="Google Shape;7020;p103"/>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21" name="Google Shape;7021;p103"/>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022" name="Google Shape;7022;p103"/>
                  <p:cNvGrpSpPr/>
                  <p:nvPr/>
                </p:nvGrpSpPr>
                <p:grpSpPr>
                  <a:xfrm>
                    <a:off x="3941378" y="2603243"/>
                    <a:ext cx="3202061" cy="1066110"/>
                    <a:chOff x="7939341" y="3037317"/>
                    <a:chExt cx="897649" cy="353919"/>
                  </a:xfrm>
                </p:grpSpPr>
                <p:sp>
                  <p:nvSpPr>
                    <p:cNvPr id="6787" name="Google Shape;6787;p103"/>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23" name="Google Shape;7023;p103"/>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24" name="Google Shape;7024;p103"/>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25" name="Google Shape;7025;p103"/>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sp>
            <p:nvSpPr>
              <p:cNvPr id="7026" name="Google Shape;7026;p103"/>
              <p:cNvSpPr txBox="1"/>
              <p:nvPr/>
            </p:nvSpPr>
            <p:spPr>
              <a:xfrm>
                <a:off x="7327436" y="4173759"/>
                <a:ext cx="34336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t>
                </a:r>
                <a:endParaRPr/>
              </a:p>
            </p:txBody>
          </p:sp>
          <p:sp>
            <p:nvSpPr>
              <p:cNvPr id="7027" name="Google Shape;7027;p103"/>
              <p:cNvSpPr txBox="1"/>
              <p:nvPr/>
            </p:nvSpPr>
            <p:spPr>
              <a:xfrm>
                <a:off x="7423103" y="4980255"/>
                <a:ext cx="34336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t>
                </a:r>
                <a:endParaRPr/>
              </a:p>
            </p:txBody>
          </p:sp>
        </p:grpSp>
        <p:grpSp>
          <p:nvGrpSpPr>
            <p:cNvPr id="7028" name="Google Shape;7028;p103"/>
            <p:cNvGrpSpPr/>
            <p:nvPr/>
          </p:nvGrpSpPr>
          <p:grpSpPr>
            <a:xfrm>
              <a:off x="2237797" y="3951330"/>
              <a:ext cx="1425225" cy="1535120"/>
              <a:chOff x="6576715" y="4111039"/>
              <a:chExt cx="1425225" cy="1535120"/>
            </a:xfrm>
          </p:grpSpPr>
          <p:cxnSp>
            <p:nvCxnSpPr>
              <p:cNvPr id="7029" name="Google Shape;7029;p103"/>
              <p:cNvCxnSpPr>
                <a:endCxn id="7030" idx="4"/>
              </p:cNvCxnSpPr>
              <p:nvPr/>
            </p:nvCxnSpPr>
            <p:spPr>
              <a:xfrm flipH="1">
                <a:off x="6696047" y="4111039"/>
                <a:ext cx="436800" cy="591900"/>
              </a:xfrm>
              <a:prstGeom prst="straightConnector1">
                <a:avLst/>
              </a:prstGeom>
              <a:noFill/>
              <a:ln cap="flat" cmpd="sng" w="9525">
                <a:solidFill>
                  <a:schemeClr val="dk1"/>
                </a:solidFill>
                <a:prstDash val="solid"/>
                <a:miter lim="800000"/>
                <a:headEnd len="sm" w="sm" type="none"/>
                <a:tailEnd len="sm" w="sm" type="none"/>
              </a:ln>
            </p:spPr>
          </p:cxnSp>
          <p:cxnSp>
            <p:nvCxnSpPr>
              <p:cNvPr id="7031" name="Google Shape;7031;p103"/>
              <p:cNvCxnSpPr>
                <a:endCxn id="7032" idx="2"/>
              </p:cNvCxnSpPr>
              <p:nvPr/>
            </p:nvCxnSpPr>
            <p:spPr>
              <a:xfrm flipH="1">
                <a:off x="7005572" y="4120564"/>
                <a:ext cx="264900" cy="586500"/>
              </a:xfrm>
              <a:prstGeom prst="straightConnector1">
                <a:avLst/>
              </a:prstGeom>
              <a:noFill/>
              <a:ln cap="flat" cmpd="sng" w="9525">
                <a:solidFill>
                  <a:schemeClr val="dk1"/>
                </a:solidFill>
                <a:prstDash val="solid"/>
                <a:miter lim="800000"/>
                <a:headEnd len="sm" w="sm" type="none"/>
                <a:tailEnd len="sm" w="sm" type="none"/>
              </a:ln>
            </p:spPr>
          </p:cxnSp>
          <p:cxnSp>
            <p:nvCxnSpPr>
              <p:cNvPr id="7033" name="Google Shape;7033;p103"/>
              <p:cNvCxnSpPr>
                <a:endCxn id="7034" idx="4"/>
              </p:cNvCxnSpPr>
              <p:nvPr/>
            </p:nvCxnSpPr>
            <p:spPr>
              <a:xfrm>
                <a:off x="7539246" y="4149139"/>
                <a:ext cx="314700" cy="554700"/>
              </a:xfrm>
              <a:prstGeom prst="straightConnector1">
                <a:avLst/>
              </a:prstGeom>
              <a:noFill/>
              <a:ln cap="flat" cmpd="sng" w="9525">
                <a:solidFill>
                  <a:schemeClr val="dk1"/>
                </a:solidFill>
                <a:prstDash val="solid"/>
                <a:miter lim="800000"/>
                <a:headEnd len="sm" w="sm" type="none"/>
                <a:tailEnd len="sm" w="sm" type="none"/>
              </a:ln>
            </p:spPr>
          </p:cxnSp>
          <p:grpSp>
            <p:nvGrpSpPr>
              <p:cNvPr id="7035" name="Google Shape;7035;p103"/>
              <p:cNvGrpSpPr/>
              <p:nvPr/>
            </p:nvGrpSpPr>
            <p:grpSpPr>
              <a:xfrm>
                <a:off x="6576715" y="4640970"/>
                <a:ext cx="267206" cy="997245"/>
                <a:chOff x="6424315" y="4488570"/>
                <a:chExt cx="267206" cy="997245"/>
              </a:xfrm>
            </p:grpSpPr>
            <p:grpSp>
              <p:nvGrpSpPr>
                <p:cNvPr id="7036" name="Google Shape;7036;p103"/>
                <p:cNvGrpSpPr/>
                <p:nvPr/>
              </p:nvGrpSpPr>
              <p:grpSpPr>
                <a:xfrm>
                  <a:off x="6424315" y="4636502"/>
                  <a:ext cx="237939" cy="849312"/>
                  <a:chOff x="6396366" y="3061857"/>
                  <a:chExt cx="570079" cy="838094"/>
                </a:xfrm>
              </p:grpSpPr>
              <p:sp>
                <p:nvSpPr>
                  <p:cNvPr id="7037" name="Google Shape;7037;p103"/>
                  <p:cNvSpPr/>
                  <p:nvPr/>
                </p:nvSpPr>
                <p:spPr>
                  <a:xfrm>
                    <a:off x="6509786" y="3061857"/>
                    <a:ext cx="447707" cy="742536"/>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7038" name="Google Shape;7038;p103"/>
                  <p:cNvCxnSpPr/>
                  <p:nvPr/>
                </p:nvCxnSpPr>
                <p:spPr>
                  <a:xfrm flipH="1" rot="10800000">
                    <a:off x="6847057" y="3061857"/>
                    <a:ext cx="113419" cy="92425"/>
                  </a:xfrm>
                  <a:prstGeom prst="straightConnector1">
                    <a:avLst/>
                  </a:prstGeom>
                  <a:noFill/>
                  <a:ln cap="flat" cmpd="sng" w="9525">
                    <a:solidFill>
                      <a:schemeClr val="dk1"/>
                    </a:solidFill>
                    <a:prstDash val="solid"/>
                    <a:miter lim="800000"/>
                    <a:headEnd len="sm" w="sm" type="none"/>
                    <a:tailEnd len="sm" w="sm" type="none"/>
                  </a:ln>
                </p:spPr>
              </p:cxnSp>
              <p:sp>
                <p:nvSpPr>
                  <p:cNvPr id="7039" name="Google Shape;7039;p103"/>
                  <p:cNvSpPr/>
                  <p:nvPr/>
                </p:nvSpPr>
                <p:spPr>
                  <a:xfrm>
                    <a:off x="6476953" y="3071256"/>
                    <a:ext cx="131327" cy="1159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7040" name="Google Shape;7040;p103"/>
                  <p:cNvCxnSpPr/>
                  <p:nvPr/>
                </p:nvCxnSpPr>
                <p:spPr>
                  <a:xfrm flipH="1" rot="10800000">
                    <a:off x="6396367" y="3061857"/>
                    <a:ext cx="113419" cy="92425"/>
                  </a:xfrm>
                  <a:prstGeom prst="straightConnector1">
                    <a:avLst/>
                  </a:prstGeom>
                  <a:noFill/>
                  <a:ln cap="flat" cmpd="sng" w="9525">
                    <a:solidFill>
                      <a:schemeClr val="dk1"/>
                    </a:solidFill>
                    <a:prstDash val="solid"/>
                    <a:miter lim="800000"/>
                    <a:headEnd len="sm" w="sm" type="none"/>
                    <a:tailEnd len="sm" w="sm" type="none"/>
                  </a:ln>
                </p:spPr>
              </p:cxnSp>
              <p:sp>
                <p:nvSpPr>
                  <p:cNvPr id="7041" name="Google Shape;7041;p103"/>
                  <p:cNvSpPr/>
                  <p:nvPr/>
                </p:nvSpPr>
                <p:spPr>
                  <a:xfrm>
                    <a:off x="6817210" y="3702567"/>
                    <a:ext cx="131327" cy="1159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sp>
                <p:nvSpPr>
                  <p:cNvPr id="7042" name="Google Shape;7042;p103"/>
                  <p:cNvSpPr/>
                  <p:nvPr/>
                </p:nvSpPr>
                <p:spPr>
                  <a:xfrm>
                    <a:off x="6405320" y="3157415"/>
                    <a:ext cx="444723" cy="742536"/>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7043" name="Google Shape;7043;p103"/>
                  <p:cNvCxnSpPr/>
                  <p:nvPr/>
                </p:nvCxnSpPr>
                <p:spPr>
                  <a:xfrm flipH="1" rot="10800000">
                    <a:off x="6847057" y="3804392"/>
                    <a:ext cx="113419" cy="92425"/>
                  </a:xfrm>
                  <a:prstGeom prst="straightConnector1">
                    <a:avLst/>
                  </a:prstGeom>
                  <a:noFill/>
                  <a:ln cap="flat" cmpd="sng" w="9525">
                    <a:solidFill>
                      <a:schemeClr val="dk1"/>
                    </a:solidFill>
                    <a:prstDash val="solid"/>
                    <a:miter lim="800000"/>
                    <a:headEnd len="sm" w="sm" type="none"/>
                    <a:tailEnd len="sm" w="sm" type="none"/>
                  </a:ln>
                </p:spPr>
              </p:cxnSp>
              <p:grpSp>
                <p:nvGrpSpPr>
                  <p:cNvPr id="7044" name="Google Shape;7044;p103"/>
                  <p:cNvGrpSpPr/>
                  <p:nvPr/>
                </p:nvGrpSpPr>
                <p:grpSpPr>
                  <a:xfrm>
                    <a:off x="6399350" y="3137050"/>
                    <a:ext cx="561125" cy="92425"/>
                    <a:chOff x="6581076" y="2845711"/>
                    <a:chExt cx="561125" cy="92425"/>
                  </a:xfrm>
                </p:grpSpPr>
                <p:cxnSp>
                  <p:nvCxnSpPr>
                    <p:cNvPr id="7045" name="Google Shape;7045;p103"/>
                    <p:cNvCxnSpPr/>
                    <p:nvPr/>
                  </p:nvCxnSpPr>
                  <p:spPr>
                    <a:xfrm flipH="1" rot="10800000">
                      <a:off x="7028782" y="2845711"/>
                      <a:ext cx="113419" cy="92425"/>
                    </a:xfrm>
                    <a:prstGeom prst="straightConnector1">
                      <a:avLst/>
                    </a:prstGeom>
                    <a:noFill/>
                    <a:ln cap="flat" cmpd="sng" w="9525">
                      <a:solidFill>
                        <a:schemeClr val="dk1"/>
                      </a:solidFill>
                      <a:prstDash val="solid"/>
                      <a:miter lim="800000"/>
                      <a:headEnd len="sm" w="sm" type="none"/>
                      <a:tailEnd len="sm" w="sm" type="none"/>
                    </a:ln>
                  </p:spPr>
                </p:cxnSp>
                <p:cxnSp>
                  <p:nvCxnSpPr>
                    <p:cNvPr id="7046" name="Google Shape;7046;p103"/>
                    <p:cNvCxnSpPr/>
                    <p:nvPr/>
                  </p:nvCxnSpPr>
                  <p:spPr>
                    <a:xfrm>
                      <a:off x="6581076" y="2938136"/>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7047" name="Google Shape;7047;p103"/>
                  <p:cNvGrpSpPr/>
                  <p:nvPr/>
                </p:nvGrpSpPr>
                <p:grpSpPr>
                  <a:xfrm>
                    <a:off x="6399351" y="3202845"/>
                    <a:ext cx="567094" cy="89292"/>
                    <a:chOff x="6581557" y="2845642"/>
                    <a:chExt cx="567094" cy="89292"/>
                  </a:xfrm>
                </p:grpSpPr>
                <p:cxnSp>
                  <p:nvCxnSpPr>
                    <p:cNvPr id="7048" name="Google Shape;7048;p103"/>
                    <p:cNvCxnSpPr/>
                    <p:nvPr/>
                  </p:nvCxnSpPr>
                  <p:spPr>
                    <a:xfrm flipH="1" rot="10800000">
                      <a:off x="7029263" y="2845642"/>
                      <a:ext cx="119388" cy="89292"/>
                    </a:xfrm>
                    <a:prstGeom prst="straightConnector1">
                      <a:avLst/>
                    </a:prstGeom>
                    <a:noFill/>
                    <a:ln cap="flat" cmpd="sng" w="9525">
                      <a:solidFill>
                        <a:schemeClr val="dk1"/>
                      </a:solidFill>
                      <a:prstDash val="solid"/>
                      <a:miter lim="800000"/>
                      <a:headEnd len="sm" w="sm" type="none"/>
                      <a:tailEnd len="sm" w="sm" type="none"/>
                    </a:ln>
                  </p:spPr>
                </p:cxnSp>
                <p:cxnSp>
                  <p:nvCxnSpPr>
                    <p:cNvPr id="7049" name="Google Shape;7049;p103"/>
                    <p:cNvCxnSpPr/>
                    <p:nvPr/>
                  </p:nvCxnSpPr>
                  <p:spPr>
                    <a:xfrm>
                      <a:off x="6581557" y="2934934"/>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7050" name="Google Shape;7050;p103"/>
                  <p:cNvGrpSpPr/>
                  <p:nvPr/>
                </p:nvGrpSpPr>
                <p:grpSpPr>
                  <a:xfrm>
                    <a:off x="6399350" y="3268639"/>
                    <a:ext cx="558142" cy="89292"/>
                    <a:chOff x="6582036" y="2845572"/>
                    <a:chExt cx="558142" cy="89292"/>
                  </a:xfrm>
                </p:grpSpPr>
                <p:cxnSp>
                  <p:nvCxnSpPr>
                    <p:cNvPr id="7051" name="Google Shape;7051;p103"/>
                    <p:cNvCxnSpPr/>
                    <p:nvPr/>
                  </p:nvCxnSpPr>
                  <p:spPr>
                    <a:xfrm flipH="1" rot="10800000">
                      <a:off x="7026759" y="2845572"/>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7052" name="Google Shape;7052;p103"/>
                    <p:cNvCxnSpPr/>
                    <p:nvPr/>
                  </p:nvCxnSpPr>
                  <p:spPr>
                    <a:xfrm>
                      <a:off x="6582036" y="293486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7053" name="Google Shape;7053;p103"/>
                  <p:cNvGrpSpPr/>
                  <p:nvPr/>
                </p:nvGrpSpPr>
                <p:grpSpPr>
                  <a:xfrm>
                    <a:off x="6399350" y="3334433"/>
                    <a:ext cx="558141" cy="89292"/>
                    <a:chOff x="6582516" y="2845502"/>
                    <a:chExt cx="558141" cy="89292"/>
                  </a:xfrm>
                </p:grpSpPr>
                <p:cxnSp>
                  <p:nvCxnSpPr>
                    <p:cNvPr id="7054" name="Google Shape;7054;p103"/>
                    <p:cNvCxnSpPr/>
                    <p:nvPr/>
                  </p:nvCxnSpPr>
                  <p:spPr>
                    <a:xfrm flipH="1" rot="10800000">
                      <a:off x="7027238" y="2845502"/>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7055" name="Google Shape;7055;p103"/>
                    <p:cNvCxnSpPr/>
                    <p:nvPr/>
                  </p:nvCxnSpPr>
                  <p:spPr>
                    <a:xfrm>
                      <a:off x="6582516" y="293479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7056" name="Google Shape;7056;p103"/>
                  <p:cNvGrpSpPr/>
                  <p:nvPr/>
                </p:nvGrpSpPr>
                <p:grpSpPr>
                  <a:xfrm>
                    <a:off x="6399349" y="3400228"/>
                    <a:ext cx="558142" cy="89292"/>
                    <a:chOff x="6582995" y="2845433"/>
                    <a:chExt cx="558142" cy="89292"/>
                  </a:xfrm>
                </p:grpSpPr>
                <p:cxnSp>
                  <p:nvCxnSpPr>
                    <p:cNvPr id="7057" name="Google Shape;7057;p103"/>
                    <p:cNvCxnSpPr/>
                    <p:nvPr/>
                  </p:nvCxnSpPr>
                  <p:spPr>
                    <a:xfrm flipH="1" rot="10800000">
                      <a:off x="7027718" y="2845433"/>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7058" name="Google Shape;7058;p103"/>
                    <p:cNvCxnSpPr/>
                    <p:nvPr/>
                  </p:nvCxnSpPr>
                  <p:spPr>
                    <a:xfrm>
                      <a:off x="6582995" y="293472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7059" name="Google Shape;7059;p103"/>
                  <p:cNvGrpSpPr/>
                  <p:nvPr/>
                </p:nvGrpSpPr>
                <p:grpSpPr>
                  <a:xfrm>
                    <a:off x="6399351" y="3466022"/>
                    <a:ext cx="558141" cy="93992"/>
                    <a:chOff x="6583477" y="2845363"/>
                    <a:chExt cx="558141" cy="93992"/>
                  </a:xfrm>
                </p:grpSpPr>
                <p:cxnSp>
                  <p:nvCxnSpPr>
                    <p:cNvPr id="7060" name="Google Shape;7060;p103"/>
                    <p:cNvCxnSpPr/>
                    <p:nvPr/>
                  </p:nvCxnSpPr>
                  <p:spPr>
                    <a:xfrm flipH="1" rot="10800000">
                      <a:off x="7028199" y="2845363"/>
                      <a:ext cx="113419" cy="93992"/>
                    </a:xfrm>
                    <a:prstGeom prst="straightConnector1">
                      <a:avLst/>
                    </a:prstGeom>
                    <a:noFill/>
                    <a:ln cap="flat" cmpd="sng" w="9525">
                      <a:solidFill>
                        <a:schemeClr val="dk1"/>
                      </a:solidFill>
                      <a:prstDash val="solid"/>
                      <a:miter lim="800000"/>
                      <a:headEnd len="sm" w="sm" type="none"/>
                      <a:tailEnd len="sm" w="sm" type="none"/>
                    </a:ln>
                  </p:spPr>
                </p:cxnSp>
                <p:cxnSp>
                  <p:nvCxnSpPr>
                    <p:cNvPr id="7061" name="Google Shape;7061;p103"/>
                    <p:cNvCxnSpPr/>
                    <p:nvPr/>
                  </p:nvCxnSpPr>
                  <p:spPr>
                    <a:xfrm>
                      <a:off x="6583477" y="2939355"/>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7062" name="Google Shape;7062;p103"/>
                  <p:cNvGrpSpPr/>
                  <p:nvPr/>
                </p:nvGrpSpPr>
                <p:grpSpPr>
                  <a:xfrm>
                    <a:off x="6396366" y="3528683"/>
                    <a:ext cx="561126" cy="97125"/>
                    <a:chOff x="6580972" y="2842160"/>
                    <a:chExt cx="561126" cy="97125"/>
                  </a:xfrm>
                </p:grpSpPr>
                <p:cxnSp>
                  <p:nvCxnSpPr>
                    <p:cNvPr id="7063" name="Google Shape;7063;p103"/>
                    <p:cNvCxnSpPr/>
                    <p:nvPr/>
                  </p:nvCxnSpPr>
                  <p:spPr>
                    <a:xfrm flipH="1" rot="10800000">
                      <a:off x="7028679" y="2842160"/>
                      <a:ext cx="113419" cy="97125"/>
                    </a:xfrm>
                    <a:prstGeom prst="straightConnector1">
                      <a:avLst/>
                    </a:prstGeom>
                    <a:noFill/>
                    <a:ln cap="flat" cmpd="sng" w="9525">
                      <a:solidFill>
                        <a:schemeClr val="dk1"/>
                      </a:solidFill>
                      <a:prstDash val="solid"/>
                      <a:miter lim="800000"/>
                      <a:headEnd len="sm" w="sm" type="none"/>
                      <a:tailEnd len="sm" w="sm" type="none"/>
                    </a:ln>
                  </p:spPr>
                </p:cxnSp>
                <p:cxnSp>
                  <p:nvCxnSpPr>
                    <p:cNvPr id="7064" name="Google Shape;7064;p103"/>
                    <p:cNvCxnSpPr/>
                    <p:nvPr/>
                  </p:nvCxnSpPr>
                  <p:spPr>
                    <a:xfrm>
                      <a:off x="6580972" y="2939284"/>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7065" name="Google Shape;7065;p103"/>
                  <p:cNvGrpSpPr/>
                  <p:nvPr/>
                </p:nvGrpSpPr>
                <p:grpSpPr>
                  <a:xfrm>
                    <a:off x="6396366" y="3594477"/>
                    <a:ext cx="561125" cy="97125"/>
                    <a:chOff x="6581452" y="2842090"/>
                    <a:chExt cx="561125" cy="97125"/>
                  </a:xfrm>
                </p:grpSpPr>
                <p:cxnSp>
                  <p:nvCxnSpPr>
                    <p:cNvPr id="7066" name="Google Shape;7066;p103"/>
                    <p:cNvCxnSpPr/>
                    <p:nvPr/>
                  </p:nvCxnSpPr>
                  <p:spPr>
                    <a:xfrm flipH="1" rot="10800000">
                      <a:off x="7029158" y="2842090"/>
                      <a:ext cx="113419" cy="97125"/>
                    </a:xfrm>
                    <a:prstGeom prst="straightConnector1">
                      <a:avLst/>
                    </a:prstGeom>
                    <a:noFill/>
                    <a:ln cap="flat" cmpd="sng" w="9525">
                      <a:solidFill>
                        <a:schemeClr val="dk1"/>
                      </a:solidFill>
                      <a:prstDash val="solid"/>
                      <a:miter lim="800000"/>
                      <a:headEnd len="sm" w="sm" type="none"/>
                      <a:tailEnd len="sm" w="sm" type="none"/>
                    </a:ln>
                  </p:spPr>
                </p:cxnSp>
                <p:cxnSp>
                  <p:nvCxnSpPr>
                    <p:cNvPr id="7067" name="Google Shape;7067;p103"/>
                    <p:cNvCxnSpPr/>
                    <p:nvPr/>
                  </p:nvCxnSpPr>
                  <p:spPr>
                    <a:xfrm>
                      <a:off x="6581452" y="2939215"/>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7068" name="Google Shape;7068;p103"/>
                  <p:cNvGrpSpPr/>
                  <p:nvPr/>
                </p:nvGrpSpPr>
                <p:grpSpPr>
                  <a:xfrm>
                    <a:off x="6396367" y="3664970"/>
                    <a:ext cx="558140" cy="92426"/>
                    <a:chOff x="6581933" y="2846719"/>
                    <a:chExt cx="558140" cy="92426"/>
                  </a:xfrm>
                </p:grpSpPr>
                <p:cxnSp>
                  <p:nvCxnSpPr>
                    <p:cNvPr id="7069" name="Google Shape;7069;p103"/>
                    <p:cNvCxnSpPr/>
                    <p:nvPr/>
                  </p:nvCxnSpPr>
                  <p:spPr>
                    <a:xfrm flipH="1" rot="10800000">
                      <a:off x="7026654" y="2846719"/>
                      <a:ext cx="113419" cy="92426"/>
                    </a:xfrm>
                    <a:prstGeom prst="straightConnector1">
                      <a:avLst/>
                    </a:prstGeom>
                    <a:noFill/>
                    <a:ln cap="flat" cmpd="sng" w="9525">
                      <a:solidFill>
                        <a:schemeClr val="dk1"/>
                      </a:solidFill>
                      <a:prstDash val="solid"/>
                      <a:miter lim="800000"/>
                      <a:headEnd len="sm" w="sm" type="none"/>
                      <a:tailEnd len="sm" w="sm" type="none"/>
                    </a:ln>
                  </p:spPr>
                </p:cxnSp>
                <p:cxnSp>
                  <p:nvCxnSpPr>
                    <p:cNvPr id="7070" name="Google Shape;7070;p103"/>
                    <p:cNvCxnSpPr/>
                    <p:nvPr/>
                  </p:nvCxnSpPr>
                  <p:spPr>
                    <a:xfrm>
                      <a:off x="6581933" y="2939145"/>
                      <a:ext cx="450690" cy="0"/>
                    </a:xfrm>
                    <a:prstGeom prst="straightConnector1">
                      <a:avLst/>
                    </a:prstGeom>
                    <a:noFill/>
                    <a:ln cap="flat" cmpd="sng" w="9525">
                      <a:solidFill>
                        <a:schemeClr val="dk1"/>
                      </a:solidFill>
                      <a:prstDash val="solid"/>
                      <a:miter lim="800000"/>
                      <a:headEnd len="sm" w="sm" type="none"/>
                      <a:tailEnd len="sm" w="sm" type="none"/>
                    </a:ln>
                  </p:spPr>
                </p:cxnSp>
              </p:grpSp>
              <p:grpSp>
                <p:nvGrpSpPr>
                  <p:cNvPr id="7071" name="Google Shape;7071;p103"/>
                  <p:cNvGrpSpPr/>
                  <p:nvPr/>
                </p:nvGrpSpPr>
                <p:grpSpPr>
                  <a:xfrm>
                    <a:off x="6396367" y="3730765"/>
                    <a:ext cx="558139" cy="92426"/>
                    <a:chOff x="6582413" y="2846650"/>
                    <a:chExt cx="558139" cy="92426"/>
                  </a:xfrm>
                </p:grpSpPr>
                <p:cxnSp>
                  <p:nvCxnSpPr>
                    <p:cNvPr id="7072" name="Google Shape;7072;p103"/>
                    <p:cNvCxnSpPr/>
                    <p:nvPr/>
                  </p:nvCxnSpPr>
                  <p:spPr>
                    <a:xfrm flipH="1" rot="10800000">
                      <a:off x="7027133" y="2846650"/>
                      <a:ext cx="113419" cy="92426"/>
                    </a:xfrm>
                    <a:prstGeom prst="straightConnector1">
                      <a:avLst/>
                    </a:prstGeom>
                    <a:noFill/>
                    <a:ln cap="flat" cmpd="sng" w="9525">
                      <a:solidFill>
                        <a:schemeClr val="dk1"/>
                      </a:solidFill>
                      <a:prstDash val="solid"/>
                      <a:miter lim="800000"/>
                      <a:headEnd len="sm" w="sm" type="none"/>
                      <a:tailEnd len="sm" w="sm" type="none"/>
                    </a:ln>
                  </p:spPr>
                </p:cxnSp>
                <p:cxnSp>
                  <p:nvCxnSpPr>
                    <p:cNvPr id="7073" name="Google Shape;7073;p103"/>
                    <p:cNvCxnSpPr/>
                    <p:nvPr/>
                  </p:nvCxnSpPr>
                  <p:spPr>
                    <a:xfrm>
                      <a:off x="6582413" y="2939076"/>
                      <a:ext cx="450690" cy="0"/>
                    </a:xfrm>
                    <a:prstGeom prst="straightConnector1">
                      <a:avLst/>
                    </a:prstGeom>
                    <a:noFill/>
                    <a:ln cap="flat" cmpd="sng" w="9525">
                      <a:solidFill>
                        <a:schemeClr val="dk1"/>
                      </a:solidFill>
                      <a:prstDash val="solid"/>
                      <a:miter lim="800000"/>
                      <a:headEnd len="sm" w="sm" type="none"/>
                      <a:tailEnd len="sm" w="sm" type="none"/>
                    </a:ln>
                  </p:spPr>
                </p:cxnSp>
              </p:grpSp>
            </p:grpSp>
            <p:cxnSp>
              <p:nvCxnSpPr>
                <p:cNvPr id="7074" name="Google Shape;7074;p103"/>
                <p:cNvCxnSpPr/>
                <p:nvPr/>
              </p:nvCxnSpPr>
              <p:spPr>
                <a:xfrm flipH="1">
                  <a:off x="6685171" y="4525377"/>
                  <a:ext cx="4763" cy="855662"/>
                </a:xfrm>
                <a:prstGeom prst="straightConnector1">
                  <a:avLst/>
                </a:prstGeom>
                <a:noFill/>
                <a:ln cap="flat" cmpd="sng" w="25400">
                  <a:solidFill>
                    <a:schemeClr val="dk1"/>
                  </a:solidFill>
                  <a:prstDash val="solid"/>
                  <a:miter lim="800000"/>
                  <a:headEnd len="sm" w="sm" type="none"/>
                  <a:tailEnd len="sm" w="sm" type="none"/>
                </a:ln>
              </p:spPr>
            </p:cxnSp>
            <p:cxnSp>
              <p:nvCxnSpPr>
                <p:cNvPr id="7075" name="Google Shape;7075;p103"/>
                <p:cNvCxnSpPr/>
                <p:nvPr/>
              </p:nvCxnSpPr>
              <p:spPr>
                <a:xfrm>
                  <a:off x="6632784" y="4706352"/>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7076" name="Google Shape;7076;p103"/>
                <p:cNvCxnSpPr/>
                <p:nvPr/>
              </p:nvCxnSpPr>
              <p:spPr>
                <a:xfrm>
                  <a:off x="6631196" y="4771439"/>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7077" name="Google Shape;7077;p103"/>
                <p:cNvCxnSpPr/>
                <p:nvPr/>
              </p:nvCxnSpPr>
              <p:spPr>
                <a:xfrm>
                  <a:off x="6631196" y="4849227"/>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7078" name="Google Shape;7078;p103"/>
                <p:cNvCxnSpPr/>
                <p:nvPr/>
              </p:nvCxnSpPr>
              <p:spPr>
                <a:xfrm>
                  <a:off x="6629609" y="4914314"/>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7079" name="Google Shape;7079;p103"/>
                <p:cNvCxnSpPr/>
                <p:nvPr/>
              </p:nvCxnSpPr>
              <p:spPr>
                <a:xfrm>
                  <a:off x="6628021" y="4976227"/>
                  <a:ext cx="60325" cy="0"/>
                </a:xfrm>
                <a:prstGeom prst="straightConnector1">
                  <a:avLst/>
                </a:prstGeom>
                <a:noFill/>
                <a:ln cap="flat" cmpd="sng" w="9525">
                  <a:solidFill>
                    <a:schemeClr val="dk1"/>
                  </a:solidFill>
                  <a:prstDash val="solid"/>
                  <a:miter lim="800000"/>
                  <a:headEnd len="sm" w="sm" type="none"/>
                  <a:tailEnd len="sm" w="sm" type="none"/>
                </a:ln>
              </p:spPr>
            </p:cxnSp>
            <p:cxnSp>
              <p:nvCxnSpPr>
                <p:cNvPr id="7080" name="Google Shape;7080;p103"/>
                <p:cNvCxnSpPr/>
                <p:nvPr/>
              </p:nvCxnSpPr>
              <p:spPr>
                <a:xfrm>
                  <a:off x="6628021" y="5044489"/>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7081" name="Google Shape;7081;p103"/>
                <p:cNvCxnSpPr/>
                <p:nvPr/>
              </p:nvCxnSpPr>
              <p:spPr>
                <a:xfrm>
                  <a:off x="6626434" y="511433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7082" name="Google Shape;7082;p103"/>
                <p:cNvCxnSpPr/>
                <p:nvPr/>
              </p:nvCxnSpPr>
              <p:spPr>
                <a:xfrm>
                  <a:off x="6629609" y="518418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7083" name="Google Shape;7083;p103"/>
                <p:cNvCxnSpPr/>
                <p:nvPr/>
              </p:nvCxnSpPr>
              <p:spPr>
                <a:xfrm>
                  <a:off x="6631196" y="5252452"/>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7084" name="Google Shape;7084;p103"/>
                <p:cNvCxnSpPr/>
                <p:nvPr/>
              </p:nvCxnSpPr>
              <p:spPr>
                <a:xfrm>
                  <a:off x="6631196" y="5322302"/>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7085" name="Google Shape;7085;p103"/>
                <p:cNvCxnSpPr/>
                <p:nvPr/>
              </p:nvCxnSpPr>
              <p:spPr>
                <a:xfrm>
                  <a:off x="6632784" y="538738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7086" name="Google Shape;7086;p103"/>
                <p:cNvCxnSpPr/>
                <p:nvPr/>
              </p:nvCxnSpPr>
              <p:spPr>
                <a:xfrm rot="10800000">
                  <a:off x="6632784" y="4531727"/>
                  <a:ext cx="58737" cy="0"/>
                </a:xfrm>
                <a:prstGeom prst="straightConnector1">
                  <a:avLst/>
                </a:prstGeom>
                <a:noFill/>
                <a:ln cap="flat" cmpd="sng" w="22225">
                  <a:solidFill>
                    <a:schemeClr val="dk1"/>
                  </a:solidFill>
                  <a:prstDash val="solid"/>
                  <a:miter lim="800000"/>
                  <a:headEnd len="sm" w="sm" type="none"/>
                  <a:tailEnd len="sm" w="sm" type="none"/>
                </a:ln>
              </p:spPr>
            </p:cxnSp>
            <p:grpSp>
              <p:nvGrpSpPr>
                <p:cNvPr id="7087" name="Google Shape;7087;p103"/>
                <p:cNvGrpSpPr/>
                <p:nvPr/>
              </p:nvGrpSpPr>
              <p:grpSpPr>
                <a:xfrm>
                  <a:off x="6434171" y="4488570"/>
                  <a:ext cx="224203" cy="179034"/>
                  <a:chOff x="3668110" y="2448910"/>
                  <a:chExt cx="3794234" cy="2165130"/>
                </a:xfrm>
              </p:grpSpPr>
              <p:sp>
                <p:nvSpPr>
                  <p:cNvPr id="7088" name="Google Shape;7088;p103"/>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89" name="Google Shape;7089;p103"/>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090" name="Google Shape;7090;p103"/>
                  <p:cNvGrpSpPr/>
                  <p:nvPr/>
                </p:nvGrpSpPr>
                <p:grpSpPr>
                  <a:xfrm>
                    <a:off x="3941378" y="2603243"/>
                    <a:ext cx="3202061" cy="1066110"/>
                    <a:chOff x="7939341" y="3037317"/>
                    <a:chExt cx="897649" cy="353919"/>
                  </a:xfrm>
                </p:grpSpPr>
                <p:sp>
                  <p:nvSpPr>
                    <p:cNvPr id="7030" name="Google Shape;7030;p103"/>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91" name="Google Shape;7091;p103"/>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92" name="Google Shape;7092;p103"/>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93" name="Google Shape;7093;p103"/>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cxnSp>
            <p:nvCxnSpPr>
              <p:cNvPr id="7094" name="Google Shape;7094;p103"/>
              <p:cNvCxnSpPr>
                <a:endCxn id="7095" idx="9"/>
              </p:cNvCxnSpPr>
              <p:nvPr/>
            </p:nvCxnSpPr>
            <p:spPr>
              <a:xfrm>
                <a:off x="7282802" y="4119099"/>
                <a:ext cx="32700" cy="571500"/>
              </a:xfrm>
              <a:prstGeom prst="straightConnector1">
                <a:avLst/>
              </a:prstGeom>
              <a:noFill/>
              <a:ln cap="flat" cmpd="sng" w="9525">
                <a:solidFill>
                  <a:schemeClr val="dk1"/>
                </a:solidFill>
                <a:prstDash val="solid"/>
                <a:miter lim="800000"/>
                <a:headEnd len="sm" w="sm" type="none"/>
                <a:tailEnd len="sm" w="sm" type="none"/>
              </a:ln>
            </p:spPr>
          </p:cxnSp>
          <p:grpSp>
            <p:nvGrpSpPr>
              <p:cNvPr id="7096" name="Google Shape;7096;p103"/>
              <p:cNvGrpSpPr/>
              <p:nvPr/>
            </p:nvGrpSpPr>
            <p:grpSpPr>
              <a:xfrm>
                <a:off x="6885965" y="4644942"/>
                <a:ext cx="267206" cy="997245"/>
                <a:chOff x="6424315" y="4488570"/>
                <a:chExt cx="267206" cy="997245"/>
              </a:xfrm>
            </p:grpSpPr>
            <p:grpSp>
              <p:nvGrpSpPr>
                <p:cNvPr id="7097" name="Google Shape;7097;p103"/>
                <p:cNvGrpSpPr/>
                <p:nvPr/>
              </p:nvGrpSpPr>
              <p:grpSpPr>
                <a:xfrm>
                  <a:off x="6424315" y="4636502"/>
                  <a:ext cx="237939" cy="849312"/>
                  <a:chOff x="6396366" y="3061857"/>
                  <a:chExt cx="570079" cy="838094"/>
                </a:xfrm>
              </p:grpSpPr>
              <p:sp>
                <p:nvSpPr>
                  <p:cNvPr id="7098" name="Google Shape;7098;p103"/>
                  <p:cNvSpPr/>
                  <p:nvPr/>
                </p:nvSpPr>
                <p:spPr>
                  <a:xfrm>
                    <a:off x="6509786" y="3061857"/>
                    <a:ext cx="447707" cy="742536"/>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7099" name="Google Shape;7099;p103"/>
                  <p:cNvCxnSpPr/>
                  <p:nvPr/>
                </p:nvCxnSpPr>
                <p:spPr>
                  <a:xfrm flipH="1" rot="10800000">
                    <a:off x="6847057" y="3061857"/>
                    <a:ext cx="113419" cy="92425"/>
                  </a:xfrm>
                  <a:prstGeom prst="straightConnector1">
                    <a:avLst/>
                  </a:prstGeom>
                  <a:noFill/>
                  <a:ln cap="flat" cmpd="sng" w="9525">
                    <a:solidFill>
                      <a:schemeClr val="dk1"/>
                    </a:solidFill>
                    <a:prstDash val="solid"/>
                    <a:miter lim="800000"/>
                    <a:headEnd len="sm" w="sm" type="none"/>
                    <a:tailEnd len="sm" w="sm" type="none"/>
                  </a:ln>
                </p:spPr>
              </p:cxnSp>
              <p:sp>
                <p:nvSpPr>
                  <p:cNvPr id="7100" name="Google Shape;7100;p103"/>
                  <p:cNvSpPr/>
                  <p:nvPr/>
                </p:nvSpPr>
                <p:spPr>
                  <a:xfrm>
                    <a:off x="6476953" y="3071256"/>
                    <a:ext cx="131327" cy="1159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7101" name="Google Shape;7101;p103"/>
                  <p:cNvCxnSpPr/>
                  <p:nvPr/>
                </p:nvCxnSpPr>
                <p:spPr>
                  <a:xfrm flipH="1" rot="10800000">
                    <a:off x="6396367" y="3061857"/>
                    <a:ext cx="113419" cy="92425"/>
                  </a:xfrm>
                  <a:prstGeom prst="straightConnector1">
                    <a:avLst/>
                  </a:prstGeom>
                  <a:noFill/>
                  <a:ln cap="flat" cmpd="sng" w="9525">
                    <a:solidFill>
                      <a:schemeClr val="dk1"/>
                    </a:solidFill>
                    <a:prstDash val="solid"/>
                    <a:miter lim="800000"/>
                    <a:headEnd len="sm" w="sm" type="none"/>
                    <a:tailEnd len="sm" w="sm" type="none"/>
                  </a:ln>
                </p:spPr>
              </p:cxnSp>
              <p:sp>
                <p:nvSpPr>
                  <p:cNvPr id="7102" name="Google Shape;7102;p103"/>
                  <p:cNvSpPr/>
                  <p:nvPr/>
                </p:nvSpPr>
                <p:spPr>
                  <a:xfrm>
                    <a:off x="6817210" y="3702567"/>
                    <a:ext cx="131327" cy="1159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sp>
                <p:nvSpPr>
                  <p:cNvPr id="7103" name="Google Shape;7103;p103"/>
                  <p:cNvSpPr/>
                  <p:nvPr/>
                </p:nvSpPr>
                <p:spPr>
                  <a:xfrm>
                    <a:off x="6405320" y="3157415"/>
                    <a:ext cx="444723" cy="742536"/>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7104" name="Google Shape;7104;p103"/>
                  <p:cNvCxnSpPr/>
                  <p:nvPr/>
                </p:nvCxnSpPr>
                <p:spPr>
                  <a:xfrm flipH="1" rot="10800000">
                    <a:off x="6847057" y="3804392"/>
                    <a:ext cx="113419" cy="92425"/>
                  </a:xfrm>
                  <a:prstGeom prst="straightConnector1">
                    <a:avLst/>
                  </a:prstGeom>
                  <a:noFill/>
                  <a:ln cap="flat" cmpd="sng" w="9525">
                    <a:solidFill>
                      <a:schemeClr val="dk1"/>
                    </a:solidFill>
                    <a:prstDash val="solid"/>
                    <a:miter lim="800000"/>
                    <a:headEnd len="sm" w="sm" type="none"/>
                    <a:tailEnd len="sm" w="sm" type="none"/>
                  </a:ln>
                </p:spPr>
              </p:cxnSp>
              <p:grpSp>
                <p:nvGrpSpPr>
                  <p:cNvPr id="7105" name="Google Shape;7105;p103"/>
                  <p:cNvGrpSpPr/>
                  <p:nvPr/>
                </p:nvGrpSpPr>
                <p:grpSpPr>
                  <a:xfrm>
                    <a:off x="6399350" y="3137050"/>
                    <a:ext cx="561125" cy="92425"/>
                    <a:chOff x="6581076" y="2845711"/>
                    <a:chExt cx="561125" cy="92425"/>
                  </a:xfrm>
                </p:grpSpPr>
                <p:cxnSp>
                  <p:nvCxnSpPr>
                    <p:cNvPr id="7106" name="Google Shape;7106;p103"/>
                    <p:cNvCxnSpPr/>
                    <p:nvPr/>
                  </p:nvCxnSpPr>
                  <p:spPr>
                    <a:xfrm flipH="1" rot="10800000">
                      <a:off x="7028782" y="2845711"/>
                      <a:ext cx="113419" cy="92425"/>
                    </a:xfrm>
                    <a:prstGeom prst="straightConnector1">
                      <a:avLst/>
                    </a:prstGeom>
                    <a:noFill/>
                    <a:ln cap="flat" cmpd="sng" w="9525">
                      <a:solidFill>
                        <a:schemeClr val="dk1"/>
                      </a:solidFill>
                      <a:prstDash val="solid"/>
                      <a:miter lim="800000"/>
                      <a:headEnd len="sm" w="sm" type="none"/>
                      <a:tailEnd len="sm" w="sm" type="none"/>
                    </a:ln>
                  </p:spPr>
                </p:cxnSp>
                <p:cxnSp>
                  <p:nvCxnSpPr>
                    <p:cNvPr id="7107" name="Google Shape;7107;p103"/>
                    <p:cNvCxnSpPr/>
                    <p:nvPr/>
                  </p:nvCxnSpPr>
                  <p:spPr>
                    <a:xfrm>
                      <a:off x="6581076" y="2938136"/>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7108" name="Google Shape;7108;p103"/>
                  <p:cNvGrpSpPr/>
                  <p:nvPr/>
                </p:nvGrpSpPr>
                <p:grpSpPr>
                  <a:xfrm>
                    <a:off x="6399351" y="3202845"/>
                    <a:ext cx="567094" cy="89292"/>
                    <a:chOff x="6581557" y="2845642"/>
                    <a:chExt cx="567094" cy="89292"/>
                  </a:xfrm>
                </p:grpSpPr>
                <p:cxnSp>
                  <p:nvCxnSpPr>
                    <p:cNvPr id="7109" name="Google Shape;7109;p103"/>
                    <p:cNvCxnSpPr/>
                    <p:nvPr/>
                  </p:nvCxnSpPr>
                  <p:spPr>
                    <a:xfrm flipH="1" rot="10800000">
                      <a:off x="7029263" y="2845642"/>
                      <a:ext cx="119388" cy="89292"/>
                    </a:xfrm>
                    <a:prstGeom prst="straightConnector1">
                      <a:avLst/>
                    </a:prstGeom>
                    <a:noFill/>
                    <a:ln cap="flat" cmpd="sng" w="9525">
                      <a:solidFill>
                        <a:schemeClr val="dk1"/>
                      </a:solidFill>
                      <a:prstDash val="solid"/>
                      <a:miter lim="800000"/>
                      <a:headEnd len="sm" w="sm" type="none"/>
                      <a:tailEnd len="sm" w="sm" type="none"/>
                    </a:ln>
                  </p:spPr>
                </p:cxnSp>
                <p:cxnSp>
                  <p:nvCxnSpPr>
                    <p:cNvPr id="7110" name="Google Shape;7110;p103"/>
                    <p:cNvCxnSpPr/>
                    <p:nvPr/>
                  </p:nvCxnSpPr>
                  <p:spPr>
                    <a:xfrm>
                      <a:off x="6581557" y="2934934"/>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7111" name="Google Shape;7111;p103"/>
                  <p:cNvGrpSpPr/>
                  <p:nvPr/>
                </p:nvGrpSpPr>
                <p:grpSpPr>
                  <a:xfrm>
                    <a:off x="6399350" y="3268639"/>
                    <a:ext cx="558142" cy="89292"/>
                    <a:chOff x="6582036" y="2845572"/>
                    <a:chExt cx="558142" cy="89292"/>
                  </a:xfrm>
                </p:grpSpPr>
                <p:cxnSp>
                  <p:nvCxnSpPr>
                    <p:cNvPr id="7112" name="Google Shape;7112;p103"/>
                    <p:cNvCxnSpPr/>
                    <p:nvPr/>
                  </p:nvCxnSpPr>
                  <p:spPr>
                    <a:xfrm flipH="1" rot="10800000">
                      <a:off x="7026759" y="2845572"/>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7113" name="Google Shape;7113;p103"/>
                    <p:cNvCxnSpPr/>
                    <p:nvPr/>
                  </p:nvCxnSpPr>
                  <p:spPr>
                    <a:xfrm>
                      <a:off x="6582036" y="293486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7114" name="Google Shape;7114;p103"/>
                  <p:cNvGrpSpPr/>
                  <p:nvPr/>
                </p:nvGrpSpPr>
                <p:grpSpPr>
                  <a:xfrm>
                    <a:off x="6399350" y="3334433"/>
                    <a:ext cx="558141" cy="89292"/>
                    <a:chOff x="6582516" y="2845502"/>
                    <a:chExt cx="558141" cy="89292"/>
                  </a:xfrm>
                </p:grpSpPr>
                <p:cxnSp>
                  <p:nvCxnSpPr>
                    <p:cNvPr id="7115" name="Google Shape;7115;p103"/>
                    <p:cNvCxnSpPr/>
                    <p:nvPr/>
                  </p:nvCxnSpPr>
                  <p:spPr>
                    <a:xfrm flipH="1" rot="10800000">
                      <a:off x="7027238" y="2845502"/>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7116" name="Google Shape;7116;p103"/>
                    <p:cNvCxnSpPr/>
                    <p:nvPr/>
                  </p:nvCxnSpPr>
                  <p:spPr>
                    <a:xfrm>
                      <a:off x="6582516" y="293479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7117" name="Google Shape;7117;p103"/>
                  <p:cNvGrpSpPr/>
                  <p:nvPr/>
                </p:nvGrpSpPr>
                <p:grpSpPr>
                  <a:xfrm>
                    <a:off x="6399349" y="3400228"/>
                    <a:ext cx="558142" cy="89292"/>
                    <a:chOff x="6582995" y="2845433"/>
                    <a:chExt cx="558142" cy="89292"/>
                  </a:xfrm>
                </p:grpSpPr>
                <p:cxnSp>
                  <p:nvCxnSpPr>
                    <p:cNvPr id="7118" name="Google Shape;7118;p103"/>
                    <p:cNvCxnSpPr/>
                    <p:nvPr/>
                  </p:nvCxnSpPr>
                  <p:spPr>
                    <a:xfrm flipH="1" rot="10800000">
                      <a:off x="7027718" y="2845433"/>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7119" name="Google Shape;7119;p103"/>
                    <p:cNvCxnSpPr/>
                    <p:nvPr/>
                  </p:nvCxnSpPr>
                  <p:spPr>
                    <a:xfrm>
                      <a:off x="6582995" y="293472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7120" name="Google Shape;7120;p103"/>
                  <p:cNvGrpSpPr/>
                  <p:nvPr/>
                </p:nvGrpSpPr>
                <p:grpSpPr>
                  <a:xfrm>
                    <a:off x="6399351" y="3466022"/>
                    <a:ext cx="558141" cy="93992"/>
                    <a:chOff x="6583477" y="2845363"/>
                    <a:chExt cx="558141" cy="93992"/>
                  </a:xfrm>
                </p:grpSpPr>
                <p:cxnSp>
                  <p:nvCxnSpPr>
                    <p:cNvPr id="7121" name="Google Shape;7121;p103"/>
                    <p:cNvCxnSpPr/>
                    <p:nvPr/>
                  </p:nvCxnSpPr>
                  <p:spPr>
                    <a:xfrm flipH="1" rot="10800000">
                      <a:off x="7028199" y="2845363"/>
                      <a:ext cx="113419" cy="93992"/>
                    </a:xfrm>
                    <a:prstGeom prst="straightConnector1">
                      <a:avLst/>
                    </a:prstGeom>
                    <a:noFill/>
                    <a:ln cap="flat" cmpd="sng" w="9525">
                      <a:solidFill>
                        <a:schemeClr val="dk1"/>
                      </a:solidFill>
                      <a:prstDash val="solid"/>
                      <a:miter lim="800000"/>
                      <a:headEnd len="sm" w="sm" type="none"/>
                      <a:tailEnd len="sm" w="sm" type="none"/>
                    </a:ln>
                  </p:spPr>
                </p:cxnSp>
                <p:cxnSp>
                  <p:nvCxnSpPr>
                    <p:cNvPr id="7122" name="Google Shape;7122;p103"/>
                    <p:cNvCxnSpPr/>
                    <p:nvPr/>
                  </p:nvCxnSpPr>
                  <p:spPr>
                    <a:xfrm>
                      <a:off x="6583477" y="2939355"/>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7123" name="Google Shape;7123;p103"/>
                  <p:cNvGrpSpPr/>
                  <p:nvPr/>
                </p:nvGrpSpPr>
                <p:grpSpPr>
                  <a:xfrm>
                    <a:off x="6396366" y="3528683"/>
                    <a:ext cx="561126" cy="97125"/>
                    <a:chOff x="6580972" y="2842160"/>
                    <a:chExt cx="561126" cy="97125"/>
                  </a:xfrm>
                </p:grpSpPr>
                <p:cxnSp>
                  <p:nvCxnSpPr>
                    <p:cNvPr id="7124" name="Google Shape;7124;p103"/>
                    <p:cNvCxnSpPr/>
                    <p:nvPr/>
                  </p:nvCxnSpPr>
                  <p:spPr>
                    <a:xfrm flipH="1" rot="10800000">
                      <a:off x="7028679" y="2842160"/>
                      <a:ext cx="113419" cy="97125"/>
                    </a:xfrm>
                    <a:prstGeom prst="straightConnector1">
                      <a:avLst/>
                    </a:prstGeom>
                    <a:noFill/>
                    <a:ln cap="flat" cmpd="sng" w="9525">
                      <a:solidFill>
                        <a:schemeClr val="dk1"/>
                      </a:solidFill>
                      <a:prstDash val="solid"/>
                      <a:miter lim="800000"/>
                      <a:headEnd len="sm" w="sm" type="none"/>
                      <a:tailEnd len="sm" w="sm" type="none"/>
                    </a:ln>
                  </p:spPr>
                </p:cxnSp>
                <p:cxnSp>
                  <p:nvCxnSpPr>
                    <p:cNvPr id="7125" name="Google Shape;7125;p103"/>
                    <p:cNvCxnSpPr/>
                    <p:nvPr/>
                  </p:nvCxnSpPr>
                  <p:spPr>
                    <a:xfrm>
                      <a:off x="6580972" y="2939284"/>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7126" name="Google Shape;7126;p103"/>
                  <p:cNvGrpSpPr/>
                  <p:nvPr/>
                </p:nvGrpSpPr>
                <p:grpSpPr>
                  <a:xfrm>
                    <a:off x="6396366" y="3594477"/>
                    <a:ext cx="561125" cy="97125"/>
                    <a:chOff x="6581452" y="2842090"/>
                    <a:chExt cx="561125" cy="97125"/>
                  </a:xfrm>
                </p:grpSpPr>
                <p:cxnSp>
                  <p:nvCxnSpPr>
                    <p:cNvPr id="7127" name="Google Shape;7127;p103"/>
                    <p:cNvCxnSpPr/>
                    <p:nvPr/>
                  </p:nvCxnSpPr>
                  <p:spPr>
                    <a:xfrm flipH="1" rot="10800000">
                      <a:off x="7029158" y="2842090"/>
                      <a:ext cx="113419" cy="97125"/>
                    </a:xfrm>
                    <a:prstGeom prst="straightConnector1">
                      <a:avLst/>
                    </a:prstGeom>
                    <a:noFill/>
                    <a:ln cap="flat" cmpd="sng" w="9525">
                      <a:solidFill>
                        <a:schemeClr val="dk1"/>
                      </a:solidFill>
                      <a:prstDash val="solid"/>
                      <a:miter lim="800000"/>
                      <a:headEnd len="sm" w="sm" type="none"/>
                      <a:tailEnd len="sm" w="sm" type="none"/>
                    </a:ln>
                  </p:spPr>
                </p:cxnSp>
                <p:cxnSp>
                  <p:nvCxnSpPr>
                    <p:cNvPr id="7128" name="Google Shape;7128;p103"/>
                    <p:cNvCxnSpPr/>
                    <p:nvPr/>
                  </p:nvCxnSpPr>
                  <p:spPr>
                    <a:xfrm>
                      <a:off x="6581452" y="2939215"/>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7129" name="Google Shape;7129;p103"/>
                  <p:cNvGrpSpPr/>
                  <p:nvPr/>
                </p:nvGrpSpPr>
                <p:grpSpPr>
                  <a:xfrm>
                    <a:off x="6396367" y="3664970"/>
                    <a:ext cx="558140" cy="92426"/>
                    <a:chOff x="6581933" y="2846719"/>
                    <a:chExt cx="558140" cy="92426"/>
                  </a:xfrm>
                </p:grpSpPr>
                <p:cxnSp>
                  <p:nvCxnSpPr>
                    <p:cNvPr id="7130" name="Google Shape;7130;p103"/>
                    <p:cNvCxnSpPr/>
                    <p:nvPr/>
                  </p:nvCxnSpPr>
                  <p:spPr>
                    <a:xfrm flipH="1" rot="10800000">
                      <a:off x="7026654" y="2846719"/>
                      <a:ext cx="113419" cy="92426"/>
                    </a:xfrm>
                    <a:prstGeom prst="straightConnector1">
                      <a:avLst/>
                    </a:prstGeom>
                    <a:noFill/>
                    <a:ln cap="flat" cmpd="sng" w="9525">
                      <a:solidFill>
                        <a:schemeClr val="dk1"/>
                      </a:solidFill>
                      <a:prstDash val="solid"/>
                      <a:miter lim="800000"/>
                      <a:headEnd len="sm" w="sm" type="none"/>
                      <a:tailEnd len="sm" w="sm" type="none"/>
                    </a:ln>
                  </p:spPr>
                </p:cxnSp>
                <p:cxnSp>
                  <p:nvCxnSpPr>
                    <p:cNvPr id="7131" name="Google Shape;7131;p103"/>
                    <p:cNvCxnSpPr/>
                    <p:nvPr/>
                  </p:nvCxnSpPr>
                  <p:spPr>
                    <a:xfrm>
                      <a:off x="6581933" y="2939145"/>
                      <a:ext cx="450690" cy="0"/>
                    </a:xfrm>
                    <a:prstGeom prst="straightConnector1">
                      <a:avLst/>
                    </a:prstGeom>
                    <a:noFill/>
                    <a:ln cap="flat" cmpd="sng" w="9525">
                      <a:solidFill>
                        <a:schemeClr val="dk1"/>
                      </a:solidFill>
                      <a:prstDash val="solid"/>
                      <a:miter lim="800000"/>
                      <a:headEnd len="sm" w="sm" type="none"/>
                      <a:tailEnd len="sm" w="sm" type="none"/>
                    </a:ln>
                  </p:spPr>
                </p:cxnSp>
              </p:grpSp>
              <p:grpSp>
                <p:nvGrpSpPr>
                  <p:cNvPr id="7132" name="Google Shape;7132;p103"/>
                  <p:cNvGrpSpPr/>
                  <p:nvPr/>
                </p:nvGrpSpPr>
                <p:grpSpPr>
                  <a:xfrm>
                    <a:off x="6396367" y="3730765"/>
                    <a:ext cx="558139" cy="92426"/>
                    <a:chOff x="6582413" y="2846650"/>
                    <a:chExt cx="558139" cy="92426"/>
                  </a:xfrm>
                </p:grpSpPr>
                <p:cxnSp>
                  <p:nvCxnSpPr>
                    <p:cNvPr id="7133" name="Google Shape;7133;p103"/>
                    <p:cNvCxnSpPr/>
                    <p:nvPr/>
                  </p:nvCxnSpPr>
                  <p:spPr>
                    <a:xfrm flipH="1" rot="10800000">
                      <a:off x="7027133" y="2846650"/>
                      <a:ext cx="113419" cy="92426"/>
                    </a:xfrm>
                    <a:prstGeom prst="straightConnector1">
                      <a:avLst/>
                    </a:prstGeom>
                    <a:noFill/>
                    <a:ln cap="flat" cmpd="sng" w="9525">
                      <a:solidFill>
                        <a:schemeClr val="dk1"/>
                      </a:solidFill>
                      <a:prstDash val="solid"/>
                      <a:miter lim="800000"/>
                      <a:headEnd len="sm" w="sm" type="none"/>
                      <a:tailEnd len="sm" w="sm" type="none"/>
                    </a:ln>
                  </p:spPr>
                </p:cxnSp>
                <p:cxnSp>
                  <p:nvCxnSpPr>
                    <p:cNvPr id="7134" name="Google Shape;7134;p103"/>
                    <p:cNvCxnSpPr/>
                    <p:nvPr/>
                  </p:nvCxnSpPr>
                  <p:spPr>
                    <a:xfrm>
                      <a:off x="6582413" y="2939076"/>
                      <a:ext cx="450690" cy="0"/>
                    </a:xfrm>
                    <a:prstGeom prst="straightConnector1">
                      <a:avLst/>
                    </a:prstGeom>
                    <a:noFill/>
                    <a:ln cap="flat" cmpd="sng" w="9525">
                      <a:solidFill>
                        <a:schemeClr val="dk1"/>
                      </a:solidFill>
                      <a:prstDash val="solid"/>
                      <a:miter lim="800000"/>
                      <a:headEnd len="sm" w="sm" type="none"/>
                      <a:tailEnd len="sm" w="sm" type="none"/>
                    </a:ln>
                  </p:spPr>
                </p:cxnSp>
              </p:grpSp>
            </p:grpSp>
            <p:cxnSp>
              <p:nvCxnSpPr>
                <p:cNvPr id="7135" name="Google Shape;7135;p103"/>
                <p:cNvCxnSpPr/>
                <p:nvPr/>
              </p:nvCxnSpPr>
              <p:spPr>
                <a:xfrm flipH="1">
                  <a:off x="6685171" y="4525377"/>
                  <a:ext cx="4763" cy="855662"/>
                </a:xfrm>
                <a:prstGeom prst="straightConnector1">
                  <a:avLst/>
                </a:prstGeom>
                <a:noFill/>
                <a:ln cap="flat" cmpd="sng" w="25400">
                  <a:solidFill>
                    <a:schemeClr val="dk1"/>
                  </a:solidFill>
                  <a:prstDash val="solid"/>
                  <a:miter lim="800000"/>
                  <a:headEnd len="sm" w="sm" type="none"/>
                  <a:tailEnd len="sm" w="sm" type="none"/>
                </a:ln>
              </p:spPr>
            </p:cxnSp>
            <p:cxnSp>
              <p:nvCxnSpPr>
                <p:cNvPr id="7136" name="Google Shape;7136;p103"/>
                <p:cNvCxnSpPr/>
                <p:nvPr/>
              </p:nvCxnSpPr>
              <p:spPr>
                <a:xfrm>
                  <a:off x="6632784" y="4706352"/>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7137" name="Google Shape;7137;p103"/>
                <p:cNvCxnSpPr/>
                <p:nvPr/>
              </p:nvCxnSpPr>
              <p:spPr>
                <a:xfrm>
                  <a:off x="6631196" y="4771439"/>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7138" name="Google Shape;7138;p103"/>
                <p:cNvCxnSpPr/>
                <p:nvPr/>
              </p:nvCxnSpPr>
              <p:spPr>
                <a:xfrm>
                  <a:off x="6631196" y="4849227"/>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7139" name="Google Shape;7139;p103"/>
                <p:cNvCxnSpPr/>
                <p:nvPr/>
              </p:nvCxnSpPr>
              <p:spPr>
                <a:xfrm>
                  <a:off x="6629609" y="4914314"/>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7140" name="Google Shape;7140;p103"/>
                <p:cNvCxnSpPr/>
                <p:nvPr/>
              </p:nvCxnSpPr>
              <p:spPr>
                <a:xfrm>
                  <a:off x="6628021" y="4976227"/>
                  <a:ext cx="60325" cy="0"/>
                </a:xfrm>
                <a:prstGeom prst="straightConnector1">
                  <a:avLst/>
                </a:prstGeom>
                <a:noFill/>
                <a:ln cap="flat" cmpd="sng" w="9525">
                  <a:solidFill>
                    <a:schemeClr val="dk1"/>
                  </a:solidFill>
                  <a:prstDash val="solid"/>
                  <a:miter lim="800000"/>
                  <a:headEnd len="sm" w="sm" type="none"/>
                  <a:tailEnd len="sm" w="sm" type="none"/>
                </a:ln>
              </p:spPr>
            </p:cxnSp>
            <p:cxnSp>
              <p:nvCxnSpPr>
                <p:cNvPr id="7141" name="Google Shape;7141;p103"/>
                <p:cNvCxnSpPr/>
                <p:nvPr/>
              </p:nvCxnSpPr>
              <p:spPr>
                <a:xfrm>
                  <a:off x="6628021" y="5044489"/>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7142" name="Google Shape;7142;p103"/>
                <p:cNvCxnSpPr/>
                <p:nvPr/>
              </p:nvCxnSpPr>
              <p:spPr>
                <a:xfrm>
                  <a:off x="6626434" y="511433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7143" name="Google Shape;7143;p103"/>
                <p:cNvCxnSpPr/>
                <p:nvPr/>
              </p:nvCxnSpPr>
              <p:spPr>
                <a:xfrm>
                  <a:off x="6629609" y="518418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7144" name="Google Shape;7144;p103"/>
                <p:cNvCxnSpPr/>
                <p:nvPr/>
              </p:nvCxnSpPr>
              <p:spPr>
                <a:xfrm>
                  <a:off x="6631196" y="5252452"/>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7145" name="Google Shape;7145;p103"/>
                <p:cNvCxnSpPr/>
                <p:nvPr/>
              </p:nvCxnSpPr>
              <p:spPr>
                <a:xfrm>
                  <a:off x="6631196" y="5322302"/>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7146" name="Google Shape;7146;p103"/>
                <p:cNvCxnSpPr/>
                <p:nvPr/>
              </p:nvCxnSpPr>
              <p:spPr>
                <a:xfrm>
                  <a:off x="6632784" y="538738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7147" name="Google Shape;7147;p103"/>
                <p:cNvCxnSpPr/>
                <p:nvPr/>
              </p:nvCxnSpPr>
              <p:spPr>
                <a:xfrm rot="10800000">
                  <a:off x="6632784" y="4531727"/>
                  <a:ext cx="58737" cy="0"/>
                </a:xfrm>
                <a:prstGeom prst="straightConnector1">
                  <a:avLst/>
                </a:prstGeom>
                <a:noFill/>
                <a:ln cap="flat" cmpd="sng" w="22225">
                  <a:solidFill>
                    <a:schemeClr val="dk1"/>
                  </a:solidFill>
                  <a:prstDash val="solid"/>
                  <a:miter lim="800000"/>
                  <a:headEnd len="sm" w="sm" type="none"/>
                  <a:tailEnd len="sm" w="sm" type="none"/>
                </a:ln>
              </p:spPr>
            </p:cxnSp>
            <p:grpSp>
              <p:nvGrpSpPr>
                <p:cNvPr id="7148" name="Google Shape;7148;p103"/>
                <p:cNvGrpSpPr/>
                <p:nvPr/>
              </p:nvGrpSpPr>
              <p:grpSpPr>
                <a:xfrm>
                  <a:off x="6434171" y="4488570"/>
                  <a:ext cx="224203" cy="179034"/>
                  <a:chOff x="3668110" y="2448910"/>
                  <a:chExt cx="3794234" cy="2165130"/>
                </a:xfrm>
              </p:grpSpPr>
              <p:sp>
                <p:nvSpPr>
                  <p:cNvPr id="7149" name="Google Shape;7149;p103"/>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150" name="Google Shape;7150;p103"/>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151" name="Google Shape;7151;p103"/>
                  <p:cNvGrpSpPr/>
                  <p:nvPr/>
                </p:nvGrpSpPr>
                <p:grpSpPr>
                  <a:xfrm>
                    <a:off x="3941378" y="2603243"/>
                    <a:ext cx="3202061" cy="1066110"/>
                    <a:chOff x="7939341" y="3037317"/>
                    <a:chExt cx="897649" cy="353919"/>
                  </a:xfrm>
                </p:grpSpPr>
                <p:sp>
                  <p:nvSpPr>
                    <p:cNvPr id="7152" name="Google Shape;7152;p103"/>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153" name="Google Shape;7153;p103"/>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154" name="Google Shape;7154;p103"/>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32" name="Google Shape;7032;p103"/>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nvGrpSpPr>
              <p:cNvPr id="7155" name="Google Shape;7155;p103"/>
              <p:cNvGrpSpPr/>
              <p:nvPr/>
            </p:nvGrpSpPr>
            <p:grpSpPr>
              <a:xfrm>
                <a:off x="7195215" y="4648914"/>
                <a:ext cx="267206" cy="997245"/>
                <a:chOff x="6424315" y="4488570"/>
                <a:chExt cx="267206" cy="997245"/>
              </a:xfrm>
            </p:grpSpPr>
            <p:grpSp>
              <p:nvGrpSpPr>
                <p:cNvPr id="7156" name="Google Shape;7156;p103"/>
                <p:cNvGrpSpPr/>
                <p:nvPr/>
              </p:nvGrpSpPr>
              <p:grpSpPr>
                <a:xfrm>
                  <a:off x="6424315" y="4636502"/>
                  <a:ext cx="237939" cy="849312"/>
                  <a:chOff x="6396366" y="3061857"/>
                  <a:chExt cx="570079" cy="838094"/>
                </a:xfrm>
              </p:grpSpPr>
              <p:sp>
                <p:nvSpPr>
                  <p:cNvPr id="7157" name="Google Shape;7157;p103"/>
                  <p:cNvSpPr/>
                  <p:nvPr/>
                </p:nvSpPr>
                <p:spPr>
                  <a:xfrm>
                    <a:off x="6509786" y="3061857"/>
                    <a:ext cx="447707" cy="742536"/>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7158" name="Google Shape;7158;p103"/>
                  <p:cNvCxnSpPr/>
                  <p:nvPr/>
                </p:nvCxnSpPr>
                <p:spPr>
                  <a:xfrm flipH="1" rot="10800000">
                    <a:off x="6847057" y="3061857"/>
                    <a:ext cx="113419" cy="92425"/>
                  </a:xfrm>
                  <a:prstGeom prst="straightConnector1">
                    <a:avLst/>
                  </a:prstGeom>
                  <a:noFill/>
                  <a:ln cap="flat" cmpd="sng" w="9525">
                    <a:solidFill>
                      <a:schemeClr val="dk1"/>
                    </a:solidFill>
                    <a:prstDash val="solid"/>
                    <a:miter lim="800000"/>
                    <a:headEnd len="sm" w="sm" type="none"/>
                    <a:tailEnd len="sm" w="sm" type="none"/>
                  </a:ln>
                </p:spPr>
              </p:cxnSp>
              <p:sp>
                <p:nvSpPr>
                  <p:cNvPr id="7159" name="Google Shape;7159;p103"/>
                  <p:cNvSpPr/>
                  <p:nvPr/>
                </p:nvSpPr>
                <p:spPr>
                  <a:xfrm>
                    <a:off x="6476953" y="3071256"/>
                    <a:ext cx="131327" cy="1159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7160" name="Google Shape;7160;p103"/>
                  <p:cNvCxnSpPr/>
                  <p:nvPr/>
                </p:nvCxnSpPr>
                <p:spPr>
                  <a:xfrm flipH="1" rot="10800000">
                    <a:off x="6396367" y="3061857"/>
                    <a:ext cx="113419" cy="92425"/>
                  </a:xfrm>
                  <a:prstGeom prst="straightConnector1">
                    <a:avLst/>
                  </a:prstGeom>
                  <a:noFill/>
                  <a:ln cap="flat" cmpd="sng" w="9525">
                    <a:solidFill>
                      <a:schemeClr val="dk1"/>
                    </a:solidFill>
                    <a:prstDash val="solid"/>
                    <a:miter lim="800000"/>
                    <a:headEnd len="sm" w="sm" type="none"/>
                    <a:tailEnd len="sm" w="sm" type="none"/>
                  </a:ln>
                </p:spPr>
              </p:cxnSp>
              <p:sp>
                <p:nvSpPr>
                  <p:cNvPr id="7161" name="Google Shape;7161;p103"/>
                  <p:cNvSpPr/>
                  <p:nvPr/>
                </p:nvSpPr>
                <p:spPr>
                  <a:xfrm>
                    <a:off x="6817210" y="3702567"/>
                    <a:ext cx="131327" cy="1159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sp>
                <p:nvSpPr>
                  <p:cNvPr id="7162" name="Google Shape;7162;p103"/>
                  <p:cNvSpPr/>
                  <p:nvPr/>
                </p:nvSpPr>
                <p:spPr>
                  <a:xfrm>
                    <a:off x="6405320" y="3157415"/>
                    <a:ext cx="444723" cy="742536"/>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7163" name="Google Shape;7163;p103"/>
                  <p:cNvCxnSpPr/>
                  <p:nvPr/>
                </p:nvCxnSpPr>
                <p:spPr>
                  <a:xfrm flipH="1" rot="10800000">
                    <a:off x="6847057" y="3804392"/>
                    <a:ext cx="113419" cy="92425"/>
                  </a:xfrm>
                  <a:prstGeom prst="straightConnector1">
                    <a:avLst/>
                  </a:prstGeom>
                  <a:noFill/>
                  <a:ln cap="flat" cmpd="sng" w="9525">
                    <a:solidFill>
                      <a:schemeClr val="dk1"/>
                    </a:solidFill>
                    <a:prstDash val="solid"/>
                    <a:miter lim="800000"/>
                    <a:headEnd len="sm" w="sm" type="none"/>
                    <a:tailEnd len="sm" w="sm" type="none"/>
                  </a:ln>
                </p:spPr>
              </p:cxnSp>
              <p:grpSp>
                <p:nvGrpSpPr>
                  <p:cNvPr id="7164" name="Google Shape;7164;p103"/>
                  <p:cNvGrpSpPr/>
                  <p:nvPr/>
                </p:nvGrpSpPr>
                <p:grpSpPr>
                  <a:xfrm>
                    <a:off x="6399350" y="3137050"/>
                    <a:ext cx="561125" cy="92425"/>
                    <a:chOff x="6581076" y="2845711"/>
                    <a:chExt cx="561125" cy="92425"/>
                  </a:xfrm>
                </p:grpSpPr>
                <p:cxnSp>
                  <p:nvCxnSpPr>
                    <p:cNvPr id="7165" name="Google Shape;7165;p103"/>
                    <p:cNvCxnSpPr/>
                    <p:nvPr/>
                  </p:nvCxnSpPr>
                  <p:spPr>
                    <a:xfrm flipH="1" rot="10800000">
                      <a:off x="7028782" y="2845711"/>
                      <a:ext cx="113419" cy="92425"/>
                    </a:xfrm>
                    <a:prstGeom prst="straightConnector1">
                      <a:avLst/>
                    </a:prstGeom>
                    <a:noFill/>
                    <a:ln cap="flat" cmpd="sng" w="9525">
                      <a:solidFill>
                        <a:schemeClr val="dk1"/>
                      </a:solidFill>
                      <a:prstDash val="solid"/>
                      <a:miter lim="800000"/>
                      <a:headEnd len="sm" w="sm" type="none"/>
                      <a:tailEnd len="sm" w="sm" type="none"/>
                    </a:ln>
                  </p:spPr>
                </p:cxnSp>
                <p:cxnSp>
                  <p:nvCxnSpPr>
                    <p:cNvPr id="7166" name="Google Shape;7166;p103"/>
                    <p:cNvCxnSpPr/>
                    <p:nvPr/>
                  </p:nvCxnSpPr>
                  <p:spPr>
                    <a:xfrm>
                      <a:off x="6581076" y="2938136"/>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7167" name="Google Shape;7167;p103"/>
                  <p:cNvGrpSpPr/>
                  <p:nvPr/>
                </p:nvGrpSpPr>
                <p:grpSpPr>
                  <a:xfrm>
                    <a:off x="6399351" y="3202845"/>
                    <a:ext cx="567094" cy="89292"/>
                    <a:chOff x="6581557" y="2845642"/>
                    <a:chExt cx="567094" cy="89292"/>
                  </a:xfrm>
                </p:grpSpPr>
                <p:cxnSp>
                  <p:nvCxnSpPr>
                    <p:cNvPr id="7168" name="Google Shape;7168;p103"/>
                    <p:cNvCxnSpPr/>
                    <p:nvPr/>
                  </p:nvCxnSpPr>
                  <p:spPr>
                    <a:xfrm flipH="1" rot="10800000">
                      <a:off x="7029263" y="2845642"/>
                      <a:ext cx="119388" cy="89292"/>
                    </a:xfrm>
                    <a:prstGeom prst="straightConnector1">
                      <a:avLst/>
                    </a:prstGeom>
                    <a:noFill/>
                    <a:ln cap="flat" cmpd="sng" w="9525">
                      <a:solidFill>
                        <a:schemeClr val="dk1"/>
                      </a:solidFill>
                      <a:prstDash val="solid"/>
                      <a:miter lim="800000"/>
                      <a:headEnd len="sm" w="sm" type="none"/>
                      <a:tailEnd len="sm" w="sm" type="none"/>
                    </a:ln>
                  </p:spPr>
                </p:cxnSp>
                <p:cxnSp>
                  <p:nvCxnSpPr>
                    <p:cNvPr id="7169" name="Google Shape;7169;p103"/>
                    <p:cNvCxnSpPr/>
                    <p:nvPr/>
                  </p:nvCxnSpPr>
                  <p:spPr>
                    <a:xfrm>
                      <a:off x="6581557" y="2934934"/>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7170" name="Google Shape;7170;p103"/>
                  <p:cNvGrpSpPr/>
                  <p:nvPr/>
                </p:nvGrpSpPr>
                <p:grpSpPr>
                  <a:xfrm>
                    <a:off x="6399350" y="3268639"/>
                    <a:ext cx="558142" cy="89292"/>
                    <a:chOff x="6582036" y="2845572"/>
                    <a:chExt cx="558142" cy="89292"/>
                  </a:xfrm>
                </p:grpSpPr>
                <p:cxnSp>
                  <p:nvCxnSpPr>
                    <p:cNvPr id="7171" name="Google Shape;7171;p103"/>
                    <p:cNvCxnSpPr/>
                    <p:nvPr/>
                  </p:nvCxnSpPr>
                  <p:spPr>
                    <a:xfrm flipH="1" rot="10800000">
                      <a:off x="7026759" y="2845572"/>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7172" name="Google Shape;7172;p103"/>
                    <p:cNvCxnSpPr/>
                    <p:nvPr/>
                  </p:nvCxnSpPr>
                  <p:spPr>
                    <a:xfrm>
                      <a:off x="6582036" y="293486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7173" name="Google Shape;7173;p103"/>
                  <p:cNvGrpSpPr/>
                  <p:nvPr/>
                </p:nvGrpSpPr>
                <p:grpSpPr>
                  <a:xfrm>
                    <a:off x="6399350" y="3334433"/>
                    <a:ext cx="558141" cy="89292"/>
                    <a:chOff x="6582516" y="2845502"/>
                    <a:chExt cx="558141" cy="89292"/>
                  </a:xfrm>
                </p:grpSpPr>
                <p:cxnSp>
                  <p:nvCxnSpPr>
                    <p:cNvPr id="7174" name="Google Shape;7174;p103"/>
                    <p:cNvCxnSpPr/>
                    <p:nvPr/>
                  </p:nvCxnSpPr>
                  <p:spPr>
                    <a:xfrm flipH="1" rot="10800000">
                      <a:off x="7027238" y="2845502"/>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7175" name="Google Shape;7175;p103"/>
                    <p:cNvCxnSpPr/>
                    <p:nvPr/>
                  </p:nvCxnSpPr>
                  <p:spPr>
                    <a:xfrm>
                      <a:off x="6582516" y="293479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7176" name="Google Shape;7176;p103"/>
                  <p:cNvGrpSpPr/>
                  <p:nvPr/>
                </p:nvGrpSpPr>
                <p:grpSpPr>
                  <a:xfrm>
                    <a:off x="6399349" y="3400228"/>
                    <a:ext cx="558142" cy="89292"/>
                    <a:chOff x="6582995" y="2845433"/>
                    <a:chExt cx="558142" cy="89292"/>
                  </a:xfrm>
                </p:grpSpPr>
                <p:cxnSp>
                  <p:nvCxnSpPr>
                    <p:cNvPr id="7177" name="Google Shape;7177;p103"/>
                    <p:cNvCxnSpPr/>
                    <p:nvPr/>
                  </p:nvCxnSpPr>
                  <p:spPr>
                    <a:xfrm flipH="1" rot="10800000">
                      <a:off x="7027718" y="2845433"/>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7178" name="Google Shape;7178;p103"/>
                    <p:cNvCxnSpPr/>
                    <p:nvPr/>
                  </p:nvCxnSpPr>
                  <p:spPr>
                    <a:xfrm>
                      <a:off x="6582995" y="293472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7179" name="Google Shape;7179;p103"/>
                  <p:cNvGrpSpPr/>
                  <p:nvPr/>
                </p:nvGrpSpPr>
                <p:grpSpPr>
                  <a:xfrm>
                    <a:off x="6399351" y="3466022"/>
                    <a:ext cx="558141" cy="93992"/>
                    <a:chOff x="6583477" y="2845363"/>
                    <a:chExt cx="558141" cy="93992"/>
                  </a:xfrm>
                </p:grpSpPr>
                <p:cxnSp>
                  <p:nvCxnSpPr>
                    <p:cNvPr id="7180" name="Google Shape;7180;p103"/>
                    <p:cNvCxnSpPr/>
                    <p:nvPr/>
                  </p:nvCxnSpPr>
                  <p:spPr>
                    <a:xfrm flipH="1" rot="10800000">
                      <a:off x="7028199" y="2845363"/>
                      <a:ext cx="113419" cy="93992"/>
                    </a:xfrm>
                    <a:prstGeom prst="straightConnector1">
                      <a:avLst/>
                    </a:prstGeom>
                    <a:noFill/>
                    <a:ln cap="flat" cmpd="sng" w="9525">
                      <a:solidFill>
                        <a:schemeClr val="dk1"/>
                      </a:solidFill>
                      <a:prstDash val="solid"/>
                      <a:miter lim="800000"/>
                      <a:headEnd len="sm" w="sm" type="none"/>
                      <a:tailEnd len="sm" w="sm" type="none"/>
                    </a:ln>
                  </p:spPr>
                </p:cxnSp>
                <p:cxnSp>
                  <p:nvCxnSpPr>
                    <p:cNvPr id="7181" name="Google Shape;7181;p103"/>
                    <p:cNvCxnSpPr/>
                    <p:nvPr/>
                  </p:nvCxnSpPr>
                  <p:spPr>
                    <a:xfrm>
                      <a:off x="6583477" y="2939355"/>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7182" name="Google Shape;7182;p103"/>
                  <p:cNvGrpSpPr/>
                  <p:nvPr/>
                </p:nvGrpSpPr>
                <p:grpSpPr>
                  <a:xfrm>
                    <a:off x="6396366" y="3528683"/>
                    <a:ext cx="561126" cy="97125"/>
                    <a:chOff x="6580972" y="2842160"/>
                    <a:chExt cx="561126" cy="97125"/>
                  </a:xfrm>
                </p:grpSpPr>
                <p:cxnSp>
                  <p:nvCxnSpPr>
                    <p:cNvPr id="7183" name="Google Shape;7183;p103"/>
                    <p:cNvCxnSpPr/>
                    <p:nvPr/>
                  </p:nvCxnSpPr>
                  <p:spPr>
                    <a:xfrm flipH="1" rot="10800000">
                      <a:off x="7028679" y="2842160"/>
                      <a:ext cx="113419" cy="97125"/>
                    </a:xfrm>
                    <a:prstGeom prst="straightConnector1">
                      <a:avLst/>
                    </a:prstGeom>
                    <a:noFill/>
                    <a:ln cap="flat" cmpd="sng" w="9525">
                      <a:solidFill>
                        <a:schemeClr val="dk1"/>
                      </a:solidFill>
                      <a:prstDash val="solid"/>
                      <a:miter lim="800000"/>
                      <a:headEnd len="sm" w="sm" type="none"/>
                      <a:tailEnd len="sm" w="sm" type="none"/>
                    </a:ln>
                  </p:spPr>
                </p:cxnSp>
                <p:cxnSp>
                  <p:nvCxnSpPr>
                    <p:cNvPr id="7184" name="Google Shape;7184;p103"/>
                    <p:cNvCxnSpPr/>
                    <p:nvPr/>
                  </p:nvCxnSpPr>
                  <p:spPr>
                    <a:xfrm>
                      <a:off x="6580972" y="2939284"/>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7185" name="Google Shape;7185;p103"/>
                  <p:cNvGrpSpPr/>
                  <p:nvPr/>
                </p:nvGrpSpPr>
                <p:grpSpPr>
                  <a:xfrm>
                    <a:off x="6396366" y="3594477"/>
                    <a:ext cx="561125" cy="97125"/>
                    <a:chOff x="6581452" y="2842090"/>
                    <a:chExt cx="561125" cy="97125"/>
                  </a:xfrm>
                </p:grpSpPr>
                <p:cxnSp>
                  <p:nvCxnSpPr>
                    <p:cNvPr id="7186" name="Google Shape;7186;p103"/>
                    <p:cNvCxnSpPr/>
                    <p:nvPr/>
                  </p:nvCxnSpPr>
                  <p:spPr>
                    <a:xfrm flipH="1" rot="10800000">
                      <a:off x="7029158" y="2842090"/>
                      <a:ext cx="113419" cy="97125"/>
                    </a:xfrm>
                    <a:prstGeom prst="straightConnector1">
                      <a:avLst/>
                    </a:prstGeom>
                    <a:noFill/>
                    <a:ln cap="flat" cmpd="sng" w="9525">
                      <a:solidFill>
                        <a:schemeClr val="dk1"/>
                      </a:solidFill>
                      <a:prstDash val="solid"/>
                      <a:miter lim="800000"/>
                      <a:headEnd len="sm" w="sm" type="none"/>
                      <a:tailEnd len="sm" w="sm" type="none"/>
                    </a:ln>
                  </p:spPr>
                </p:cxnSp>
                <p:cxnSp>
                  <p:nvCxnSpPr>
                    <p:cNvPr id="7187" name="Google Shape;7187;p103"/>
                    <p:cNvCxnSpPr/>
                    <p:nvPr/>
                  </p:nvCxnSpPr>
                  <p:spPr>
                    <a:xfrm>
                      <a:off x="6581452" y="2939215"/>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7188" name="Google Shape;7188;p103"/>
                  <p:cNvGrpSpPr/>
                  <p:nvPr/>
                </p:nvGrpSpPr>
                <p:grpSpPr>
                  <a:xfrm>
                    <a:off x="6396367" y="3664970"/>
                    <a:ext cx="558140" cy="92426"/>
                    <a:chOff x="6581933" y="2846719"/>
                    <a:chExt cx="558140" cy="92426"/>
                  </a:xfrm>
                </p:grpSpPr>
                <p:cxnSp>
                  <p:nvCxnSpPr>
                    <p:cNvPr id="7189" name="Google Shape;7189;p103"/>
                    <p:cNvCxnSpPr/>
                    <p:nvPr/>
                  </p:nvCxnSpPr>
                  <p:spPr>
                    <a:xfrm flipH="1" rot="10800000">
                      <a:off x="7026654" y="2846719"/>
                      <a:ext cx="113419" cy="92426"/>
                    </a:xfrm>
                    <a:prstGeom prst="straightConnector1">
                      <a:avLst/>
                    </a:prstGeom>
                    <a:noFill/>
                    <a:ln cap="flat" cmpd="sng" w="9525">
                      <a:solidFill>
                        <a:schemeClr val="dk1"/>
                      </a:solidFill>
                      <a:prstDash val="solid"/>
                      <a:miter lim="800000"/>
                      <a:headEnd len="sm" w="sm" type="none"/>
                      <a:tailEnd len="sm" w="sm" type="none"/>
                    </a:ln>
                  </p:spPr>
                </p:cxnSp>
                <p:cxnSp>
                  <p:nvCxnSpPr>
                    <p:cNvPr id="7190" name="Google Shape;7190;p103"/>
                    <p:cNvCxnSpPr/>
                    <p:nvPr/>
                  </p:nvCxnSpPr>
                  <p:spPr>
                    <a:xfrm>
                      <a:off x="6581933" y="2939145"/>
                      <a:ext cx="450690" cy="0"/>
                    </a:xfrm>
                    <a:prstGeom prst="straightConnector1">
                      <a:avLst/>
                    </a:prstGeom>
                    <a:noFill/>
                    <a:ln cap="flat" cmpd="sng" w="9525">
                      <a:solidFill>
                        <a:schemeClr val="dk1"/>
                      </a:solidFill>
                      <a:prstDash val="solid"/>
                      <a:miter lim="800000"/>
                      <a:headEnd len="sm" w="sm" type="none"/>
                      <a:tailEnd len="sm" w="sm" type="none"/>
                    </a:ln>
                  </p:spPr>
                </p:cxnSp>
              </p:grpSp>
              <p:grpSp>
                <p:nvGrpSpPr>
                  <p:cNvPr id="7191" name="Google Shape;7191;p103"/>
                  <p:cNvGrpSpPr/>
                  <p:nvPr/>
                </p:nvGrpSpPr>
                <p:grpSpPr>
                  <a:xfrm>
                    <a:off x="6396367" y="3730765"/>
                    <a:ext cx="558139" cy="92426"/>
                    <a:chOff x="6582413" y="2846650"/>
                    <a:chExt cx="558139" cy="92426"/>
                  </a:xfrm>
                </p:grpSpPr>
                <p:cxnSp>
                  <p:nvCxnSpPr>
                    <p:cNvPr id="7192" name="Google Shape;7192;p103"/>
                    <p:cNvCxnSpPr/>
                    <p:nvPr/>
                  </p:nvCxnSpPr>
                  <p:spPr>
                    <a:xfrm flipH="1" rot="10800000">
                      <a:off x="7027133" y="2846650"/>
                      <a:ext cx="113419" cy="92426"/>
                    </a:xfrm>
                    <a:prstGeom prst="straightConnector1">
                      <a:avLst/>
                    </a:prstGeom>
                    <a:noFill/>
                    <a:ln cap="flat" cmpd="sng" w="9525">
                      <a:solidFill>
                        <a:schemeClr val="dk1"/>
                      </a:solidFill>
                      <a:prstDash val="solid"/>
                      <a:miter lim="800000"/>
                      <a:headEnd len="sm" w="sm" type="none"/>
                      <a:tailEnd len="sm" w="sm" type="none"/>
                    </a:ln>
                  </p:spPr>
                </p:cxnSp>
                <p:cxnSp>
                  <p:nvCxnSpPr>
                    <p:cNvPr id="7193" name="Google Shape;7193;p103"/>
                    <p:cNvCxnSpPr/>
                    <p:nvPr/>
                  </p:nvCxnSpPr>
                  <p:spPr>
                    <a:xfrm>
                      <a:off x="6582413" y="2939076"/>
                      <a:ext cx="450690" cy="0"/>
                    </a:xfrm>
                    <a:prstGeom prst="straightConnector1">
                      <a:avLst/>
                    </a:prstGeom>
                    <a:noFill/>
                    <a:ln cap="flat" cmpd="sng" w="9525">
                      <a:solidFill>
                        <a:schemeClr val="dk1"/>
                      </a:solidFill>
                      <a:prstDash val="solid"/>
                      <a:miter lim="800000"/>
                      <a:headEnd len="sm" w="sm" type="none"/>
                      <a:tailEnd len="sm" w="sm" type="none"/>
                    </a:ln>
                  </p:spPr>
                </p:cxnSp>
              </p:grpSp>
            </p:grpSp>
            <p:cxnSp>
              <p:nvCxnSpPr>
                <p:cNvPr id="7194" name="Google Shape;7194;p103"/>
                <p:cNvCxnSpPr/>
                <p:nvPr/>
              </p:nvCxnSpPr>
              <p:spPr>
                <a:xfrm flipH="1">
                  <a:off x="6685171" y="4525377"/>
                  <a:ext cx="4763" cy="855662"/>
                </a:xfrm>
                <a:prstGeom prst="straightConnector1">
                  <a:avLst/>
                </a:prstGeom>
                <a:noFill/>
                <a:ln cap="flat" cmpd="sng" w="25400">
                  <a:solidFill>
                    <a:schemeClr val="dk1"/>
                  </a:solidFill>
                  <a:prstDash val="solid"/>
                  <a:miter lim="800000"/>
                  <a:headEnd len="sm" w="sm" type="none"/>
                  <a:tailEnd len="sm" w="sm" type="none"/>
                </a:ln>
              </p:spPr>
            </p:cxnSp>
            <p:cxnSp>
              <p:nvCxnSpPr>
                <p:cNvPr id="7195" name="Google Shape;7195;p103"/>
                <p:cNvCxnSpPr/>
                <p:nvPr/>
              </p:nvCxnSpPr>
              <p:spPr>
                <a:xfrm>
                  <a:off x="6632784" y="4706352"/>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7196" name="Google Shape;7196;p103"/>
                <p:cNvCxnSpPr/>
                <p:nvPr/>
              </p:nvCxnSpPr>
              <p:spPr>
                <a:xfrm>
                  <a:off x="6631196" y="4771439"/>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7197" name="Google Shape;7197;p103"/>
                <p:cNvCxnSpPr/>
                <p:nvPr/>
              </p:nvCxnSpPr>
              <p:spPr>
                <a:xfrm>
                  <a:off x="6631196" y="4849227"/>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7198" name="Google Shape;7198;p103"/>
                <p:cNvCxnSpPr/>
                <p:nvPr/>
              </p:nvCxnSpPr>
              <p:spPr>
                <a:xfrm>
                  <a:off x="6629609" y="4914314"/>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7199" name="Google Shape;7199;p103"/>
                <p:cNvCxnSpPr/>
                <p:nvPr/>
              </p:nvCxnSpPr>
              <p:spPr>
                <a:xfrm>
                  <a:off x="6628021" y="4976227"/>
                  <a:ext cx="60325" cy="0"/>
                </a:xfrm>
                <a:prstGeom prst="straightConnector1">
                  <a:avLst/>
                </a:prstGeom>
                <a:noFill/>
                <a:ln cap="flat" cmpd="sng" w="9525">
                  <a:solidFill>
                    <a:schemeClr val="dk1"/>
                  </a:solidFill>
                  <a:prstDash val="solid"/>
                  <a:miter lim="800000"/>
                  <a:headEnd len="sm" w="sm" type="none"/>
                  <a:tailEnd len="sm" w="sm" type="none"/>
                </a:ln>
              </p:spPr>
            </p:cxnSp>
            <p:cxnSp>
              <p:nvCxnSpPr>
                <p:cNvPr id="7200" name="Google Shape;7200;p103"/>
                <p:cNvCxnSpPr/>
                <p:nvPr/>
              </p:nvCxnSpPr>
              <p:spPr>
                <a:xfrm>
                  <a:off x="6628021" y="5044489"/>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7201" name="Google Shape;7201;p103"/>
                <p:cNvCxnSpPr/>
                <p:nvPr/>
              </p:nvCxnSpPr>
              <p:spPr>
                <a:xfrm>
                  <a:off x="6626434" y="511433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7202" name="Google Shape;7202;p103"/>
                <p:cNvCxnSpPr/>
                <p:nvPr/>
              </p:nvCxnSpPr>
              <p:spPr>
                <a:xfrm>
                  <a:off x="6629609" y="518418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7203" name="Google Shape;7203;p103"/>
                <p:cNvCxnSpPr/>
                <p:nvPr/>
              </p:nvCxnSpPr>
              <p:spPr>
                <a:xfrm>
                  <a:off x="6631196" y="5252452"/>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7204" name="Google Shape;7204;p103"/>
                <p:cNvCxnSpPr/>
                <p:nvPr/>
              </p:nvCxnSpPr>
              <p:spPr>
                <a:xfrm>
                  <a:off x="6631196" y="5322302"/>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7205" name="Google Shape;7205;p103"/>
                <p:cNvCxnSpPr/>
                <p:nvPr/>
              </p:nvCxnSpPr>
              <p:spPr>
                <a:xfrm>
                  <a:off x="6632784" y="538738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7206" name="Google Shape;7206;p103"/>
                <p:cNvCxnSpPr/>
                <p:nvPr/>
              </p:nvCxnSpPr>
              <p:spPr>
                <a:xfrm rot="10800000">
                  <a:off x="6632784" y="4531727"/>
                  <a:ext cx="58737" cy="0"/>
                </a:xfrm>
                <a:prstGeom prst="straightConnector1">
                  <a:avLst/>
                </a:prstGeom>
                <a:noFill/>
                <a:ln cap="flat" cmpd="sng" w="22225">
                  <a:solidFill>
                    <a:schemeClr val="dk1"/>
                  </a:solidFill>
                  <a:prstDash val="solid"/>
                  <a:miter lim="800000"/>
                  <a:headEnd len="sm" w="sm" type="none"/>
                  <a:tailEnd len="sm" w="sm" type="none"/>
                </a:ln>
              </p:spPr>
            </p:cxnSp>
            <p:grpSp>
              <p:nvGrpSpPr>
                <p:cNvPr id="7207" name="Google Shape;7207;p103"/>
                <p:cNvGrpSpPr/>
                <p:nvPr/>
              </p:nvGrpSpPr>
              <p:grpSpPr>
                <a:xfrm>
                  <a:off x="6434171" y="4488570"/>
                  <a:ext cx="224203" cy="179034"/>
                  <a:chOff x="3668110" y="2448910"/>
                  <a:chExt cx="3794234" cy="2165130"/>
                </a:xfrm>
              </p:grpSpPr>
              <p:sp>
                <p:nvSpPr>
                  <p:cNvPr id="7208" name="Google Shape;7208;p103"/>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209" name="Google Shape;7209;p103"/>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210" name="Google Shape;7210;p103"/>
                  <p:cNvGrpSpPr/>
                  <p:nvPr/>
                </p:nvGrpSpPr>
                <p:grpSpPr>
                  <a:xfrm>
                    <a:off x="3941378" y="2603243"/>
                    <a:ext cx="3202061" cy="1066110"/>
                    <a:chOff x="7939341" y="3037317"/>
                    <a:chExt cx="897649" cy="353919"/>
                  </a:xfrm>
                </p:grpSpPr>
                <p:sp>
                  <p:nvSpPr>
                    <p:cNvPr id="7095" name="Google Shape;7095;p103"/>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211" name="Google Shape;7211;p103"/>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212" name="Google Shape;7212;p103"/>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213" name="Google Shape;7213;p103"/>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nvGrpSpPr>
              <p:cNvPr id="7214" name="Google Shape;7214;p103"/>
              <p:cNvGrpSpPr/>
              <p:nvPr/>
            </p:nvGrpSpPr>
            <p:grpSpPr>
              <a:xfrm>
                <a:off x="7734734" y="4641605"/>
                <a:ext cx="267206" cy="997245"/>
                <a:chOff x="6424315" y="4488570"/>
                <a:chExt cx="267206" cy="997245"/>
              </a:xfrm>
            </p:grpSpPr>
            <p:grpSp>
              <p:nvGrpSpPr>
                <p:cNvPr id="7215" name="Google Shape;7215;p103"/>
                <p:cNvGrpSpPr/>
                <p:nvPr/>
              </p:nvGrpSpPr>
              <p:grpSpPr>
                <a:xfrm>
                  <a:off x="6424315" y="4636502"/>
                  <a:ext cx="237939" cy="849312"/>
                  <a:chOff x="6396366" y="3061857"/>
                  <a:chExt cx="570079" cy="838094"/>
                </a:xfrm>
              </p:grpSpPr>
              <p:sp>
                <p:nvSpPr>
                  <p:cNvPr id="7216" name="Google Shape;7216;p103"/>
                  <p:cNvSpPr/>
                  <p:nvPr/>
                </p:nvSpPr>
                <p:spPr>
                  <a:xfrm>
                    <a:off x="6509786" y="3061857"/>
                    <a:ext cx="447707" cy="742536"/>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7217" name="Google Shape;7217;p103"/>
                  <p:cNvCxnSpPr/>
                  <p:nvPr/>
                </p:nvCxnSpPr>
                <p:spPr>
                  <a:xfrm flipH="1" rot="10800000">
                    <a:off x="6847057" y="3061857"/>
                    <a:ext cx="113419" cy="92425"/>
                  </a:xfrm>
                  <a:prstGeom prst="straightConnector1">
                    <a:avLst/>
                  </a:prstGeom>
                  <a:noFill/>
                  <a:ln cap="flat" cmpd="sng" w="9525">
                    <a:solidFill>
                      <a:schemeClr val="dk1"/>
                    </a:solidFill>
                    <a:prstDash val="solid"/>
                    <a:miter lim="800000"/>
                    <a:headEnd len="sm" w="sm" type="none"/>
                    <a:tailEnd len="sm" w="sm" type="none"/>
                  </a:ln>
                </p:spPr>
              </p:cxnSp>
              <p:sp>
                <p:nvSpPr>
                  <p:cNvPr id="7218" name="Google Shape;7218;p103"/>
                  <p:cNvSpPr/>
                  <p:nvPr/>
                </p:nvSpPr>
                <p:spPr>
                  <a:xfrm>
                    <a:off x="6476953" y="3071256"/>
                    <a:ext cx="131327" cy="1159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7219" name="Google Shape;7219;p103"/>
                  <p:cNvCxnSpPr/>
                  <p:nvPr/>
                </p:nvCxnSpPr>
                <p:spPr>
                  <a:xfrm flipH="1" rot="10800000">
                    <a:off x="6396367" y="3061857"/>
                    <a:ext cx="113419" cy="92425"/>
                  </a:xfrm>
                  <a:prstGeom prst="straightConnector1">
                    <a:avLst/>
                  </a:prstGeom>
                  <a:noFill/>
                  <a:ln cap="flat" cmpd="sng" w="9525">
                    <a:solidFill>
                      <a:schemeClr val="dk1"/>
                    </a:solidFill>
                    <a:prstDash val="solid"/>
                    <a:miter lim="800000"/>
                    <a:headEnd len="sm" w="sm" type="none"/>
                    <a:tailEnd len="sm" w="sm" type="none"/>
                  </a:ln>
                </p:spPr>
              </p:cxnSp>
              <p:sp>
                <p:nvSpPr>
                  <p:cNvPr id="7220" name="Google Shape;7220;p103"/>
                  <p:cNvSpPr/>
                  <p:nvPr/>
                </p:nvSpPr>
                <p:spPr>
                  <a:xfrm>
                    <a:off x="6817210" y="3702567"/>
                    <a:ext cx="131327" cy="1159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sp>
                <p:nvSpPr>
                  <p:cNvPr id="7221" name="Google Shape;7221;p103"/>
                  <p:cNvSpPr/>
                  <p:nvPr/>
                </p:nvSpPr>
                <p:spPr>
                  <a:xfrm>
                    <a:off x="6405320" y="3157415"/>
                    <a:ext cx="444723" cy="742536"/>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7222" name="Google Shape;7222;p103"/>
                  <p:cNvCxnSpPr/>
                  <p:nvPr/>
                </p:nvCxnSpPr>
                <p:spPr>
                  <a:xfrm flipH="1" rot="10800000">
                    <a:off x="6847057" y="3804392"/>
                    <a:ext cx="113419" cy="92425"/>
                  </a:xfrm>
                  <a:prstGeom prst="straightConnector1">
                    <a:avLst/>
                  </a:prstGeom>
                  <a:noFill/>
                  <a:ln cap="flat" cmpd="sng" w="9525">
                    <a:solidFill>
                      <a:schemeClr val="dk1"/>
                    </a:solidFill>
                    <a:prstDash val="solid"/>
                    <a:miter lim="800000"/>
                    <a:headEnd len="sm" w="sm" type="none"/>
                    <a:tailEnd len="sm" w="sm" type="none"/>
                  </a:ln>
                </p:spPr>
              </p:cxnSp>
              <p:grpSp>
                <p:nvGrpSpPr>
                  <p:cNvPr id="7223" name="Google Shape;7223;p103"/>
                  <p:cNvGrpSpPr/>
                  <p:nvPr/>
                </p:nvGrpSpPr>
                <p:grpSpPr>
                  <a:xfrm>
                    <a:off x="6399350" y="3137050"/>
                    <a:ext cx="561125" cy="92425"/>
                    <a:chOff x="6581076" y="2845711"/>
                    <a:chExt cx="561125" cy="92425"/>
                  </a:xfrm>
                </p:grpSpPr>
                <p:cxnSp>
                  <p:nvCxnSpPr>
                    <p:cNvPr id="7224" name="Google Shape;7224;p103"/>
                    <p:cNvCxnSpPr/>
                    <p:nvPr/>
                  </p:nvCxnSpPr>
                  <p:spPr>
                    <a:xfrm flipH="1" rot="10800000">
                      <a:off x="7028782" y="2845711"/>
                      <a:ext cx="113419" cy="92425"/>
                    </a:xfrm>
                    <a:prstGeom prst="straightConnector1">
                      <a:avLst/>
                    </a:prstGeom>
                    <a:noFill/>
                    <a:ln cap="flat" cmpd="sng" w="9525">
                      <a:solidFill>
                        <a:schemeClr val="dk1"/>
                      </a:solidFill>
                      <a:prstDash val="solid"/>
                      <a:miter lim="800000"/>
                      <a:headEnd len="sm" w="sm" type="none"/>
                      <a:tailEnd len="sm" w="sm" type="none"/>
                    </a:ln>
                  </p:spPr>
                </p:cxnSp>
                <p:cxnSp>
                  <p:nvCxnSpPr>
                    <p:cNvPr id="7225" name="Google Shape;7225;p103"/>
                    <p:cNvCxnSpPr/>
                    <p:nvPr/>
                  </p:nvCxnSpPr>
                  <p:spPr>
                    <a:xfrm>
                      <a:off x="6581076" y="2938136"/>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7226" name="Google Shape;7226;p103"/>
                  <p:cNvGrpSpPr/>
                  <p:nvPr/>
                </p:nvGrpSpPr>
                <p:grpSpPr>
                  <a:xfrm>
                    <a:off x="6399351" y="3202845"/>
                    <a:ext cx="567094" cy="89292"/>
                    <a:chOff x="6581557" y="2845642"/>
                    <a:chExt cx="567094" cy="89292"/>
                  </a:xfrm>
                </p:grpSpPr>
                <p:cxnSp>
                  <p:nvCxnSpPr>
                    <p:cNvPr id="7227" name="Google Shape;7227;p103"/>
                    <p:cNvCxnSpPr/>
                    <p:nvPr/>
                  </p:nvCxnSpPr>
                  <p:spPr>
                    <a:xfrm flipH="1" rot="10800000">
                      <a:off x="7029263" y="2845642"/>
                      <a:ext cx="119388" cy="89292"/>
                    </a:xfrm>
                    <a:prstGeom prst="straightConnector1">
                      <a:avLst/>
                    </a:prstGeom>
                    <a:noFill/>
                    <a:ln cap="flat" cmpd="sng" w="9525">
                      <a:solidFill>
                        <a:schemeClr val="dk1"/>
                      </a:solidFill>
                      <a:prstDash val="solid"/>
                      <a:miter lim="800000"/>
                      <a:headEnd len="sm" w="sm" type="none"/>
                      <a:tailEnd len="sm" w="sm" type="none"/>
                    </a:ln>
                  </p:spPr>
                </p:cxnSp>
                <p:cxnSp>
                  <p:nvCxnSpPr>
                    <p:cNvPr id="7228" name="Google Shape;7228;p103"/>
                    <p:cNvCxnSpPr/>
                    <p:nvPr/>
                  </p:nvCxnSpPr>
                  <p:spPr>
                    <a:xfrm>
                      <a:off x="6581557" y="2934934"/>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7229" name="Google Shape;7229;p103"/>
                  <p:cNvGrpSpPr/>
                  <p:nvPr/>
                </p:nvGrpSpPr>
                <p:grpSpPr>
                  <a:xfrm>
                    <a:off x="6399350" y="3268639"/>
                    <a:ext cx="558142" cy="89292"/>
                    <a:chOff x="6582036" y="2845572"/>
                    <a:chExt cx="558142" cy="89292"/>
                  </a:xfrm>
                </p:grpSpPr>
                <p:cxnSp>
                  <p:nvCxnSpPr>
                    <p:cNvPr id="7230" name="Google Shape;7230;p103"/>
                    <p:cNvCxnSpPr/>
                    <p:nvPr/>
                  </p:nvCxnSpPr>
                  <p:spPr>
                    <a:xfrm flipH="1" rot="10800000">
                      <a:off x="7026759" y="2845572"/>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7231" name="Google Shape;7231;p103"/>
                    <p:cNvCxnSpPr/>
                    <p:nvPr/>
                  </p:nvCxnSpPr>
                  <p:spPr>
                    <a:xfrm>
                      <a:off x="6582036" y="293486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7232" name="Google Shape;7232;p103"/>
                  <p:cNvGrpSpPr/>
                  <p:nvPr/>
                </p:nvGrpSpPr>
                <p:grpSpPr>
                  <a:xfrm>
                    <a:off x="6399350" y="3334433"/>
                    <a:ext cx="558141" cy="89292"/>
                    <a:chOff x="6582516" y="2845502"/>
                    <a:chExt cx="558141" cy="89292"/>
                  </a:xfrm>
                </p:grpSpPr>
                <p:cxnSp>
                  <p:nvCxnSpPr>
                    <p:cNvPr id="7233" name="Google Shape;7233;p103"/>
                    <p:cNvCxnSpPr/>
                    <p:nvPr/>
                  </p:nvCxnSpPr>
                  <p:spPr>
                    <a:xfrm flipH="1" rot="10800000">
                      <a:off x="7027238" y="2845502"/>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7234" name="Google Shape;7234;p103"/>
                    <p:cNvCxnSpPr/>
                    <p:nvPr/>
                  </p:nvCxnSpPr>
                  <p:spPr>
                    <a:xfrm>
                      <a:off x="6582516" y="293479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7235" name="Google Shape;7235;p103"/>
                  <p:cNvGrpSpPr/>
                  <p:nvPr/>
                </p:nvGrpSpPr>
                <p:grpSpPr>
                  <a:xfrm>
                    <a:off x="6399349" y="3400228"/>
                    <a:ext cx="558142" cy="89292"/>
                    <a:chOff x="6582995" y="2845433"/>
                    <a:chExt cx="558142" cy="89292"/>
                  </a:xfrm>
                </p:grpSpPr>
                <p:cxnSp>
                  <p:nvCxnSpPr>
                    <p:cNvPr id="7236" name="Google Shape;7236;p103"/>
                    <p:cNvCxnSpPr/>
                    <p:nvPr/>
                  </p:nvCxnSpPr>
                  <p:spPr>
                    <a:xfrm flipH="1" rot="10800000">
                      <a:off x="7027718" y="2845433"/>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7237" name="Google Shape;7237;p103"/>
                    <p:cNvCxnSpPr/>
                    <p:nvPr/>
                  </p:nvCxnSpPr>
                  <p:spPr>
                    <a:xfrm>
                      <a:off x="6582995" y="293472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7238" name="Google Shape;7238;p103"/>
                  <p:cNvGrpSpPr/>
                  <p:nvPr/>
                </p:nvGrpSpPr>
                <p:grpSpPr>
                  <a:xfrm>
                    <a:off x="6399351" y="3466022"/>
                    <a:ext cx="558141" cy="93992"/>
                    <a:chOff x="6583477" y="2845363"/>
                    <a:chExt cx="558141" cy="93992"/>
                  </a:xfrm>
                </p:grpSpPr>
                <p:cxnSp>
                  <p:nvCxnSpPr>
                    <p:cNvPr id="7239" name="Google Shape;7239;p103"/>
                    <p:cNvCxnSpPr/>
                    <p:nvPr/>
                  </p:nvCxnSpPr>
                  <p:spPr>
                    <a:xfrm flipH="1" rot="10800000">
                      <a:off x="7028199" y="2845363"/>
                      <a:ext cx="113419" cy="93992"/>
                    </a:xfrm>
                    <a:prstGeom prst="straightConnector1">
                      <a:avLst/>
                    </a:prstGeom>
                    <a:noFill/>
                    <a:ln cap="flat" cmpd="sng" w="9525">
                      <a:solidFill>
                        <a:schemeClr val="dk1"/>
                      </a:solidFill>
                      <a:prstDash val="solid"/>
                      <a:miter lim="800000"/>
                      <a:headEnd len="sm" w="sm" type="none"/>
                      <a:tailEnd len="sm" w="sm" type="none"/>
                    </a:ln>
                  </p:spPr>
                </p:cxnSp>
                <p:cxnSp>
                  <p:nvCxnSpPr>
                    <p:cNvPr id="7240" name="Google Shape;7240;p103"/>
                    <p:cNvCxnSpPr/>
                    <p:nvPr/>
                  </p:nvCxnSpPr>
                  <p:spPr>
                    <a:xfrm>
                      <a:off x="6583477" y="2939355"/>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7241" name="Google Shape;7241;p103"/>
                  <p:cNvGrpSpPr/>
                  <p:nvPr/>
                </p:nvGrpSpPr>
                <p:grpSpPr>
                  <a:xfrm>
                    <a:off x="6396366" y="3528683"/>
                    <a:ext cx="561126" cy="97125"/>
                    <a:chOff x="6580972" y="2842160"/>
                    <a:chExt cx="561126" cy="97125"/>
                  </a:xfrm>
                </p:grpSpPr>
                <p:cxnSp>
                  <p:nvCxnSpPr>
                    <p:cNvPr id="7242" name="Google Shape;7242;p103"/>
                    <p:cNvCxnSpPr/>
                    <p:nvPr/>
                  </p:nvCxnSpPr>
                  <p:spPr>
                    <a:xfrm flipH="1" rot="10800000">
                      <a:off x="7028679" y="2842160"/>
                      <a:ext cx="113419" cy="97125"/>
                    </a:xfrm>
                    <a:prstGeom prst="straightConnector1">
                      <a:avLst/>
                    </a:prstGeom>
                    <a:noFill/>
                    <a:ln cap="flat" cmpd="sng" w="9525">
                      <a:solidFill>
                        <a:schemeClr val="dk1"/>
                      </a:solidFill>
                      <a:prstDash val="solid"/>
                      <a:miter lim="800000"/>
                      <a:headEnd len="sm" w="sm" type="none"/>
                      <a:tailEnd len="sm" w="sm" type="none"/>
                    </a:ln>
                  </p:spPr>
                </p:cxnSp>
                <p:cxnSp>
                  <p:nvCxnSpPr>
                    <p:cNvPr id="7243" name="Google Shape;7243;p103"/>
                    <p:cNvCxnSpPr/>
                    <p:nvPr/>
                  </p:nvCxnSpPr>
                  <p:spPr>
                    <a:xfrm>
                      <a:off x="6580972" y="2939284"/>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7244" name="Google Shape;7244;p103"/>
                  <p:cNvGrpSpPr/>
                  <p:nvPr/>
                </p:nvGrpSpPr>
                <p:grpSpPr>
                  <a:xfrm>
                    <a:off x="6396366" y="3594477"/>
                    <a:ext cx="561125" cy="97125"/>
                    <a:chOff x="6581452" y="2842090"/>
                    <a:chExt cx="561125" cy="97125"/>
                  </a:xfrm>
                </p:grpSpPr>
                <p:cxnSp>
                  <p:nvCxnSpPr>
                    <p:cNvPr id="7245" name="Google Shape;7245;p103"/>
                    <p:cNvCxnSpPr/>
                    <p:nvPr/>
                  </p:nvCxnSpPr>
                  <p:spPr>
                    <a:xfrm flipH="1" rot="10800000">
                      <a:off x="7029158" y="2842090"/>
                      <a:ext cx="113419" cy="97125"/>
                    </a:xfrm>
                    <a:prstGeom prst="straightConnector1">
                      <a:avLst/>
                    </a:prstGeom>
                    <a:noFill/>
                    <a:ln cap="flat" cmpd="sng" w="9525">
                      <a:solidFill>
                        <a:schemeClr val="dk1"/>
                      </a:solidFill>
                      <a:prstDash val="solid"/>
                      <a:miter lim="800000"/>
                      <a:headEnd len="sm" w="sm" type="none"/>
                      <a:tailEnd len="sm" w="sm" type="none"/>
                    </a:ln>
                  </p:spPr>
                </p:cxnSp>
                <p:cxnSp>
                  <p:nvCxnSpPr>
                    <p:cNvPr id="7246" name="Google Shape;7246;p103"/>
                    <p:cNvCxnSpPr/>
                    <p:nvPr/>
                  </p:nvCxnSpPr>
                  <p:spPr>
                    <a:xfrm>
                      <a:off x="6581452" y="2939215"/>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7247" name="Google Shape;7247;p103"/>
                  <p:cNvGrpSpPr/>
                  <p:nvPr/>
                </p:nvGrpSpPr>
                <p:grpSpPr>
                  <a:xfrm>
                    <a:off x="6396367" y="3664970"/>
                    <a:ext cx="558140" cy="92426"/>
                    <a:chOff x="6581933" y="2846719"/>
                    <a:chExt cx="558140" cy="92426"/>
                  </a:xfrm>
                </p:grpSpPr>
                <p:cxnSp>
                  <p:nvCxnSpPr>
                    <p:cNvPr id="7248" name="Google Shape;7248;p103"/>
                    <p:cNvCxnSpPr/>
                    <p:nvPr/>
                  </p:nvCxnSpPr>
                  <p:spPr>
                    <a:xfrm flipH="1" rot="10800000">
                      <a:off x="7026654" y="2846719"/>
                      <a:ext cx="113419" cy="92426"/>
                    </a:xfrm>
                    <a:prstGeom prst="straightConnector1">
                      <a:avLst/>
                    </a:prstGeom>
                    <a:noFill/>
                    <a:ln cap="flat" cmpd="sng" w="9525">
                      <a:solidFill>
                        <a:schemeClr val="dk1"/>
                      </a:solidFill>
                      <a:prstDash val="solid"/>
                      <a:miter lim="800000"/>
                      <a:headEnd len="sm" w="sm" type="none"/>
                      <a:tailEnd len="sm" w="sm" type="none"/>
                    </a:ln>
                  </p:spPr>
                </p:cxnSp>
                <p:cxnSp>
                  <p:nvCxnSpPr>
                    <p:cNvPr id="7249" name="Google Shape;7249;p103"/>
                    <p:cNvCxnSpPr/>
                    <p:nvPr/>
                  </p:nvCxnSpPr>
                  <p:spPr>
                    <a:xfrm>
                      <a:off x="6581933" y="2939145"/>
                      <a:ext cx="450690" cy="0"/>
                    </a:xfrm>
                    <a:prstGeom prst="straightConnector1">
                      <a:avLst/>
                    </a:prstGeom>
                    <a:noFill/>
                    <a:ln cap="flat" cmpd="sng" w="9525">
                      <a:solidFill>
                        <a:schemeClr val="dk1"/>
                      </a:solidFill>
                      <a:prstDash val="solid"/>
                      <a:miter lim="800000"/>
                      <a:headEnd len="sm" w="sm" type="none"/>
                      <a:tailEnd len="sm" w="sm" type="none"/>
                    </a:ln>
                  </p:spPr>
                </p:cxnSp>
              </p:grpSp>
              <p:grpSp>
                <p:nvGrpSpPr>
                  <p:cNvPr id="7250" name="Google Shape;7250;p103"/>
                  <p:cNvGrpSpPr/>
                  <p:nvPr/>
                </p:nvGrpSpPr>
                <p:grpSpPr>
                  <a:xfrm>
                    <a:off x="6396367" y="3730765"/>
                    <a:ext cx="558139" cy="92426"/>
                    <a:chOff x="6582413" y="2846650"/>
                    <a:chExt cx="558139" cy="92426"/>
                  </a:xfrm>
                </p:grpSpPr>
                <p:cxnSp>
                  <p:nvCxnSpPr>
                    <p:cNvPr id="7251" name="Google Shape;7251;p103"/>
                    <p:cNvCxnSpPr/>
                    <p:nvPr/>
                  </p:nvCxnSpPr>
                  <p:spPr>
                    <a:xfrm flipH="1" rot="10800000">
                      <a:off x="7027133" y="2846650"/>
                      <a:ext cx="113419" cy="92426"/>
                    </a:xfrm>
                    <a:prstGeom prst="straightConnector1">
                      <a:avLst/>
                    </a:prstGeom>
                    <a:noFill/>
                    <a:ln cap="flat" cmpd="sng" w="9525">
                      <a:solidFill>
                        <a:schemeClr val="dk1"/>
                      </a:solidFill>
                      <a:prstDash val="solid"/>
                      <a:miter lim="800000"/>
                      <a:headEnd len="sm" w="sm" type="none"/>
                      <a:tailEnd len="sm" w="sm" type="none"/>
                    </a:ln>
                  </p:spPr>
                </p:cxnSp>
                <p:cxnSp>
                  <p:nvCxnSpPr>
                    <p:cNvPr id="7252" name="Google Shape;7252;p103"/>
                    <p:cNvCxnSpPr/>
                    <p:nvPr/>
                  </p:nvCxnSpPr>
                  <p:spPr>
                    <a:xfrm>
                      <a:off x="6582413" y="2939076"/>
                      <a:ext cx="450690" cy="0"/>
                    </a:xfrm>
                    <a:prstGeom prst="straightConnector1">
                      <a:avLst/>
                    </a:prstGeom>
                    <a:noFill/>
                    <a:ln cap="flat" cmpd="sng" w="9525">
                      <a:solidFill>
                        <a:schemeClr val="dk1"/>
                      </a:solidFill>
                      <a:prstDash val="solid"/>
                      <a:miter lim="800000"/>
                      <a:headEnd len="sm" w="sm" type="none"/>
                      <a:tailEnd len="sm" w="sm" type="none"/>
                    </a:ln>
                  </p:spPr>
                </p:cxnSp>
              </p:grpSp>
            </p:grpSp>
            <p:cxnSp>
              <p:nvCxnSpPr>
                <p:cNvPr id="7253" name="Google Shape;7253;p103"/>
                <p:cNvCxnSpPr/>
                <p:nvPr/>
              </p:nvCxnSpPr>
              <p:spPr>
                <a:xfrm flipH="1">
                  <a:off x="6685171" y="4525377"/>
                  <a:ext cx="4763" cy="855662"/>
                </a:xfrm>
                <a:prstGeom prst="straightConnector1">
                  <a:avLst/>
                </a:prstGeom>
                <a:noFill/>
                <a:ln cap="flat" cmpd="sng" w="25400">
                  <a:solidFill>
                    <a:schemeClr val="dk1"/>
                  </a:solidFill>
                  <a:prstDash val="solid"/>
                  <a:miter lim="800000"/>
                  <a:headEnd len="sm" w="sm" type="none"/>
                  <a:tailEnd len="sm" w="sm" type="none"/>
                </a:ln>
              </p:spPr>
            </p:cxnSp>
            <p:cxnSp>
              <p:nvCxnSpPr>
                <p:cNvPr id="7254" name="Google Shape;7254;p103"/>
                <p:cNvCxnSpPr/>
                <p:nvPr/>
              </p:nvCxnSpPr>
              <p:spPr>
                <a:xfrm>
                  <a:off x="6632784" y="4706352"/>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7255" name="Google Shape;7255;p103"/>
                <p:cNvCxnSpPr/>
                <p:nvPr/>
              </p:nvCxnSpPr>
              <p:spPr>
                <a:xfrm>
                  <a:off x="6631196" y="4771439"/>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7256" name="Google Shape;7256;p103"/>
                <p:cNvCxnSpPr/>
                <p:nvPr/>
              </p:nvCxnSpPr>
              <p:spPr>
                <a:xfrm>
                  <a:off x="6631196" y="4849227"/>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7257" name="Google Shape;7257;p103"/>
                <p:cNvCxnSpPr/>
                <p:nvPr/>
              </p:nvCxnSpPr>
              <p:spPr>
                <a:xfrm>
                  <a:off x="6629609" y="4914314"/>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7258" name="Google Shape;7258;p103"/>
                <p:cNvCxnSpPr/>
                <p:nvPr/>
              </p:nvCxnSpPr>
              <p:spPr>
                <a:xfrm>
                  <a:off x="6628021" y="4976227"/>
                  <a:ext cx="60325" cy="0"/>
                </a:xfrm>
                <a:prstGeom prst="straightConnector1">
                  <a:avLst/>
                </a:prstGeom>
                <a:noFill/>
                <a:ln cap="flat" cmpd="sng" w="9525">
                  <a:solidFill>
                    <a:schemeClr val="dk1"/>
                  </a:solidFill>
                  <a:prstDash val="solid"/>
                  <a:miter lim="800000"/>
                  <a:headEnd len="sm" w="sm" type="none"/>
                  <a:tailEnd len="sm" w="sm" type="none"/>
                </a:ln>
              </p:spPr>
            </p:cxnSp>
            <p:cxnSp>
              <p:nvCxnSpPr>
                <p:cNvPr id="7259" name="Google Shape;7259;p103"/>
                <p:cNvCxnSpPr/>
                <p:nvPr/>
              </p:nvCxnSpPr>
              <p:spPr>
                <a:xfrm>
                  <a:off x="6628021" y="5044489"/>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7260" name="Google Shape;7260;p103"/>
                <p:cNvCxnSpPr/>
                <p:nvPr/>
              </p:nvCxnSpPr>
              <p:spPr>
                <a:xfrm>
                  <a:off x="6626434" y="511433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7261" name="Google Shape;7261;p103"/>
                <p:cNvCxnSpPr/>
                <p:nvPr/>
              </p:nvCxnSpPr>
              <p:spPr>
                <a:xfrm>
                  <a:off x="6629609" y="518418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7262" name="Google Shape;7262;p103"/>
                <p:cNvCxnSpPr/>
                <p:nvPr/>
              </p:nvCxnSpPr>
              <p:spPr>
                <a:xfrm>
                  <a:off x="6631196" y="5252452"/>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7263" name="Google Shape;7263;p103"/>
                <p:cNvCxnSpPr/>
                <p:nvPr/>
              </p:nvCxnSpPr>
              <p:spPr>
                <a:xfrm>
                  <a:off x="6631196" y="5322302"/>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7264" name="Google Shape;7264;p103"/>
                <p:cNvCxnSpPr/>
                <p:nvPr/>
              </p:nvCxnSpPr>
              <p:spPr>
                <a:xfrm>
                  <a:off x="6632784" y="538738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7265" name="Google Shape;7265;p103"/>
                <p:cNvCxnSpPr/>
                <p:nvPr/>
              </p:nvCxnSpPr>
              <p:spPr>
                <a:xfrm rot="10800000">
                  <a:off x="6632784" y="4531727"/>
                  <a:ext cx="58737" cy="0"/>
                </a:xfrm>
                <a:prstGeom prst="straightConnector1">
                  <a:avLst/>
                </a:prstGeom>
                <a:noFill/>
                <a:ln cap="flat" cmpd="sng" w="22225">
                  <a:solidFill>
                    <a:schemeClr val="dk1"/>
                  </a:solidFill>
                  <a:prstDash val="solid"/>
                  <a:miter lim="800000"/>
                  <a:headEnd len="sm" w="sm" type="none"/>
                  <a:tailEnd len="sm" w="sm" type="none"/>
                </a:ln>
              </p:spPr>
            </p:cxnSp>
            <p:grpSp>
              <p:nvGrpSpPr>
                <p:cNvPr id="7266" name="Google Shape;7266;p103"/>
                <p:cNvGrpSpPr/>
                <p:nvPr/>
              </p:nvGrpSpPr>
              <p:grpSpPr>
                <a:xfrm>
                  <a:off x="6434171" y="4488570"/>
                  <a:ext cx="224203" cy="179034"/>
                  <a:chOff x="3668110" y="2448910"/>
                  <a:chExt cx="3794234" cy="2165130"/>
                </a:xfrm>
              </p:grpSpPr>
              <p:sp>
                <p:nvSpPr>
                  <p:cNvPr id="7267" name="Google Shape;7267;p103"/>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268" name="Google Shape;7268;p103"/>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269" name="Google Shape;7269;p103"/>
                  <p:cNvGrpSpPr/>
                  <p:nvPr/>
                </p:nvGrpSpPr>
                <p:grpSpPr>
                  <a:xfrm>
                    <a:off x="3941378" y="2603243"/>
                    <a:ext cx="3202061" cy="1066110"/>
                    <a:chOff x="7939341" y="3037317"/>
                    <a:chExt cx="897649" cy="353919"/>
                  </a:xfrm>
                </p:grpSpPr>
                <p:sp>
                  <p:nvSpPr>
                    <p:cNvPr id="7034" name="Google Shape;7034;p103"/>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270" name="Google Shape;7270;p103"/>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271" name="Google Shape;7271;p103"/>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272" name="Google Shape;7272;p103"/>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sp>
            <p:nvSpPr>
              <p:cNvPr id="7273" name="Google Shape;7273;p103"/>
              <p:cNvSpPr txBox="1"/>
              <p:nvPr/>
            </p:nvSpPr>
            <p:spPr>
              <a:xfrm>
                <a:off x="7327436" y="4173759"/>
                <a:ext cx="34336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t>
                </a:r>
                <a:endParaRPr/>
              </a:p>
            </p:txBody>
          </p:sp>
          <p:sp>
            <p:nvSpPr>
              <p:cNvPr id="7274" name="Google Shape;7274;p103"/>
              <p:cNvSpPr txBox="1"/>
              <p:nvPr/>
            </p:nvSpPr>
            <p:spPr>
              <a:xfrm>
                <a:off x="7423103" y="4980255"/>
                <a:ext cx="34336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t>
                </a:r>
                <a:endParaRPr/>
              </a:p>
            </p:txBody>
          </p:sp>
        </p:grpSp>
        <p:grpSp>
          <p:nvGrpSpPr>
            <p:cNvPr id="7275" name="Google Shape;7275;p103"/>
            <p:cNvGrpSpPr/>
            <p:nvPr/>
          </p:nvGrpSpPr>
          <p:grpSpPr>
            <a:xfrm>
              <a:off x="628632" y="3951330"/>
              <a:ext cx="1425225" cy="1535120"/>
              <a:chOff x="6576715" y="4111039"/>
              <a:chExt cx="1425225" cy="1535120"/>
            </a:xfrm>
          </p:grpSpPr>
          <p:cxnSp>
            <p:nvCxnSpPr>
              <p:cNvPr id="7276" name="Google Shape;7276;p103"/>
              <p:cNvCxnSpPr>
                <a:endCxn id="7277" idx="4"/>
              </p:cNvCxnSpPr>
              <p:nvPr/>
            </p:nvCxnSpPr>
            <p:spPr>
              <a:xfrm flipH="1">
                <a:off x="6696047" y="4111039"/>
                <a:ext cx="436800" cy="591900"/>
              </a:xfrm>
              <a:prstGeom prst="straightConnector1">
                <a:avLst/>
              </a:prstGeom>
              <a:noFill/>
              <a:ln cap="flat" cmpd="sng" w="9525">
                <a:solidFill>
                  <a:schemeClr val="dk1"/>
                </a:solidFill>
                <a:prstDash val="solid"/>
                <a:miter lim="800000"/>
                <a:headEnd len="sm" w="sm" type="none"/>
                <a:tailEnd len="sm" w="sm" type="none"/>
              </a:ln>
            </p:spPr>
          </p:cxnSp>
          <p:cxnSp>
            <p:nvCxnSpPr>
              <p:cNvPr id="7278" name="Google Shape;7278;p103"/>
              <p:cNvCxnSpPr>
                <a:endCxn id="7279" idx="2"/>
              </p:cNvCxnSpPr>
              <p:nvPr/>
            </p:nvCxnSpPr>
            <p:spPr>
              <a:xfrm flipH="1">
                <a:off x="7005572" y="4120564"/>
                <a:ext cx="264900" cy="586500"/>
              </a:xfrm>
              <a:prstGeom prst="straightConnector1">
                <a:avLst/>
              </a:prstGeom>
              <a:noFill/>
              <a:ln cap="flat" cmpd="sng" w="9525">
                <a:solidFill>
                  <a:schemeClr val="dk1"/>
                </a:solidFill>
                <a:prstDash val="solid"/>
                <a:miter lim="800000"/>
                <a:headEnd len="sm" w="sm" type="none"/>
                <a:tailEnd len="sm" w="sm" type="none"/>
              </a:ln>
            </p:spPr>
          </p:cxnSp>
          <p:cxnSp>
            <p:nvCxnSpPr>
              <p:cNvPr id="7280" name="Google Shape;7280;p103"/>
              <p:cNvCxnSpPr>
                <a:endCxn id="7281" idx="4"/>
              </p:cNvCxnSpPr>
              <p:nvPr/>
            </p:nvCxnSpPr>
            <p:spPr>
              <a:xfrm>
                <a:off x="7539246" y="4149139"/>
                <a:ext cx="314700" cy="554700"/>
              </a:xfrm>
              <a:prstGeom prst="straightConnector1">
                <a:avLst/>
              </a:prstGeom>
              <a:noFill/>
              <a:ln cap="flat" cmpd="sng" w="9525">
                <a:solidFill>
                  <a:schemeClr val="dk1"/>
                </a:solidFill>
                <a:prstDash val="solid"/>
                <a:miter lim="800000"/>
                <a:headEnd len="sm" w="sm" type="none"/>
                <a:tailEnd len="sm" w="sm" type="none"/>
              </a:ln>
            </p:spPr>
          </p:cxnSp>
          <p:grpSp>
            <p:nvGrpSpPr>
              <p:cNvPr id="7282" name="Google Shape;7282;p103"/>
              <p:cNvGrpSpPr/>
              <p:nvPr/>
            </p:nvGrpSpPr>
            <p:grpSpPr>
              <a:xfrm>
                <a:off x="6576715" y="4640970"/>
                <a:ext cx="267206" cy="997245"/>
                <a:chOff x="6424315" y="4488570"/>
                <a:chExt cx="267206" cy="997245"/>
              </a:xfrm>
            </p:grpSpPr>
            <p:grpSp>
              <p:nvGrpSpPr>
                <p:cNvPr id="7283" name="Google Shape;7283;p103"/>
                <p:cNvGrpSpPr/>
                <p:nvPr/>
              </p:nvGrpSpPr>
              <p:grpSpPr>
                <a:xfrm>
                  <a:off x="6424315" y="4636502"/>
                  <a:ext cx="237939" cy="849312"/>
                  <a:chOff x="6396366" y="3061857"/>
                  <a:chExt cx="570079" cy="838094"/>
                </a:xfrm>
              </p:grpSpPr>
              <p:sp>
                <p:nvSpPr>
                  <p:cNvPr id="7284" name="Google Shape;7284;p103"/>
                  <p:cNvSpPr/>
                  <p:nvPr/>
                </p:nvSpPr>
                <p:spPr>
                  <a:xfrm>
                    <a:off x="6509786" y="3061857"/>
                    <a:ext cx="447707" cy="742536"/>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7285" name="Google Shape;7285;p103"/>
                  <p:cNvCxnSpPr/>
                  <p:nvPr/>
                </p:nvCxnSpPr>
                <p:spPr>
                  <a:xfrm flipH="1" rot="10800000">
                    <a:off x="6847057" y="3061857"/>
                    <a:ext cx="113419" cy="92425"/>
                  </a:xfrm>
                  <a:prstGeom prst="straightConnector1">
                    <a:avLst/>
                  </a:prstGeom>
                  <a:noFill/>
                  <a:ln cap="flat" cmpd="sng" w="9525">
                    <a:solidFill>
                      <a:schemeClr val="dk1"/>
                    </a:solidFill>
                    <a:prstDash val="solid"/>
                    <a:miter lim="800000"/>
                    <a:headEnd len="sm" w="sm" type="none"/>
                    <a:tailEnd len="sm" w="sm" type="none"/>
                  </a:ln>
                </p:spPr>
              </p:cxnSp>
              <p:sp>
                <p:nvSpPr>
                  <p:cNvPr id="7286" name="Google Shape;7286;p103"/>
                  <p:cNvSpPr/>
                  <p:nvPr/>
                </p:nvSpPr>
                <p:spPr>
                  <a:xfrm>
                    <a:off x="6476953" y="3071256"/>
                    <a:ext cx="131327" cy="1159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7287" name="Google Shape;7287;p103"/>
                  <p:cNvCxnSpPr/>
                  <p:nvPr/>
                </p:nvCxnSpPr>
                <p:spPr>
                  <a:xfrm flipH="1" rot="10800000">
                    <a:off x="6396367" y="3061857"/>
                    <a:ext cx="113419" cy="92425"/>
                  </a:xfrm>
                  <a:prstGeom prst="straightConnector1">
                    <a:avLst/>
                  </a:prstGeom>
                  <a:noFill/>
                  <a:ln cap="flat" cmpd="sng" w="9525">
                    <a:solidFill>
                      <a:schemeClr val="dk1"/>
                    </a:solidFill>
                    <a:prstDash val="solid"/>
                    <a:miter lim="800000"/>
                    <a:headEnd len="sm" w="sm" type="none"/>
                    <a:tailEnd len="sm" w="sm" type="none"/>
                  </a:ln>
                </p:spPr>
              </p:cxnSp>
              <p:sp>
                <p:nvSpPr>
                  <p:cNvPr id="7288" name="Google Shape;7288;p103"/>
                  <p:cNvSpPr/>
                  <p:nvPr/>
                </p:nvSpPr>
                <p:spPr>
                  <a:xfrm>
                    <a:off x="6817210" y="3702567"/>
                    <a:ext cx="131327" cy="1159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sp>
                <p:nvSpPr>
                  <p:cNvPr id="7289" name="Google Shape;7289;p103"/>
                  <p:cNvSpPr/>
                  <p:nvPr/>
                </p:nvSpPr>
                <p:spPr>
                  <a:xfrm>
                    <a:off x="6405320" y="3157415"/>
                    <a:ext cx="444723" cy="742536"/>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7290" name="Google Shape;7290;p103"/>
                  <p:cNvCxnSpPr/>
                  <p:nvPr/>
                </p:nvCxnSpPr>
                <p:spPr>
                  <a:xfrm flipH="1" rot="10800000">
                    <a:off x="6847057" y="3804392"/>
                    <a:ext cx="113419" cy="92425"/>
                  </a:xfrm>
                  <a:prstGeom prst="straightConnector1">
                    <a:avLst/>
                  </a:prstGeom>
                  <a:noFill/>
                  <a:ln cap="flat" cmpd="sng" w="9525">
                    <a:solidFill>
                      <a:schemeClr val="dk1"/>
                    </a:solidFill>
                    <a:prstDash val="solid"/>
                    <a:miter lim="800000"/>
                    <a:headEnd len="sm" w="sm" type="none"/>
                    <a:tailEnd len="sm" w="sm" type="none"/>
                  </a:ln>
                </p:spPr>
              </p:cxnSp>
              <p:grpSp>
                <p:nvGrpSpPr>
                  <p:cNvPr id="7291" name="Google Shape;7291;p103"/>
                  <p:cNvGrpSpPr/>
                  <p:nvPr/>
                </p:nvGrpSpPr>
                <p:grpSpPr>
                  <a:xfrm>
                    <a:off x="6399350" y="3137050"/>
                    <a:ext cx="561125" cy="92425"/>
                    <a:chOff x="6581076" y="2845711"/>
                    <a:chExt cx="561125" cy="92425"/>
                  </a:xfrm>
                </p:grpSpPr>
                <p:cxnSp>
                  <p:nvCxnSpPr>
                    <p:cNvPr id="7292" name="Google Shape;7292;p103"/>
                    <p:cNvCxnSpPr/>
                    <p:nvPr/>
                  </p:nvCxnSpPr>
                  <p:spPr>
                    <a:xfrm flipH="1" rot="10800000">
                      <a:off x="7028782" y="2845711"/>
                      <a:ext cx="113419" cy="92425"/>
                    </a:xfrm>
                    <a:prstGeom prst="straightConnector1">
                      <a:avLst/>
                    </a:prstGeom>
                    <a:noFill/>
                    <a:ln cap="flat" cmpd="sng" w="9525">
                      <a:solidFill>
                        <a:schemeClr val="dk1"/>
                      </a:solidFill>
                      <a:prstDash val="solid"/>
                      <a:miter lim="800000"/>
                      <a:headEnd len="sm" w="sm" type="none"/>
                      <a:tailEnd len="sm" w="sm" type="none"/>
                    </a:ln>
                  </p:spPr>
                </p:cxnSp>
                <p:cxnSp>
                  <p:nvCxnSpPr>
                    <p:cNvPr id="7293" name="Google Shape;7293;p103"/>
                    <p:cNvCxnSpPr/>
                    <p:nvPr/>
                  </p:nvCxnSpPr>
                  <p:spPr>
                    <a:xfrm>
                      <a:off x="6581076" y="2938136"/>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7294" name="Google Shape;7294;p103"/>
                  <p:cNvGrpSpPr/>
                  <p:nvPr/>
                </p:nvGrpSpPr>
                <p:grpSpPr>
                  <a:xfrm>
                    <a:off x="6399351" y="3202845"/>
                    <a:ext cx="567094" cy="89292"/>
                    <a:chOff x="6581557" y="2845642"/>
                    <a:chExt cx="567094" cy="89292"/>
                  </a:xfrm>
                </p:grpSpPr>
                <p:cxnSp>
                  <p:nvCxnSpPr>
                    <p:cNvPr id="7295" name="Google Shape;7295;p103"/>
                    <p:cNvCxnSpPr/>
                    <p:nvPr/>
                  </p:nvCxnSpPr>
                  <p:spPr>
                    <a:xfrm flipH="1" rot="10800000">
                      <a:off x="7029263" y="2845642"/>
                      <a:ext cx="119388" cy="89292"/>
                    </a:xfrm>
                    <a:prstGeom prst="straightConnector1">
                      <a:avLst/>
                    </a:prstGeom>
                    <a:noFill/>
                    <a:ln cap="flat" cmpd="sng" w="9525">
                      <a:solidFill>
                        <a:schemeClr val="dk1"/>
                      </a:solidFill>
                      <a:prstDash val="solid"/>
                      <a:miter lim="800000"/>
                      <a:headEnd len="sm" w="sm" type="none"/>
                      <a:tailEnd len="sm" w="sm" type="none"/>
                    </a:ln>
                  </p:spPr>
                </p:cxnSp>
                <p:cxnSp>
                  <p:nvCxnSpPr>
                    <p:cNvPr id="7296" name="Google Shape;7296;p103"/>
                    <p:cNvCxnSpPr/>
                    <p:nvPr/>
                  </p:nvCxnSpPr>
                  <p:spPr>
                    <a:xfrm>
                      <a:off x="6581557" y="2934934"/>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7297" name="Google Shape;7297;p103"/>
                  <p:cNvGrpSpPr/>
                  <p:nvPr/>
                </p:nvGrpSpPr>
                <p:grpSpPr>
                  <a:xfrm>
                    <a:off x="6399350" y="3268639"/>
                    <a:ext cx="558142" cy="89292"/>
                    <a:chOff x="6582036" y="2845572"/>
                    <a:chExt cx="558142" cy="89292"/>
                  </a:xfrm>
                </p:grpSpPr>
                <p:cxnSp>
                  <p:nvCxnSpPr>
                    <p:cNvPr id="7298" name="Google Shape;7298;p103"/>
                    <p:cNvCxnSpPr/>
                    <p:nvPr/>
                  </p:nvCxnSpPr>
                  <p:spPr>
                    <a:xfrm flipH="1" rot="10800000">
                      <a:off x="7026759" y="2845572"/>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7299" name="Google Shape;7299;p103"/>
                    <p:cNvCxnSpPr/>
                    <p:nvPr/>
                  </p:nvCxnSpPr>
                  <p:spPr>
                    <a:xfrm>
                      <a:off x="6582036" y="293486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7300" name="Google Shape;7300;p103"/>
                  <p:cNvGrpSpPr/>
                  <p:nvPr/>
                </p:nvGrpSpPr>
                <p:grpSpPr>
                  <a:xfrm>
                    <a:off x="6399350" y="3334433"/>
                    <a:ext cx="558141" cy="89292"/>
                    <a:chOff x="6582516" y="2845502"/>
                    <a:chExt cx="558141" cy="89292"/>
                  </a:xfrm>
                </p:grpSpPr>
                <p:cxnSp>
                  <p:nvCxnSpPr>
                    <p:cNvPr id="7301" name="Google Shape;7301;p103"/>
                    <p:cNvCxnSpPr/>
                    <p:nvPr/>
                  </p:nvCxnSpPr>
                  <p:spPr>
                    <a:xfrm flipH="1" rot="10800000">
                      <a:off x="7027238" y="2845502"/>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7302" name="Google Shape;7302;p103"/>
                    <p:cNvCxnSpPr/>
                    <p:nvPr/>
                  </p:nvCxnSpPr>
                  <p:spPr>
                    <a:xfrm>
                      <a:off x="6582516" y="293479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7303" name="Google Shape;7303;p103"/>
                  <p:cNvGrpSpPr/>
                  <p:nvPr/>
                </p:nvGrpSpPr>
                <p:grpSpPr>
                  <a:xfrm>
                    <a:off x="6399349" y="3400228"/>
                    <a:ext cx="558142" cy="89292"/>
                    <a:chOff x="6582995" y="2845433"/>
                    <a:chExt cx="558142" cy="89292"/>
                  </a:xfrm>
                </p:grpSpPr>
                <p:cxnSp>
                  <p:nvCxnSpPr>
                    <p:cNvPr id="7304" name="Google Shape;7304;p103"/>
                    <p:cNvCxnSpPr/>
                    <p:nvPr/>
                  </p:nvCxnSpPr>
                  <p:spPr>
                    <a:xfrm flipH="1" rot="10800000">
                      <a:off x="7027718" y="2845433"/>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7305" name="Google Shape;7305;p103"/>
                    <p:cNvCxnSpPr/>
                    <p:nvPr/>
                  </p:nvCxnSpPr>
                  <p:spPr>
                    <a:xfrm>
                      <a:off x="6582995" y="293472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7306" name="Google Shape;7306;p103"/>
                  <p:cNvGrpSpPr/>
                  <p:nvPr/>
                </p:nvGrpSpPr>
                <p:grpSpPr>
                  <a:xfrm>
                    <a:off x="6399351" y="3466022"/>
                    <a:ext cx="558141" cy="93992"/>
                    <a:chOff x="6583477" y="2845363"/>
                    <a:chExt cx="558141" cy="93992"/>
                  </a:xfrm>
                </p:grpSpPr>
                <p:cxnSp>
                  <p:nvCxnSpPr>
                    <p:cNvPr id="7307" name="Google Shape;7307;p103"/>
                    <p:cNvCxnSpPr/>
                    <p:nvPr/>
                  </p:nvCxnSpPr>
                  <p:spPr>
                    <a:xfrm flipH="1" rot="10800000">
                      <a:off x="7028199" y="2845363"/>
                      <a:ext cx="113419" cy="93992"/>
                    </a:xfrm>
                    <a:prstGeom prst="straightConnector1">
                      <a:avLst/>
                    </a:prstGeom>
                    <a:noFill/>
                    <a:ln cap="flat" cmpd="sng" w="9525">
                      <a:solidFill>
                        <a:schemeClr val="dk1"/>
                      </a:solidFill>
                      <a:prstDash val="solid"/>
                      <a:miter lim="800000"/>
                      <a:headEnd len="sm" w="sm" type="none"/>
                      <a:tailEnd len="sm" w="sm" type="none"/>
                    </a:ln>
                  </p:spPr>
                </p:cxnSp>
                <p:cxnSp>
                  <p:nvCxnSpPr>
                    <p:cNvPr id="7308" name="Google Shape;7308;p103"/>
                    <p:cNvCxnSpPr/>
                    <p:nvPr/>
                  </p:nvCxnSpPr>
                  <p:spPr>
                    <a:xfrm>
                      <a:off x="6583477" y="2939355"/>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7309" name="Google Shape;7309;p103"/>
                  <p:cNvGrpSpPr/>
                  <p:nvPr/>
                </p:nvGrpSpPr>
                <p:grpSpPr>
                  <a:xfrm>
                    <a:off x="6396366" y="3528683"/>
                    <a:ext cx="561126" cy="97125"/>
                    <a:chOff x="6580972" y="2842160"/>
                    <a:chExt cx="561126" cy="97125"/>
                  </a:xfrm>
                </p:grpSpPr>
                <p:cxnSp>
                  <p:nvCxnSpPr>
                    <p:cNvPr id="7310" name="Google Shape;7310;p103"/>
                    <p:cNvCxnSpPr/>
                    <p:nvPr/>
                  </p:nvCxnSpPr>
                  <p:spPr>
                    <a:xfrm flipH="1" rot="10800000">
                      <a:off x="7028679" y="2842160"/>
                      <a:ext cx="113419" cy="97125"/>
                    </a:xfrm>
                    <a:prstGeom prst="straightConnector1">
                      <a:avLst/>
                    </a:prstGeom>
                    <a:noFill/>
                    <a:ln cap="flat" cmpd="sng" w="9525">
                      <a:solidFill>
                        <a:schemeClr val="dk1"/>
                      </a:solidFill>
                      <a:prstDash val="solid"/>
                      <a:miter lim="800000"/>
                      <a:headEnd len="sm" w="sm" type="none"/>
                      <a:tailEnd len="sm" w="sm" type="none"/>
                    </a:ln>
                  </p:spPr>
                </p:cxnSp>
                <p:cxnSp>
                  <p:nvCxnSpPr>
                    <p:cNvPr id="7311" name="Google Shape;7311;p103"/>
                    <p:cNvCxnSpPr/>
                    <p:nvPr/>
                  </p:nvCxnSpPr>
                  <p:spPr>
                    <a:xfrm>
                      <a:off x="6580972" y="2939284"/>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7312" name="Google Shape;7312;p103"/>
                  <p:cNvGrpSpPr/>
                  <p:nvPr/>
                </p:nvGrpSpPr>
                <p:grpSpPr>
                  <a:xfrm>
                    <a:off x="6396366" y="3594477"/>
                    <a:ext cx="561125" cy="97125"/>
                    <a:chOff x="6581452" y="2842090"/>
                    <a:chExt cx="561125" cy="97125"/>
                  </a:xfrm>
                </p:grpSpPr>
                <p:cxnSp>
                  <p:nvCxnSpPr>
                    <p:cNvPr id="7313" name="Google Shape;7313;p103"/>
                    <p:cNvCxnSpPr/>
                    <p:nvPr/>
                  </p:nvCxnSpPr>
                  <p:spPr>
                    <a:xfrm flipH="1" rot="10800000">
                      <a:off x="7029158" y="2842090"/>
                      <a:ext cx="113419" cy="97125"/>
                    </a:xfrm>
                    <a:prstGeom prst="straightConnector1">
                      <a:avLst/>
                    </a:prstGeom>
                    <a:noFill/>
                    <a:ln cap="flat" cmpd="sng" w="9525">
                      <a:solidFill>
                        <a:schemeClr val="dk1"/>
                      </a:solidFill>
                      <a:prstDash val="solid"/>
                      <a:miter lim="800000"/>
                      <a:headEnd len="sm" w="sm" type="none"/>
                      <a:tailEnd len="sm" w="sm" type="none"/>
                    </a:ln>
                  </p:spPr>
                </p:cxnSp>
                <p:cxnSp>
                  <p:nvCxnSpPr>
                    <p:cNvPr id="7314" name="Google Shape;7314;p103"/>
                    <p:cNvCxnSpPr/>
                    <p:nvPr/>
                  </p:nvCxnSpPr>
                  <p:spPr>
                    <a:xfrm>
                      <a:off x="6581452" y="2939215"/>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7315" name="Google Shape;7315;p103"/>
                  <p:cNvGrpSpPr/>
                  <p:nvPr/>
                </p:nvGrpSpPr>
                <p:grpSpPr>
                  <a:xfrm>
                    <a:off x="6396367" y="3664970"/>
                    <a:ext cx="558140" cy="92426"/>
                    <a:chOff x="6581933" y="2846719"/>
                    <a:chExt cx="558140" cy="92426"/>
                  </a:xfrm>
                </p:grpSpPr>
                <p:cxnSp>
                  <p:nvCxnSpPr>
                    <p:cNvPr id="7316" name="Google Shape;7316;p103"/>
                    <p:cNvCxnSpPr/>
                    <p:nvPr/>
                  </p:nvCxnSpPr>
                  <p:spPr>
                    <a:xfrm flipH="1" rot="10800000">
                      <a:off x="7026654" y="2846719"/>
                      <a:ext cx="113419" cy="92426"/>
                    </a:xfrm>
                    <a:prstGeom prst="straightConnector1">
                      <a:avLst/>
                    </a:prstGeom>
                    <a:noFill/>
                    <a:ln cap="flat" cmpd="sng" w="9525">
                      <a:solidFill>
                        <a:schemeClr val="dk1"/>
                      </a:solidFill>
                      <a:prstDash val="solid"/>
                      <a:miter lim="800000"/>
                      <a:headEnd len="sm" w="sm" type="none"/>
                      <a:tailEnd len="sm" w="sm" type="none"/>
                    </a:ln>
                  </p:spPr>
                </p:cxnSp>
                <p:cxnSp>
                  <p:nvCxnSpPr>
                    <p:cNvPr id="7317" name="Google Shape;7317;p103"/>
                    <p:cNvCxnSpPr/>
                    <p:nvPr/>
                  </p:nvCxnSpPr>
                  <p:spPr>
                    <a:xfrm>
                      <a:off x="6581933" y="2939145"/>
                      <a:ext cx="450690" cy="0"/>
                    </a:xfrm>
                    <a:prstGeom prst="straightConnector1">
                      <a:avLst/>
                    </a:prstGeom>
                    <a:noFill/>
                    <a:ln cap="flat" cmpd="sng" w="9525">
                      <a:solidFill>
                        <a:schemeClr val="dk1"/>
                      </a:solidFill>
                      <a:prstDash val="solid"/>
                      <a:miter lim="800000"/>
                      <a:headEnd len="sm" w="sm" type="none"/>
                      <a:tailEnd len="sm" w="sm" type="none"/>
                    </a:ln>
                  </p:spPr>
                </p:cxnSp>
              </p:grpSp>
              <p:grpSp>
                <p:nvGrpSpPr>
                  <p:cNvPr id="7318" name="Google Shape;7318;p103"/>
                  <p:cNvGrpSpPr/>
                  <p:nvPr/>
                </p:nvGrpSpPr>
                <p:grpSpPr>
                  <a:xfrm>
                    <a:off x="6396367" y="3730765"/>
                    <a:ext cx="558139" cy="92426"/>
                    <a:chOff x="6582413" y="2846650"/>
                    <a:chExt cx="558139" cy="92426"/>
                  </a:xfrm>
                </p:grpSpPr>
                <p:cxnSp>
                  <p:nvCxnSpPr>
                    <p:cNvPr id="7319" name="Google Shape;7319;p103"/>
                    <p:cNvCxnSpPr/>
                    <p:nvPr/>
                  </p:nvCxnSpPr>
                  <p:spPr>
                    <a:xfrm flipH="1" rot="10800000">
                      <a:off x="7027133" y="2846650"/>
                      <a:ext cx="113419" cy="92426"/>
                    </a:xfrm>
                    <a:prstGeom prst="straightConnector1">
                      <a:avLst/>
                    </a:prstGeom>
                    <a:noFill/>
                    <a:ln cap="flat" cmpd="sng" w="9525">
                      <a:solidFill>
                        <a:schemeClr val="dk1"/>
                      </a:solidFill>
                      <a:prstDash val="solid"/>
                      <a:miter lim="800000"/>
                      <a:headEnd len="sm" w="sm" type="none"/>
                      <a:tailEnd len="sm" w="sm" type="none"/>
                    </a:ln>
                  </p:spPr>
                </p:cxnSp>
                <p:cxnSp>
                  <p:nvCxnSpPr>
                    <p:cNvPr id="7320" name="Google Shape;7320;p103"/>
                    <p:cNvCxnSpPr/>
                    <p:nvPr/>
                  </p:nvCxnSpPr>
                  <p:spPr>
                    <a:xfrm>
                      <a:off x="6582413" y="2939076"/>
                      <a:ext cx="450690" cy="0"/>
                    </a:xfrm>
                    <a:prstGeom prst="straightConnector1">
                      <a:avLst/>
                    </a:prstGeom>
                    <a:noFill/>
                    <a:ln cap="flat" cmpd="sng" w="9525">
                      <a:solidFill>
                        <a:schemeClr val="dk1"/>
                      </a:solidFill>
                      <a:prstDash val="solid"/>
                      <a:miter lim="800000"/>
                      <a:headEnd len="sm" w="sm" type="none"/>
                      <a:tailEnd len="sm" w="sm" type="none"/>
                    </a:ln>
                  </p:spPr>
                </p:cxnSp>
              </p:grpSp>
            </p:grpSp>
            <p:cxnSp>
              <p:nvCxnSpPr>
                <p:cNvPr id="7321" name="Google Shape;7321;p103"/>
                <p:cNvCxnSpPr/>
                <p:nvPr/>
              </p:nvCxnSpPr>
              <p:spPr>
                <a:xfrm flipH="1">
                  <a:off x="6685171" y="4525377"/>
                  <a:ext cx="4763" cy="855662"/>
                </a:xfrm>
                <a:prstGeom prst="straightConnector1">
                  <a:avLst/>
                </a:prstGeom>
                <a:noFill/>
                <a:ln cap="flat" cmpd="sng" w="25400">
                  <a:solidFill>
                    <a:schemeClr val="dk1"/>
                  </a:solidFill>
                  <a:prstDash val="solid"/>
                  <a:miter lim="800000"/>
                  <a:headEnd len="sm" w="sm" type="none"/>
                  <a:tailEnd len="sm" w="sm" type="none"/>
                </a:ln>
              </p:spPr>
            </p:cxnSp>
            <p:cxnSp>
              <p:nvCxnSpPr>
                <p:cNvPr id="7322" name="Google Shape;7322;p103"/>
                <p:cNvCxnSpPr/>
                <p:nvPr/>
              </p:nvCxnSpPr>
              <p:spPr>
                <a:xfrm>
                  <a:off x="6632784" y="4706352"/>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7323" name="Google Shape;7323;p103"/>
                <p:cNvCxnSpPr/>
                <p:nvPr/>
              </p:nvCxnSpPr>
              <p:spPr>
                <a:xfrm>
                  <a:off x="6631196" y="4771439"/>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7324" name="Google Shape;7324;p103"/>
                <p:cNvCxnSpPr/>
                <p:nvPr/>
              </p:nvCxnSpPr>
              <p:spPr>
                <a:xfrm>
                  <a:off x="6631196" y="4849227"/>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7325" name="Google Shape;7325;p103"/>
                <p:cNvCxnSpPr/>
                <p:nvPr/>
              </p:nvCxnSpPr>
              <p:spPr>
                <a:xfrm>
                  <a:off x="6629609" y="4914314"/>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7326" name="Google Shape;7326;p103"/>
                <p:cNvCxnSpPr/>
                <p:nvPr/>
              </p:nvCxnSpPr>
              <p:spPr>
                <a:xfrm>
                  <a:off x="6628021" y="4976227"/>
                  <a:ext cx="60325" cy="0"/>
                </a:xfrm>
                <a:prstGeom prst="straightConnector1">
                  <a:avLst/>
                </a:prstGeom>
                <a:noFill/>
                <a:ln cap="flat" cmpd="sng" w="9525">
                  <a:solidFill>
                    <a:schemeClr val="dk1"/>
                  </a:solidFill>
                  <a:prstDash val="solid"/>
                  <a:miter lim="800000"/>
                  <a:headEnd len="sm" w="sm" type="none"/>
                  <a:tailEnd len="sm" w="sm" type="none"/>
                </a:ln>
              </p:spPr>
            </p:cxnSp>
            <p:cxnSp>
              <p:nvCxnSpPr>
                <p:cNvPr id="7327" name="Google Shape;7327;p103"/>
                <p:cNvCxnSpPr/>
                <p:nvPr/>
              </p:nvCxnSpPr>
              <p:spPr>
                <a:xfrm>
                  <a:off x="6628021" y="5044489"/>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7328" name="Google Shape;7328;p103"/>
                <p:cNvCxnSpPr/>
                <p:nvPr/>
              </p:nvCxnSpPr>
              <p:spPr>
                <a:xfrm>
                  <a:off x="6626434" y="511433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7329" name="Google Shape;7329;p103"/>
                <p:cNvCxnSpPr/>
                <p:nvPr/>
              </p:nvCxnSpPr>
              <p:spPr>
                <a:xfrm>
                  <a:off x="6629609" y="518418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7330" name="Google Shape;7330;p103"/>
                <p:cNvCxnSpPr/>
                <p:nvPr/>
              </p:nvCxnSpPr>
              <p:spPr>
                <a:xfrm>
                  <a:off x="6631196" y="5252452"/>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7331" name="Google Shape;7331;p103"/>
                <p:cNvCxnSpPr/>
                <p:nvPr/>
              </p:nvCxnSpPr>
              <p:spPr>
                <a:xfrm>
                  <a:off x="6631196" y="5322302"/>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7332" name="Google Shape;7332;p103"/>
                <p:cNvCxnSpPr/>
                <p:nvPr/>
              </p:nvCxnSpPr>
              <p:spPr>
                <a:xfrm>
                  <a:off x="6632784" y="538738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7333" name="Google Shape;7333;p103"/>
                <p:cNvCxnSpPr/>
                <p:nvPr/>
              </p:nvCxnSpPr>
              <p:spPr>
                <a:xfrm rot="10800000">
                  <a:off x="6632784" y="4531727"/>
                  <a:ext cx="58737" cy="0"/>
                </a:xfrm>
                <a:prstGeom prst="straightConnector1">
                  <a:avLst/>
                </a:prstGeom>
                <a:noFill/>
                <a:ln cap="flat" cmpd="sng" w="22225">
                  <a:solidFill>
                    <a:schemeClr val="dk1"/>
                  </a:solidFill>
                  <a:prstDash val="solid"/>
                  <a:miter lim="800000"/>
                  <a:headEnd len="sm" w="sm" type="none"/>
                  <a:tailEnd len="sm" w="sm" type="none"/>
                </a:ln>
              </p:spPr>
            </p:cxnSp>
            <p:grpSp>
              <p:nvGrpSpPr>
                <p:cNvPr id="7334" name="Google Shape;7334;p103"/>
                <p:cNvGrpSpPr/>
                <p:nvPr/>
              </p:nvGrpSpPr>
              <p:grpSpPr>
                <a:xfrm>
                  <a:off x="6434171" y="4488570"/>
                  <a:ext cx="224203" cy="179034"/>
                  <a:chOff x="3668110" y="2448910"/>
                  <a:chExt cx="3794234" cy="2165130"/>
                </a:xfrm>
              </p:grpSpPr>
              <p:sp>
                <p:nvSpPr>
                  <p:cNvPr id="7335" name="Google Shape;7335;p103"/>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36" name="Google Shape;7336;p103"/>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337" name="Google Shape;7337;p103"/>
                  <p:cNvGrpSpPr/>
                  <p:nvPr/>
                </p:nvGrpSpPr>
                <p:grpSpPr>
                  <a:xfrm>
                    <a:off x="3941378" y="2603243"/>
                    <a:ext cx="3202061" cy="1066110"/>
                    <a:chOff x="7939341" y="3037317"/>
                    <a:chExt cx="897649" cy="353919"/>
                  </a:xfrm>
                </p:grpSpPr>
                <p:sp>
                  <p:nvSpPr>
                    <p:cNvPr id="7277" name="Google Shape;7277;p103"/>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38" name="Google Shape;7338;p103"/>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39" name="Google Shape;7339;p103"/>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40" name="Google Shape;7340;p103"/>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cxnSp>
            <p:nvCxnSpPr>
              <p:cNvPr id="7341" name="Google Shape;7341;p103"/>
              <p:cNvCxnSpPr>
                <a:endCxn id="7342" idx="9"/>
              </p:cNvCxnSpPr>
              <p:nvPr/>
            </p:nvCxnSpPr>
            <p:spPr>
              <a:xfrm>
                <a:off x="7282802" y="4119099"/>
                <a:ext cx="32700" cy="571500"/>
              </a:xfrm>
              <a:prstGeom prst="straightConnector1">
                <a:avLst/>
              </a:prstGeom>
              <a:noFill/>
              <a:ln cap="flat" cmpd="sng" w="9525">
                <a:solidFill>
                  <a:schemeClr val="dk1"/>
                </a:solidFill>
                <a:prstDash val="solid"/>
                <a:miter lim="800000"/>
                <a:headEnd len="sm" w="sm" type="none"/>
                <a:tailEnd len="sm" w="sm" type="none"/>
              </a:ln>
            </p:spPr>
          </p:cxnSp>
          <p:grpSp>
            <p:nvGrpSpPr>
              <p:cNvPr id="7343" name="Google Shape;7343;p103"/>
              <p:cNvGrpSpPr/>
              <p:nvPr/>
            </p:nvGrpSpPr>
            <p:grpSpPr>
              <a:xfrm>
                <a:off x="6885965" y="4644942"/>
                <a:ext cx="267206" cy="997245"/>
                <a:chOff x="6424315" y="4488570"/>
                <a:chExt cx="267206" cy="997245"/>
              </a:xfrm>
            </p:grpSpPr>
            <p:grpSp>
              <p:nvGrpSpPr>
                <p:cNvPr id="7344" name="Google Shape;7344;p103"/>
                <p:cNvGrpSpPr/>
                <p:nvPr/>
              </p:nvGrpSpPr>
              <p:grpSpPr>
                <a:xfrm>
                  <a:off x="6424315" y="4636502"/>
                  <a:ext cx="237939" cy="849312"/>
                  <a:chOff x="6396366" y="3061857"/>
                  <a:chExt cx="570079" cy="838094"/>
                </a:xfrm>
              </p:grpSpPr>
              <p:sp>
                <p:nvSpPr>
                  <p:cNvPr id="7345" name="Google Shape;7345;p103"/>
                  <p:cNvSpPr/>
                  <p:nvPr/>
                </p:nvSpPr>
                <p:spPr>
                  <a:xfrm>
                    <a:off x="6509786" y="3061857"/>
                    <a:ext cx="447707" cy="742536"/>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7346" name="Google Shape;7346;p103"/>
                  <p:cNvCxnSpPr/>
                  <p:nvPr/>
                </p:nvCxnSpPr>
                <p:spPr>
                  <a:xfrm flipH="1" rot="10800000">
                    <a:off x="6847057" y="3061857"/>
                    <a:ext cx="113419" cy="92425"/>
                  </a:xfrm>
                  <a:prstGeom prst="straightConnector1">
                    <a:avLst/>
                  </a:prstGeom>
                  <a:noFill/>
                  <a:ln cap="flat" cmpd="sng" w="9525">
                    <a:solidFill>
                      <a:schemeClr val="dk1"/>
                    </a:solidFill>
                    <a:prstDash val="solid"/>
                    <a:miter lim="800000"/>
                    <a:headEnd len="sm" w="sm" type="none"/>
                    <a:tailEnd len="sm" w="sm" type="none"/>
                  </a:ln>
                </p:spPr>
              </p:cxnSp>
              <p:sp>
                <p:nvSpPr>
                  <p:cNvPr id="7347" name="Google Shape;7347;p103"/>
                  <p:cNvSpPr/>
                  <p:nvPr/>
                </p:nvSpPr>
                <p:spPr>
                  <a:xfrm>
                    <a:off x="6476953" y="3071256"/>
                    <a:ext cx="131327" cy="1159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7348" name="Google Shape;7348;p103"/>
                  <p:cNvCxnSpPr/>
                  <p:nvPr/>
                </p:nvCxnSpPr>
                <p:spPr>
                  <a:xfrm flipH="1" rot="10800000">
                    <a:off x="6396367" y="3061857"/>
                    <a:ext cx="113419" cy="92425"/>
                  </a:xfrm>
                  <a:prstGeom prst="straightConnector1">
                    <a:avLst/>
                  </a:prstGeom>
                  <a:noFill/>
                  <a:ln cap="flat" cmpd="sng" w="9525">
                    <a:solidFill>
                      <a:schemeClr val="dk1"/>
                    </a:solidFill>
                    <a:prstDash val="solid"/>
                    <a:miter lim="800000"/>
                    <a:headEnd len="sm" w="sm" type="none"/>
                    <a:tailEnd len="sm" w="sm" type="none"/>
                  </a:ln>
                </p:spPr>
              </p:cxnSp>
              <p:sp>
                <p:nvSpPr>
                  <p:cNvPr id="7349" name="Google Shape;7349;p103"/>
                  <p:cNvSpPr/>
                  <p:nvPr/>
                </p:nvSpPr>
                <p:spPr>
                  <a:xfrm>
                    <a:off x="6817210" y="3702567"/>
                    <a:ext cx="131327" cy="1159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sp>
                <p:nvSpPr>
                  <p:cNvPr id="7350" name="Google Shape;7350;p103"/>
                  <p:cNvSpPr/>
                  <p:nvPr/>
                </p:nvSpPr>
                <p:spPr>
                  <a:xfrm>
                    <a:off x="6405320" y="3157415"/>
                    <a:ext cx="444723" cy="742536"/>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7351" name="Google Shape;7351;p103"/>
                  <p:cNvCxnSpPr/>
                  <p:nvPr/>
                </p:nvCxnSpPr>
                <p:spPr>
                  <a:xfrm flipH="1" rot="10800000">
                    <a:off x="6847057" y="3804392"/>
                    <a:ext cx="113419" cy="92425"/>
                  </a:xfrm>
                  <a:prstGeom prst="straightConnector1">
                    <a:avLst/>
                  </a:prstGeom>
                  <a:noFill/>
                  <a:ln cap="flat" cmpd="sng" w="9525">
                    <a:solidFill>
                      <a:schemeClr val="dk1"/>
                    </a:solidFill>
                    <a:prstDash val="solid"/>
                    <a:miter lim="800000"/>
                    <a:headEnd len="sm" w="sm" type="none"/>
                    <a:tailEnd len="sm" w="sm" type="none"/>
                  </a:ln>
                </p:spPr>
              </p:cxnSp>
              <p:grpSp>
                <p:nvGrpSpPr>
                  <p:cNvPr id="7352" name="Google Shape;7352;p103"/>
                  <p:cNvGrpSpPr/>
                  <p:nvPr/>
                </p:nvGrpSpPr>
                <p:grpSpPr>
                  <a:xfrm>
                    <a:off x="6399350" y="3137050"/>
                    <a:ext cx="561125" cy="92425"/>
                    <a:chOff x="6581076" y="2845711"/>
                    <a:chExt cx="561125" cy="92425"/>
                  </a:xfrm>
                </p:grpSpPr>
                <p:cxnSp>
                  <p:nvCxnSpPr>
                    <p:cNvPr id="7353" name="Google Shape;7353;p103"/>
                    <p:cNvCxnSpPr/>
                    <p:nvPr/>
                  </p:nvCxnSpPr>
                  <p:spPr>
                    <a:xfrm flipH="1" rot="10800000">
                      <a:off x="7028782" y="2845711"/>
                      <a:ext cx="113419" cy="92425"/>
                    </a:xfrm>
                    <a:prstGeom prst="straightConnector1">
                      <a:avLst/>
                    </a:prstGeom>
                    <a:noFill/>
                    <a:ln cap="flat" cmpd="sng" w="9525">
                      <a:solidFill>
                        <a:schemeClr val="dk1"/>
                      </a:solidFill>
                      <a:prstDash val="solid"/>
                      <a:miter lim="800000"/>
                      <a:headEnd len="sm" w="sm" type="none"/>
                      <a:tailEnd len="sm" w="sm" type="none"/>
                    </a:ln>
                  </p:spPr>
                </p:cxnSp>
                <p:cxnSp>
                  <p:nvCxnSpPr>
                    <p:cNvPr id="7354" name="Google Shape;7354;p103"/>
                    <p:cNvCxnSpPr/>
                    <p:nvPr/>
                  </p:nvCxnSpPr>
                  <p:spPr>
                    <a:xfrm>
                      <a:off x="6581076" y="2938136"/>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7355" name="Google Shape;7355;p103"/>
                  <p:cNvGrpSpPr/>
                  <p:nvPr/>
                </p:nvGrpSpPr>
                <p:grpSpPr>
                  <a:xfrm>
                    <a:off x="6399351" y="3202845"/>
                    <a:ext cx="567094" cy="89292"/>
                    <a:chOff x="6581557" y="2845642"/>
                    <a:chExt cx="567094" cy="89292"/>
                  </a:xfrm>
                </p:grpSpPr>
                <p:cxnSp>
                  <p:nvCxnSpPr>
                    <p:cNvPr id="7356" name="Google Shape;7356;p103"/>
                    <p:cNvCxnSpPr/>
                    <p:nvPr/>
                  </p:nvCxnSpPr>
                  <p:spPr>
                    <a:xfrm flipH="1" rot="10800000">
                      <a:off x="7029263" y="2845642"/>
                      <a:ext cx="119388" cy="89292"/>
                    </a:xfrm>
                    <a:prstGeom prst="straightConnector1">
                      <a:avLst/>
                    </a:prstGeom>
                    <a:noFill/>
                    <a:ln cap="flat" cmpd="sng" w="9525">
                      <a:solidFill>
                        <a:schemeClr val="dk1"/>
                      </a:solidFill>
                      <a:prstDash val="solid"/>
                      <a:miter lim="800000"/>
                      <a:headEnd len="sm" w="sm" type="none"/>
                      <a:tailEnd len="sm" w="sm" type="none"/>
                    </a:ln>
                  </p:spPr>
                </p:cxnSp>
                <p:cxnSp>
                  <p:nvCxnSpPr>
                    <p:cNvPr id="7357" name="Google Shape;7357;p103"/>
                    <p:cNvCxnSpPr/>
                    <p:nvPr/>
                  </p:nvCxnSpPr>
                  <p:spPr>
                    <a:xfrm>
                      <a:off x="6581557" y="2934934"/>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7358" name="Google Shape;7358;p103"/>
                  <p:cNvGrpSpPr/>
                  <p:nvPr/>
                </p:nvGrpSpPr>
                <p:grpSpPr>
                  <a:xfrm>
                    <a:off x="6399350" y="3268639"/>
                    <a:ext cx="558142" cy="89292"/>
                    <a:chOff x="6582036" y="2845572"/>
                    <a:chExt cx="558142" cy="89292"/>
                  </a:xfrm>
                </p:grpSpPr>
                <p:cxnSp>
                  <p:nvCxnSpPr>
                    <p:cNvPr id="7359" name="Google Shape;7359;p103"/>
                    <p:cNvCxnSpPr/>
                    <p:nvPr/>
                  </p:nvCxnSpPr>
                  <p:spPr>
                    <a:xfrm flipH="1" rot="10800000">
                      <a:off x="7026759" y="2845572"/>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7360" name="Google Shape;7360;p103"/>
                    <p:cNvCxnSpPr/>
                    <p:nvPr/>
                  </p:nvCxnSpPr>
                  <p:spPr>
                    <a:xfrm>
                      <a:off x="6582036" y="293486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7361" name="Google Shape;7361;p103"/>
                  <p:cNvGrpSpPr/>
                  <p:nvPr/>
                </p:nvGrpSpPr>
                <p:grpSpPr>
                  <a:xfrm>
                    <a:off x="6399350" y="3334433"/>
                    <a:ext cx="558141" cy="89292"/>
                    <a:chOff x="6582516" y="2845502"/>
                    <a:chExt cx="558141" cy="89292"/>
                  </a:xfrm>
                </p:grpSpPr>
                <p:cxnSp>
                  <p:nvCxnSpPr>
                    <p:cNvPr id="7362" name="Google Shape;7362;p103"/>
                    <p:cNvCxnSpPr/>
                    <p:nvPr/>
                  </p:nvCxnSpPr>
                  <p:spPr>
                    <a:xfrm flipH="1" rot="10800000">
                      <a:off x="7027238" y="2845502"/>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7363" name="Google Shape;7363;p103"/>
                    <p:cNvCxnSpPr/>
                    <p:nvPr/>
                  </p:nvCxnSpPr>
                  <p:spPr>
                    <a:xfrm>
                      <a:off x="6582516" y="293479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7364" name="Google Shape;7364;p103"/>
                  <p:cNvGrpSpPr/>
                  <p:nvPr/>
                </p:nvGrpSpPr>
                <p:grpSpPr>
                  <a:xfrm>
                    <a:off x="6399349" y="3400228"/>
                    <a:ext cx="558142" cy="89292"/>
                    <a:chOff x="6582995" y="2845433"/>
                    <a:chExt cx="558142" cy="89292"/>
                  </a:xfrm>
                </p:grpSpPr>
                <p:cxnSp>
                  <p:nvCxnSpPr>
                    <p:cNvPr id="7365" name="Google Shape;7365;p103"/>
                    <p:cNvCxnSpPr/>
                    <p:nvPr/>
                  </p:nvCxnSpPr>
                  <p:spPr>
                    <a:xfrm flipH="1" rot="10800000">
                      <a:off x="7027718" y="2845433"/>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7366" name="Google Shape;7366;p103"/>
                    <p:cNvCxnSpPr/>
                    <p:nvPr/>
                  </p:nvCxnSpPr>
                  <p:spPr>
                    <a:xfrm>
                      <a:off x="6582995" y="293472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7367" name="Google Shape;7367;p103"/>
                  <p:cNvGrpSpPr/>
                  <p:nvPr/>
                </p:nvGrpSpPr>
                <p:grpSpPr>
                  <a:xfrm>
                    <a:off x="6399351" y="3466022"/>
                    <a:ext cx="558141" cy="93992"/>
                    <a:chOff x="6583477" y="2845363"/>
                    <a:chExt cx="558141" cy="93992"/>
                  </a:xfrm>
                </p:grpSpPr>
                <p:cxnSp>
                  <p:nvCxnSpPr>
                    <p:cNvPr id="7368" name="Google Shape;7368;p103"/>
                    <p:cNvCxnSpPr/>
                    <p:nvPr/>
                  </p:nvCxnSpPr>
                  <p:spPr>
                    <a:xfrm flipH="1" rot="10800000">
                      <a:off x="7028199" y="2845363"/>
                      <a:ext cx="113419" cy="93992"/>
                    </a:xfrm>
                    <a:prstGeom prst="straightConnector1">
                      <a:avLst/>
                    </a:prstGeom>
                    <a:noFill/>
                    <a:ln cap="flat" cmpd="sng" w="9525">
                      <a:solidFill>
                        <a:schemeClr val="dk1"/>
                      </a:solidFill>
                      <a:prstDash val="solid"/>
                      <a:miter lim="800000"/>
                      <a:headEnd len="sm" w="sm" type="none"/>
                      <a:tailEnd len="sm" w="sm" type="none"/>
                    </a:ln>
                  </p:spPr>
                </p:cxnSp>
                <p:cxnSp>
                  <p:nvCxnSpPr>
                    <p:cNvPr id="7369" name="Google Shape;7369;p103"/>
                    <p:cNvCxnSpPr/>
                    <p:nvPr/>
                  </p:nvCxnSpPr>
                  <p:spPr>
                    <a:xfrm>
                      <a:off x="6583477" y="2939355"/>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7370" name="Google Shape;7370;p103"/>
                  <p:cNvGrpSpPr/>
                  <p:nvPr/>
                </p:nvGrpSpPr>
                <p:grpSpPr>
                  <a:xfrm>
                    <a:off x="6396366" y="3528683"/>
                    <a:ext cx="561126" cy="97125"/>
                    <a:chOff x="6580972" y="2842160"/>
                    <a:chExt cx="561126" cy="97125"/>
                  </a:xfrm>
                </p:grpSpPr>
                <p:cxnSp>
                  <p:nvCxnSpPr>
                    <p:cNvPr id="7371" name="Google Shape;7371;p103"/>
                    <p:cNvCxnSpPr/>
                    <p:nvPr/>
                  </p:nvCxnSpPr>
                  <p:spPr>
                    <a:xfrm flipH="1" rot="10800000">
                      <a:off x="7028679" y="2842160"/>
                      <a:ext cx="113419" cy="97125"/>
                    </a:xfrm>
                    <a:prstGeom prst="straightConnector1">
                      <a:avLst/>
                    </a:prstGeom>
                    <a:noFill/>
                    <a:ln cap="flat" cmpd="sng" w="9525">
                      <a:solidFill>
                        <a:schemeClr val="dk1"/>
                      </a:solidFill>
                      <a:prstDash val="solid"/>
                      <a:miter lim="800000"/>
                      <a:headEnd len="sm" w="sm" type="none"/>
                      <a:tailEnd len="sm" w="sm" type="none"/>
                    </a:ln>
                  </p:spPr>
                </p:cxnSp>
                <p:cxnSp>
                  <p:nvCxnSpPr>
                    <p:cNvPr id="7372" name="Google Shape;7372;p103"/>
                    <p:cNvCxnSpPr/>
                    <p:nvPr/>
                  </p:nvCxnSpPr>
                  <p:spPr>
                    <a:xfrm>
                      <a:off x="6580972" y="2939284"/>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7373" name="Google Shape;7373;p103"/>
                  <p:cNvGrpSpPr/>
                  <p:nvPr/>
                </p:nvGrpSpPr>
                <p:grpSpPr>
                  <a:xfrm>
                    <a:off x="6396366" y="3594477"/>
                    <a:ext cx="561125" cy="97125"/>
                    <a:chOff x="6581452" y="2842090"/>
                    <a:chExt cx="561125" cy="97125"/>
                  </a:xfrm>
                </p:grpSpPr>
                <p:cxnSp>
                  <p:nvCxnSpPr>
                    <p:cNvPr id="7374" name="Google Shape;7374;p103"/>
                    <p:cNvCxnSpPr/>
                    <p:nvPr/>
                  </p:nvCxnSpPr>
                  <p:spPr>
                    <a:xfrm flipH="1" rot="10800000">
                      <a:off x="7029158" y="2842090"/>
                      <a:ext cx="113419" cy="97125"/>
                    </a:xfrm>
                    <a:prstGeom prst="straightConnector1">
                      <a:avLst/>
                    </a:prstGeom>
                    <a:noFill/>
                    <a:ln cap="flat" cmpd="sng" w="9525">
                      <a:solidFill>
                        <a:schemeClr val="dk1"/>
                      </a:solidFill>
                      <a:prstDash val="solid"/>
                      <a:miter lim="800000"/>
                      <a:headEnd len="sm" w="sm" type="none"/>
                      <a:tailEnd len="sm" w="sm" type="none"/>
                    </a:ln>
                  </p:spPr>
                </p:cxnSp>
                <p:cxnSp>
                  <p:nvCxnSpPr>
                    <p:cNvPr id="7375" name="Google Shape;7375;p103"/>
                    <p:cNvCxnSpPr/>
                    <p:nvPr/>
                  </p:nvCxnSpPr>
                  <p:spPr>
                    <a:xfrm>
                      <a:off x="6581452" y="2939215"/>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7376" name="Google Shape;7376;p103"/>
                  <p:cNvGrpSpPr/>
                  <p:nvPr/>
                </p:nvGrpSpPr>
                <p:grpSpPr>
                  <a:xfrm>
                    <a:off x="6396367" y="3664970"/>
                    <a:ext cx="558140" cy="92426"/>
                    <a:chOff x="6581933" y="2846719"/>
                    <a:chExt cx="558140" cy="92426"/>
                  </a:xfrm>
                </p:grpSpPr>
                <p:cxnSp>
                  <p:nvCxnSpPr>
                    <p:cNvPr id="7377" name="Google Shape;7377;p103"/>
                    <p:cNvCxnSpPr/>
                    <p:nvPr/>
                  </p:nvCxnSpPr>
                  <p:spPr>
                    <a:xfrm flipH="1" rot="10800000">
                      <a:off x="7026654" y="2846719"/>
                      <a:ext cx="113419" cy="92426"/>
                    </a:xfrm>
                    <a:prstGeom prst="straightConnector1">
                      <a:avLst/>
                    </a:prstGeom>
                    <a:noFill/>
                    <a:ln cap="flat" cmpd="sng" w="9525">
                      <a:solidFill>
                        <a:schemeClr val="dk1"/>
                      </a:solidFill>
                      <a:prstDash val="solid"/>
                      <a:miter lim="800000"/>
                      <a:headEnd len="sm" w="sm" type="none"/>
                      <a:tailEnd len="sm" w="sm" type="none"/>
                    </a:ln>
                  </p:spPr>
                </p:cxnSp>
                <p:cxnSp>
                  <p:nvCxnSpPr>
                    <p:cNvPr id="7378" name="Google Shape;7378;p103"/>
                    <p:cNvCxnSpPr/>
                    <p:nvPr/>
                  </p:nvCxnSpPr>
                  <p:spPr>
                    <a:xfrm>
                      <a:off x="6581933" y="2939145"/>
                      <a:ext cx="450690" cy="0"/>
                    </a:xfrm>
                    <a:prstGeom prst="straightConnector1">
                      <a:avLst/>
                    </a:prstGeom>
                    <a:noFill/>
                    <a:ln cap="flat" cmpd="sng" w="9525">
                      <a:solidFill>
                        <a:schemeClr val="dk1"/>
                      </a:solidFill>
                      <a:prstDash val="solid"/>
                      <a:miter lim="800000"/>
                      <a:headEnd len="sm" w="sm" type="none"/>
                      <a:tailEnd len="sm" w="sm" type="none"/>
                    </a:ln>
                  </p:spPr>
                </p:cxnSp>
              </p:grpSp>
              <p:grpSp>
                <p:nvGrpSpPr>
                  <p:cNvPr id="7379" name="Google Shape;7379;p103"/>
                  <p:cNvGrpSpPr/>
                  <p:nvPr/>
                </p:nvGrpSpPr>
                <p:grpSpPr>
                  <a:xfrm>
                    <a:off x="6396367" y="3730765"/>
                    <a:ext cx="558139" cy="92426"/>
                    <a:chOff x="6582413" y="2846650"/>
                    <a:chExt cx="558139" cy="92426"/>
                  </a:xfrm>
                </p:grpSpPr>
                <p:cxnSp>
                  <p:nvCxnSpPr>
                    <p:cNvPr id="7380" name="Google Shape;7380;p103"/>
                    <p:cNvCxnSpPr/>
                    <p:nvPr/>
                  </p:nvCxnSpPr>
                  <p:spPr>
                    <a:xfrm flipH="1" rot="10800000">
                      <a:off x="7027133" y="2846650"/>
                      <a:ext cx="113419" cy="92426"/>
                    </a:xfrm>
                    <a:prstGeom prst="straightConnector1">
                      <a:avLst/>
                    </a:prstGeom>
                    <a:noFill/>
                    <a:ln cap="flat" cmpd="sng" w="9525">
                      <a:solidFill>
                        <a:schemeClr val="dk1"/>
                      </a:solidFill>
                      <a:prstDash val="solid"/>
                      <a:miter lim="800000"/>
                      <a:headEnd len="sm" w="sm" type="none"/>
                      <a:tailEnd len="sm" w="sm" type="none"/>
                    </a:ln>
                  </p:spPr>
                </p:cxnSp>
                <p:cxnSp>
                  <p:nvCxnSpPr>
                    <p:cNvPr id="7381" name="Google Shape;7381;p103"/>
                    <p:cNvCxnSpPr/>
                    <p:nvPr/>
                  </p:nvCxnSpPr>
                  <p:spPr>
                    <a:xfrm>
                      <a:off x="6582413" y="2939076"/>
                      <a:ext cx="450690" cy="0"/>
                    </a:xfrm>
                    <a:prstGeom prst="straightConnector1">
                      <a:avLst/>
                    </a:prstGeom>
                    <a:noFill/>
                    <a:ln cap="flat" cmpd="sng" w="9525">
                      <a:solidFill>
                        <a:schemeClr val="dk1"/>
                      </a:solidFill>
                      <a:prstDash val="solid"/>
                      <a:miter lim="800000"/>
                      <a:headEnd len="sm" w="sm" type="none"/>
                      <a:tailEnd len="sm" w="sm" type="none"/>
                    </a:ln>
                  </p:spPr>
                </p:cxnSp>
              </p:grpSp>
            </p:grpSp>
            <p:cxnSp>
              <p:nvCxnSpPr>
                <p:cNvPr id="7382" name="Google Shape;7382;p103"/>
                <p:cNvCxnSpPr/>
                <p:nvPr/>
              </p:nvCxnSpPr>
              <p:spPr>
                <a:xfrm flipH="1">
                  <a:off x="6685171" y="4525377"/>
                  <a:ext cx="4763" cy="855662"/>
                </a:xfrm>
                <a:prstGeom prst="straightConnector1">
                  <a:avLst/>
                </a:prstGeom>
                <a:noFill/>
                <a:ln cap="flat" cmpd="sng" w="25400">
                  <a:solidFill>
                    <a:schemeClr val="dk1"/>
                  </a:solidFill>
                  <a:prstDash val="solid"/>
                  <a:miter lim="800000"/>
                  <a:headEnd len="sm" w="sm" type="none"/>
                  <a:tailEnd len="sm" w="sm" type="none"/>
                </a:ln>
              </p:spPr>
            </p:cxnSp>
            <p:cxnSp>
              <p:nvCxnSpPr>
                <p:cNvPr id="7383" name="Google Shape;7383;p103"/>
                <p:cNvCxnSpPr/>
                <p:nvPr/>
              </p:nvCxnSpPr>
              <p:spPr>
                <a:xfrm>
                  <a:off x="6632784" y="4706352"/>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7384" name="Google Shape;7384;p103"/>
                <p:cNvCxnSpPr/>
                <p:nvPr/>
              </p:nvCxnSpPr>
              <p:spPr>
                <a:xfrm>
                  <a:off x="6631196" y="4771439"/>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7385" name="Google Shape;7385;p103"/>
                <p:cNvCxnSpPr/>
                <p:nvPr/>
              </p:nvCxnSpPr>
              <p:spPr>
                <a:xfrm>
                  <a:off x="6631196" y="4849227"/>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7386" name="Google Shape;7386;p103"/>
                <p:cNvCxnSpPr/>
                <p:nvPr/>
              </p:nvCxnSpPr>
              <p:spPr>
                <a:xfrm>
                  <a:off x="6629609" y="4914314"/>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7387" name="Google Shape;7387;p103"/>
                <p:cNvCxnSpPr/>
                <p:nvPr/>
              </p:nvCxnSpPr>
              <p:spPr>
                <a:xfrm>
                  <a:off x="6628021" y="4976227"/>
                  <a:ext cx="60325" cy="0"/>
                </a:xfrm>
                <a:prstGeom prst="straightConnector1">
                  <a:avLst/>
                </a:prstGeom>
                <a:noFill/>
                <a:ln cap="flat" cmpd="sng" w="9525">
                  <a:solidFill>
                    <a:schemeClr val="dk1"/>
                  </a:solidFill>
                  <a:prstDash val="solid"/>
                  <a:miter lim="800000"/>
                  <a:headEnd len="sm" w="sm" type="none"/>
                  <a:tailEnd len="sm" w="sm" type="none"/>
                </a:ln>
              </p:spPr>
            </p:cxnSp>
            <p:cxnSp>
              <p:nvCxnSpPr>
                <p:cNvPr id="7388" name="Google Shape;7388;p103"/>
                <p:cNvCxnSpPr/>
                <p:nvPr/>
              </p:nvCxnSpPr>
              <p:spPr>
                <a:xfrm>
                  <a:off x="6628021" y="5044489"/>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7389" name="Google Shape;7389;p103"/>
                <p:cNvCxnSpPr/>
                <p:nvPr/>
              </p:nvCxnSpPr>
              <p:spPr>
                <a:xfrm>
                  <a:off x="6626434" y="511433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7390" name="Google Shape;7390;p103"/>
                <p:cNvCxnSpPr/>
                <p:nvPr/>
              </p:nvCxnSpPr>
              <p:spPr>
                <a:xfrm>
                  <a:off x="6629609" y="518418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7391" name="Google Shape;7391;p103"/>
                <p:cNvCxnSpPr/>
                <p:nvPr/>
              </p:nvCxnSpPr>
              <p:spPr>
                <a:xfrm>
                  <a:off x="6631196" y="5252452"/>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7392" name="Google Shape;7392;p103"/>
                <p:cNvCxnSpPr/>
                <p:nvPr/>
              </p:nvCxnSpPr>
              <p:spPr>
                <a:xfrm>
                  <a:off x="6631196" y="5322302"/>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7393" name="Google Shape;7393;p103"/>
                <p:cNvCxnSpPr/>
                <p:nvPr/>
              </p:nvCxnSpPr>
              <p:spPr>
                <a:xfrm>
                  <a:off x="6632784" y="538738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7394" name="Google Shape;7394;p103"/>
                <p:cNvCxnSpPr/>
                <p:nvPr/>
              </p:nvCxnSpPr>
              <p:spPr>
                <a:xfrm rot="10800000">
                  <a:off x="6632784" y="4531727"/>
                  <a:ext cx="58737" cy="0"/>
                </a:xfrm>
                <a:prstGeom prst="straightConnector1">
                  <a:avLst/>
                </a:prstGeom>
                <a:noFill/>
                <a:ln cap="flat" cmpd="sng" w="22225">
                  <a:solidFill>
                    <a:schemeClr val="dk1"/>
                  </a:solidFill>
                  <a:prstDash val="solid"/>
                  <a:miter lim="800000"/>
                  <a:headEnd len="sm" w="sm" type="none"/>
                  <a:tailEnd len="sm" w="sm" type="none"/>
                </a:ln>
              </p:spPr>
            </p:cxnSp>
            <p:grpSp>
              <p:nvGrpSpPr>
                <p:cNvPr id="7395" name="Google Shape;7395;p103"/>
                <p:cNvGrpSpPr/>
                <p:nvPr/>
              </p:nvGrpSpPr>
              <p:grpSpPr>
                <a:xfrm>
                  <a:off x="6434171" y="4488570"/>
                  <a:ext cx="224203" cy="179034"/>
                  <a:chOff x="3668110" y="2448910"/>
                  <a:chExt cx="3794234" cy="2165130"/>
                </a:xfrm>
              </p:grpSpPr>
              <p:sp>
                <p:nvSpPr>
                  <p:cNvPr id="7396" name="Google Shape;7396;p103"/>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97" name="Google Shape;7397;p103"/>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398" name="Google Shape;7398;p103"/>
                  <p:cNvGrpSpPr/>
                  <p:nvPr/>
                </p:nvGrpSpPr>
                <p:grpSpPr>
                  <a:xfrm>
                    <a:off x="3941378" y="2603243"/>
                    <a:ext cx="3202061" cy="1066110"/>
                    <a:chOff x="7939341" y="3037317"/>
                    <a:chExt cx="897649" cy="353919"/>
                  </a:xfrm>
                </p:grpSpPr>
                <p:sp>
                  <p:nvSpPr>
                    <p:cNvPr id="7399" name="Google Shape;7399;p103"/>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400" name="Google Shape;7400;p103"/>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401" name="Google Shape;7401;p103"/>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279" name="Google Shape;7279;p103"/>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nvGrpSpPr>
              <p:cNvPr id="7402" name="Google Shape;7402;p103"/>
              <p:cNvGrpSpPr/>
              <p:nvPr/>
            </p:nvGrpSpPr>
            <p:grpSpPr>
              <a:xfrm>
                <a:off x="7195215" y="4648914"/>
                <a:ext cx="267206" cy="997245"/>
                <a:chOff x="6424315" y="4488570"/>
                <a:chExt cx="267206" cy="997245"/>
              </a:xfrm>
            </p:grpSpPr>
            <p:grpSp>
              <p:nvGrpSpPr>
                <p:cNvPr id="7403" name="Google Shape;7403;p103"/>
                <p:cNvGrpSpPr/>
                <p:nvPr/>
              </p:nvGrpSpPr>
              <p:grpSpPr>
                <a:xfrm>
                  <a:off x="6424315" y="4636502"/>
                  <a:ext cx="237939" cy="849312"/>
                  <a:chOff x="6396366" y="3061857"/>
                  <a:chExt cx="570079" cy="838094"/>
                </a:xfrm>
              </p:grpSpPr>
              <p:sp>
                <p:nvSpPr>
                  <p:cNvPr id="7404" name="Google Shape;7404;p103"/>
                  <p:cNvSpPr/>
                  <p:nvPr/>
                </p:nvSpPr>
                <p:spPr>
                  <a:xfrm>
                    <a:off x="6509786" y="3061857"/>
                    <a:ext cx="447707" cy="742536"/>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7405" name="Google Shape;7405;p103"/>
                  <p:cNvCxnSpPr/>
                  <p:nvPr/>
                </p:nvCxnSpPr>
                <p:spPr>
                  <a:xfrm flipH="1" rot="10800000">
                    <a:off x="6847057" y="3061857"/>
                    <a:ext cx="113419" cy="92425"/>
                  </a:xfrm>
                  <a:prstGeom prst="straightConnector1">
                    <a:avLst/>
                  </a:prstGeom>
                  <a:noFill/>
                  <a:ln cap="flat" cmpd="sng" w="9525">
                    <a:solidFill>
                      <a:schemeClr val="dk1"/>
                    </a:solidFill>
                    <a:prstDash val="solid"/>
                    <a:miter lim="800000"/>
                    <a:headEnd len="sm" w="sm" type="none"/>
                    <a:tailEnd len="sm" w="sm" type="none"/>
                  </a:ln>
                </p:spPr>
              </p:cxnSp>
              <p:sp>
                <p:nvSpPr>
                  <p:cNvPr id="7406" name="Google Shape;7406;p103"/>
                  <p:cNvSpPr/>
                  <p:nvPr/>
                </p:nvSpPr>
                <p:spPr>
                  <a:xfrm>
                    <a:off x="6476953" y="3071256"/>
                    <a:ext cx="131327" cy="1159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7407" name="Google Shape;7407;p103"/>
                  <p:cNvCxnSpPr/>
                  <p:nvPr/>
                </p:nvCxnSpPr>
                <p:spPr>
                  <a:xfrm flipH="1" rot="10800000">
                    <a:off x="6396367" y="3061857"/>
                    <a:ext cx="113419" cy="92425"/>
                  </a:xfrm>
                  <a:prstGeom prst="straightConnector1">
                    <a:avLst/>
                  </a:prstGeom>
                  <a:noFill/>
                  <a:ln cap="flat" cmpd="sng" w="9525">
                    <a:solidFill>
                      <a:schemeClr val="dk1"/>
                    </a:solidFill>
                    <a:prstDash val="solid"/>
                    <a:miter lim="800000"/>
                    <a:headEnd len="sm" w="sm" type="none"/>
                    <a:tailEnd len="sm" w="sm" type="none"/>
                  </a:ln>
                </p:spPr>
              </p:cxnSp>
              <p:sp>
                <p:nvSpPr>
                  <p:cNvPr id="7408" name="Google Shape;7408;p103"/>
                  <p:cNvSpPr/>
                  <p:nvPr/>
                </p:nvSpPr>
                <p:spPr>
                  <a:xfrm>
                    <a:off x="6817210" y="3702567"/>
                    <a:ext cx="131327" cy="1159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sp>
                <p:nvSpPr>
                  <p:cNvPr id="7409" name="Google Shape;7409;p103"/>
                  <p:cNvSpPr/>
                  <p:nvPr/>
                </p:nvSpPr>
                <p:spPr>
                  <a:xfrm>
                    <a:off x="6405320" y="3157415"/>
                    <a:ext cx="444723" cy="742536"/>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7410" name="Google Shape;7410;p103"/>
                  <p:cNvCxnSpPr/>
                  <p:nvPr/>
                </p:nvCxnSpPr>
                <p:spPr>
                  <a:xfrm flipH="1" rot="10800000">
                    <a:off x="6847057" y="3804392"/>
                    <a:ext cx="113419" cy="92425"/>
                  </a:xfrm>
                  <a:prstGeom prst="straightConnector1">
                    <a:avLst/>
                  </a:prstGeom>
                  <a:noFill/>
                  <a:ln cap="flat" cmpd="sng" w="9525">
                    <a:solidFill>
                      <a:schemeClr val="dk1"/>
                    </a:solidFill>
                    <a:prstDash val="solid"/>
                    <a:miter lim="800000"/>
                    <a:headEnd len="sm" w="sm" type="none"/>
                    <a:tailEnd len="sm" w="sm" type="none"/>
                  </a:ln>
                </p:spPr>
              </p:cxnSp>
              <p:grpSp>
                <p:nvGrpSpPr>
                  <p:cNvPr id="7411" name="Google Shape;7411;p103"/>
                  <p:cNvGrpSpPr/>
                  <p:nvPr/>
                </p:nvGrpSpPr>
                <p:grpSpPr>
                  <a:xfrm>
                    <a:off x="6399350" y="3137050"/>
                    <a:ext cx="561125" cy="92425"/>
                    <a:chOff x="6581076" y="2845711"/>
                    <a:chExt cx="561125" cy="92425"/>
                  </a:xfrm>
                </p:grpSpPr>
                <p:cxnSp>
                  <p:nvCxnSpPr>
                    <p:cNvPr id="7412" name="Google Shape;7412;p103"/>
                    <p:cNvCxnSpPr/>
                    <p:nvPr/>
                  </p:nvCxnSpPr>
                  <p:spPr>
                    <a:xfrm flipH="1" rot="10800000">
                      <a:off x="7028782" y="2845711"/>
                      <a:ext cx="113419" cy="92425"/>
                    </a:xfrm>
                    <a:prstGeom prst="straightConnector1">
                      <a:avLst/>
                    </a:prstGeom>
                    <a:noFill/>
                    <a:ln cap="flat" cmpd="sng" w="9525">
                      <a:solidFill>
                        <a:schemeClr val="dk1"/>
                      </a:solidFill>
                      <a:prstDash val="solid"/>
                      <a:miter lim="800000"/>
                      <a:headEnd len="sm" w="sm" type="none"/>
                      <a:tailEnd len="sm" w="sm" type="none"/>
                    </a:ln>
                  </p:spPr>
                </p:cxnSp>
                <p:cxnSp>
                  <p:nvCxnSpPr>
                    <p:cNvPr id="7413" name="Google Shape;7413;p103"/>
                    <p:cNvCxnSpPr/>
                    <p:nvPr/>
                  </p:nvCxnSpPr>
                  <p:spPr>
                    <a:xfrm>
                      <a:off x="6581076" y="2938136"/>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7414" name="Google Shape;7414;p103"/>
                  <p:cNvGrpSpPr/>
                  <p:nvPr/>
                </p:nvGrpSpPr>
                <p:grpSpPr>
                  <a:xfrm>
                    <a:off x="6399351" y="3202845"/>
                    <a:ext cx="567094" cy="89292"/>
                    <a:chOff x="6581557" y="2845642"/>
                    <a:chExt cx="567094" cy="89292"/>
                  </a:xfrm>
                </p:grpSpPr>
                <p:cxnSp>
                  <p:nvCxnSpPr>
                    <p:cNvPr id="7415" name="Google Shape;7415;p103"/>
                    <p:cNvCxnSpPr/>
                    <p:nvPr/>
                  </p:nvCxnSpPr>
                  <p:spPr>
                    <a:xfrm flipH="1" rot="10800000">
                      <a:off x="7029263" y="2845642"/>
                      <a:ext cx="119388" cy="89292"/>
                    </a:xfrm>
                    <a:prstGeom prst="straightConnector1">
                      <a:avLst/>
                    </a:prstGeom>
                    <a:noFill/>
                    <a:ln cap="flat" cmpd="sng" w="9525">
                      <a:solidFill>
                        <a:schemeClr val="dk1"/>
                      </a:solidFill>
                      <a:prstDash val="solid"/>
                      <a:miter lim="800000"/>
                      <a:headEnd len="sm" w="sm" type="none"/>
                      <a:tailEnd len="sm" w="sm" type="none"/>
                    </a:ln>
                  </p:spPr>
                </p:cxnSp>
                <p:cxnSp>
                  <p:nvCxnSpPr>
                    <p:cNvPr id="7416" name="Google Shape;7416;p103"/>
                    <p:cNvCxnSpPr/>
                    <p:nvPr/>
                  </p:nvCxnSpPr>
                  <p:spPr>
                    <a:xfrm>
                      <a:off x="6581557" y="2934934"/>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7417" name="Google Shape;7417;p103"/>
                  <p:cNvGrpSpPr/>
                  <p:nvPr/>
                </p:nvGrpSpPr>
                <p:grpSpPr>
                  <a:xfrm>
                    <a:off x="6399350" y="3268639"/>
                    <a:ext cx="558142" cy="89292"/>
                    <a:chOff x="6582036" y="2845572"/>
                    <a:chExt cx="558142" cy="89292"/>
                  </a:xfrm>
                </p:grpSpPr>
                <p:cxnSp>
                  <p:nvCxnSpPr>
                    <p:cNvPr id="7418" name="Google Shape;7418;p103"/>
                    <p:cNvCxnSpPr/>
                    <p:nvPr/>
                  </p:nvCxnSpPr>
                  <p:spPr>
                    <a:xfrm flipH="1" rot="10800000">
                      <a:off x="7026759" y="2845572"/>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7419" name="Google Shape;7419;p103"/>
                    <p:cNvCxnSpPr/>
                    <p:nvPr/>
                  </p:nvCxnSpPr>
                  <p:spPr>
                    <a:xfrm>
                      <a:off x="6582036" y="293486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7420" name="Google Shape;7420;p103"/>
                  <p:cNvGrpSpPr/>
                  <p:nvPr/>
                </p:nvGrpSpPr>
                <p:grpSpPr>
                  <a:xfrm>
                    <a:off x="6399350" y="3334433"/>
                    <a:ext cx="558141" cy="89292"/>
                    <a:chOff x="6582516" y="2845502"/>
                    <a:chExt cx="558141" cy="89292"/>
                  </a:xfrm>
                </p:grpSpPr>
                <p:cxnSp>
                  <p:nvCxnSpPr>
                    <p:cNvPr id="7421" name="Google Shape;7421;p103"/>
                    <p:cNvCxnSpPr/>
                    <p:nvPr/>
                  </p:nvCxnSpPr>
                  <p:spPr>
                    <a:xfrm flipH="1" rot="10800000">
                      <a:off x="7027238" y="2845502"/>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7422" name="Google Shape;7422;p103"/>
                    <p:cNvCxnSpPr/>
                    <p:nvPr/>
                  </p:nvCxnSpPr>
                  <p:spPr>
                    <a:xfrm>
                      <a:off x="6582516" y="293479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7423" name="Google Shape;7423;p103"/>
                  <p:cNvGrpSpPr/>
                  <p:nvPr/>
                </p:nvGrpSpPr>
                <p:grpSpPr>
                  <a:xfrm>
                    <a:off x="6399349" y="3400228"/>
                    <a:ext cx="558142" cy="89292"/>
                    <a:chOff x="6582995" y="2845433"/>
                    <a:chExt cx="558142" cy="89292"/>
                  </a:xfrm>
                </p:grpSpPr>
                <p:cxnSp>
                  <p:nvCxnSpPr>
                    <p:cNvPr id="7424" name="Google Shape;7424;p103"/>
                    <p:cNvCxnSpPr/>
                    <p:nvPr/>
                  </p:nvCxnSpPr>
                  <p:spPr>
                    <a:xfrm flipH="1" rot="10800000">
                      <a:off x="7027718" y="2845433"/>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7425" name="Google Shape;7425;p103"/>
                    <p:cNvCxnSpPr/>
                    <p:nvPr/>
                  </p:nvCxnSpPr>
                  <p:spPr>
                    <a:xfrm>
                      <a:off x="6582995" y="293472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7426" name="Google Shape;7426;p103"/>
                  <p:cNvGrpSpPr/>
                  <p:nvPr/>
                </p:nvGrpSpPr>
                <p:grpSpPr>
                  <a:xfrm>
                    <a:off x="6399351" y="3466022"/>
                    <a:ext cx="558141" cy="93992"/>
                    <a:chOff x="6583477" y="2845363"/>
                    <a:chExt cx="558141" cy="93992"/>
                  </a:xfrm>
                </p:grpSpPr>
                <p:cxnSp>
                  <p:nvCxnSpPr>
                    <p:cNvPr id="7427" name="Google Shape;7427;p103"/>
                    <p:cNvCxnSpPr/>
                    <p:nvPr/>
                  </p:nvCxnSpPr>
                  <p:spPr>
                    <a:xfrm flipH="1" rot="10800000">
                      <a:off x="7028199" y="2845363"/>
                      <a:ext cx="113419" cy="93992"/>
                    </a:xfrm>
                    <a:prstGeom prst="straightConnector1">
                      <a:avLst/>
                    </a:prstGeom>
                    <a:noFill/>
                    <a:ln cap="flat" cmpd="sng" w="9525">
                      <a:solidFill>
                        <a:schemeClr val="dk1"/>
                      </a:solidFill>
                      <a:prstDash val="solid"/>
                      <a:miter lim="800000"/>
                      <a:headEnd len="sm" w="sm" type="none"/>
                      <a:tailEnd len="sm" w="sm" type="none"/>
                    </a:ln>
                  </p:spPr>
                </p:cxnSp>
                <p:cxnSp>
                  <p:nvCxnSpPr>
                    <p:cNvPr id="7428" name="Google Shape;7428;p103"/>
                    <p:cNvCxnSpPr/>
                    <p:nvPr/>
                  </p:nvCxnSpPr>
                  <p:spPr>
                    <a:xfrm>
                      <a:off x="6583477" y="2939355"/>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7429" name="Google Shape;7429;p103"/>
                  <p:cNvGrpSpPr/>
                  <p:nvPr/>
                </p:nvGrpSpPr>
                <p:grpSpPr>
                  <a:xfrm>
                    <a:off x="6396366" y="3528683"/>
                    <a:ext cx="561126" cy="97125"/>
                    <a:chOff x="6580972" y="2842160"/>
                    <a:chExt cx="561126" cy="97125"/>
                  </a:xfrm>
                </p:grpSpPr>
                <p:cxnSp>
                  <p:nvCxnSpPr>
                    <p:cNvPr id="7430" name="Google Shape;7430;p103"/>
                    <p:cNvCxnSpPr/>
                    <p:nvPr/>
                  </p:nvCxnSpPr>
                  <p:spPr>
                    <a:xfrm flipH="1" rot="10800000">
                      <a:off x="7028679" y="2842160"/>
                      <a:ext cx="113419" cy="97125"/>
                    </a:xfrm>
                    <a:prstGeom prst="straightConnector1">
                      <a:avLst/>
                    </a:prstGeom>
                    <a:noFill/>
                    <a:ln cap="flat" cmpd="sng" w="9525">
                      <a:solidFill>
                        <a:schemeClr val="dk1"/>
                      </a:solidFill>
                      <a:prstDash val="solid"/>
                      <a:miter lim="800000"/>
                      <a:headEnd len="sm" w="sm" type="none"/>
                      <a:tailEnd len="sm" w="sm" type="none"/>
                    </a:ln>
                  </p:spPr>
                </p:cxnSp>
                <p:cxnSp>
                  <p:nvCxnSpPr>
                    <p:cNvPr id="7431" name="Google Shape;7431;p103"/>
                    <p:cNvCxnSpPr/>
                    <p:nvPr/>
                  </p:nvCxnSpPr>
                  <p:spPr>
                    <a:xfrm>
                      <a:off x="6580972" y="2939284"/>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7432" name="Google Shape;7432;p103"/>
                  <p:cNvGrpSpPr/>
                  <p:nvPr/>
                </p:nvGrpSpPr>
                <p:grpSpPr>
                  <a:xfrm>
                    <a:off x="6396366" y="3594477"/>
                    <a:ext cx="561125" cy="97125"/>
                    <a:chOff x="6581452" y="2842090"/>
                    <a:chExt cx="561125" cy="97125"/>
                  </a:xfrm>
                </p:grpSpPr>
                <p:cxnSp>
                  <p:nvCxnSpPr>
                    <p:cNvPr id="7433" name="Google Shape;7433;p103"/>
                    <p:cNvCxnSpPr/>
                    <p:nvPr/>
                  </p:nvCxnSpPr>
                  <p:spPr>
                    <a:xfrm flipH="1" rot="10800000">
                      <a:off x="7029158" y="2842090"/>
                      <a:ext cx="113419" cy="97125"/>
                    </a:xfrm>
                    <a:prstGeom prst="straightConnector1">
                      <a:avLst/>
                    </a:prstGeom>
                    <a:noFill/>
                    <a:ln cap="flat" cmpd="sng" w="9525">
                      <a:solidFill>
                        <a:schemeClr val="dk1"/>
                      </a:solidFill>
                      <a:prstDash val="solid"/>
                      <a:miter lim="800000"/>
                      <a:headEnd len="sm" w="sm" type="none"/>
                      <a:tailEnd len="sm" w="sm" type="none"/>
                    </a:ln>
                  </p:spPr>
                </p:cxnSp>
                <p:cxnSp>
                  <p:nvCxnSpPr>
                    <p:cNvPr id="7434" name="Google Shape;7434;p103"/>
                    <p:cNvCxnSpPr/>
                    <p:nvPr/>
                  </p:nvCxnSpPr>
                  <p:spPr>
                    <a:xfrm>
                      <a:off x="6581452" y="2939215"/>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7435" name="Google Shape;7435;p103"/>
                  <p:cNvGrpSpPr/>
                  <p:nvPr/>
                </p:nvGrpSpPr>
                <p:grpSpPr>
                  <a:xfrm>
                    <a:off x="6396367" y="3664970"/>
                    <a:ext cx="558140" cy="92426"/>
                    <a:chOff x="6581933" y="2846719"/>
                    <a:chExt cx="558140" cy="92426"/>
                  </a:xfrm>
                </p:grpSpPr>
                <p:cxnSp>
                  <p:nvCxnSpPr>
                    <p:cNvPr id="7436" name="Google Shape;7436;p103"/>
                    <p:cNvCxnSpPr/>
                    <p:nvPr/>
                  </p:nvCxnSpPr>
                  <p:spPr>
                    <a:xfrm flipH="1" rot="10800000">
                      <a:off x="7026654" y="2846719"/>
                      <a:ext cx="113419" cy="92426"/>
                    </a:xfrm>
                    <a:prstGeom prst="straightConnector1">
                      <a:avLst/>
                    </a:prstGeom>
                    <a:noFill/>
                    <a:ln cap="flat" cmpd="sng" w="9525">
                      <a:solidFill>
                        <a:schemeClr val="dk1"/>
                      </a:solidFill>
                      <a:prstDash val="solid"/>
                      <a:miter lim="800000"/>
                      <a:headEnd len="sm" w="sm" type="none"/>
                      <a:tailEnd len="sm" w="sm" type="none"/>
                    </a:ln>
                  </p:spPr>
                </p:cxnSp>
                <p:cxnSp>
                  <p:nvCxnSpPr>
                    <p:cNvPr id="7437" name="Google Shape;7437;p103"/>
                    <p:cNvCxnSpPr/>
                    <p:nvPr/>
                  </p:nvCxnSpPr>
                  <p:spPr>
                    <a:xfrm>
                      <a:off x="6581933" y="2939145"/>
                      <a:ext cx="450690" cy="0"/>
                    </a:xfrm>
                    <a:prstGeom prst="straightConnector1">
                      <a:avLst/>
                    </a:prstGeom>
                    <a:noFill/>
                    <a:ln cap="flat" cmpd="sng" w="9525">
                      <a:solidFill>
                        <a:schemeClr val="dk1"/>
                      </a:solidFill>
                      <a:prstDash val="solid"/>
                      <a:miter lim="800000"/>
                      <a:headEnd len="sm" w="sm" type="none"/>
                      <a:tailEnd len="sm" w="sm" type="none"/>
                    </a:ln>
                  </p:spPr>
                </p:cxnSp>
              </p:grpSp>
              <p:grpSp>
                <p:nvGrpSpPr>
                  <p:cNvPr id="7438" name="Google Shape;7438;p103"/>
                  <p:cNvGrpSpPr/>
                  <p:nvPr/>
                </p:nvGrpSpPr>
                <p:grpSpPr>
                  <a:xfrm>
                    <a:off x="6396367" y="3730765"/>
                    <a:ext cx="558139" cy="92426"/>
                    <a:chOff x="6582413" y="2846650"/>
                    <a:chExt cx="558139" cy="92426"/>
                  </a:xfrm>
                </p:grpSpPr>
                <p:cxnSp>
                  <p:nvCxnSpPr>
                    <p:cNvPr id="7439" name="Google Shape;7439;p103"/>
                    <p:cNvCxnSpPr/>
                    <p:nvPr/>
                  </p:nvCxnSpPr>
                  <p:spPr>
                    <a:xfrm flipH="1" rot="10800000">
                      <a:off x="7027133" y="2846650"/>
                      <a:ext cx="113419" cy="92426"/>
                    </a:xfrm>
                    <a:prstGeom prst="straightConnector1">
                      <a:avLst/>
                    </a:prstGeom>
                    <a:noFill/>
                    <a:ln cap="flat" cmpd="sng" w="9525">
                      <a:solidFill>
                        <a:schemeClr val="dk1"/>
                      </a:solidFill>
                      <a:prstDash val="solid"/>
                      <a:miter lim="800000"/>
                      <a:headEnd len="sm" w="sm" type="none"/>
                      <a:tailEnd len="sm" w="sm" type="none"/>
                    </a:ln>
                  </p:spPr>
                </p:cxnSp>
                <p:cxnSp>
                  <p:nvCxnSpPr>
                    <p:cNvPr id="7440" name="Google Shape;7440;p103"/>
                    <p:cNvCxnSpPr/>
                    <p:nvPr/>
                  </p:nvCxnSpPr>
                  <p:spPr>
                    <a:xfrm>
                      <a:off x="6582413" y="2939076"/>
                      <a:ext cx="450690" cy="0"/>
                    </a:xfrm>
                    <a:prstGeom prst="straightConnector1">
                      <a:avLst/>
                    </a:prstGeom>
                    <a:noFill/>
                    <a:ln cap="flat" cmpd="sng" w="9525">
                      <a:solidFill>
                        <a:schemeClr val="dk1"/>
                      </a:solidFill>
                      <a:prstDash val="solid"/>
                      <a:miter lim="800000"/>
                      <a:headEnd len="sm" w="sm" type="none"/>
                      <a:tailEnd len="sm" w="sm" type="none"/>
                    </a:ln>
                  </p:spPr>
                </p:cxnSp>
              </p:grpSp>
            </p:grpSp>
            <p:cxnSp>
              <p:nvCxnSpPr>
                <p:cNvPr id="7441" name="Google Shape;7441;p103"/>
                <p:cNvCxnSpPr/>
                <p:nvPr/>
              </p:nvCxnSpPr>
              <p:spPr>
                <a:xfrm flipH="1">
                  <a:off x="6685171" y="4525377"/>
                  <a:ext cx="4763" cy="855662"/>
                </a:xfrm>
                <a:prstGeom prst="straightConnector1">
                  <a:avLst/>
                </a:prstGeom>
                <a:noFill/>
                <a:ln cap="flat" cmpd="sng" w="25400">
                  <a:solidFill>
                    <a:schemeClr val="dk1"/>
                  </a:solidFill>
                  <a:prstDash val="solid"/>
                  <a:miter lim="800000"/>
                  <a:headEnd len="sm" w="sm" type="none"/>
                  <a:tailEnd len="sm" w="sm" type="none"/>
                </a:ln>
              </p:spPr>
            </p:cxnSp>
            <p:cxnSp>
              <p:nvCxnSpPr>
                <p:cNvPr id="7442" name="Google Shape;7442;p103"/>
                <p:cNvCxnSpPr/>
                <p:nvPr/>
              </p:nvCxnSpPr>
              <p:spPr>
                <a:xfrm>
                  <a:off x="6632784" y="4706352"/>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7443" name="Google Shape;7443;p103"/>
                <p:cNvCxnSpPr/>
                <p:nvPr/>
              </p:nvCxnSpPr>
              <p:spPr>
                <a:xfrm>
                  <a:off x="6631196" y="4771439"/>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7444" name="Google Shape;7444;p103"/>
                <p:cNvCxnSpPr/>
                <p:nvPr/>
              </p:nvCxnSpPr>
              <p:spPr>
                <a:xfrm>
                  <a:off x="6631196" y="4849227"/>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7445" name="Google Shape;7445;p103"/>
                <p:cNvCxnSpPr/>
                <p:nvPr/>
              </p:nvCxnSpPr>
              <p:spPr>
                <a:xfrm>
                  <a:off x="6629609" y="4914314"/>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7446" name="Google Shape;7446;p103"/>
                <p:cNvCxnSpPr/>
                <p:nvPr/>
              </p:nvCxnSpPr>
              <p:spPr>
                <a:xfrm>
                  <a:off x="6628021" y="4976227"/>
                  <a:ext cx="60325" cy="0"/>
                </a:xfrm>
                <a:prstGeom prst="straightConnector1">
                  <a:avLst/>
                </a:prstGeom>
                <a:noFill/>
                <a:ln cap="flat" cmpd="sng" w="9525">
                  <a:solidFill>
                    <a:schemeClr val="dk1"/>
                  </a:solidFill>
                  <a:prstDash val="solid"/>
                  <a:miter lim="800000"/>
                  <a:headEnd len="sm" w="sm" type="none"/>
                  <a:tailEnd len="sm" w="sm" type="none"/>
                </a:ln>
              </p:spPr>
            </p:cxnSp>
            <p:cxnSp>
              <p:nvCxnSpPr>
                <p:cNvPr id="7447" name="Google Shape;7447;p103"/>
                <p:cNvCxnSpPr/>
                <p:nvPr/>
              </p:nvCxnSpPr>
              <p:spPr>
                <a:xfrm>
                  <a:off x="6628021" y="5044489"/>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7448" name="Google Shape;7448;p103"/>
                <p:cNvCxnSpPr/>
                <p:nvPr/>
              </p:nvCxnSpPr>
              <p:spPr>
                <a:xfrm>
                  <a:off x="6626434" y="511433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7449" name="Google Shape;7449;p103"/>
                <p:cNvCxnSpPr/>
                <p:nvPr/>
              </p:nvCxnSpPr>
              <p:spPr>
                <a:xfrm>
                  <a:off x="6629609" y="518418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7450" name="Google Shape;7450;p103"/>
                <p:cNvCxnSpPr/>
                <p:nvPr/>
              </p:nvCxnSpPr>
              <p:spPr>
                <a:xfrm>
                  <a:off x="6631196" y="5252452"/>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7451" name="Google Shape;7451;p103"/>
                <p:cNvCxnSpPr/>
                <p:nvPr/>
              </p:nvCxnSpPr>
              <p:spPr>
                <a:xfrm>
                  <a:off x="6631196" y="5322302"/>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7452" name="Google Shape;7452;p103"/>
                <p:cNvCxnSpPr/>
                <p:nvPr/>
              </p:nvCxnSpPr>
              <p:spPr>
                <a:xfrm>
                  <a:off x="6632784" y="538738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7453" name="Google Shape;7453;p103"/>
                <p:cNvCxnSpPr/>
                <p:nvPr/>
              </p:nvCxnSpPr>
              <p:spPr>
                <a:xfrm rot="10800000">
                  <a:off x="6632784" y="4531727"/>
                  <a:ext cx="58737" cy="0"/>
                </a:xfrm>
                <a:prstGeom prst="straightConnector1">
                  <a:avLst/>
                </a:prstGeom>
                <a:noFill/>
                <a:ln cap="flat" cmpd="sng" w="22225">
                  <a:solidFill>
                    <a:schemeClr val="dk1"/>
                  </a:solidFill>
                  <a:prstDash val="solid"/>
                  <a:miter lim="800000"/>
                  <a:headEnd len="sm" w="sm" type="none"/>
                  <a:tailEnd len="sm" w="sm" type="none"/>
                </a:ln>
              </p:spPr>
            </p:cxnSp>
            <p:grpSp>
              <p:nvGrpSpPr>
                <p:cNvPr id="7454" name="Google Shape;7454;p103"/>
                <p:cNvGrpSpPr/>
                <p:nvPr/>
              </p:nvGrpSpPr>
              <p:grpSpPr>
                <a:xfrm>
                  <a:off x="6434171" y="4488570"/>
                  <a:ext cx="224203" cy="179034"/>
                  <a:chOff x="3668110" y="2448910"/>
                  <a:chExt cx="3794234" cy="2165130"/>
                </a:xfrm>
              </p:grpSpPr>
              <p:sp>
                <p:nvSpPr>
                  <p:cNvPr id="7455" name="Google Shape;7455;p103"/>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456" name="Google Shape;7456;p103"/>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457" name="Google Shape;7457;p103"/>
                  <p:cNvGrpSpPr/>
                  <p:nvPr/>
                </p:nvGrpSpPr>
                <p:grpSpPr>
                  <a:xfrm>
                    <a:off x="3941378" y="2603243"/>
                    <a:ext cx="3202061" cy="1066110"/>
                    <a:chOff x="7939341" y="3037317"/>
                    <a:chExt cx="897649" cy="353919"/>
                  </a:xfrm>
                </p:grpSpPr>
                <p:sp>
                  <p:nvSpPr>
                    <p:cNvPr id="7342" name="Google Shape;7342;p103"/>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458" name="Google Shape;7458;p103"/>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459" name="Google Shape;7459;p103"/>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460" name="Google Shape;7460;p103"/>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nvGrpSpPr>
              <p:cNvPr id="7461" name="Google Shape;7461;p103"/>
              <p:cNvGrpSpPr/>
              <p:nvPr/>
            </p:nvGrpSpPr>
            <p:grpSpPr>
              <a:xfrm>
                <a:off x="7734734" y="4641605"/>
                <a:ext cx="267206" cy="997245"/>
                <a:chOff x="6424315" y="4488570"/>
                <a:chExt cx="267206" cy="997245"/>
              </a:xfrm>
            </p:grpSpPr>
            <p:grpSp>
              <p:nvGrpSpPr>
                <p:cNvPr id="7462" name="Google Shape;7462;p103"/>
                <p:cNvGrpSpPr/>
                <p:nvPr/>
              </p:nvGrpSpPr>
              <p:grpSpPr>
                <a:xfrm>
                  <a:off x="6424315" y="4636502"/>
                  <a:ext cx="237939" cy="849312"/>
                  <a:chOff x="6396366" y="3061857"/>
                  <a:chExt cx="570079" cy="838094"/>
                </a:xfrm>
              </p:grpSpPr>
              <p:sp>
                <p:nvSpPr>
                  <p:cNvPr id="7463" name="Google Shape;7463;p103"/>
                  <p:cNvSpPr/>
                  <p:nvPr/>
                </p:nvSpPr>
                <p:spPr>
                  <a:xfrm>
                    <a:off x="6509786" y="3061857"/>
                    <a:ext cx="447707" cy="742536"/>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7464" name="Google Shape;7464;p103"/>
                  <p:cNvCxnSpPr/>
                  <p:nvPr/>
                </p:nvCxnSpPr>
                <p:spPr>
                  <a:xfrm flipH="1" rot="10800000">
                    <a:off x="6847057" y="3061857"/>
                    <a:ext cx="113419" cy="92425"/>
                  </a:xfrm>
                  <a:prstGeom prst="straightConnector1">
                    <a:avLst/>
                  </a:prstGeom>
                  <a:noFill/>
                  <a:ln cap="flat" cmpd="sng" w="9525">
                    <a:solidFill>
                      <a:schemeClr val="dk1"/>
                    </a:solidFill>
                    <a:prstDash val="solid"/>
                    <a:miter lim="800000"/>
                    <a:headEnd len="sm" w="sm" type="none"/>
                    <a:tailEnd len="sm" w="sm" type="none"/>
                  </a:ln>
                </p:spPr>
              </p:cxnSp>
              <p:sp>
                <p:nvSpPr>
                  <p:cNvPr id="7465" name="Google Shape;7465;p103"/>
                  <p:cNvSpPr/>
                  <p:nvPr/>
                </p:nvSpPr>
                <p:spPr>
                  <a:xfrm>
                    <a:off x="6476953" y="3071256"/>
                    <a:ext cx="131327" cy="1159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7466" name="Google Shape;7466;p103"/>
                  <p:cNvCxnSpPr/>
                  <p:nvPr/>
                </p:nvCxnSpPr>
                <p:spPr>
                  <a:xfrm flipH="1" rot="10800000">
                    <a:off x="6396367" y="3061857"/>
                    <a:ext cx="113419" cy="92425"/>
                  </a:xfrm>
                  <a:prstGeom prst="straightConnector1">
                    <a:avLst/>
                  </a:prstGeom>
                  <a:noFill/>
                  <a:ln cap="flat" cmpd="sng" w="9525">
                    <a:solidFill>
                      <a:schemeClr val="dk1"/>
                    </a:solidFill>
                    <a:prstDash val="solid"/>
                    <a:miter lim="800000"/>
                    <a:headEnd len="sm" w="sm" type="none"/>
                    <a:tailEnd len="sm" w="sm" type="none"/>
                  </a:ln>
                </p:spPr>
              </p:cxnSp>
              <p:sp>
                <p:nvSpPr>
                  <p:cNvPr id="7467" name="Google Shape;7467;p103"/>
                  <p:cNvSpPr/>
                  <p:nvPr/>
                </p:nvSpPr>
                <p:spPr>
                  <a:xfrm>
                    <a:off x="6817210" y="3702567"/>
                    <a:ext cx="131327" cy="1159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sp>
                <p:nvSpPr>
                  <p:cNvPr id="7468" name="Google Shape;7468;p103"/>
                  <p:cNvSpPr/>
                  <p:nvPr/>
                </p:nvSpPr>
                <p:spPr>
                  <a:xfrm>
                    <a:off x="6405320" y="3157415"/>
                    <a:ext cx="444723" cy="742536"/>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7469" name="Google Shape;7469;p103"/>
                  <p:cNvCxnSpPr/>
                  <p:nvPr/>
                </p:nvCxnSpPr>
                <p:spPr>
                  <a:xfrm flipH="1" rot="10800000">
                    <a:off x="6847057" y="3804392"/>
                    <a:ext cx="113419" cy="92425"/>
                  </a:xfrm>
                  <a:prstGeom prst="straightConnector1">
                    <a:avLst/>
                  </a:prstGeom>
                  <a:noFill/>
                  <a:ln cap="flat" cmpd="sng" w="9525">
                    <a:solidFill>
                      <a:schemeClr val="dk1"/>
                    </a:solidFill>
                    <a:prstDash val="solid"/>
                    <a:miter lim="800000"/>
                    <a:headEnd len="sm" w="sm" type="none"/>
                    <a:tailEnd len="sm" w="sm" type="none"/>
                  </a:ln>
                </p:spPr>
              </p:cxnSp>
              <p:grpSp>
                <p:nvGrpSpPr>
                  <p:cNvPr id="7470" name="Google Shape;7470;p103"/>
                  <p:cNvGrpSpPr/>
                  <p:nvPr/>
                </p:nvGrpSpPr>
                <p:grpSpPr>
                  <a:xfrm>
                    <a:off x="6399350" y="3137050"/>
                    <a:ext cx="561125" cy="92425"/>
                    <a:chOff x="6581076" y="2845711"/>
                    <a:chExt cx="561125" cy="92425"/>
                  </a:xfrm>
                </p:grpSpPr>
                <p:cxnSp>
                  <p:nvCxnSpPr>
                    <p:cNvPr id="7471" name="Google Shape;7471;p103"/>
                    <p:cNvCxnSpPr/>
                    <p:nvPr/>
                  </p:nvCxnSpPr>
                  <p:spPr>
                    <a:xfrm flipH="1" rot="10800000">
                      <a:off x="7028782" y="2845711"/>
                      <a:ext cx="113419" cy="92425"/>
                    </a:xfrm>
                    <a:prstGeom prst="straightConnector1">
                      <a:avLst/>
                    </a:prstGeom>
                    <a:noFill/>
                    <a:ln cap="flat" cmpd="sng" w="9525">
                      <a:solidFill>
                        <a:schemeClr val="dk1"/>
                      </a:solidFill>
                      <a:prstDash val="solid"/>
                      <a:miter lim="800000"/>
                      <a:headEnd len="sm" w="sm" type="none"/>
                      <a:tailEnd len="sm" w="sm" type="none"/>
                    </a:ln>
                  </p:spPr>
                </p:cxnSp>
                <p:cxnSp>
                  <p:nvCxnSpPr>
                    <p:cNvPr id="7472" name="Google Shape;7472;p103"/>
                    <p:cNvCxnSpPr/>
                    <p:nvPr/>
                  </p:nvCxnSpPr>
                  <p:spPr>
                    <a:xfrm>
                      <a:off x="6581076" y="2938136"/>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7473" name="Google Shape;7473;p103"/>
                  <p:cNvGrpSpPr/>
                  <p:nvPr/>
                </p:nvGrpSpPr>
                <p:grpSpPr>
                  <a:xfrm>
                    <a:off x="6399351" y="3202845"/>
                    <a:ext cx="567094" cy="89292"/>
                    <a:chOff x="6581557" y="2845642"/>
                    <a:chExt cx="567094" cy="89292"/>
                  </a:xfrm>
                </p:grpSpPr>
                <p:cxnSp>
                  <p:nvCxnSpPr>
                    <p:cNvPr id="7474" name="Google Shape;7474;p103"/>
                    <p:cNvCxnSpPr/>
                    <p:nvPr/>
                  </p:nvCxnSpPr>
                  <p:spPr>
                    <a:xfrm flipH="1" rot="10800000">
                      <a:off x="7029263" y="2845642"/>
                      <a:ext cx="119388" cy="89292"/>
                    </a:xfrm>
                    <a:prstGeom prst="straightConnector1">
                      <a:avLst/>
                    </a:prstGeom>
                    <a:noFill/>
                    <a:ln cap="flat" cmpd="sng" w="9525">
                      <a:solidFill>
                        <a:schemeClr val="dk1"/>
                      </a:solidFill>
                      <a:prstDash val="solid"/>
                      <a:miter lim="800000"/>
                      <a:headEnd len="sm" w="sm" type="none"/>
                      <a:tailEnd len="sm" w="sm" type="none"/>
                    </a:ln>
                  </p:spPr>
                </p:cxnSp>
                <p:cxnSp>
                  <p:nvCxnSpPr>
                    <p:cNvPr id="7475" name="Google Shape;7475;p103"/>
                    <p:cNvCxnSpPr/>
                    <p:nvPr/>
                  </p:nvCxnSpPr>
                  <p:spPr>
                    <a:xfrm>
                      <a:off x="6581557" y="2934934"/>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7476" name="Google Shape;7476;p103"/>
                  <p:cNvGrpSpPr/>
                  <p:nvPr/>
                </p:nvGrpSpPr>
                <p:grpSpPr>
                  <a:xfrm>
                    <a:off x="6399350" y="3268639"/>
                    <a:ext cx="558142" cy="89292"/>
                    <a:chOff x="6582036" y="2845572"/>
                    <a:chExt cx="558142" cy="89292"/>
                  </a:xfrm>
                </p:grpSpPr>
                <p:cxnSp>
                  <p:nvCxnSpPr>
                    <p:cNvPr id="7477" name="Google Shape;7477;p103"/>
                    <p:cNvCxnSpPr/>
                    <p:nvPr/>
                  </p:nvCxnSpPr>
                  <p:spPr>
                    <a:xfrm flipH="1" rot="10800000">
                      <a:off x="7026759" y="2845572"/>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7478" name="Google Shape;7478;p103"/>
                    <p:cNvCxnSpPr/>
                    <p:nvPr/>
                  </p:nvCxnSpPr>
                  <p:spPr>
                    <a:xfrm>
                      <a:off x="6582036" y="293486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7479" name="Google Shape;7479;p103"/>
                  <p:cNvGrpSpPr/>
                  <p:nvPr/>
                </p:nvGrpSpPr>
                <p:grpSpPr>
                  <a:xfrm>
                    <a:off x="6399350" y="3334433"/>
                    <a:ext cx="558141" cy="89292"/>
                    <a:chOff x="6582516" y="2845502"/>
                    <a:chExt cx="558141" cy="89292"/>
                  </a:xfrm>
                </p:grpSpPr>
                <p:cxnSp>
                  <p:nvCxnSpPr>
                    <p:cNvPr id="7480" name="Google Shape;7480;p103"/>
                    <p:cNvCxnSpPr/>
                    <p:nvPr/>
                  </p:nvCxnSpPr>
                  <p:spPr>
                    <a:xfrm flipH="1" rot="10800000">
                      <a:off x="7027238" y="2845502"/>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7481" name="Google Shape;7481;p103"/>
                    <p:cNvCxnSpPr/>
                    <p:nvPr/>
                  </p:nvCxnSpPr>
                  <p:spPr>
                    <a:xfrm>
                      <a:off x="6582516" y="293479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7482" name="Google Shape;7482;p103"/>
                  <p:cNvGrpSpPr/>
                  <p:nvPr/>
                </p:nvGrpSpPr>
                <p:grpSpPr>
                  <a:xfrm>
                    <a:off x="6399349" y="3400228"/>
                    <a:ext cx="558142" cy="89292"/>
                    <a:chOff x="6582995" y="2845433"/>
                    <a:chExt cx="558142" cy="89292"/>
                  </a:xfrm>
                </p:grpSpPr>
                <p:cxnSp>
                  <p:nvCxnSpPr>
                    <p:cNvPr id="7483" name="Google Shape;7483;p103"/>
                    <p:cNvCxnSpPr/>
                    <p:nvPr/>
                  </p:nvCxnSpPr>
                  <p:spPr>
                    <a:xfrm flipH="1" rot="10800000">
                      <a:off x="7027718" y="2845433"/>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7484" name="Google Shape;7484;p103"/>
                    <p:cNvCxnSpPr/>
                    <p:nvPr/>
                  </p:nvCxnSpPr>
                  <p:spPr>
                    <a:xfrm>
                      <a:off x="6582995" y="293472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7485" name="Google Shape;7485;p103"/>
                  <p:cNvGrpSpPr/>
                  <p:nvPr/>
                </p:nvGrpSpPr>
                <p:grpSpPr>
                  <a:xfrm>
                    <a:off x="6399351" y="3466022"/>
                    <a:ext cx="558141" cy="93992"/>
                    <a:chOff x="6583477" y="2845363"/>
                    <a:chExt cx="558141" cy="93992"/>
                  </a:xfrm>
                </p:grpSpPr>
                <p:cxnSp>
                  <p:nvCxnSpPr>
                    <p:cNvPr id="7486" name="Google Shape;7486;p103"/>
                    <p:cNvCxnSpPr/>
                    <p:nvPr/>
                  </p:nvCxnSpPr>
                  <p:spPr>
                    <a:xfrm flipH="1" rot="10800000">
                      <a:off x="7028199" y="2845363"/>
                      <a:ext cx="113419" cy="93992"/>
                    </a:xfrm>
                    <a:prstGeom prst="straightConnector1">
                      <a:avLst/>
                    </a:prstGeom>
                    <a:noFill/>
                    <a:ln cap="flat" cmpd="sng" w="9525">
                      <a:solidFill>
                        <a:schemeClr val="dk1"/>
                      </a:solidFill>
                      <a:prstDash val="solid"/>
                      <a:miter lim="800000"/>
                      <a:headEnd len="sm" w="sm" type="none"/>
                      <a:tailEnd len="sm" w="sm" type="none"/>
                    </a:ln>
                  </p:spPr>
                </p:cxnSp>
                <p:cxnSp>
                  <p:nvCxnSpPr>
                    <p:cNvPr id="7487" name="Google Shape;7487;p103"/>
                    <p:cNvCxnSpPr/>
                    <p:nvPr/>
                  </p:nvCxnSpPr>
                  <p:spPr>
                    <a:xfrm>
                      <a:off x="6583477" y="2939355"/>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7488" name="Google Shape;7488;p103"/>
                  <p:cNvGrpSpPr/>
                  <p:nvPr/>
                </p:nvGrpSpPr>
                <p:grpSpPr>
                  <a:xfrm>
                    <a:off x="6396366" y="3528683"/>
                    <a:ext cx="561126" cy="97125"/>
                    <a:chOff x="6580972" y="2842160"/>
                    <a:chExt cx="561126" cy="97125"/>
                  </a:xfrm>
                </p:grpSpPr>
                <p:cxnSp>
                  <p:nvCxnSpPr>
                    <p:cNvPr id="7489" name="Google Shape;7489;p103"/>
                    <p:cNvCxnSpPr/>
                    <p:nvPr/>
                  </p:nvCxnSpPr>
                  <p:spPr>
                    <a:xfrm flipH="1" rot="10800000">
                      <a:off x="7028679" y="2842160"/>
                      <a:ext cx="113419" cy="97125"/>
                    </a:xfrm>
                    <a:prstGeom prst="straightConnector1">
                      <a:avLst/>
                    </a:prstGeom>
                    <a:noFill/>
                    <a:ln cap="flat" cmpd="sng" w="9525">
                      <a:solidFill>
                        <a:schemeClr val="dk1"/>
                      </a:solidFill>
                      <a:prstDash val="solid"/>
                      <a:miter lim="800000"/>
                      <a:headEnd len="sm" w="sm" type="none"/>
                      <a:tailEnd len="sm" w="sm" type="none"/>
                    </a:ln>
                  </p:spPr>
                </p:cxnSp>
                <p:cxnSp>
                  <p:nvCxnSpPr>
                    <p:cNvPr id="7490" name="Google Shape;7490;p103"/>
                    <p:cNvCxnSpPr/>
                    <p:nvPr/>
                  </p:nvCxnSpPr>
                  <p:spPr>
                    <a:xfrm>
                      <a:off x="6580972" y="2939284"/>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7491" name="Google Shape;7491;p103"/>
                  <p:cNvGrpSpPr/>
                  <p:nvPr/>
                </p:nvGrpSpPr>
                <p:grpSpPr>
                  <a:xfrm>
                    <a:off x="6396366" y="3594477"/>
                    <a:ext cx="561125" cy="97125"/>
                    <a:chOff x="6581452" y="2842090"/>
                    <a:chExt cx="561125" cy="97125"/>
                  </a:xfrm>
                </p:grpSpPr>
                <p:cxnSp>
                  <p:nvCxnSpPr>
                    <p:cNvPr id="7492" name="Google Shape;7492;p103"/>
                    <p:cNvCxnSpPr/>
                    <p:nvPr/>
                  </p:nvCxnSpPr>
                  <p:spPr>
                    <a:xfrm flipH="1" rot="10800000">
                      <a:off x="7029158" y="2842090"/>
                      <a:ext cx="113419" cy="97125"/>
                    </a:xfrm>
                    <a:prstGeom prst="straightConnector1">
                      <a:avLst/>
                    </a:prstGeom>
                    <a:noFill/>
                    <a:ln cap="flat" cmpd="sng" w="9525">
                      <a:solidFill>
                        <a:schemeClr val="dk1"/>
                      </a:solidFill>
                      <a:prstDash val="solid"/>
                      <a:miter lim="800000"/>
                      <a:headEnd len="sm" w="sm" type="none"/>
                      <a:tailEnd len="sm" w="sm" type="none"/>
                    </a:ln>
                  </p:spPr>
                </p:cxnSp>
                <p:cxnSp>
                  <p:nvCxnSpPr>
                    <p:cNvPr id="7493" name="Google Shape;7493;p103"/>
                    <p:cNvCxnSpPr/>
                    <p:nvPr/>
                  </p:nvCxnSpPr>
                  <p:spPr>
                    <a:xfrm>
                      <a:off x="6581452" y="2939215"/>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7494" name="Google Shape;7494;p103"/>
                  <p:cNvGrpSpPr/>
                  <p:nvPr/>
                </p:nvGrpSpPr>
                <p:grpSpPr>
                  <a:xfrm>
                    <a:off x="6396367" y="3664970"/>
                    <a:ext cx="558140" cy="92426"/>
                    <a:chOff x="6581933" y="2846719"/>
                    <a:chExt cx="558140" cy="92426"/>
                  </a:xfrm>
                </p:grpSpPr>
                <p:cxnSp>
                  <p:nvCxnSpPr>
                    <p:cNvPr id="7495" name="Google Shape;7495;p103"/>
                    <p:cNvCxnSpPr/>
                    <p:nvPr/>
                  </p:nvCxnSpPr>
                  <p:spPr>
                    <a:xfrm flipH="1" rot="10800000">
                      <a:off x="7026654" y="2846719"/>
                      <a:ext cx="113419" cy="92426"/>
                    </a:xfrm>
                    <a:prstGeom prst="straightConnector1">
                      <a:avLst/>
                    </a:prstGeom>
                    <a:noFill/>
                    <a:ln cap="flat" cmpd="sng" w="9525">
                      <a:solidFill>
                        <a:schemeClr val="dk1"/>
                      </a:solidFill>
                      <a:prstDash val="solid"/>
                      <a:miter lim="800000"/>
                      <a:headEnd len="sm" w="sm" type="none"/>
                      <a:tailEnd len="sm" w="sm" type="none"/>
                    </a:ln>
                  </p:spPr>
                </p:cxnSp>
                <p:cxnSp>
                  <p:nvCxnSpPr>
                    <p:cNvPr id="7496" name="Google Shape;7496;p103"/>
                    <p:cNvCxnSpPr/>
                    <p:nvPr/>
                  </p:nvCxnSpPr>
                  <p:spPr>
                    <a:xfrm>
                      <a:off x="6581933" y="2939145"/>
                      <a:ext cx="450690" cy="0"/>
                    </a:xfrm>
                    <a:prstGeom prst="straightConnector1">
                      <a:avLst/>
                    </a:prstGeom>
                    <a:noFill/>
                    <a:ln cap="flat" cmpd="sng" w="9525">
                      <a:solidFill>
                        <a:schemeClr val="dk1"/>
                      </a:solidFill>
                      <a:prstDash val="solid"/>
                      <a:miter lim="800000"/>
                      <a:headEnd len="sm" w="sm" type="none"/>
                      <a:tailEnd len="sm" w="sm" type="none"/>
                    </a:ln>
                  </p:spPr>
                </p:cxnSp>
              </p:grpSp>
              <p:grpSp>
                <p:nvGrpSpPr>
                  <p:cNvPr id="7497" name="Google Shape;7497;p103"/>
                  <p:cNvGrpSpPr/>
                  <p:nvPr/>
                </p:nvGrpSpPr>
                <p:grpSpPr>
                  <a:xfrm>
                    <a:off x="6396367" y="3730765"/>
                    <a:ext cx="558139" cy="92426"/>
                    <a:chOff x="6582413" y="2846650"/>
                    <a:chExt cx="558139" cy="92426"/>
                  </a:xfrm>
                </p:grpSpPr>
                <p:cxnSp>
                  <p:nvCxnSpPr>
                    <p:cNvPr id="7498" name="Google Shape;7498;p103"/>
                    <p:cNvCxnSpPr/>
                    <p:nvPr/>
                  </p:nvCxnSpPr>
                  <p:spPr>
                    <a:xfrm flipH="1" rot="10800000">
                      <a:off x="7027133" y="2846650"/>
                      <a:ext cx="113419" cy="92426"/>
                    </a:xfrm>
                    <a:prstGeom prst="straightConnector1">
                      <a:avLst/>
                    </a:prstGeom>
                    <a:noFill/>
                    <a:ln cap="flat" cmpd="sng" w="9525">
                      <a:solidFill>
                        <a:schemeClr val="dk1"/>
                      </a:solidFill>
                      <a:prstDash val="solid"/>
                      <a:miter lim="800000"/>
                      <a:headEnd len="sm" w="sm" type="none"/>
                      <a:tailEnd len="sm" w="sm" type="none"/>
                    </a:ln>
                  </p:spPr>
                </p:cxnSp>
                <p:cxnSp>
                  <p:nvCxnSpPr>
                    <p:cNvPr id="7499" name="Google Shape;7499;p103"/>
                    <p:cNvCxnSpPr/>
                    <p:nvPr/>
                  </p:nvCxnSpPr>
                  <p:spPr>
                    <a:xfrm>
                      <a:off x="6582413" y="2939076"/>
                      <a:ext cx="450690" cy="0"/>
                    </a:xfrm>
                    <a:prstGeom prst="straightConnector1">
                      <a:avLst/>
                    </a:prstGeom>
                    <a:noFill/>
                    <a:ln cap="flat" cmpd="sng" w="9525">
                      <a:solidFill>
                        <a:schemeClr val="dk1"/>
                      </a:solidFill>
                      <a:prstDash val="solid"/>
                      <a:miter lim="800000"/>
                      <a:headEnd len="sm" w="sm" type="none"/>
                      <a:tailEnd len="sm" w="sm" type="none"/>
                    </a:ln>
                  </p:spPr>
                </p:cxnSp>
              </p:grpSp>
            </p:grpSp>
            <p:cxnSp>
              <p:nvCxnSpPr>
                <p:cNvPr id="7500" name="Google Shape;7500;p103"/>
                <p:cNvCxnSpPr/>
                <p:nvPr/>
              </p:nvCxnSpPr>
              <p:spPr>
                <a:xfrm flipH="1">
                  <a:off x="6685171" y="4525377"/>
                  <a:ext cx="4763" cy="855662"/>
                </a:xfrm>
                <a:prstGeom prst="straightConnector1">
                  <a:avLst/>
                </a:prstGeom>
                <a:noFill/>
                <a:ln cap="flat" cmpd="sng" w="25400">
                  <a:solidFill>
                    <a:schemeClr val="dk1"/>
                  </a:solidFill>
                  <a:prstDash val="solid"/>
                  <a:miter lim="800000"/>
                  <a:headEnd len="sm" w="sm" type="none"/>
                  <a:tailEnd len="sm" w="sm" type="none"/>
                </a:ln>
              </p:spPr>
            </p:cxnSp>
            <p:cxnSp>
              <p:nvCxnSpPr>
                <p:cNvPr id="7501" name="Google Shape;7501;p103"/>
                <p:cNvCxnSpPr/>
                <p:nvPr/>
              </p:nvCxnSpPr>
              <p:spPr>
                <a:xfrm>
                  <a:off x="6632784" y="4706352"/>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7502" name="Google Shape;7502;p103"/>
                <p:cNvCxnSpPr/>
                <p:nvPr/>
              </p:nvCxnSpPr>
              <p:spPr>
                <a:xfrm>
                  <a:off x="6631196" y="4771439"/>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7503" name="Google Shape;7503;p103"/>
                <p:cNvCxnSpPr/>
                <p:nvPr/>
              </p:nvCxnSpPr>
              <p:spPr>
                <a:xfrm>
                  <a:off x="6631196" y="4849227"/>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7504" name="Google Shape;7504;p103"/>
                <p:cNvCxnSpPr/>
                <p:nvPr/>
              </p:nvCxnSpPr>
              <p:spPr>
                <a:xfrm>
                  <a:off x="6629609" y="4914314"/>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7505" name="Google Shape;7505;p103"/>
                <p:cNvCxnSpPr/>
                <p:nvPr/>
              </p:nvCxnSpPr>
              <p:spPr>
                <a:xfrm>
                  <a:off x="6628021" y="4976227"/>
                  <a:ext cx="60325" cy="0"/>
                </a:xfrm>
                <a:prstGeom prst="straightConnector1">
                  <a:avLst/>
                </a:prstGeom>
                <a:noFill/>
                <a:ln cap="flat" cmpd="sng" w="9525">
                  <a:solidFill>
                    <a:schemeClr val="dk1"/>
                  </a:solidFill>
                  <a:prstDash val="solid"/>
                  <a:miter lim="800000"/>
                  <a:headEnd len="sm" w="sm" type="none"/>
                  <a:tailEnd len="sm" w="sm" type="none"/>
                </a:ln>
              </p:spPr>
            </p:cxnSp>
            <p:cxnSp>
              <p:nvCxnSpPr>
                <p:cNvPr id="7506" name="Google Shape;7506;p103"/>
                <p:cNvCxnSpPr/>
                <p:nvPr/>
              </p:nvCxnSpPr>
              <p:spPr>
                <a:xfrm>
                  <a:off x="6628021" y="5044489"/>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7507" name="Google Shape;7507;p103"/>
                <p:cNvCxnSpPr/>
                <p:nvPr/>
              </p:nvCxnSpPr>
              <p:spPr>
                <a:xfrm>
                  <a:off x="6626434" y="511433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7508" name="Google Shape;7508;p103"/>
                <p:cNvCxnSpPr/>
                <p:nvPr/>
              </p:nvCxnSpPr>
              <p:spPr>
                <a:xfrm>
                  <a:off x="6629609" y="518418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7509" name="Google Shape;7509;p103"/>
                <p:cNvCxnSpPr/>
                <p:nvPr/>
              </p:nvCxnSpPr>
              <p:spPr>
                <a:xfrm>
                  <a:off x="6631196" y="5252452"/>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7510" name="Google Shape;7510;p103"/>
                <p:cNvCxnSpPr/>
                <p:nvPr/>
              </p:nvCxnSpPr>
              <p:spPr>
                <a:xfrm>
                  <a:off x="6631196" y="5322302"/>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7511" name="Google Shape;7511;p103"/>
                <p:cNvCxnSpPr/>
                <p:nvPr/>
              </p:nvCxnSpPr>
              <p:spPr>
                <a:xfrm>
                  <a:off x="6632784" y="538738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7512" name="Google Shape;7512;p103"/>
                <p:cNvCxnSpPr/>
                <p:nvPr/>
              </p:nvCxnSpPr>
              <p:spPr>
                <a:xfrm rot="10800000">
                  <a:off x="6632784" y="4531727"/>
                  <a:ext cx="58737" cy="0"/>
                </a:xfrm>
                <a:prstGeom prst="straightConnector1">
                  <a:avLst/>
                </a:prstGeom>
                <a:noFill/>
                <a:ln cap="flat" cmpd="sng" w="22225">
                  <a:solidFill>
                    <a:schemeClr val="dk1"/>
                  </a:solidFill>
                  <a:prstDash val="solid"/>
                  <a:miter lim="800000"/>
                  <a:headEnd len="sm" w="sm" type="none"/>
                  <a:tailEnd len="sm" w="sm" type="none"/>
                </a:ln>
              </p:spPr>
            </p:cxnSp>
            <p:grpSp>
              <p:nvGrpSpPr>
                <p:cNvPr id="7513" name="Google Shape;7513;p103"/>
                <p:cNvGrpSpPr/>
                <p:nvPr/>
              </p:nvGrpSpPr>
              <p:grpSpPr>
                <a:xfrm>
                  <a:off x="6434171" y="4488570"/>
                  <a:ext cx="224203" cy="179034"/>
                  <a:chOff x="3668110" y="2448910"/>
                  <a:chExt cx="3794234" cy="2165130"/>
                </a:xfrm>
              </p:grpSpPr>
              <p:sp>
                <p:nvSpPr>
                  <p:cNvPr id="7514" name="Google Shape;7514;p103"/>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15" name="Google Shape;7515;p103"/>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516" name="Google Shape;7516;p103"/>
                  <p:cNvGrpSpPr/>
                  <p:nvPr/>
                </p:nvGrpSpPr>
                <p:grpSpPr>
                  <a:xfrm>
                    <a:off x="3941378" y="2603243"/>
                    <a:ext cx="3202061" cy="1066110"/>
                    <a:chOff x="7939341" y="3037317"/>
                    <a:chExt cx="897649" cy="353919"/>
                  </a:xfrm>
                </p:grpSpPr>
                <p:sp>
                  <p:nvSpPr>
                    <p:cNvPr id="7281" name="Google Shape;7281;p103"/>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17" name="Google Shape;7517;p103"/>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18" name="Google Shape;7518;p103"/>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19" name="Google Shape;7519;p103"/>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sp>
            <p:nvSpPr>
              <p:cNvPr id="7520" name="Google Shape;7520;p103"/>
              <p:cNvSpPr txBox="1"/>
              <p:nvPr/>
            </p:nvSpPr>
            <p:spPr>
              <a:xfrm>
                <a:off x="7327436" y="4173759"/>
                <a:ext cx="34336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t>
                </a:r>
                <a:endParaRPr/>
              </a:p>
            </p:txBody>
          </p:sp>
          <p:sp>
            <p:nvSpPr>
              <p:cNvPr id="7521" name="Google Shape;7521;p103"/>
              <p:cNvSpPr txBox="1"/>
              <p:nvPr/>
            </p:nvSpPr>
            <p:spPr>
              <a:xfrm>
                <a:off x="7423103" y="4980255"/>
                <a:ext cx="34336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t>
                </a:r>
                <a:endParaRPr/>
              </a:p>
            </p:txBody>
          </p:sp>
        </p:grpSp>
        <p:grpSp>
          <p:nvGrpSpPr>
            <p:cNvPr id="7522" name="Google Shape;7522;p103"/>
            <p:cNvGrpSpPr/>
            <p:nvPr/>
          </p:nvGrpSpPr>
          <p:grpSpPr>
            <a:xfrm>
              <a:off x="977155" y="3550503"/>
              <a:ext cx="914400" cy="479686"/>
              <a:chOff x="3668110" y="2448910"/>
              <a:chExt cx="3794234" cy="2165130"/>
            </a:xfrm>
          </p:grpSpPr>
          <p:sp>
            <p:nvSpPr>
              <p:cNvPr id="7523" name="Google Shape;7523;p103"/>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50" name="Google Shape;6750;p103"/>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524" name="Google Shape;7524;p103"/>
              <p:cNvGrpSpPr/>
              <p:nvPr/>
            </p:nvGrpSpPr>
            <p:grpSpPr>
              <a:xfrm>
                <a:off x="3941378" y="2603243"/>
                <a:ext cx="3202061" cy="1066110"/>
                <a:chOff x="7939341" y="3037317"/>
                <a:chExt cx="897649" cy="353919"/>
              </a:xfrm>
            </p:grpSpPr>
            <p:sp>
              <p:nvSpPr>
                <p:cNvPr id="7525" name="Google Shape;7525;p103"/>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26" name="Google Shape;7526;p103"/>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27" name="Google Shape;7527;p103"/>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28" name="Google Shape;7528;p103"/>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529" name="Google Shape;7529;p103"/>
            <p:cNvGrpSpPr/>
            <p:nvPr/>
          </p:nvGrpSpPr>
          <p:grpSpPr>
            <a:xfrm>
              <a:off x="2554943" y="3564953"/>
              <a:ext cx="914400" cy="479686"/>
              <a:chOff x="3668110" y="2448910"/>
              <a:chExt cx="3794234" cy="2165130"/>
            </a:xfrm>
          </p:grpSpPr>
          <p:sp>
            <p:nvSpPr>
              <p:cNvPr id="7530" name="Google Shape;7530;p103"/>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31" name="Google Shape;7531;p103"/>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532" name="Google Shape;7532;p103"/>
              <p:cNvGrpSpPr/>
              <p:nvPr/>
            </p:nvGrpSpPr>
            <p:grpSpPr>
              <a:xfrm>
                <a:off x="3941378" y="2603243"/>
                <a:ext cx="3202061" cy="1066110"/>
                <a:chOff x="7939341" y="3037317"/>
                <a:chExt cx="897649" cy="353919"/>
              </a:xfrm>
            </p:grpSpPr>
            <p:sp>
              <p:nvSpPr>
                <p:cNvPr id="7533" name="Google Shape;7533;p103"/>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34" name="Google Shape;7534;p103"/>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35" name="Google Shape;7535;p103"/>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36" name="Google Shape;7536;p103"/>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537" name="Google Shape;7537;p103"/>
            <p:cNvGrpSpPr/>
            <p:nvPr/>
          </p:nvGrpSpPr>
          <p:grpSpPr>
            <a:xfrm>
              <a:off x="4132731" y="3579403"/>
              <a:ext cx="914400" cy="479686"/>
              <a:chOff x="3668110" y="2448910"/>
              <a:chExt cx="3794234" cy="2165130"/>
            </a:xfrm>
          </p:grpSpPr>
          <p:sp>
            <p:nvSpPr>
              <p:cNvPr id="7538" name="Google Shape;7538;p103"/>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39" name="Google Shape;7539;p103"/>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540" name="Google Shape;7540;p103"/>
              <p:cNvGrpSpPr/>
              <p:nvPr/>
            </p:nvGrpSpPr>
            <p:grpSpPr>
              <a:xfrm>
                <a:off x="3941378" y="2603243"/>
                <a:ext cx="3202061" cy="1066110"/>
                <a:chOff x="7939341" y="3037317"/>
                <a:chExt cx="897649" cy="353919"/>
              </a:xfrm>
            </p:grpSpPr>
            <p:sp>
              <p:nvSpPr>
                <p:cNvPr id="7541" name="Google Shape;7541;p103"/>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42" name="Google Shape;7542;p103"/>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43" name="Google Shape;7543;p103"/>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44" name="Google Shape;7544;p103"/>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43"/>
                                        </p:tgtEl>
                                        <p:attrNameLst>
                                          <p:attrName>style.visibility</p:attrName>
                                        </p:attrNameLst>
                                      </p:cBhvr>
                                      <p:to>
                                        <p:strVal val="visible"/>
                                      </p:to>
                                    </p:set>
                                    <p:animEffect filter="fade" transition="in">
                                      <p:cBhvr>
                                        <p:cTn dur="500"/>
                                        <p:tgtEl>
                                          <p:spTgt spid="6443"/>
                                        </p:tgtEl>
                                      </p:cBhvr>
                                    </p:animEffect>
                                  </p:childTnLst>
                                </p:cTn>
                              </p:par>
                              <p:par>
                                <p:cTn fill="hold" nodeType="withEffect" presetClass="entr" presetID="10" presetSubtype="0">
                                  <p:stCondLst>
                                    <p:cond delay="0"/>
                                  </p:stCondLst>
                                  <p:childTnLst>
                                    <p:set>
                                      <p:cBhvr>
                                        <p:cTn dur="1" fill="hold">
                                          <p:stCondLst>
                                            <p:cond delay="0"/>
                                          </p:stCondLst>
                                        </p:cTn>
                                        <p:tgtEl>
                                          <p:spTgt spid="6446"/>
                                        </p:tgtEl>
                                        <p:attrNameLst>
                                          <p:attrName>style.visibility</p:attrName>
                                        </p:attrNameLst>
                                      </p:cBhvr>
                                      <p:to>
                                        <p:strVal val="visible"/>
                                      </p:to>
                                    </p:set>
                                    <p:animEffect filter="fade" transition="in">
                                      <p:cBhvr>
                                        <p:cTn dur="500"/>
                                        <p:tgtEl>
                                          <p:spTgt spid="64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44"/>
                                        </p:tgtEl>
                                        <p:attrNameLst>
                                          <p:attrName>style.visibility</p:attrName>
                                        </p:attrNameLst>
                                      </p:cBhvr>
                                      <p:to>
                                        <p:strVal val="visible"/>
                                      </p:to>
                                    </p:set>
                                    <p:animEffect filter="fade" transition="in">
                                      <p:cBhvr>
                                        <p:cTn dur="500"/>
                                        <p:tgtEl>
                                          <p:spTgt spid="64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45"/>
                                        </p:tgtEl>
                                        <p:attrNameLst>
                                          <p:attrName>style.visibility</p:attrName>
                                        </p:attrNameLst>
                                      </p:cBhvr>
                                      <p:to>
                                        <p:strVal val="visible"/>
                                      </p:to>
                                    </p:set>
                                    <p:animEffect filter="fade" transition="in">
                                      <p:cBhvr>
                                        <p:cTn dur="500"/>
                                        <p:tgtEl>
                                          <p:spTgt spid="6445"/>
                                        </p:tgtEl>
                                      </p:cBhvr>
                                    </p:animEffect>
                                  </p:childTnLst>
                                </p:cTn>
                              </p:par>
                              <p:par>
                                <p:cTn fill="hold" nodeType="withEffect" presetClass="entr" presetID="10" presetSubtype="0">
                                  <p:stCondLst>
                                    <p:cond delay="0"/>
                                  </p:stCondLst>
                                  <p:childTnLst>
                                    <p:set>
                                      <p:cBhvr>
                                        <p:cTn dur="1" fill="hold">
                                          <p:stCondLst>
                                            <p:cond delay="0"/>
                                          </p:stCondLst>
                                        </p:cTn>
                                        <p:tgtEl>
                                          <p:spTgt spid="6542"/>
                                        </p:tgtEl>
                                        <p:attrNameLst>
                                          <p:attrName>style.visibility</p:attrName>
                                        </p:attrNameLst>
                                      </p:cBhvr>
                                      <p:to>
                                        <p:strVal val="visible"/>
                                      </p:to>
                                    </p:set>
                                    <p:animEffect filter="fade" transition="in">
                                      <p:cBhvr>
                                        <p:cTn dur="500"/>
                                        <p:tgtEl>
                                          <p:spTgt spid="65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80"/>
                                        </p:tgtEl>
                                        <p:attrNameLst>
                                          <p:attrName>style.visibility</p:attrName>
                                        </p:attrNameLst>
                                      </p:cBhvr>
                                      <p:to>
                                        <p:strVal val="visible"/>
                                      </p:to>
                                    </p:set>
                                    <p:animEffect filter="fade" transition="in">
                                      <p:cBhvr>
                                        <p:cTn dur="500"/>
                                        <p:tgtEl>
                                          <p:spTgt spid="67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15"/>
                                        </p:tgtEl>
                                        <p:attrNameLst>
                                          <p:attrName>style.visibility</p:attrName>
                                        </p:attrNameLst>
                                      </p:cBhvr>
                                      <p:to>
                                        <p:strVal val="visible"/>
                                      </p:to>
                                    </p:set>
                                    <p:animEffect filter="fade" transition="in">
                                      <p:cBhvr>
                                        <p:cTn dur="500"/>
                                        <p:tgtEl>
                                          <p:spTgt spid="65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38"/>
                                        </p:tgtEl>
                                        <p:attrNameLst>
                                          <p:attrName>style.visibility</p:attrName>
                                        </p:attrNameLst>
                                      </p:cBhvr>
                                      <p:to>
                                        <p:strVal val="visible"/>
                                      </p:to>
                                    </p:set>
                                    <p:animEffect filter="fade" transition="in">
                                      <p:cBhvr>
                                        <p:cTn dur="500"/>
                                        <p:tgtEl>
                                          <p:spTgt spid="6738"/>
                                        </p:tgtEl>
                                      </p:cBhvr>
                                    </p:animEffect>
                                  </p:childTnLst>
                                </p:cTn>
                              </p:par>
                              <p:par>
                                <p:cTn fill="hold" nodeType="withEffect" presetClass="entr" presetID="10" presetSubtype="0">
                                  <p:stCondLst>
                                    <p:cond delay="0"/>
                                  </p:stCondLst>
                                  <p:childTnLst>
                                    <p:set>
                                      <p:cBhvr>
                                        <p:cTn dur="1" fill="hold">
                                          <p:stCondLst>
                                            <p:cond delay="0"/>
                                          </p:stCondLst>
                                        </p:cTn>
                                        <p:tgtEl>
                                          <p:spTgt spid="6506"/>
                                        </p:tgtEl>
                                        <p:attrNameLst>
                                          <p:attrName>style.visibility</p:attrName>
                                        </p:attrNameLst>
                                      </p:cBhvr>
                                      <p:to>
                                        <p:strVal val="visible"/>
                                      </p:to>
                                    </p:set>
                                    <p:animEffect filter="fade" transition="in">
                                      <p:cBhvr>
                                        <p:cTn dur="500"/>
                                        <p:tgtEl>
                                          <p:spTgt spid="6506"/>
                                        </p:tgtEl>
                                      </p:cBhvr>
                                    </p:animEffect>
                                  </p:childTnLst>
                                </p:cTn>
                              </p:par>
                              <p:par>
                                <p:cTn fill="hold" nodeType="withEffect" presetClass="entr" presetID="10" presetSubtype="0">
                                  <p:stCondLst>
                                    <p:cond delay="0"/>
                                  </p:stCondLst>
                                  <p:childTnLst>
                                    <p:set>
                                      <p:cBhvr>
                                        <p:cTn dur="1" fill="hold">
                                          <p:stCondLst>
                                            <p:cond delay="0"/>
                                          </p:stCondLst>
                                        </p:cTn>
                                        <p:tgtEl>
                                          <p:spTgt spid="6511"/>
                                        </p:tgtEl>
                                        <p:attrNameLst>
                                          <p:attrName>style.visibility</p:attrName>
                                        </p:attrNameLst>
                                      </p:cBhvr>
                                      <p:to>
                                        <p:strVal val="visible"/>
                                      </p:to>
                                    </p:set>
                                    <p:animEffect filter="fade" transition="in">
                                      <p:cBhvr>
                                        <p:cTn dur="500"/>
                                        <p:tgtEl>
                                          <p:spTgt spid="65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26"/>
                                        </p:tgtEl>
                                        <p:attrNameLst>
                                          <p:attrName>style.visibility</p:attrName>
                                        </p:attrNameLst>
                                      </p:cBhvr>
                                      <p:to>
                                        <p:strVal val="visible"/>
                                      </p:to>
                                    </p:set>
                                    <p:animEffect filter="fade" transition="in">
                                      <p:cBhvr>
                                        <p:cTn dur="500"/>
                                        <p:tgtEl>
                                          <p:spTgt spid="6526"/>
                                        </p:tgtEl>
                                      </p:cBhvr>
                                    </p:animEffect>
                                  </p:childTnLst>
                                </p:cTn>
                              </p:par>
                              <p:par>
                                <p:cTn fill="hold" nodeType="withEffect" presetClass="entr" presetID="10" presetSubtype="0">
                                  <p:stCondLst>
                                    <p:cond delay="0"/>
                                  </p:stCondLst>
                                  <p:childTnLst>
                                    <p:set>
                                      <p:cBhvr>
                                        <p:cTn dur="1" fill="hold">
                                          <p:stCondLst>
                                            <p:cond delay="0"/>
                                          </p:stCondLst>
                                        </p:cTn>
                                        <p:tgtEl>
                                          <p:spTgt spid="6430"/>
                                        </p:tgtEl>
                                        <p:attrNameLst>
                                          <p:attrName>style.visibility</p:attrName>
                                        </p:attrNameLst>
                                      </p:cBhvr>
                                      <p:to>
                                        <p:strVal val="visible"/>
                                      </p:to>
                                    </p:set>
                                    <p:animEffect filter="fade" transition="in">
                                      <p:cBhvr>
                                        <p:cTn dur="500"/>
                                        <p:tgtEl>
                                          <p:spTgt spid="64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549" name="Shape 7549"/>
        <p:cNvGrpSpPr/>
        <p:nvPr/>
      </p:nvGrpSpPr>
      <p:grpSpPr>
        <a:xfrm>
          <a:off x="0" y="0"/>
          <a:ext cx="0" cy="0"/>
          <a:chOff x="0" y="0"/>
          <a:chExt cx="0" cy="0"/>
        </a:xfrm>
      </p:grpSpPr>
      <p:sp>
        <p:nvSpPr>
          <p:cNvPr id="7550" name="Google Shape;7550;p104"/>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b="0" lang="en-US">
                <a:latin typeface="Calibri"/>
                <a:ea typeface="Calibri"/>
                <a:cs typeface="Calibri"/>
                <a:sym typeface="Calibri"/>
              </a:rPr>
              <a:t>Datacenter networks: network elements</a:t>
            </a:r>
            <a:endParaRPr b="0" sz="4400">
              <a:latin typeface="Calibri"/>
              <a:ea typeface="Calibri"/>
              <a:cs typeface="Calibri"/>
              <a:sym typeface="Calibri"/>
            </a:endParaRPr>
          </a:p>
        </p:txBody>
      </p:sp>
      <p:sp>
        <p:nvSpPr>
          <p:cNvPr id="7551" name="Google Shape;7551;p104"/>
          <p:cNvSpPr txBox="1"/>
          <p:nvPr>
            <p:ph idx="12" type="sldNum"/>
          </p:nvPr>
        </p:nvSpPr>
        <p:spPr>
          <a:xfrm>
            <a:off x="9206737" y="6492875"/>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Link Layer: 6-</a:t>
            </a:r>
            <a:fld id="{00000000-1234-1234-1234-123412341234}" type="slidenum">
              <a:rPr lang="en-US"/>
              <a:t>‹#›</a:t>
            </a:fld>
            <a:endParaRPr/>
          </a:p>
        </p:txBody>
      </p:sp>
      <p:pic>
        <p:nvPicPr>
          <p:cNvPr id="7552" name="Google Shape;7552;p104"/>
          <p:cNvPicPr preferRelativeResize="0"/>
          <p:nvPr/>
        </p:nvPicPr>
        <p:blipFill rotWithShape="1">
          <a:blip r:embed="rId3">
            <a:alphaModFix/>
          </a:blip>
          <a:srcRect b="0" l="0" r="0" t="0"/>
          <a:stretch/>
        </p:blipFill>
        <p:spPr>
          <a:xfrm>
            <a:off x="3039034" y="1653147"/>
            <a:ext cx="8440271" cy="4747652"/>
          </a:xfrm>
          <a:prstGeom prst="rect">
            <a:avLst/>
          </a:prstGeom>
          <a:noFill/>
          <a:ln>
            <a:noFill/>
          </a:ln>
        </p:spPr>
      </p:pic>
      <p:sp>
        <p:nvSpPr>
          <p:cNvPr id="7553" name="Google Shape;7553;p104"/>
          <p:cNvSpPr txBox="1"/>
          <p:nvPr/>
        </p:nvSpPr>
        <p:spPr>
          <a:xfrm>
            <a:off x="874058" y="1371600"/>
            <a:ext cx="6690037"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Facebook F16 data center network topology:</a:t>
            </a:r>
            <a:endParaRPr/>
          </a:p>
        </p:txBody>
      </p:sp>
      <p:sp>
        <p:nvSpPr>
          <p:cNvPr id="7554" name="Google Shape;7554;p104"/>
          <p:cNvSpPr txBox="1"/>
          <p:nvPr/>
        </p:nvSpPr>
        <p:spPr>
          <a:xfrm>
            <a:off x="1905000" y="6252882"/>
            <a:ext cx="82143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https://engineering.fb.com/data-center-engineering/f16-minipack/    (posted 3/2019)</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559" name="Shape 7559"/>
        <p:cNvGrpSpPr/>
        <p:nvPr/>
      </p:nvGrpSpPr>
      <p:grpSpPr>
        <a:xfrm>
          <a:off x="0" y="0"/>
          <a:ext cx="0" cy="0"/>
          <a:chOff x="0" y="0"/>
          <a:chExt cx="0" cy="0"/>
        </a:xfrm>
      </p:grpSpPr>
      <p:sp>
        <p:nvSpPr>
          <p:cNvPr id="7560" name="Google Shape;7560;p105"/>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b="0" lang="en-US">
                <a:latin typeface="Calibri"/>
                <a:ea typeface="Calibri"/>
                <a:cs typeface="Calibri"/>
                <a:sym typeface="Calibri"/>
              </a:rPr>
              <a:t>Datacenter networks: multipath</a:t>
            </a:r>
            <a:endParaRPr b="0" sz="4400">
              <a:latin typeface="Calibri"/>
              <a:ea typeface="Calibri"/>
              <a:cs typeface="Calibri"/>
              <a:sym typeface="Calibri"/>
            </a:endParaRPr>
          </a:p>
        </p:txBody>
      </p:sp>
      <p:sp>
        <p:nvSpPr>
          <p:cNvPr id="7561" name="Google Shape;7561;p105"/>
          <p:cNvSpPr txBox="1"/>
          <p:nvPr>
            <p:ph idx="12" type="sldNum"/>
          </p:nvPr>
        </p:nvSpPr>
        <p:spPr>
          <a:xfrm>
            <a:off x="9206737" y="6492875"/>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Link Layer: 6-</a:t>
            </a:r>
            <a:fld id="{00000000-1234-1234-1234-123412341234}" type="slidenum">
              <a:rPr lang="en-US"/>
              <a:t>‹#›</a:t>
            </a:fld>
            <a:endParaRPr/>
          </a:p>
        </p:txBody>
      </p:sp>
      <p:grpSp>
        <p:nvGrpSpPr>
          <p:cNvPr id="7562" name="Google Shape;7562;p105"/>
          <p:cNvGrpSpPr/>
          <p:nvPr/>
        </p:nvGrpSpPr>
        <p:grpSpPr>
          <a:xfrm>
            <a:off x="1358152" y="2378040"/>
            <a:ext cx="9601201" cy="4184782"/>
            <a:chOff x="1344706" y="2006080"/>
            <a:chExt cx="6858000" cy="2801542"/>
          </a:xfrm>
        </p:grpSpPr>
        <p:pic>
          <p:nvPicPr>
            <p:cNvPr id="7563" name="Google Shape;7563;p105"/>
            <p:cNvPicPr preferRelativeResize="0"/>
            <p:nvPr/>
          </p:nvPicPr>
          <p:blipFill rotWithShape="1">
            <a:blip r:embed="rId3">
              <a:alphaModFix/>
            </a:blip>
            <a:srcRect b="0" l="0" r="0" t="0"/>
            <a:stretch/>
          </p:blipFill>
          <p:spPr>
            <a:xfrm>
              <a:off x="1344706" y="2006080"/>
              <a:ext cx="6858000" cy="2774098"/>
            </a:xfrm>
            <a:prstGeom prst="rect">
              <a:avLst/>
            </a:prstGeom>
            <a:noFill/>
            <a:ln>
              <a:noFill/>
            </a:ln>
          </p:spPr>
        </p:pic>
        <p:sp>
          <p:nvSpPr>
            <p:cNvPr id="7564" name="Google Shape;7564;p105"/>
            <p:cNvSpPr/>
            <p:nvPr/>
          </p:nvSpPr>
          <p:spPr>
            <a:xfrm>
              <a:off x="1562964" y="3208452"/>
              <a:ext cx="5345622" cy="22643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7565" name="Google Shape;7565;p105"/>
            <p:cNvGrpSpPr/>
            <p:nvPr/>
          </p:nvGrpSpPr>
          <p:grpSpPr>
            <a:xfrm>
              <a:off x="1707882" y="3208452"/>
              <a:ext cx="1877813" cy="232782"/>
              <a:chOff x="430412" y="3248793"/>
              <a:chExt cx="1877813" cy="232782"/>
            </a:xfrm>
          </p:grpSpPr>
          <p:cxnSp>
            <p:nvCxnSpPr>
              <p:cNvPr id="7566" name="Google Shape;7566;p105"/>
              <p:cNvCxnSpPr/>
              <p:nvPr/>
            </p:nvCxnSpPr>
            <p:spPr>
              <a:xfrm flipH="1" rot="10800000">
                <a:off x="430412" y="3248793"/>
                <a:ext cx="1738110" cy="226432"/>
              </a:xfrm>
              <a:prstGeom prst="straightConnector1">
                <a:avLst/>
              </a:prstGeom>
              <a:noFill/>
              <a:ln cap="flat" cmpd="sng" w="9525">
                <a:solidFill>
                  <a:schemeClr val="dk1"/>
                </a:solidFill>
                <a:prstDash val="solid"/>
                <a:miter lim="800000"/>
                <a:headEnd len="sm" w="sm" type="none"/>
                <a:tailEnd len="sm" w="sm" type="none"/>
              </a:ln>
            </p:spPr>
          </p:cxnSp>
          <p:cxnSp>
            <p:nvCxnSpPr>
              <p:cNvPr id="7567" name="Google Shape;7567;p105"/>
              <p:cNvCxnSpPr/>
              <p:nvPr/>
            </p:nvCxnSpPr>
            <p:spPr>
              <a:xfrm flipH="1" rot="10800000">
                <a:off x="760625" y="3248793"/>
                <a:ext cx="1439650" cy="232782"/>
              </a:xfrm>
              <a:prstGeom prst="straightConnector1">
                <a:avLst/>
              </a:prstGeom>
              <a:noFill/>
              <a:ln cap="flat" cmpd="sng" w="9525">
                <a:solidFill>
                  <a:schemeClr val="dk1"/>
                </a:solidFill>
                <a:prstDash val="solid"/>
                <a:miter lim="800000"/>
                <a:headEnd len="sm" w="sm" type="none"/>
                <a:tailEnd len="sm" w="sm" type="none"/>
              </a:ln>
            </p:spPr>
          </p:cxnSp>
          <p:cxnSp>
            <p:nvCxnSpPr>
              <p:cNvPr id="7568" name="Google Shape;7568;p105"/>
              <p:cNvCxnSpPr/>
              <p:nvPr/>
            </p:nvCxnSpPr>
            <p:spPr>
              <a:xfrm flipH="1" rot="10800000">
                <a:off x="1098582" y="3248793"/>
                <a:ext cx="1146632" cy="226432"/>
              </a:xfrm>
              <a:prstGeom prst="straightConnector1">
                <a:avLst/>
              </a:prstGeom>
              <a:noFill/>
              <a:ln cap="flat" cmpd="sng" w="9525">
                <a:solidFill>
                  <a:schemeClr val="dk1"/>
                </a:solidFill>
                <a:prstDash val="solid"/>
                <a:miter lim="800000"/>
                <a:headEnd len="sm" w="sm" type="none"/>
                <a:tailEnd len="sm" w="sm" type="none"/>
              </a:ln>
            </p:spPr>
          </p:cxnSp>
          <p:cxnSp>
            <p:nvCxnSpPr>
              <p:cNvPr id="7569" name="Google Shape;7569;p105"/>
              <p:cNvCxnSpPr/>
              <p:nvPr/>
            </p:nvCxnSpPr>
            <p:spPr>
              <a:xfrm flipH="1" rot="10800000">
                <a:off x="1465090" y="3248793"/>
                <a:ext cx="843135" cy="226432"/>
              </a:xfrm>
              <a:prstGeom prst="straightConnector1">
                <a:avLst/>
              </a:prstGeom>
              <a:noFill/>
              <a:ln cap="flat" cmpd="sng" w="9525">
                <a:solidFill>
                  <a:schemeClr val="dk1"/>
                </a:solidFill>
                <a:prstDash val="solid"/>
                <a:miter lim="800000"/>
                <a:headEnd len="sm" w="sm" type="none"/>
                <a:tailEnd len="sm" w="sm" type="none"/>
              </a:ln>
            </p:spPr>
          </p:cxnSp>
        </p:grpSp>
        <p:grpSp>
          <p:nvGrpSpPr>
            <p:cNvPr id="7570" name="Google Shape;7570;p105"/>
            <p:cNvGrpSpPr/>
            <p:nvPr/>
          </p:nvGrpSpPr>
          <p:grpSpPr>
            <a:xfrm>
              <a:off x="3101707" y="3208452"/>
              <a:ext cx="1877813" cy="232782"/>
              <a:chOff x="430412" y="3248793"/>
              <a:chExt cx="1877813" cy="232782"/>
            </a:xfrm>
          </p:grpSpPr>
          <p:cxnSp>
            <p:nvCxnSpPr>
              <p:cNvPr id="7571" name="Google Shape;7571;p105"/>
              <p:cNvCxnSpPr/>
              <p:nvPr/>
            </p:nvCxnSpPr>
            <p:spPr>
              <a:xfrm flipH="1" rot="10800000">
                <a:off x="430412" y="3248793"/>
                <a:ext cx="1738110" cy="226432"/>
              </a:xfrm>
              <a:prstGeom prst="straightConnector1">
                <a:avLst/>
              </a:prstGeom>
              <a:noFill/>
              <a:ln cap="flat" cmpd="sng" w="9525">
                <a:solidFill>
                  <a:schemeClr val="dk1"/>
                </a:solidFill>
                <a:prstDash val="solid"/>
                <a:miter lim="800000"/>
                <a:headEnd len="sm" w="sm" type="none"/>
                <a:tailEnd len="sm" w="sm" type="none"/>
              </a:ln>
            </p:spPr>
          </p:cxnSp>
          <p:cxnSp>
            <p:nvCxnSpPr>
              <p:cNvPr id="7572" name="Google Shape;7572;p105"/>
              <p:cNvCxnSpPr/>
              <p:nvPr/>
            </p:nvCxnSpPr>
            <p:spPr>
              <a:xfrm flipH="1" rot="10800000">
                <a:off x="760625" y="3248793"/>
                <a:ext cx="1439650" cy="232782"/>
              </a:xfrm>
              <a:prstGeom prst="straightConnector1">
                <a:avLst/>
              </a:prstGeom>
              <a:noFill/>
              <a:ln cap="flat" cmpd="sng" w="9525">
                <a:solidFill>
                  <a:schemeClr val="dk1"/>
                </a:solidFill>
                <a:prstDash val="solid"/>
                <a:miter lim="800000"/>
                <a:headEnd len="sm" w="sm" type="none"/>
                <a:tailEnd len="sm" w="sm" type="none"/>
              </a:ln>
            </p:spPr>
          </p:cxnSp>
          <p:cxnSp>
            <p:nvCxnSpPr>
              <p:cNvPr id="7573" name="Google Shape;7573;p105"/>
              <p:cNvCxnSpPr/>
              <p:nvPr/>
            </p:nvCxnSpPr>
            <p:spPr>
              <a:xfrm flipH="1" rot="10800000">
                <a:off x="1098582" y="3248793"/>
                <a:ext cx="1146632" cy="226432"/>
              </a:xfrm>
              <a:prstGeom prst="straightConnector1">
                <a:avLst/>
              </a:prstGeom>
              <a:noFill/>
              <a:ln cap="flat" cmpd="sng" w="9525">
                <a:solidFill>
                  <a:schemeClr val="dk1"/>
                </a:solidFill>
                <a:prstDash val="solid"/>
                <a:miter lim="800000"/>
                <a:headEnd len="sm" w="sm" type="none"/>
                <a:tailEnd len="sm" w="sm" type="none"/>
              </a:ln>
            </p:spPr>
          </p:cxnSp>
          <p:cxnSp>
            <p:nvCxnSpPr>
              <p:cNvPr id="7574" name="Google Shape;7574;p105"/>
              <p:cNvCxnSpPr/>
              <p:nvPr/>
            </p:nvCxnSpPr>
            <p:spPr>
              <a:xfrm flipH="1" rot="10800000">
                <a:off x="1465090" y="3248793"/>
                <a:ext cx="843135" cy="226432"/>
              </a:xfrm>
              <a:prstGeom prst="straightConnector1">
                <a:avLst/>
              </a:prstGeom>
              <a:noFill/>
              <a:ln cap="flat" cmpd="sng" w="9525">
                <a:solidFill>
                  <a:schemeClr val="dk1"/>
                </a:solidFill>
                <a:prstDash val="solid"/>
                <a:miter lim="800000"/>
                <a:headEnd len="sm" w="sm" type="none"/>
                <a:tailEnd len="sm" w="sm" type="none"/>
              </a:ln>
            </p:spPr>
          </p:cxnSp>
        </p:grpSp>
        <p:grpSp>
          <p:nvGrpSpPr>
            <p:cNvPr id="7575" name="Google Shape;7575;p105"/>
            <p:cNvGrpSpPr/>
            <p:nvPr/>
          </p:nvGrpSpPr>
          <p:grpSpPr>
            <a:xfrm>
              <a:off x="4495532" y="3211627"/>
              <a:ext cx="1877813" cy="232782"/>
              <a:chOff x="430412" y="3248793"/>
              <a:chExt cx="1877813" cy="232782"/>
            </a:xfrm>
          </p:grpSpPr>
          <p:cxnSp>
            <p:nvCxnSpPr>
              <p:cNvPr id="7576" name="Google Shape;7576;p105"/>
              <p:cNvCxnSpPr/>
              <p:nvPr/>
            </p:nvCxnSpPr>
            <p:spPr>
              <a:xfrm flipH="1" rot="10800000">
                <a:off x="430412" y="3248793"/>
                <a:ext cx="1738110" cy="226432"/>
              </a:xfrm>
              <a:prstGeom prst="straightConnector1">
                <a:avLst/>
              </a:prstGeom>
              <a:noFill/>
              <a:ln cap="flat" cmpd="sng" w="9525">
                <a:solidFill>
                  <a:schemeClr val="dk1"/>
                </a:solidFill>
                <a:prstDash val="solid"/>
                <a:miter lim="800000"/>
                <a:headEnd len="sm" w="sm" type="none"/>
                <a:tailEnd len="sm" w="sm" type="none"/>
              </a:ln>
            </p:spPr>
          </p:cxnSp>
          <p:cxnSp>
            <p:nvCxnSpPr>
              <p:cNvPr id="7577" name="Google Shape;7577;p105"/>
              <p:cNvCxnSpPr/>
              <p:nvPr/>
            </p:nvCxnSpPr>
            <p:spPr>
              <a:xfrm flipH="1" rot="10800000">
                <a:off x="760625" y="3248793"/>
                <a:ext cx="1439650" cy="232782"/>
              </a:xfrm>
              <a:prstGeom prst="straightConnector1">
                <a:avLst/>
              </a:prstGeom>
              <a:noFill/>
              <a:ln cap="flat" cmpd="sng" w="9525">
                <a:solidFill>
                  <a:schemeClr val="dk1"/>
                </a:solidFill>
                <a:prstDash val="solid"/>
                <a:miter lim="800000"/>
                <a:headEnd len="sm" w="sm" type="none"/>
                <a:tailEnd len="sm" w="sm" type="none"/>
              </a:ln>
            </p:spPr>
          </p:cxnSp>
          <p:cxnSp>
            <p:nvCxnSpPr>
              <p:cNvPr id="7578" name="Google Shape;7578;p105"/>
              <p:cNvCxnSpPr/>
              <p:nvPr/>
            </p:nvCxnSpPr>
            <p:spPr>
              <a:xfrm flipH="1" rot="10800000">
                <a:off x="1098582" y="3248793"/>
                <a:ext cx="1146632" cy="226432"/>
              </a:xfrm>
              <a:prstGeom prst="straightConnector1">
                <a:avLst/>
              </a:prstGeom>
              <a:noFill/>
              <a:ln cap="flat" cmpd="sng" w="9525">
                <a:solidFill>
                  <a:schemeClr val="dk1"/>
                </a:solidFill>
                <a:prstDash val="solid"/>
                <a:miter lim="800000"/>
                <a:headEnd len="sm" w="sm" type="none"/>
                <a:tailEnd len="sm" w="sm" type="none"/>
              </a:ln>
            </p:spPr>
          </p:cxnSp>
          <p:cxnSp>
            <p:nvCxnSpPr>
              <p:cNvPr id="7579" name="Google Shape;7579;p105"/>
              <p:cNvCxnSpPr/>
              <p:nvPr/>
            </p:nvCxnSpPr>
            <p:spPr>
              <a:xfrm flipH="1" rot="10800000">
                <a:off x="1465090" y="3248793"/>
                <a:ext cx="843135" cy="226432"/>
              </a:xfrm>
              <a:prstGeom prst="straightConnector1">
                <a:avLst/>
              </a:prstGeom>
              <a:noFill/>
              <a:ln cap="flat" cmpd="sng" w="9525">
                <a:solidFill>
                  <a:schemeClr val="dk1"/>
                </a:solidFill>
                <a:prstDash val="solid"/>
                <a:miter lim="800000"/>
                <a:headEnd len="sm" w="sm" type="none"/>
                <a:tailEnd len="sm" w="sm" type="none"/>
              </a:ln>
            </p:spPr>
          </p:cxnSp>
        </p:grpSp>
        <p:grpSp>
          <p:nvGrpSpPr>
            <p:cNvPr id="7580" name="Google Shape;7580;p105"/>
            <p:cNvGrpSpPr/>
            <p:nvPr/>
          </p:nvGrpSpPr>
          <p:grpSpPr>
            <a:xfrm>
              <a:off x="1612076" y="3208452"/>
              <a:ext cx="1043898" cy="232783"/>
              <a:chOff x="334606" y="3248793"/>
              <a:chExt cx="1043898" cy="232783"/>
            </a:xfrm>
          </p:grpSpPr>
          <p:cxnSp>
            <p:nvCxnSpPr>
              <p:cNvPr id="7581" name="Google Shape;7581;p105"/>
              <p:cNvCxnSpPr/>
              <p:nvPr/>
            </p:nvCxnSpPr>
            <p:spPr>
              <a:xfrm flipH="1" rot="10800000">
                <a:off x="334606" y="3248793"/>
                <a:ext cx="623584" cy="232782"/>
              </a:xfrm>
              <a:prstGeom prst="straightConnector1">
                <a:avLst/>
              </a:prstGeom>
              <a:noFill/>
              <a:ln cap="flat" cmpd="sng" w="9525">
                <a:solidFill>
                  <a:schemeClr val="dk1"/>
                </a:solidFill>
                <a:prstDash val="solid"/>
                <a:miter lim="800000"/>
                <a:headEnd len="sm" w="sm" type="none"/>
                <a:tailEnd len="sm" w="sm" type="none"/>
              </a:ln>
            </p:spPr>
          </p:cxnSp>
          <p:cxnSp>
            <p:nvCxnSpPr>
              <p:cNvPr id="7582" name="Google Shape;7582;p105"/>
              <p:cNvCxnSpPr/>
              <p:nvPr/>
            </p:nvCxnSpPr>
            <p:spPr>
              <a:xfrm flipH="1" rot="10800000">
                <a:off x="684422" y="3248793"/>
                <a:ext cx="304005" cy="226432"/>
              </a:xfrm>
              <a:prstGeom prst="straightConnector1">
                <a:avLst/>
              </a:prstGeom>
              <a:noFill/>
              <a:ln cap="flat" cmpd="sng" w="9525">
                <a:solidFill>
                  <a:schemeClr val="dk1"/>
                </a:solidFill>
                <a:prstDash val="solid"/>
                <a:miter lim="800000"/>
                <a:headEnd len="sm" w="sm" type="none"/>
                <a:tailEnd len="sm" w="sm" type="none"/>
              </a:ln>
            </p:spPr>
          </p:cxnSp>
          <p:cxnSp>
            <p:nvCxnSpPr>
              <p:cNvPr id="7583" name="Google Shape;7583;p105"/>
              <p:cNvCxnSpPr/>
              <p:nvPr/>
            </p:nvCxnSpPr>
            <p:spPr>
              <a:xfrm rot="10800000">
                <a:off x="1020687" y="3251968"/>
                <a:ext cx="18156" cy="223021"/>
              </a:xfrm>
              <a:prstGeom prst="straightConnector1">
                <a:avLst/>
              </a:prstGeom>
              <a:noFill/>
              <a:ln cap="flat" cmpd="sng" w="9525">
                <a:solidFill>
                  <a:schemeClr val="dk1"/>
                </a:solidFill>
                <a:prstDash val="solid"/>
                <a:miter lim="800000"/>
                <a:headEnd len="sm" w="sm" type="none"/>
                <a:tailEnd len="sm" w="sm" type="none"/>
              </a:ln>
            </p:spPr>
          </p:cxnSp>
          <p:cxnSp>
            <p:nvCxnSpPr>
              <p:cNvPr id="7584" name="Google Shape;7584;p105"/>
              <p:cNvCxnSpPr/>
              <p:nvPr/>
            </p:nvCxnSpPr>
            <p:spPr>
              <a:xfrm rot="10800000">
                <a:off x="1050169" y="3251968"/>
                <a:ext cx="328335" cy="229608"/>
              </a:xfrm>
              <a:prstGeom prst="straightConnector1">
                <a:avLst/>
              </a:prstGeom>
              <a:noFill/>
              <a:ln cap="flat" cmpd="sng" w="9525">
                <a:solidFill>
                  <a:schemeClr val="dk1"/>
                </a:solidFill>
                <a:prstDash val="solid"/>
                <a:miter lim="800000"/>
                <a:headEnd len="sm" w="sm" type="none"/>
                <a:tailEnd len="sm" w="sm" type="none"/>
              </a:ln>
            </p:spPr>
          </p:cxnSp>
        </p:grpSp>
        <p:grpSp>
          <p:nvGrpSpPr>
            <p:cNvPr id="7585" name="Google Shape;7585;p105"/>
            <p:cNvGrpSpPr/>
            <p:nvPr/>
          </p:nvGrpSpPr>
          <p:grpSpPr>
            <a:xfrm>
              <a:off x="3019745" y="3208452"/>
              <a:ext cx="1043898" cy="232783"/>
              <a:chOff x="334606" y="3248793"/>
              <a:chExt cx="1043898" cy="232783"/>
            </a:xfrm>
          </p:grpSpPr>
          <p:cxnSp>
            <p:nvCxnSpPr>
              <p:cNvPr id="7586" name="Google Shape;7586;p105"/>
              <p:cNvCxnSpPr/>
              <p:nvPr/>
            </p:nvCxnSpPr>
            <p:spPr>
              <a:xfrm flipH="1" rot="10800000">
                <a:off x="334606" y="3248793"/>
                <a:ext cx="623584" cy="232782"/>
              </a:xfrm>
              <a:prstGeom prst="straightConnector1">
                <a:avLst/>
              </a:prstGeom>
              <a:noFill/>
              <a:ln cap="flat" cmpd="sng" w="9525">
                <a:solidFill>
                  <a:schemeClr val="dk1"/>
                </a:solidFill>
                <a:prstDash val="solid"/>
                <a:miter lim="800000"/>
                <a:headEnd len="sm" w="sm" type="none"/>
                <a:tailEnd len="sm" w="sm" type="none"/>
              </a:ln>
            </p:spPr>
          </p:cxnSp>
          <p:cxnSp>
            <p:nvCxnSpPr>
              <p:cNvPr id="7587" name="Google Shape;7587;p105"/>
              <p:cNvCxnSpPr/>
              <p:nvPr/>
            </p:nvCxnSpPr>
            <p:spPr>
              <a:xfrm flipH="1" rot="10800000">
                <a:off x="684422" y="3248793"/>
                <a:ext cx="304005" cy="226432"/>
              </a:xfrm>
              <a:prstGeom prst="straightConnector1">
                <a:avLst/>
              </a:prstGeom>
              <a:noFill/>
              <a:ln cap="flat" cmpd="sng" w="9525">
                <a:solidFill>
                  <a:schemeClr val="dk1"/>
                </a:solidFill>
                <a:prstDash val="solid"/>
                <a:miter lim="800000"/>
                <a:headEnd len="sm" w="sm" type="none"/>
                <a:tailEnd len="sm" w="sm" type="none"/>
              </a:ln>
            </p:spPr>
          </p:cxnSp>
          <p:cxnSp>
            <p:nvCxnSpPr>
              <p:cNvPr id="7588" name="Google Shape;7588;p105"/>
              <p:cNvCxnSpPr/>
              <p:nvPr/>
            </p:nvCxnSpPr>
            <p:spPr>
              <a:xfrm rot="10800000">
                <a:off x="1020687" y="3251968"/>
                <a:ext cx="18156" cy="223021"/>
              </a:xfrm>
              <a:prstGeom prst="straightConnector1">
                <a:avLst/>
              </a:prstGeom>
              <a:noFill/>
              <a:ln cap="flat" cmpd="sng" w="9525">
                <a:solidFill>
                  <a:schemeClr val="dk1"/>
                </a:solidFill>
                <a:prstDash val="solid"/>
                <a:miter lim="800000"/>
                <a:headEnd len="sm" w="sm" type="none"/>
                <a:tailEnd len="sm" w="sm" type="none"/>
              </a:ln>
            </p:spPr>
          </p:cxnSp>
          <p:cxnSp>
            <p:nvCxnSpPr>
              <p:cNvPr id="7589" name="Google Shape;7589;p105"/>
              <p:cNvCxnSpPr/>
              <p:nvPr/>
            </p:nvCxnSpPr>
            <p:spPr>
              <a:xfrm rot="10800000">
                <a:off x="1050169" y="3251968"/>
                <a:ext cx="328335" cy="229608"/>
              </a:xfrm>
              <a:prstGeom prst="straightConnector1">
                <a:avLst/>
              </a:prstGeom>
              <a:noFill/>
              <a:ln cap="flat" cmpd="sng" w="9525">
                <a:solidFill>
                  <a:schemeClr val="dk1"/>
                </a:solidFill>
                <a:prstDash val="solid"/>
                <a:miter lim="800000"/>
                <a:headEnd len="sm" w="sm" type="none"/>
                <a:tailEnd len="sm" w="sm" type="none"/>
              </a:ln>
            </p:spPr>
          </p:cxnSp>
        </p:grpSp>
        <p:grpSp>
          <p:nvGrpSpPr>
            <p:cNvPr id="7590" name="Google Shape;7590;p105"/>
            <p:cNvGrpSpPr/>
            <p:nvPr/>
          </p:nvGrpSpPr>
          <p:grpSpPr>
            <a:xfrm>
              <a:off x="4427414" y="3208452"/>
              <a:ext cx="1043898" cy="232783"/>
              <a:chOff x="334606" y="3248793"/>
              <a:chExt cx="1043898" cy="232783"/>
            </a:xfrm>
          </p:grpSpPr>
          <p:cxnSp>
            <p:nvCxnSpPr>
              <p:cNvPr id="7591" name="Google Shape;7591;p105"/>
              <p:cNvCxnSpPr/>
              <p:nvPr/>
            </p:nvCxnSpPr>
            <p:spPr>
              <a:xfrm flipH="1" rot="10800000">
                <a:off x="334606" y="3248793"/>
                <a:ext cx="623584" cy="232782"/>
              </a:xfrm>
              <a:prstGeom prst="straightConnector1">
                <a:avLst/>
              </a:prstGeom>
              <a:noFill/>
              <a:ln cap="flat" cmpd="sng" w="9525">
                <a:solidFill>
                  <a:schemeClr val="dk1"/>
                </a:solidFill>
                <a:prstDash val="solid"/>
                <a:miter lim="800000"/>
                <a:headEnd len="sm" w="sm" type="none"/>
                <a:tailEnd len="sm" w="sm" type="none"/>
              </a:ln>
            </p:spPr>
          </p:cxnSp>
          <p:cxnSp>
            <p:nvCxnSpPr>
              <p:cNvPr id="7592" name="Google Shape;7592;p105"/>
              <p:cNvCxnSpPr/>
              <p:nvPr/>
            </p:nvCxnSpPr>
            <p:spPr>
              <a:xfrm flipH="1" rot="10800000">
                <a:off x="684422" y="3248793"/>
                <a:ext cx="304005" cy="226432"/>
              </a:xfrm>
              <a:prstGeom prst="straightConnector1">
                <a:avLst/>
              </a:prstGeom>
              <a:noFill/>
              <a:ln cap="flat" cmpd="sng" w="9525">
                <a:solidFill>
                  <a:schemeClr val="dk1"/>
                </a:solidFill>
                <a:prstDash val="solid"/>
                <a:miter lim="800000"/>
                <a:headEnd len="sm" w="sm" type="none"/>
                <a:tailEnd len="sm" w="sm" type="none"/>
              </a:ln>
            </p:spPr>
          </p:cxnSp>
          <p:cxnSp>
            <p:nvCxnSpPr>
              <p:cNvPr id="7593" name="Google Shape;7593;p105"/>
              <p:cNvCxnSpPr/>
              <p:nvPr/>
            </p:nvCxnSpPr>
            <p:spPr>
              <a:xfrm rot="10800000">
                <a:off x="1020687" y="3251968"/>
                <a:ext cx="18156" cy="223021"/>
              </a:xfrm>
              <a:prstGeom prst="straightConnector1">
                <a:avLst/>
              </a:prstGeom>
              <a:noFill/>
              <a:ln cap="flat" cmpd="sng" w="9525">
                <a:solidFill>
                  <a:schemeClr val="dk1"/>
                </a:solidFill>
                <a:prstDash val="solid"/>
                <a:miter lim="800000"/>
                <a:headEnd len="sm" w="sm" type="none"/>
                <a:tailEnd len="sm" w="sm" type="none"/>
              </a:ln>
            </p:spPr>
          </p:cxnSp>
          <p:cxnSp>
            <p:nvCxnSpPr>
              <p:cNvPr id="7594" name="Google Shape;7594;p105"/>
              <p:cNvCxnSpPr/>
              <p:nvPr/>
            </p:nvCxnSpPr>
            <p:spPr>
              <a:xfrm rot="10800000">
                <a:off x="1050169" y="3251968"/>
                <a:ext cx="328335" cy="229608"/>
              </a:xfrm>
              <a:prstGeom prst="straightConnector1">
                <a:avLst/>
              </a:prstGeom>
              <a:noFill/>
              <a:ln cap="flat" cmpd="sng" w="9525">
                <a:solidFill>
                  <a:schemeClr val="dk1"/>
                </a:solidFill>
                <a:prstDash val="solid"/>
                <a:miter lim="800000"/>
                <a:headEnd len="sm" w="sm" type="none"/>
                <a:tailEnd len="sm" w="sm" type="none"/>
              </a:ln>
            </p:spPr>
          </p:cxnSp>
        </p:grpSp>
        <p:grpSp>
          <p:nvGrpSpPr>
            <p:cNvPr id="7595" name="Google Shape;7595;p105"/>
            <p:cNvGrpSpPr/>
            <p:nvPr/>
          </p:nvGrpSpPr>
          <p:grpSpPr>
            <a:xfrm>
              <a:off x="5835083" y="3208452"/>
              <a:ext cx="1043898" cy="232783"/>
              <a:chOff x="334606" y="3248793"/>
              <a:chExt cx="1043898" cy="232783"/>
            </a:xfrm>
          </p:grpSpPr>
          <p:cxnSp>
            <p:nvCxnSpPr>
              <p:cNvPr id="7596" name="Google Shape;7596;p105"/>
              <p:cNvCxnSpPr/>
              <p:nvPr/>
            </p:nvCxnSpPr>
            <p:spPr>
              <a:xfrm flipH="1" rot="10800000">
                <a:off x="334606" y="3248793"/>
                <a:ext cx="623584" cy="232782"/>
              </a:xfrm>
              <a:prstGeom prst="straightConnector1">
                <a:avLst/>
              </a:prstGeom>
              <a:noFill/>
              <a:ln cap="flat" cmpd="sng" w="9525">
                <a:solidFill>
                  <a:schemeClr val="dk1"/>
                </a:solidFill>
                <a:prstDash val="solid"/>
                <a:miter lim="800000"/>
                <a:headEnd len="sm" w="sm" type="none"/>
                <a:tailEnd len="sm" w="sm" type="none"/>
              </a:ln>
            </p:spPr>
          </p:cxnSp>
          <p:cxnSp>
            <p:nvCxnSpPr>
              <p:cNvPr id="7597" name="Google Shape;7597;p105"/>
              <p:cNvCxnSpPr/>
              <p:nvPr/>
            </p:nvCxnSpPr>
            <p:spPr>
              <a:xfrm flipH="1" rot="10800000">
                <a:off x="684422" y="3248793"/>
                <a:ext cx="304005" cy="226432"/>
              </a:xfrm>
              <a:prstGeom prst="straightConnector1">
                <a:avLst/>
              </a:prstGeom>
              <a:noFill/>
              <a:ln cap="flat" cmpd="sng" w="9525">
                <a:solidFill>
                  <a:schemeClr val="dk1"/>
                </a:solidFill>
                <a:prstDash val="solid"/>
                <a:miter lim="800000"/>
                <a:headEnd len="sm" w="sm" type="none"/>
                <a:tailEnd len="sm" w="sm" type="none"/>
              </a:ln>
            </p:spPr>
          </p:cxnSp>
          <p:cxnSp>
            <p:nvCxnSpPr>
              <p:cNvPr id="7598" name="Google Shape;7598;p105"/>
              <p:cNvCxnSpPr/>
              <p:nvPr/>
            </p:nvCxnSpPr>
            <p:spPr>
              <a:xfrm rot="10800000">
                <a:off x="1020687" y="3251968"/>
                <a:ext cx="18156" cy="223021"/>
              </a:xfrm>
              <a:prstGeom prst="straightConnector1">
                <a:avLst/>
              </a:prstGeom>
              <a:noFill/>
              <a:ln cap="flat" cmpd="sng" w="9525">
                <a:solidFill>
                  <a:schemeClr val="dk1"/>
                </a:solidFill>
                <a:prstDash val="solid"/>
                <a:miter lim="800000"/>
                <a:headEnd len="sm" w="sm" type="none"/>
                <a:tailEnd len="sm" w="sm" type="none"/>
              </a:ln>
            </p:spPr>
          </p:cxnSp>
          <p:cxnSp>
            <p:nvCxnSpPr>
              <p:cNvPr id="7599" name="Google Shape;7599;p105"/>
              <p:cNvCxnSpPr/>
              <p:nvPr/>
            </p:nvCxnSpPr>
            <p:spPr>
              <a:xfrm rot="10800000">
                <a:off x="1050169" y="3251968"/>
                <a:ext cx="328335" cy="229608"/>
              </a:xfrm>
              <a:prstGeom prst="straightConnector1">
                <a:avLst/>
              </a:prstGeom>
              <a:noFill/>
              <a:ln cap="flat" cmpd="sng" w="9525">
                <a:solidFill>
                  <a:schemeClr val="dk1"/>
                </a:solidFill>
                <a:prstDash val="solid"/>
                <a:miter lim="800000"/>
                <a:headEnd len="sm" w="sm" type="none"/>
                <a:tailEnd len="sm" w="sm" type="none"/>
              </a:ln>
            </p:spPr>
          </p:cxnSp>
        </p:grpSp>
        <p:cxnSp>
          <p:nvCxnSpPr>
            <p:cNvPr id="7600" name="Google Shape;7600;p105"/>
            <p:cNvCxnSpPr/>
            <p:nvPr/>
          </p:nvCxnSpPr>
          <p:spPr>
            <a:xfrm rot="10800000">
              <a:off x="2038095" y="3208452"/>
              <a:ext cx="3938756" cy="226196"/>
            </a:xfrm>
            <a:prstGeom prst="straightConnector1">
              <a:avLst/>
            </a:prstGeom>
            <a:noFill/>
            <a:ln cap="flat" cmpd="sng" w="9525">
              <a:solidFill>
                <a:schemeClr val="dk1"/>
              </a:solidFill>
              <a:prstDash val="solid"/>
              <a:miter lim="800000"/>
              <a:headEnd len="sm" w="sm" type="none"/>
              <a:tailEnd len="sm" w="sm" type="none"/>
            </a:ln>
          </p:spPr>
        </p:cxnSp>
        <p:cxnSp>
          <p:nvCxnSpPr>
            <p:cNvPr id="7601" name="Google Shape;7601;p105"/>
            <p:cNvCxnSpPr/>
            <p:nvPr/>
          </p:nvCxnSpPr>
          <p:spPr>
            <a:xfrm rot="10800000">
              <a:off x="2103840" y="3208452"/>
              <a:ext cx="4173610" cy="226196"/>
            </a:xfrm>
            <a:prstGeom prst="straightConnector1">
              <a:avLst/>
            </a:prstGeom>
            <a:noFill/>
            <a:ln cap="flat" cmpd="sng" w="9525">
              <a:solidFill>
                <a:schemeClr val="dk1"/>
              </a:solidFill>
              <a:prstDash val="solid"/>
              <a:miter lim="800000"/>
              <a:headEnd len="sm" w="sm" type="none"/>
              <a:tailEnd len="sm" w="sm" type="none"/>
            </a:ln>
          </p:spPr>
        </p:cxnSp>
        <p:cxnSp>
          <p:nvCxnSpPr>
            <p:cNvPr id="7602" name="Google Shape;7602;p105"/>
            <p:cNvCxnSpPr/>
            <p:nvPr/>
          </p:nvCxnSpPr>
          <p:spPr>
            <a:xfrm rot="10800000">
              <a:off x="2163497" y="3208452"/>
              <a:ext cx="4839817" cy="235957"/>
            </a:xfrm>
            <a:prstGeom prst="straightConnector1">
              <a:avLst/>
            </a:prstGeom>
            <a:noFill/>
            <a:ln cap="flat" cmpd="sng" w="9525">
              <a:solidFill>
                <a:schemeClr val="dk1"/>
              </a:solidFill>
              <a:prstDash val="solid"/>
              <a:miter lim="800000"/>
              <a:headEnd len="sm" w="sm" type="none"/>
              <a:tailEnd len="sm" w="sm" type="none"/>
            </a:ln>
          </p:spPr>
        </p:cxnSp>
        <p:cxnSp>
          <p:nvCxnSpPr>
            <p:cNvPr id="7603" name="Google Shape;7603;p105"/>
            <p:cNvCxnSpPr/>
            <p:nvPr/>
          </p:nvCxnSpPr>
          <p:spPr>
            <a:xfrm rot="10800000">
              <a:off x="2136799" y="3211627"/>
              <a:ext cx="4507481" cy="226432"/>
            </a:xfrm>
            <a:prstGeom prst="straightConnector1">
              <a:avLst/>
            </a:prstGeom>
            <a:noFill/>
            <a:ln cap="flat" cmpd="sng" w="9525">
              <a:solidFill>
                <a:schemeClr val="dk1"/>
              </a:solidFill>
              <a:prstDash val="solid"/>
              <a:miter lim="800000"/>
              <a:headEnd len="sm" w="sm" type="none"/>
              <a:tailEnd len="sm" w="sm" type="none"/>
            </a:ln>
          </p:spPr>
        </p:cxnSp>
        <p:sp>
          <p:nvSpPr>
            <p:cNvPr id="7604" name="Google Shape;7604;p105"/>
            <p:cNvSpPr txBox="1"/>
            <p:nvPr/>
          </p:nvSpPr>
          <p:spPr>
            <a:xfrm>
              <a:off x="4400143" y="4218034"/>
              <a:ext cx="243163" cy="2266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9</a:t>
              </a:r>
              <a:endParaRPr/>
            </a:p>
          </p:txBody>
        </p:sp>
        <p:sp>
          <p:nvSpPr>
            <p:cNvPr id="7605" name="Google Shape;7605;p105"/>
            <p:cNvSpPr txBox="1"/>
            <p:nvPr/>
          </p:nvSpPr>
          <p:spPr>
            <a:xfrm>
              <a:off x="4715567" y="4218848"/>
              <a:ext cx="312906" cy="2266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10</a:t>
              </a:r>
              <a:endParaRPr/>
            </a:p>
          </p:txBody>
        </p:sp>
        <p:sp>
          <p:nvSpPr>
            <p:cNvPr id="7606" name="Google Shape;7606;p105"/>
            <p:cNvSpPr txBox="1"/>
            <p:nvPr/>
          </p:nvSpPr>
          <p:spPr>
            <a:xfrm>
              <a:off x="5068973" y="4220999"/>
              <a:ext cx="301660" cy="2266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11</a:t>
              </a:r>
              <a:endParaRPr/>
            </a:p>
          </p:txBody>
        </p:sp>
        <p:sp>
          <p:nvSpPr>
            <p:cNvPr id="7607" name="Google Shape;7607;p105"/>
            <p:cNvSpPr txBox="1"/>
            <p:nvPr/>
          </p:nvSpPr>
          <p:spPr>
            <a:xfrm>
              <a:off x="5433769" y="4217456"/>
              <a:ext cx="312906" cy="2266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12</a:t>
              </a:r>
              <a:endParaRPr/>
            </a:p>
          </p:txBody>
        </p:sp>
        <p:sp>
          <p:nvSpPr>
            <p:cNvPr id="7608" name="Google Shape;7608;p105"/>
            <p:cNvSpPr txBox="1"/>
            <p:nvPr/>
          </p:nvSpPr>
          <p:spPr>
            <a:xfrm>
              <a:off x="5792870" y="4213911"/>
              <a:ext cx="301660" cy="2266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13</a:t>
              </a:r>
              <a:endParaRPr/>
            </a:p>
          </p:txBody>
        </p:sp>
        <p:sp>
          <p:nvSpPr>
            <p:cNvPr id="7609" name="Google Shape;7609;p105"/>
            <p:cNvSpPr txBox="1"/>
            <p:nvPr/>
          </p:nvSpPr>
          <p:spPr>
            <a:xfrm>
              <a:off x="6151971" y="4216061"/>
              <a:ext cx="312906" cy="2266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14</a:t>
              </a:r>
              <a:endParaRPr/>
            </a:p>
          </p:txBody>
        </p:sp>
        <p:sp>
          <p:nvSpPr>
            <p:cNvPr id="7610" name="Google Shape;7610;p105"/>
            <p:cNvSpPr txBox="1"/>
            <p:nvPr/>
          </p:nvSpPr>
          <p:spPr>
            <a:xfrm>
              <a:off x="6511072" y="4212518"/>
              <a:ext cx="301660" cy="2266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15</a:t>
              </a:r>
              <a:endParaRPr/>
            </a:p>
          </p:txBody>
        </p:sp>
        <p:sp>
          <p:nvSpPr>
            <p:cNvPr id="7611" name="Google Shape;7611;p105"/>
            <p:cNvSpPr txBox="1"/>
            <p:nvPr/>
          </p:nvSpPr>
          <p:spPr>
            <a:xfrm>
              <a:off x="6858783" y="4208974"/>
              <a:ext cx="301660" cy="2266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16</a:t>
              </a:r>
              <a:endParaRPr/>
            </a:p>
          </p:txBody>
        </p:sp>
        <p:sp>
          <p:nvSpPr>
            <p:cNvPr id="7612" name="Google Shape;7612;p105"/>
            <p:cNvSpPr txBox="1"/>
            <p:nvPr/>
          </p:nvSpPr>
          <p:spPr>
            <a:xfrm>
              <a:off x="1517707" y="4498556"/>
              <a:ext cx="5921569" cy="309066"/>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two </a:t>
              </a:r>
              <a:r>
                <a:rPr lang="en-US" sz="2400">
                  <a:solidFill>
                    <a:srgbClr val="C00000"/>
                  </a:solidFill>
                  <a:latin typeface="Calibri"/>
                  <a:ea typeface="Calibri"/>
                  <a:cs typeface="Calibri"/>
                  <a:sym typeface="Calibri"/>
                </a:rPr>
                <a:t>disjoint</a:t>
              </a:r>
              <a:r>
                <a:rPr lang="en-US" sz="2400">
                  <a:solidFill>
                    <a:schemeClr val="dk1"/>
                  </a:solidFill>
                  <a:latin typeface="Calibri"/>
                  <a:ea typeface="Calibri"/>
                  <a:cs typeface="Calibri"/>
                  <a:sym typeface="Calibri"/>
                </a:rPr>
                <a:t> paths highlighted between racks 1 and 11</a:t>
              </a:r>
              <a:endParaRPr/>
            </a:p>
          </p:txBody>
        </p:sp>
        <p:sp>
          <p:nvSpPr>
            <p:cNvPr id="7613" name="Google Shape;7613;p105"/>
            <p:cNvSpPr/>
            <p:nvPr/>
          </p:nvSpPr>
          <p:spPr>
            <a:xfrm>
              <a:off x="1624856" y="2465450"/>
              <a:ext cx="3485236" cy="973841"/>
            </a:xfrm>
            <a:custGeom>
              <a:rect b="b" l="l" r="r" t="t"/>
              <a:pathLst>
                <a:path extrusionOk="0" h="973841" w="3485236">
                  <a:moveTo>
                    <a:pt x="0" y="973841"/>
                  </a:moveTo>
                  <a:lnTo>
                    <a:pt x="569482" y="757432"/>
                  </a:lnTo>
                  <a:cubicBezTo>
                    <a:pt x="569482" y="504955"/>
                    <a:pt x="569483" y="252477"/>
                    <a:pt x="569483" y="0"/>
                  </a:cubicBezTo>
                  <a:lnTo>
                    <a:pt x="3211885" y="569497"/>
                  </a:lnTo>
                  <a:lnTo>
                    <a:pt x="3468152" y="734652"/>
                  </a:lnTo>
                  <a:lnTo>
                    <a:pt x="3485236" y="973841"/>
                  </a:lnTo>
                </a:path>
              </a:pathLst>
            </a:custGeom>
            <a:noFill/>
            <a:ln cap="flat" cmpd="sng" w="444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614" name="Google Shape;7614;p105"/>
            <p:cNvSpPr/>
            <p:nvPr/>
          </p:nvSpPr>
          <p:spPr>
            <a:xfrm>
              <a:off x="1715628" y="2483588"/>
              <a:ext cx="4584339" cy="973842"/>
            </a:xfrm>
            <a:custGeom>
              <a:rect b="b" l="l" r="r" t="t"/>
              <a:pathLst>
                <a:path extrusionOk="0" h="973842" w="4584339">
                  <a:moveTo>
                    <a:pt x="0" y="973842"/>
                  </a:moveTo>
                  <a:lnTo>
                    <a:pt x="1873598" y="649228"/>
                  </a:lnTo>
                  <a:cubicBezTo>
                    <a:pt x="1873598" y="396751"/>
                    <a:pt x="1884989" y="252477"/>
                    <a:pt x="1884989" y="0"/>
                  </a:cubicBezTo>
                  <a:lnTo>
                    <a:pt x="4572949" y="569497"/>
                  </a:lnTo>
                  <a:lnTo>
                    <a:pt x="4584339" y="728958"/>
                  </a:lnTo>
                  <a:lnTo>
                    <a:pt x="3451066" y="939672"/>
                  </a:lnTo>
                </a:path>
              </a:pathLst>
            </a:custGeom>
            <a:noFill/>
            <a:ln cap="flat" cmpd="sng" w="5397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615" name="Google Shape;7615;p105"/>
          <p:cNvSpPr txBox="1"/>
          <p:nvPr/>
        </p:nvSpPr>
        <p:spPr>
          <a:xfrm>
            <a:off x="935691" y="1287837"/>
            <a:ext cx="11256309" cy="1799671"/>
          </a:xfrm>
          <a:prstGeom prst="rect">
            <a:avLst/>
          </a:prstGeom>
          <a:noFill/>
          <a:ln>
            <a:noFill/>
          </a:ln>
        </p:spPr>
        <p:txBody>
          <a:bodyPr anchorCtr="0" anchor="t" bIns="45700" lIns="91425" spcFirstLastPara="1" rIns="91425" wrap="square" tIns="45700">
            <a:noAutofit/>
          </a:bodyPr>
          <a:lstStyle/>
          <a:p>
            <a:pPr indent="-279400" lvl="0" marL="279400" marR="0" rtl="0" algn="l">
              <a:spcBef>
                <a:spcPts val="0"/>
              </a:spcBef>
              <a:spcAft>
                <a:spcPts val="0"/>
              </a:spcAft>
              <a:buClr>
                <a:srgbClr val="000099"/>
              </a:buClr>
              <a:buSzPts val="2800"/>
              <a:buFont typeface="Noto Sans Symbols"/>
              <a:buChar char="▪"/>
            </a:pPr>
            <a:r>
              <a:rPr i="0" lang="en-US" sz="2800">
                <a:solidFill>
                  <a:schemeClr val="dk1"/>
                </a:solidFill>
                <a:latin typeface="Calibri"/>
                <a:ea typeface="Calibri"/>
                <a:cs typeface="Calibri"/>
                <a:sym typeface="Calibri"/>
              </a:rPr>
              <a:t>rich interconnection among switches, racks:</a:t>
            </a:r>
            <a:endParaRPr/>
          </a:p>
          <a:p>
            <a:pPr indent="-223837" lvl="1" marL="681038" marR="0" rtl="0" algn="l">
              <a:lnSpc>
                <a:spcPct val="90000"/>
              </a:lnSpc>
              <a:spcBef>
                <a:spcPts val="480"/>
              </a:spcBef>
              <a:spcAft>
                <a:spcPts val="0"/>
              </a:spcAft>
              <a:buClr>
                <a:srgbClr val="000099"/>
              </a:buClr>
              <a:buSzPts val="2400"/>
              <a:buFont typeface="Arial"/>
              <a:buChar char="•"/>
            </a:pPr>
            <a:r>
              <a:rPr b="0" i="0" lang="en-US" sz="2400" u="none" cap="none" strike="noStrike">
                <a:solidFill>
                  <a:schemeClr val="dk1"/>
                </a:solidFill>
                <a:latin typeface="Calibri"/>
                <a:ea typeface="Calibri"/>
                <a:cs typeface="Calibri"/>
                <a:sym typeface="Calibri"/>
              </a:rPr>
              <a:t>increased throughput between racks (multiple routing paths possible)</a:t>
            </a:r>
            <a:endParaRPr/>
          </a:p>
          <a:p>
            <a:pPr indent="-223837" lvl="1" marL="681038" marR="0" rtl="0" algn="l">
              <a:lnSpc>
                <a:spcPct val="90000"/>
              </a:lnSpc>
              <a:spcBef>
                <a:spcPts val="480"/>
              </a:spcBef>
              <a:spcAft>
                <a:spcPts val="0"/>
              </a:spcAft>
              <a:buClr>
                <a:srgbClr val="000099"/>
              </a:buClr>
              <a:buSzPts val="2400"/>
              <a:buFont typeface="Arial"/>
              <a:buChar char="•"/>
            </a:pPr>
            <a:r>
              <a:rPr b="0" i="0" lang="en-US" sz="2400" u="none" cap="none" strike="noStrike">
                <a:solidFill>
                  <a:schemeClr val="dk1"/>
                </a:solidFill>
                <a:latin typeface="Calibri"/>
                <a:ea typeface="Calibri"/>
                <a:cs typeface="Calibri"/>
                <a:sym typeface="Calibri"/>
              </a:rPr>
              <a:t>increased reliability via redundancy</a:t>
            </a:r>
            <a:endParaRPr/>
          </a:p>
          <a:p>
            <a:pPr indent="-139700" lvl="0" marL="342900" marR="0" rtl="0" algn="l">
              <a:spcBef>
                <a:spcPts val="640"/>
              </a:spcBef>
              <a:spcAft>
                <a:spcPts val="0"/>
              </a:spcAft>
              <a:buClr>
                <a:schemeClr val="dk1"/>
              </a:buClr>
              <a:buSzPts val="3200"/>
              <a:buFont typeface="Arial"/>
              <a:buNone/>
            </a:pPr>
            <a:r>
              <a:t/>
            </a:r>
            <a:endParaRPr i="1" sz="3200">
              <a:solidFill>
                <a:schemeClr val="dk1"/>
              </a:solidFill>
              <a:latin typeface="Gill Sans"/>
              <a:ea typeface="Gill Sans"/>
              <a:cs typeface="Gill Sans"/>
              <a:sym typeface="Gill Sans"/>
            </a:endParaRPr>
          </a:p>
        </p:txBody>
      </p:sp>
      <p:grpSp>
        <p:nvGrpSpPr>
          <p:cNvPr id="7616" name="Google Shape;7616;p105"/>
          <p:cNvGrpSpPr/>
          <p:nvPr/>
        </p:nvGrpSpPr>
        <p:grpSpPr>
          <a:xfrm>
            <a:off x="2334159" y="2821994"/>
            <a:ext cx="610209" cy="346402"/>
            <a:chOff x="3668110" y="2448910"/>
            <a:chExt cx="3794234" cy="2165130"/>
          </a:xfrm>
        </p:grpSpPr>
        <p:sp>
          <p:nvSpPr>
            <p:cNvPr id="7617" name="Google Shape;7617;p105"/>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18" name="Google Shape;7618;p105"/>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619" name="Google Shape;7619;p105"/>
            <p:cNvGrpSpPr/>
            <p:nvPr/>
          </p:nvGrpSpPr>
          <p:grpSpPr>
            <a:xfrm>
              <a:off x="3941378" y="2603243"/>
              <a:ext cx="3202061" cy="1066110"/>
              <a:chOff x="7939341" y="3037317"/>
              <a:chExt cx="897649" cy="353919"/>
            </a:xfrm>
          </p:grpSpPr>
          <p:sp>
            <p:nvSpPr>
              <p:cNvPr id="7620" name="Google Shape;7620;p105"/>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21" name="Google Shape;7621;p105"/>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22" name="Google Shape;7622;p105"/>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23" name="Google Shape;7623;p105"/>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624" name="Google Shape;7624;p105"/>
          <p:cNvGrpSpPr/>
          <p:nvPr/>
        </p:nvGrpSpPr>
        <p:grpSpPr>
          <a:xfrm>
            <a:off x="4287927" y="2823518"/>
            <a:ext cx="610209" cy="346402"/>
            <a:chOff x="3668110" y="2448910"/>
            <a:chExt cx="3794234" cy="2165130"/>
          </a:xfrm>
        </p:grpSpPr>
        <p:sp>
          <p:nvSpPr>
            <p:cNvPr id="7625" name="Google Shape;7625;p105"/>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26" name="Google Shape;7626;p105"/>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627" name="Google Shape;7627;p105"/>
            <p:cNvGrpSpPr/>
            <p:nvPr/>
          </p:nvGrpSpPr>
          <p:grpSpPr>
            <a:xfrm>
              <a:off x="3941378" y="2603243"/>
              <a:ext cx="3202061" cy="1066110"/>
              <a:chOff x="7939341" y="3037317"/>
              <a:chExt cx="897649" cy="353919"/>
            </a:xfrm>
          </p:grpSpPr>
          <p:sp>
            <p:nvSpPr>
              <p:cNvPr id="7628" name="Google Shape;7628;p105"/>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29" name="Google Shape;7629;p105"/>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30" name="Google Shape;7630;p105"/>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31" name="Google Shape;7631;p105"/>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632" name="Google Shape;7632;p105"/>
          <p:cNvGrpSpPr/>
          <p:nvPr/>
        </p:nvGrpSpPr>
        <p:grpSpPr>
          <a:xfrm>
            <a:off x="6241695" y="2825042"/>
            <a:ext cx="610209" cy="346402"/>
            <a:chOff x="3668110" y="2448910"/>
            <a:chExt cx="3794234" cy="2165130"/>
          </a:xfrm>
        </p:grpSpPr>
        <p:sp>
          <p:nvSpPr>
            <p:cNvPr id="7633" name="Google Shape;7633;p105"/>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34" name="Google Shape;7634;p105"/>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635" name="Google Shape;7635;p105"/>
            <p:cNvGrpSpPr/>
            <p:nvPr/>
          </p:nvGrpSpPr>
          <p:grpSpPr>
            <a:xfrm>
              <a:off x="3941378" y="2603243"/>
              <a:ext cx="3202061" cy="1066110"/>
              <a:chOff x="7939341" y="3037317"/>
              <a:chExt cx="897649" cy="353919"/>
            </a:xfrm>
          </p:grpSpPr>
          <p:sp>
            <p:nvSpPr>
              <p:cNvPr id="7636" name="Google Shape;7636;p105"/>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37" name="Google Shape;7637;p105"/>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38" name="Google Shape;7638;p105"/>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39" name="Google Shape;7639;p105"/>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640" name="Google Shape;7640;p105"/>
          <p:cNvGrpSpPr/>
          <p:nvPr/>
        </p:nvGrpSpPr>
        <p:grpSpPr>
          <a:xfrm>
            <a:off x="8218323" y="2826566"/>
            <a:ext cx="610209" cy="346402"/>
            <a:chOff x="3668110" y="2448910"/>
            <a:chExt cx="3794234" cy="2165130"/>
          </a:xfrm>
        </p:grpSpPr>
        <p:sp>
          <p:nvSpPr>
            <p:cNvPr id="7641" name="Google Shape;7641;p105"/>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42" name="Google Shape;7642;p105"/>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643" name="Google Shape;7643;p105"/>
            <p:cNvGrpSpPr/>
            <p:nvPr/>
          </p:nvGrpSpPr>
          <p:grpSpPr>
            <a:xfrm>
              <a:off x="3941378" y="2603243"/>
              <a:ext cx="3202061" cy="1066110"/>
              <a:chOff x="7939341" y="3037317"/>
              <a:chExt cx="897649" cy="353919"/>
            </a:xfrm>
          </p:grpSpPr>
          <p:sp>
            <p:nvSpPr>
              <p:cNvPr id="7644" name="Google Shape;7644;p105"/>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45" name="Google Shape;7645;p105"/>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46" name="Google Shape;7646;p105"/>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47" name="Google Shape;7647;p105"/>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648" name="Google Shape;7648;p105"/>
          <p:cNvGrpSpPr/>
          <p:nvPr/>
        </p:nvGrpSpPr>
        <p:grpSpPr>
          <a:xfrm>
            <a:off x="2367687" y="3863340"/>
            <a:ext cx="549249" cy="301752"/>
            <a:chOff x="3668110" y="2448910"/>
            <a:chExt cx="3794234" cy="2165130"/>
          </a:xfrm>
        </p:grpSpPr>
        <p:sp>
          <p:nvSpPr>
            <p:cNvPr id="7649" name="Google Shape;7649;p105"/>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50" name="Google Shape;7650;p105"/>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651" name="Google Shape;7651;p105"/>
            <p:cNvGrpSpPr/>
            <p:nvPr/>
          </p:nvGrpSpPr>
          <p:grpSpPr>
            <a:xfrm>
              <a:off x="3941378" y="2603243"/>
              <a:ext cx="3202061" cy="1066110"/>
              <a:chOff x="7939341" y="3037317"/>
              <a:chExt cx="897649" cy="353919"/>
            </a:xfrm>
          </p:grpSpPr>
          <p:sp>
            <p:nvSpPr>
              <p:cNvPr id="7652" name="Google Shape;7652;p105"/>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53" name="Google Shape;7653;p105"/>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54" name="Google Shape;7654;p105"/>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55" name="Google Shape;7655;p105"/>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656" name="Google Shape;7656;p105"/>
          <p:cNvGrpSpPr/>
          <p:nvPr/>
        </p:nvGrpSpPr>
        <p:grpSpPr>
          <a:xfrm>
            <a:off x="4316883" y="3875986"/>
            <a:ext cx="549249" cy="301752"/>
            <a:chOff x="3668110" y="2448910"/>
            <a:chExt cx="3794234" cy="2165130"/>
          </a:xfrm>
        </p:grpSpPr>
        <p:sp>
          <p:nvSpPr>
            <p:cNvPr id="7657" name="Google Shape;7657;p105"/>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58" name="Google Shape;7658;p105"/>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659" name="Google Shape;7659;p105"/>
            <p:cNvGrpSpPr/>
            <p:nvPr/>
          </p:nvGrpSpPr>
          <p:grpSpPr>
            <a:xfrm>
              <a:off x="3941378" y="2603243"/>
              <a:ext cx="3202061" cy="1066110"/>
              <a:chOff x="7939341" y="3037317"/>
              <a:chExt cx="897649" cy="353919"/>
            </a:xfrm>
          </p:grpSpPr>
          <p:sp>
            <p:nvSpPr>
              <p:cNvPr id="7660" name="Google Shape;7660;p105"/>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61" name="Google Shape;7661;p105"/>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62" name="Google Shape;7662;p105"/>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63" name="Google Shape;7663;p105"/>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664" name="Google Shape;7664;p105"/>
          <p:cNvGrpSpPr/>
          <p:nvPr/>
        </p:nvGrpSpPr>
        <p:grpSpPr>
          <a:xfrm>
            <a:off x="6316371" y="3879488"/>
            <a:ext cx="549249" cy="301752"/>
            <a:chOff x="3668110" y="2448910"/>
            <a:chExt cx="3794234" cy="2165130"/>
          </a:xfrm>
        </p:grpSpPr>
        <p:sp>
          <p:nvSpPr>
            <p:cNvPr id="7665" name="Google Shape;7665;p105"/>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66" name="Google Shape;7666;p105"/>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667" name="Google Shape;7667;p105"/>
            <p:cNvGrpSpPr/>
            <p:nvPr/>
          </p:nvGrpSpPr>
          <p:grpSpPr>
            <a:xfrm>
              <a:off x="3941378" y="2603243"/>
              <a:ext cx="3202061" cy="1066110"/>
              <a:chOff x="7939341" y="3037317"/>
              <a:chExt cx="897649" cy="353919"/>
            </a:xfrm>
          </p:grpSpPr>
          <p:sp>
            <p:nvSpPr>
              <p:cNvPr id="7668" name="Google Shape;7668;p105"/>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69" name="Google Shape;7669;p105"/>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70" name="Google Shape;7670;p105"/>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71" name="Google Shape;7671;p105"/>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672" name="Google Shape;7672;p105"/>
          <p:cNvGrpSpPr/>
          <p:nvPr/>
        </p:nvGrpSpPr>
        <p:grpSpPr>
          <a:xfrm>
            <a:off x="8279283" y="3887562"/>
            <a:ext cx="549249" cy="301752"/>
            <a:chOff x="3668110" y="2448910"/>
            <a:chExt cx="3794234" cy="2165130"/>
          </a:xfrm>
        </p:grpSpPr>
        <p:sp>
          <p:nvSpPr>
            <p:cNvPr id="7673" name="Google Shape;7673;p105"/>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74" name="Google Shape;7674;p105"/>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675" name="Google Shape;7675;p105"/>
            <p:cNvGrpSpPr/>
            <p:nvPr/>
          </p:nvGrpSpPr>
          <p:grpSpPr>
            <a:xfrm>
              <a:off x="3941378" y="2603243"/>
              <a:ext cx="3202061" cy="1066110"/>
              <a:chOff x="7939341" y="3037317"/>
              <a:chExt cx="897649" cy="353919"/>
            </a:xfrm>
          </p:grpSpPr>
          <p:sp>
            <p:nvSpPr>
              <p:cNvPr id="7676" name="Google Shape;7676;p105"/>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77" name="Google Shape;7677;p105"/>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78" name="Google Shape;7678;p105"/>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79" name="Google Shape;7679;p105"/>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680" name="Google Shape;7680;p105"/>
          <p:cNvGrpSpPr/>
          <p:nvPr/>
        </p:nvGrpSpPr>
        <p:grpSpPr>
          <a:xfrm>
            <a:off x="1695279" y="4542558"/>
            <a:ext cx="389682" cy="227238"/>
            <a:chOff x="3668110" y="2448910"/>
            <a:chExt cx="3794234" cy="2165130"/>
          </a:xfrm>
        </p:grpSpPr>
        <p:sp>
          <p:nvSpPr>
            <p:cNvPr id="7681" name="Google Shape;7681;p105"/>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82" name="Google Shape;7682;p105"/>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683" name="Google Shape;7683;p105"/>
            <p:cNvGrpSpPr/>
            <p:nvPr/>
          </p:nvGrpSpPr>
          <p:grpSpPr>
            <a:xfrm>
              <a:off x="3941378" y="2603243"/>
              <a:ext cx="3202061" cy="1066110"/>
              <a:chOff x="7939341" y="3037317"/>
              <a:chExt cx="897649" cy="353919"/>
            </a:xfrm>
          </p:grpSpPr>
          <p:sp>
            <p:nvSpPr>
              <p:cNvPr id="7684" name="Google Shape;7684;p105"/>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85" name="Google Shape;7685;p105"/>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86" name="Google Shape;7686;p105"/>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87" name="Google Shape;7687;p105"/>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688" name="Google Shape;7688;p105"/>
          <p:cNvGrpSpPr/>
          <p:nvPr/>
        </p:nvGrpSpPr>
        <p:grpSpPr>
          <a:xfrm>
            <a:off x="2185175" y="4543504"/>
            <a:ext cx="389682" cy="227238"/>
            <a:chOff x="3668110" y="2448910"/>
            <a:chExt cx="3794234" cy="2165130"/>
          </a:xfrm>
        </p:grpSpPr>
        <p:sp>
          <p:nvSpPr>
            <p:cNvPr id="7689" name="Google Shape;7689;p105"/>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90" name="Google Shape;7690;p105"/>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691" name="Google Shape;7691;p105"/>
            <p:cNvGrpSpPr/>
            <p:nvPr/>
          </p:nvGrpSpPr>
          <p:grpSpPr>
            <a:xfrm>
              <a:off x="3941378" y="2603243"/>
              <a:ext cx="3202061" cy="1066110"/>
              <a:chOff x="7939341" y="3037317"/>
              <a:chExt cx="897649" cy="353919"/>
            </a:xfrm>
          </p:grpSpPr>
          <p:sp>
            <p:nvSpPr>
              <p:cNvPr id="7692" name="Google Shape;7692;p105"/>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93" name="Google Shape;7693;p105"/>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94" name="Google Shape;7694;p105"/>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95" name="Google Shape;7695;p105"/>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696" name="Google Shape;7696;p105"/>
          <p:cNvGrpSpPr/>
          <p:nvPr/>
        </p:nvGrpSpPr>
        <p:grpSpPr>
          <a:xfrm>
            <a:off x="2678246" y="4544450"/>
            <a:ext cx="389682" cy="227238"/>
            <a:chOff x="3668110" y="2448910"/>
            <a:chExt cx="3794234" cy="2165130"/>
          </a:xfrm>
        </p:grpSpPr>
        <p:sp>
          <p:nvSpPr>
            <p:cNvPr id="7697" name="Google Shape;7697;p105"/>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98" name="Google Shape;7698;p105"/>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699" name="Google Shape;7699;p105"/>
            <p:cNvGrpSpPr/>
            <p:nvPr/>
          </p:nvGrpSpPr>
          <p:grpSpPr>
            <a:xfrm>
              <a:off x="3941378" y="2603243"/>
              <a:ext cx="3202061" cy="1066110"/>
              <a:chOff x="7939341" y="3037317"/>
              <a:chExt cx="897649" cy="353919"/>
            </a:xfrm>
          </p:grpSpPr>
          <p:sp>
            <p:nvSpPr>
              <p:cNvPr id="7700" name="Google Shape;7700;p105"/>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01" name="Google Shape;7701;p105"/>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02" name="Google Shape;7702;p105"/>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03" name="Google Shape;7703;p105"/>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704" name="Google Shape;7704;p105"/>
          <p:cNvGrpSpPr/>
          <p:nvPr/>
        </p:nvGrpSpPr>
        <p:grpSpPr>
          <a:xfrm>
            <a:off x="3171317" y="4545396"/>
            <a:ext cx="389682" cy="227238"/>
            <a:chOff x="3668110" y="2448910"/>
            <a:chExt cx="3794234" cy="2165130"/>
          </a:xfrm>
        </p:grpSpPr>
        <p:sp>
          <p:nvSpPr>
            <p:cNvPr id="7705" name="Google Shape;7705;p105"/>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06" name="Google Shape;7706;p105"/>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707" name="Google Shape;7707;p105"/>
            <p:cNvGrpSpPr/>
            <p:nvPr/>
          </p:nvGrpSpPr>
          <p:grpSpPr>
            <a:xfrm>
              <a:off x="3941378" y="2603243"/>
              <a:ext cx="3202061" cy="1066110"/>
              <a:chOff x="7939341" y="3037317"/>
              <a:chExt cx="897649" cy="353919"/>
            </a:xfrm>
          </p:grpSpPr>
          <p:sp>
            <p:nvSpPr>
              <p:cNvPr id="7708" name="Google Shape;7708;p105"/>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09" name="Google Shape;7709;p105"/>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10" name="Google Shape;7710;p105"/>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11" name="Google Shape;7711;p105"/>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712" name="Google Shape;7712;p105"/>
          <p:cNvGrpSpPr/>
          <p:nvPr/>
        </p:nvGrpSpPr>
        <p:grpSpPr>
          <a:xfrm>
            <a:off x="3664388" y="4546342"/>
            <a:ext cx="389682" cy="227238"/>
            <a:chOff x="3668110" y="2448910"/>
            <a:chExt cx="3794234" cy="2165130"/>
          </a:xfrm>
        </p:grpSpPr>
        <p:sp>
          <p:nvSpPr>
            <p:cNvPr id="7713" name="Google Shape;7713;p105"/>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14" name="Google Shape;7714;p105"/>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715" name="Google Shape;7715;p105"/>
            <p:cNvGrpSpPr/>
            <p:nvPr/>
          </p:nvGrpSpPr>
          <p:grpSpPr>
            <a:xfrm>
              <a:off x="3941378" y="2603243"/>
              <a:ext cx="3202061" cy="1066110"/>
              <a:chOff x="7939341" y="3037317"/>
              <a:chExt cx="897649" cy="353919"/>
            </a:xfrm>
          </p:grpSpPr>
          <p:sp>
            <p:nvSpPr>
              <p:cNvPr id="7716" name="Google Shape;7716;p105"/>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17" name="Google Shape;7717;p105"/>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18" name="Google Shape;7718;p105"/>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19" name="Google Shape;7719;p105"/>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720" name="Google Shape;7720;p105"/>
          <p:cNvGrpSpPr/>
          <p:nvPr/>
        </p:nvGrpSpPr>
        <p:grpSpPr>
          <a:xfrm>
            <a:off x="4157459" y="4547288"/>
            <a:ext cx="389682" cy="227238"/>
            <a:chOff x="3668110" y="2448910"/>
            <a:chExt cx="3794234" cy="2165130"/>
          </a:xfrm>
        </p:grpSpPr>
        <p:sp>
          <p:nvSpPr>
            <p:cNvPr id="7721" name="Google Shape;7721;p105"/>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22" name="Google Shape;7722;p105"/>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723" name="Google Shape;7723;p105"/>
            <p:cNvGrpSpPr/>
            <p:nvPr/>
          </p:nvGrpSpPr>
          <p:grpSpPr>
            <a:xfrm>
              <a:off x="3941378" y="2603243"/>
              <a:ext cx="3202061" cy="1066110"/>
              <a:chOff x="7939341" y="3037317"/>
              <a:chExt cx="897649" cy="353919"/>
            </a:xfrm>
          </p:grpSpPr>
          <p:sp>
            <p:nvSpPr>
              <p:cNvPr id="7724" name="Google Shape;7724;p105"/>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25" name="Google Shape;7725;p105"/>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26" name="Google Shape;7726;p105"/>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27" name="Google Shape;7727;p105"/>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728" name="Google Shape;7728;p105"/>
          <p:cNvGrpSpPr/>
          <p:nvPr/>
        </p:nvGrpSpPr>
        <p:grpSpPr>
          <a:xfrm>
            <a:off x="4650530" y="4548234"/>
            <a:ext cx="389682" cy="227238"/>
            <a:chOff x="3668110" y="2448910"/>
            <a:chExt cx="3794234" cy="2165130"/>
          </a:xfrm>
        </p:grpSpPr>
        <p:sp>
          <p:nvSpPr>
            <p:cNvPr id="7729" name="Google Shape;7729;p105"/>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30" name="Google Shape;7730;p105"/>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731" name="Google Shape;7731;p105"/>
            <p:cNvGrpSpPr/>
            <p:nvPr/>
          </p:nvGrpSpPr>
          <p:grpSpPr>
            <a:xfrm>
              <a:off x="3941378" y="2603243"/>
              <a:ext cx="3202061" cy="1066110"/>
              <a:chOff x="7939341" y="3037317"/>
              <a:chExt cx="897649" cy="353919"/>
            </a:xfrm>
          </p:grpSpPr>
          <p:sp>
            <p:nvSpPr>
              <p:cNvPr id="7732" name="Google Shape;7732;p105"/>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33" name="Google Shape;7733;p105"/>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34" name="Google Shape;7734;p105"/>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35" name="Google Shape;7735;p105"/>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736" name="Google Shape;7736;p105"/>
          <p:cNvGrpSpPr/>
          <p:nvPr/>
        </p:nvGrpSpPr>
        <p:grpSpPr>
          <a:xfrm>
            <a:off x="5143601" y="4549180"/>
            <a:ext cx="389682" cy="227238"/>
            <a:chOff x="3668110" y="2448910"/>
            <a:chExt cx="3794234" cy="2165130"/>
          </a:xfrm>
        </p:grpSpPr>
        <p:sp>
          <p:nvSpPr>
            <p:cNvPr id="7737" name="Google Shape;7737;p105"/>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38" name="Google Shape;7738;p105"/>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739" name="Google Shape;7739;p105"/>
            <p:cNvGrpSpPr/>
            <p:nvPr/>
          </p:nvGrpSpPr>
          <p:grpSpPr>
            <a:xfrm>
              <a:off x="3941378" y="2603243"/>
              <a:ext cx="3202061" cy="1066110"/>
              <a:chOff x="7939341" y="3037317"/>
              <a:chExt cx="897649" cy="353919"/>
            </a:xfrm>
          </p:grpSpPr>
          <p:sp>
            <p:nvSpPr>
              <p:cNvPr id="7740" name="Google Shape;7740;p105"/>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41" name="Google Shape;7741;p105"/>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42" name="Google Shape;7742;p105"/>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43" name="Google Shape;7743;p105"/>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744" name="Google Shape;7744;p105"/>
          <p:cNvGrpSpPr/>
          <p:nvPr/>
        </p:nvGrpSpPr>
        <p:grpSpPr>
          <a:xfrm>
            <a:off x="5636672" y="4550126"/>
            <a:ext cx="389682" cy="227238"/>
            <a:chOff x="3668110" y="2448910"/>
            <a:chExt cx="3794234" cy="2165130"/>
          </a:xfrm>
        </p:grpSpPr>
        <p:sp>
          <p:nvSpPr>
            <p:cNvPr id="7745" name="Google Shape;7745;p105"/>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46" name="Google Shape;7746;p105"/>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747" name="Google Shape;7747;p105"/>
            <p:cNvGrpSpPr/>
            <p:nvPr/>
          </p:nvGrpSpPr>
          <p:grpSpPr>
            <a:xfrm>
              <a:off x="3941378" y="2603243"/>
              <a:ext cx="3202061" cy="1066110"/>
              <a:chOff x="7939341" y="3037317"/>
              <a:chExt cx="897649" cy="353919"/>
            </a:xfrm>
          </p:grpSpPr>
          <p:sp>
            <p:nvSpPr>
              <p:cNvPr id="7748" name="Google Shape;7748;p105"/>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49" name="Google Shape;7749;p105"/>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50" name="Google Shape;7750;p105"/>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51" name="Google Shape;7751;p105"/>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752" name="Google Shape;7752;p105"/>
          <p:cNvGrpSpPr/>
          <p:nvPr/>
        </p:nvGrpSpPr>
        <p:grpSpPr>
          <a:xfrm>
            <a:off x="6129743" y="4547897"/>
            <a:ext cx="389682" cy="227238"/>
            <a:chOff x="3668110" y="2448910"/>
            <a:chExt cx="3794234" cy="2165130"/>
          </a:xfrm>
        </p:grpSpPr>
        <p:sp>
          <p:nvSpPr>
            <p:cNvPr id="7753" name="Google Shape;7753;p105"/>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54" name="Google Shape;7754;p105"/>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755" name="Google Shape;7755;p105"/>
            <p:cNvGrpSpPr/>
            <p:nvPr/>
          </p:nvGrpSpPr>
          <p:grpSpPr>
            <a:xfrm>
              <a:off x="3941378" y="2603243"/>
              <a:ext cx="3202061" cy="1066110"/>
              <a:chOff x="7939341" y="3037317"/>
              <a:chExt cx="897649" cy="353919"/>
            </a:xfrm>
          </p:grpSpPr>
          <p:sp>
            <p:nvSpPr>
              <p:cNvPr id="7756" name="Google Shape;7756;p105"/>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57" name="Google Shape;7757;p105"/>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58" name="Google Shape;7758;p105"/>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59" name="Google Shape;7759;p105"/>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760" name="Google Shape;7760;p105"/>
          <p:cNvGrpSpPr/>
          <p:nvPr/>
        </p:nvGrpSpPr>
        <p:grpSpPr>
          <a:xfrm>
            <a:off x="6622814" y="4545668"/>
            <a:ext cx="389682" cy="227238"/>
            <a:chOff x="3668110" y="2448910"/>
            <a:chExt cx="3794234" cy="2165130"/>
          </a:xfrm>
        </p:grpSpPr>
        <p:sp>
          <p:nvSpPr>
            <p:cNvPr id="7761" name="Google Shape;7761;p105"/>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62" name="Google Shape;7762;p105"/>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763" name="Google Shape;7763;p105"/>
            <p:cNvGrpSpPr/>
            <p:nvPr/>
          </p:nvGrpSpPr>
          <p:grpSpPr>
            <a:xfrm>
              <a:off x="3941378" y="2603243"/>
              <a:ext cx="3202061" cy="1066110"/>
              <a:chOff x="7939341" y="3037317"/>
              <a:chExt cx="897649" cy="353919"/>
            </a:xfrm>
          </p:grpSpPr>
          <p:sp>
            <p:nvSpPr>
              <p:cNvPr id="7764" name="Google Shape;7764;p105"/>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65" name="Google Shape;7765;p105"/>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66" name="Google Shape;7766;p105"/>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67" name="Google Shape;7767;p105"/>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768" name="Google Shape;7768;p105"/>
          <p:cNvGrpSpPr/>
          <p:nvPr/>
        </p:nvGrpSpPr>
        <p:grpSpPr>
          <a:xfrm>
            <a:off x="7115885" y="4543439"/>
            <a:ext cx="389682" cy="227238"/>
            <a:chOff x="3668110" y="2448910"/>
            <a:chExt cx="3794234" cy="2165130"/>
          </a:xfrm>
        </p:grpSpPr>
        <p:sp>
          <p:nvSpPr>
            <p:cNvPr id="7769" name="Google Shape;7769;p105"/>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70" name="Google Shape;7770;p105"/>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771" name="Google Shape;7771;p105"/>
            <p:cNvGrpSpPr/>
            <p:nvPr/>
          </p:nvGrpSpPr>
          <p:grpSpPr>
            <a:xfrm>
              <a:off x="3941378" y="2603243"/>
              <a:ext cx="3202061" cy="1066110"/>
              <a:chOff x="7939341" y="3037317"/>
              <a:chExt cx="897649" cy="353919"/>
            </a:xfrm>
          </p:grpSpPr>
          <p:sp>
            <p:nvSpPr>
              <p:cNvPr id="7772" name="Google Shape;7772;p105"/>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73" name="Google Shape;7773;p105"/>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74" name="Google Shape;7774;p105"/>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75" name="Google Shape;7775;p105"/>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776" name="Google Shape;7776;p105"/>
          <p:cNvGrpSpPr/>
          <p:nvPr/>
        </p:nvGrpSpPr>
        <p:grpSpPr>
          <a:xfrm>
            <a:off x="7608956" y="4541210"/>
            <a:ext cx="389682" cy="227238"/>
            <a:chOff x="3668110" y="2448910"/>
            <a:chExt cx="3794234" cy="2165130"/>
          </a:xfrm>
        </p:grpSpPr>
        <p:sp>
          <p:nvSpPr>
            <p:cNvPr id="7777" name="Google Shape;7777;p105"/>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78" name="Google Shape;7778;p105"/>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779" name="Google Shape;7779;p105"/>
            <p:cNvGrpSpPr/>
            <p:nvPr/>
          </p:nvGrpSpPr>
          <p:grpSpPr>
            <a:xfrm>
              <a:off x="3941378" y="2603243"/>
              <a:ext cx="3202061" cy="1066110"/>
              <a:chOff x="7939341" y="3037317"/>
              <a:chExt cx="897649" cy="353919"/>
            </a:xfrm>
          </p:grpSpPr>
          <p:sp>
            <p:nvSpPr>
              <p:cNvPr id="7780" name="Google Shape;7780;p105"/>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81" name="Google Shape;7781;p105"/>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82" name="Google Shape;7782;p105"/>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83" name="Google Shape;7783;p105"/>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784" name="Google Shape;7784;p105"/>
          <p:cNvGrpSpPr/>
          <p:nvPr/>
        </p:nvGrpSpPr>
        <p:grpSpPr>
          <a:xfrm>
            <a:off x="8102027" y="4538981"/>
            <a:ext cx="389682" cy="227238"/>
            <a:chOff x="3668110" y="2448910"/>
            <a:chExt cx="3794234" cy="2165130"/>
          </a:xfrm>
        </p:grpSpPr>
        <p:sp>
          <p:nvSpPr>
            <p:cNvPr id="7785" name="Google Shape;7785;p105"/>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86" name="Google Shape;7786;p105"/>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787" name="Google Shape;7787;p105"/>
            <p:cNvGrpSpPr/>
            <p:nvPr/>
          </p:nvGrpSpPr>
          <p:grpSpPr>
            <a:xfrm>
              <a:off x="3941378" y="2603243"/>
              <a:ext cx="3202061" cy="1066110"/>
              <a:chOff x="7939341" y="3037317"/>
              <a:chExt cx="897649" cy="353919"/>
            </a:xfrm>
          </p:grpSpPr>
          <p:sp>
            <p:nvSpPr>
              <p:cNvPr id="7788" name="Google Shape;7788;p105"/>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89" name="Google Shape;7789;p105"/>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90" name="Google Shape;7790;p105"/>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91" name="Google Shape;7791;p105"/>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792" name="Google Shape;7792;p105"/>
          <p:cNvGrpSpPr/>
          <p:nvPr/>
        </p:nvGrpSpPr>
        <p:grpSpPr>
          <a:xfrm>
            <a:off x="8595098" y="4536752"/>
            <a:ext cx="389682" cy="227238"/>
            <a:chOff x="3668110" y="2448910"/>
            <a:chExt cx="3794234" cy="2165130"/>
          </a:xfrm>
        </p:grpSpPr>
        <p:sp>
          <p:nvSpPr>
            <p:cNvPr id="7793" name="Google Shape;7793;p105"/>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94" name="Google Shape;7794;p105"/>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795" name="Google Shape;7795;p105"/>
            <p:cNvGrpSpPr/>
            <p:nvPr/>
          </p:nvGrpSpPr>
          <p:grpSpPr>
            <a:xfrm>
              <a:off x="3941378" y="2603243"/>
              <a:ext cx="3202061" cy="1066110"/>
              <a:chOff x="7939341" y="3037317"/>
              <a:chExt cx="897649" cy="353919"/>
            </a:xfrm>
          </p:grpSpPr>
          <p:sp>
            <p:nvSpPr>
              <p:cNvPr id="7796" name="Google Shape;7796;p105"/>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97" name="Google Shape;7797;p105"/>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98" name="Google Shape;7798;p105"/>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99" name="Google Shape;7799;p105"/>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800" name="Google Shape;7800;p105"/>
          <p:cNvGrpSpPr/>
          <p:nvPr/>
        </p:nvGrpSpPr>
        <p:grpSpPr>
          <a:xfrm>
            <a:off x="9088169" y="4537698"/>
            <a:ext cx="389682" cy="227238"/>
            <a:chOff x="3668110" y="2448910"/>
            <a:chExt cx="3794234" cy="2165130"/>
          </a:xfrm>
        </p:grpSpPr>
        <p:sp>
          <p:nvSpPr>
            <p:cNvPr id="7801" name="Google Shape;7801;p105"/>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02" name="Google Shape;7802;p105"/>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803" name="Google Shape;7803;p105"/>
            <p:cNvGrpSpPr/>
            <p:nvPr/>
          </p:nvGrpSpPr>
          <p:grpSpPr>
            <a:xfrm>
              <a:off x="3941378" y="2603243"/>
              <a:ext cx="3202061" cy="1066110"/>
              <a:chOff x="7939341" y="3037317"/>
              <a:chExt cx="897649" cy="353919"/>
            </a:xfrm>
          </p:grpSpPr>
          <p:sp>
            <p:nvSpPr>
              <p:cNvPr id="7804" name="Google Shape;7804;p105"/>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05" name="Google Shape;7805;p105"/>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06" name="Google Shape;7806;p105"/>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07" name="Google Shape;7807;p105"/>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Tree>
  </p:cSld>
  <p:clrMapOvr>
    <a:masterClrMapping/>
  </p:clrMapOvr>
  <mc:AlternateContent>
    <mc:Choice Requires="p14">
      <p:transition spd="slow" p14:dur="700">
        <p:fade/>
      </p:transition>
    </mc:Choice>
    <mc:Fallback>
      <p:transition spd="slow">
        <p:fade/>
      </p:transition>
    </mc:Fallback>
  </mc:AlternateContent>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812" name="Shape 7812"/>
        <p:cNvGrpSpPr/>
        <p:nvPr/>
      </p:nvGrpSpPr>
      <p:grpSpPr>
        <a:xfrm>
          <a:off x="0" y="0"/>
          <a:ext cx="0" cy="0"/>
          <a:chOff x="0" y="0"/>
          <a:chExt cx="0" cy="0"/>
        </a:xfrm>
      </p:grpSpPr>
      <p:grpSp>
        <p:nvGrpSpPr>
          <p:cNvPr id="7813" name="Google Shape;7813;p106"/>
          <p:cNvGrpSpPr/>
          <p:nvPr/>
        </p:nvGrpSpPr>
        <p:grpSpPr>
          <a:xfrm>
            <a:off x="506660" y="2185776"/>
            <a:ext cx="7220908" cy="3872759"/>
            <a:chOff x="628632" y="1621000"/>
            <a:chExt cx="7220908" cy="3872759"/>
          </a:xfrm>
        </p:grpSpPr>
        <p:grpSp>
          <p:nvGrpSpPr>
            <p:cNvPr id="7814" name="Google Shape;7814;p106"/>
            <p:cNvGrpSpPr/>
            <p:nvPr/>
          </p:nvGrpSpPr>
          <p:grpSpPr>
            <a:xfrm>
              <a:off x="1479177" y="1790648"/>
              <a:ext cx="5700821" cy="1085228"/>
              <a:chOff x="1411941" y="1759320"/>
              <a:chExt cx="5700821" cy="1085228"/>
            </a:xfrm>
          </p:grpSpPr>
          <p:cxnSp>
            <p:nvCxnSpPr>
              <p:cNvPr id="7815" name="Google Shape;7815;p106"/>
              <p:cNvCxnSpPr>
                <a:endCxn id="7816" idx="9"/>
              </p:cNvCxnSpPr>
              <p:nvPr/>
            </p:nvCxnSpPr>
            <p:spPr>
              <a:xfrm flipH="1" rot="10800000">
                <a:off x="1411941" y="1792306"/>
                <a:ext cx="2243400" cy="924000"/>
              </a:xfrm>
              <a:prstGeom prst="straightConnector1">
                <a:avLst/>
              </a:prstGeom>
              <a:noFill/>
              <a:ln cap="flat" cmpd="sng" w="12700">
                <a:solidFill>
                  <a:schemeClr val="dk1"/>
                </a:solidFill>
                <a:prstDash val="solid"/>
                <a:miter lim="800000"/>
                <a:headEnd len="sm" w="sm" type="none"/>
                <a:tailEnd len="sm" w="sm" type="none"/>
              </a:ln>
            </p:spPr>
          </p:cxnSp>
          <p:cxnSp>
            <p:nvCxnSpPr>
              <p:cNvPr id="7817" name="Google Shape;7817;p106"/>
              <p:cNvCxnSpPr/>
              <p:nvPr/>
            </p:nvCxnSpPr>
            <p:spPr>
              <a:xfrm flipH="1" rot="10800000">
                <a:off x="1425388" y="1790700"/>
                <a:ext cx="4493570" cy="939053"/>
              </a:xfrm>
              <a:prstGeom prst="straightConnector1">
                <a:avLst/>
              </a:prstGeom>
              <a:noFill/>
              <a:ln cap="flat" cmpd="sng" w="12700">
                <a:solidFill>
                  <a:schemeClr val="dk1"/>
                </a:solidFill>
                <a:prstDash val="solid"/>
                <a:miter lim="800000"/>
                <a:headEnd len="sm" w="sm" type="none"/>
                <a:tailEnd len="sm" w="sm" type="none"/>
              </a:ln>
            </p:spPr>
          </p:cxnSp>
          <p:cxnSp>
            <p:nvCxnSpPr>
              <p:cNvPr id="7818" name="Google Shape;7818;p106"/>
              <p:cNvCxnSpPr>
                <a:endCxn id="7816" idx="9"/>
              </p:cNvCxnSpPr>
              <p:nvPr/>
            </p:nvCxnSpPr>
            <p:spPr>
              <a:xfrm flipH="1" rot="10800000">
                <a:off x="3016624" y="1792518"/>
                <a:ext cx="638700" cy="1022400"/>
              </a:xfrm>
              <a:prstGeom prst="straightConnector1">
                <a:avLst/>
              </a:prstGeom>
              <a:noFill/>
              <a:ln cap="flat" cmpd="sng" w="12700">
                <a:solidFill>
                  <a:schemeClr val="dk1"/>
                </a:solidFill>
                <a:prstDash val="solid"/>
                <a:miter lim="800000"/>
                <a:headEnd len="sm" w="sm" type="none"/>
                <a:tailEnd len="sm" w="sm" type="none"/>
              </a:ln>
            </p:spPr>
          </p:cxnSp>
          <p:cxnSp>
            <p:nvCxnSpPr>
              <p:cNvPr id="7819" name="Google Shape;7819;p106"/>
              <p:cNvCxnSpPr>
                <a:endCxn id="7816" idx="13"/>
              </p:cNvCxnSpPr>
              <p:nvPr/>
            </p:nvCxnSpPr>
            <p:spPr>
              <a:xfrm rot="10800000">
                <a:off x="3558266" y="1759320"/>
                <a:ext cx="1022700" cy="1053900"/>
              </a:xfrm>
              <a:prstGeom prst="straightConnector1">
                <a:avLst/>
              </a:prstGeom>
              <a:noFill/>
              <a:ln cap="flat" cmpd="sng" w="12700">
                <a:solidFill>
                  <a:schemeClr val="dk1"/>
                </a:solidFill>
                <a:prstDash val="solid"/>
                <a:miter lim="800000"/>
                <a:headEnd len="sm" w="sm" type="none"/>
                <a:tailEnd len="sm" w="sm" type="none"/>
              </a:ln>
            </p:spPr>
          </p:cxnSp>
          <p:cxnSp>
            <p:nvCxnSpPr>
              <p:cNvPr id="7820" name="Google Shape;7820;p106"/>
              <p:cNvCxnSpPr>
                <a:endCxn id="7816" idx="9"/>
              </p:cNvCxnSpPr>
              <p:nvPr/>
            </p:nvCxnSpPr>
            <p:spPr>
              <a:xfrm rot="10800000">
                <a:off x="3655262" y="1792448"/>
                <a:ext cx="3457500" cy="1052100"/>
              </a:xfrm>
              <a:prstGeom prst="straightConnector1">
                <a:avLst/>
              </a:prstGeom>
              <a:noFill/>
              <a:ln cap="flat" cmpd="sng" w="12700">
                <a:solidFill>
                  <a:schemeClr val="dk1"/>
                </a:solidFill>
                <a:prstDash val="solid"/>
                <a:miter lim="800000"/>
                <a:headEnd len="sm" w="sm" type="none"/>
                <a:tailEnd len="sm" w="sm" type="none"/>
              </a:ln>
            </p:spPr>
          </p:cxnSp>
          <p:cxnSp>
            <p:nvCxnSpPr>
              <p:cNvPr id="7821" name="Google Shape;7821;p106"/>
              <p:cNvCxnSpPr/>
              <p:nvPr/>
            </p:nvCxnSpPr>
            <p:spPr>
              <a:xfrm flipH="1" rot="10800000">
                <a:off x="2985160" y="1759372"/>
                <a:ext cx="2906904" cy="1002576"/>
              </a:xfrm>
              <a:prstGeom prst="straightConnector1">
                <a:avLst/>
              </a:prstGeom>
              <a:noFill/>
              <a:ln cap="flat" cmpd="sng" w="12700">
                <a:solidFill>
                  <a:schemeClr val="dk1"/>
                </a:solidFill>
                <a:prstDash val="solid"/>
                <a:miter lim="800000"/>
                <a:headEnd len="sm" w="sm" type="none"/>
                <a:tailEnd len="sm" w="sm" type="none"/>
              </a:ln>
            </p:spPr>
          </p:cxnSp>
          <p:cxnSp>
            <p:nvCxnSpPr>
              <p:cNvPr id="7822" name="Google Shape;7822;p106"/>
              <p:cNvCxnSpPr>
                <a:endCxn id="7823" idx="6"/>
              </p:cNvCxnSpPr>
              <p:nvPr/>
            </p:nvCxnSpPr>
            <p:spPr>
              <a:xfrm rot="10800000">
                <a:off x="6032103" y="1818876"/>
                <a:ext cx="1009500" cy="974400"/>
              </a:xfrm>
              <a:prstGeom prst="straightConnector1">
                <a:avLst/>
              </a:prstGeom>
              <a:noFill/>
              <a:ln cap="flat" cmpd="sng" w="12700">
                <a:solidFill>
                  <a:schemeClr val="dk1"/>
                </a:solidFill>
                <a:prstDash val="solid"/>
                <a:miter lim="800000"/>
                <a:headEnd len="sm" w="sm" type="none"/>
                <a:tailEnd len="sm" w="sm" type="none"/>
              </a:ln>
            </p:spPr>
          </p:cxnSp>
          <p:cxnSp>
            <p:nvCxnSpPr>
              <p:cNvPr id="7824" name="Google Shape;7824;p106"/>
              <p:cNvCxnSpPr>
                <a:endCxn id="7823" idx="12"/>
              </p:cNvCxnSpPr>
              <p:nvPr/>
            </p:nvCxnSpPr>
            <p:spPr>
              <a:xfrm flipH="1" rot="10800000">
                <a:off x="4549326" y="1819176"/>
                <a:ext cx="1290300" cy="974100"/>
              </a:xfrm>
              <a:prstGeom prst="straightConnector1">
                <a:avLst/>
              </a:prstGeom>
              <a:noFill/>
              <a:ln cap="flat" cmpd="sng" w="12700">
                <a:solidFill>
                  <a:schemeClr val="dk1"/>
                </a:solidFill>
                <a:prstDash val="solid"/>
                <a:miter lim="800000"/>
                <a:headEnd len="sm" w="sm" type="none"/>
                <a:tailEnd len="sm" w="sm" type="none"/>
              </a:ln>
            </p:spPr>
          </p:cxnSp>
        </p:grpSp>
        <p:grpSp>
          <p:nvGrpSpPr>
            <p:cNvPr id="7825" name="Google Shape;7825;p106"/>
            <p:cNvGrpSpPr/>
            <p:nvPr/>
          </p:nvGrpSpPr>
          <p:grpSpPr>
            <a:xfrm>
              <a:off x="7582334" y="4489205"/>
              <a:ext cx="267206" cy="997245"/>
              <a:chOff x="6424315" y="4488570"/>
              <a:chExt cx="267206" cy="997245"/>
            </a:xfrm>
          </p:grpSpPr>
          <p:grpSp>
            <p:nvGrpSpPr>
              <p:cNvPr id="7826" name="Google Shape;7826;p106"/>
              <p:cNvGrpSpPr/>
              <p:nvPr/>
            </p:nvGrpSpPr>
            <p:grpSpPr>
              <a:xfrm>
                <a:off x="6424315" y="4636502"/>
                <a:ext cx="237939" cy="849312"/>
                <a:chOff x="6396366" y="3061857"/>
                <a:chExt cx="570079" cy="838094"/>
              </a:xfrm>
            </p:grpSpPr>
            <p:sp>
              <p:nvSpPr>
                <p:cNvPr id="7827" name="Google Shape;7827;p106"/>
                <p:cNvSpPr/>
                <p:nvPr/>
              </p:nvSpPr>
              <p:spPr>
                <a:xfrm>
                  <a:off x="6509786" y="3061857"/>
                  <a:ext cx="447707" cy="742536"/>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7828" name="Google Shape;7828;p106"/>
                <p:cNvCxnSpPr/>
                <p:nvPr/>
              </p:nvCxnSpPr>
              <p:spPr>
                <a:xfrm flipH="1" rot="10800000">
                  <a:off x="6847057" y="3061857"/>
                  <a:ext cx="113419" cy="92425"/>
                </a:xfrm>
                <a:prstGeom prst="straightConnector1">
                  <a:avLst/>
                </a:prstGeom>
                <a:noFill/>
                <a:ln cap="flat" cmpd="sng" w="9525">
                  <a:solidFill>
                    <a:schemeClr val="dk1"/>
                  </a:solidFill>
                  <a:prstDash val="solid"/>
                  <a:miter lim="800000"/>
                  <a:headEnd len="sm" w="sm" type="none"/>
                  <a:tailEnd len="sm" w="sm" type="none"/>
                </a:ln>
              </p:spPr>
            </p:cxnSp>
            <p:sp>
              <p:nvSpPr>
                <p:cNvPr id="7829" name="Google Shape;7829;p106"/>
                <p:cNvSpPr/>
                <p:nvPr/>
              </p:nvSpPr>
              <p:spPr>
                <a:xfrm>
                  <a:off x="6476953" y="3071256"/>
                  <a:ext cx="131327" cy="1159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7830" name="Google Shape;7830;p106"/>
                <p:cNvCxnSpPr/>
                <p:nvPr/>
              </p:nvCxnSpPr>
              <p:spPr>
                <a:xfrm flipH="1" rot="10800000">
                  <a:off x="6396367" y="3061857"/>
                  <a:ext cx="113419" cy="92425"/>
                </a:xfrm>
                <a:prstGeom prst="straightConnector1">
                  <a:avLst/>
                </a:prstGeom>
                <a:noFill/>
                <a:ln cap="flat" cmpd="sng" w="9525">
                  <a:solidFill>
                    <a:schemeClr val="dk1"/>
                  </a:solidFill>
                  <a:prstDash val="solid"/>
                  <a:miter lim="800000"/>
                  <a:headEnd len="sm" w="sm" type="none"/>
                  <a:tailEnd len="sm" w="sm" type="none"/>
                </a:ln>
              </p:spPr>
            </p:cxnSp>
            <p:sp>
              <p:nvSpPr>
                <p:cNvPr id="7831" name="Google Shape;7831;p106"/>
                <p:cNvSpPr/>
                <p:nvPr/>
              </p:nvSpPr>
              <p:spPr>
                <a:xfrm>
                  <a:off x="6817210" y="3702567"/>
                  <a:ext cx="131327" cy="1159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sp>
              <p:nvSpPr>
                <p:cNvPr id="7832" name="Google Shape;7832;p106"/>
                <p:cNvSpPr/>
                <p:nvPr/>
              </p:nvSpPr>
              <p:spPr>
                <a:xfrm>
                  <a:off x="6405320" y="3157415"/>
                  <a:ext cx="444723" cy="742536"/>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7833" name="Google Shape;7833;p106"/>
                <p:cNvCxnSpPr/>
                <p:nvPr/>
              </p:nvCxnSpPr>
              <p:spPr>
                <a:xfrm flipH="1" rot="10800000">
                  <a:off x="6847057" y="3804392"/>
                  <a:ext cx="113419" cy="92425"/>
                </a:xfrm>
                <a:prstGeom prst="straightConnector1">
                  <a:avLst/>
                </a:prstGeom>
                <a:noFill/>
                <a:ln cap="flat" cmpd="sng" w="9525">
                  <a:solidFill>
                    <a:schemeClr val="dk1"/>
                  </a:solidFill>
                  <a:prstDash val="solid"/>
                  <a:miter lim="800000"/>
                  <a:headEnd len="sm" w="sm" type="none"/>
                  <a:tailEnd len="sm" w="sm" type="none"/>
                </a:ln>
              </p:spPr>
            </p:cxnSp>
            <p:grpSp>
              <p:nvGrpSpPr>
                <p:cNvPr id="7834" name="Google Shape;7834;p106"/>
                <p:cNvGrpSpPr/>
                <p:nvPr/>
              </p:nvGrpSpPr>
              <p:grpSpPr>
                <a:xfrm>
                  <a:off x="6399350" y="3137050"/>
                  <a:ext cx="561125" cy="92425"/>
                  <a:chOff x="6581076" y="2845711"/>
                  <a:chExt cx="561125" cy="92425"/>
                </a:xfrm>
              </p:grpSpPr>
              <p:cxnSp>
                <p:nvCxnSpPr>
                  <p:cNvPr id="7835" name="Google Shape;7835;p106"/>
                  <p:cNvCxnSpPr/>
                  <p:nvPr/>
                </p:nvCxnSpPr>
                <p:spPr>
                  <a:xfrm flipH="1" rot="10800000">
                    <a:off x="7028782" y="2845711"/>
                    <a:ext cx="113419" cy="92425"/>
                  </a:xfrm>
                  <a:prstGeom prst="straightConnector1">
                    <a:avLst/>
                  </a:prstGeom>
                  <a:noFill/>
                  <a:ln cap="flat" cmpd="sng" w="9525">
                    <a:solidFill>
                      <a:schemeClr val="dk1"/>
                    </a:solidFill>
                    <a:prstDash val="solid"/>
                    <a:miter lim="800000"/>
                    <a:headEnd len="sm" w="sm" type="none"/>
                    <a:tailEnd len="sm" w="sm" type="none"/>
                  </a:ln>
                </p:spPr>
              </p:cxnSp>
              <p:cxnSp>
                <p:nvCxnSpPr>
                  <p:cNvPr id="7836" name="Google Shape;7836;p106"/>
                  <p:cNvCxnSpPr/>
                  <p:nvPr/>
                </p:nvCxnSpPr>
                <p:spPr>
                  <a:xfrm>
                    <a:off x="6581076" y="2938136"/>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7837" name="Google Shape;7837;p106"/>
                <p:cNvGrpSpPr/>
                <p:nvPr/>
              </p:nvGrpSpPr>
              <p:grpSpPr>
                <a:xfrm>
                  <a:off x="6399351" y="3202845"/>
                  <a:ext cx="567094" cy="89292"/>
                  <a:chOff x="6581557" y="2845642"/>
                  <a:chExt cx="567094" cy="89292"/>
                </a:xfrm>
              </p:grpSpPr>
              <p:cxnSp>
                <p:nvCxnSpPr>
                  <p:cNvPr id="7838" name="Google Shape;7838;p106"/>
                  <p:cNvCxnSpPr/>
                  <p:nvPr/>
                </p:nvCxnSpPr>
                <p:spPr>
                  <a:xfrm flipH="1" rot="10800000">
                    <a:off x="7029263" y="2845642"/>
                    <a:ext cx="119388" cy="89292"/>
                  </a:xfrm>
                  <a:prstGeom prst="straightConnector1">
                    <a:avLst/>
                  </a:prstGeom>
                  <a:noFill/>
                  <a:ln cap="flat" cmpd="sng" w="9525">
                    <a:solidFill>
                      <a:schemeClr val="dk1"/>
                    </a:solidFill>
                    <a:prstDash val="solid"/>
                    <a:miter lim="800000"/>
                    <a:headEnd len="sm" w="sm" type="none"/>
                    <a:tailEnd len="sm" w="sm" type="none"/>
                  </a:ln>
                </p:spPr>
              </p:cxnSp>
              <p:cxnSp>
                <p:nvCxnSpPr>
                  <p:cNvPr id="7839" name="Google Shape;7839;p106"/>
                  <p:cNvCxnSpPr/>
                  <p:nvPr/>
                </p:nvCxnSpPr>
                <p:spPr>
                  <a:xfrm>
                    <a:off x="6581557" y="2934934"/>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7840" name="Google Shape;7840;p106"/>
                <p:cNvGrpSpPr/>
                <p:nvPr/>
              </p:nvGrpSpPr>
              <p:grpSpPr>
                <a:xfrm>
                  <a:off x="6399350" y="3268639"/>
                  <a:ext cx="558142" cy="89292"/>
                  <a:chOff x="6582036" y="2845572"/>
                  <a:chExt cx="558142" cy="89292"/>
                </a:xfrm>
              </p:grpSpPr>
              <p:cxnSp>
                <p:nvCxnSpPr>
                  <p:cNvPr id="7841" name="Google Shape;7841;p106"/>
                  <p:cNvCxnSpPr/>
                  <p:nvPr/>
                </p:nvCxnSpPr>
                <p:spPr>
                  <a:xfrm flipH="1" rot="10800000">
                    <a:off x="7026759" y="2845572"/>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7842" name="Google Shape;7842;p106"/>
                  <p:cNvCxnSpPr/>
                  <p:nvPr/>
                </p:nvCxnSpPr>
                <p:spPr>
                  <a:xfrm>
                    <a:off x="6582036" y="293486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7843" name="Google Shape;7843;p106"/>
                <p:cNvGrpSpPr/>
                <p:nvPr/>
              </p:nvGrpSpPr>
              <p:grpSpPr>
                <a:xfrm>
                  <a:off x="6399350" y="3334433"/>
                  <a:ext cx="558141" cy="89292"/>
                  <a:chOff x="6582516" y="2845502"/>
                  <a:chExt cx="558141" cy="89292"/>
                </a:xfrm>
              </p:grpSpPr>
              <p:cxnSp>
                <p:nvCxnSpPr>
                  <p:cNvPr id="7844" name="Google Shape;7844;p106"/>
                  <p:cNvCxnSpPr/>
                  <p:nvPr/>
                </p:nvCxnSpPr>
                <p:spPr>
                  <a:xfrm flipH="1" rot="10800000">
                    <a:off x="7027238" y="2845502"/>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7845" name="Google Shape;7845;p106"/>
                  <p:cNvCxnSpPr/>
                  <p:nvPr/>
                </p:nvCxnSpPr>
                <p:spPr>
                  <a:xfrm>
                    <a:off x="6582516" y="293479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7846" name="Google Shape;7846;p106"/>
                <p:cNvGrpSpPr/>
                <p:nvPr/>
              </p:nvGrpSpPr>
              <p:grpSpPr>
                <a:xfrm>
                  <a:off x="6399349" y="3400228"/>
                  <a:ext cx="558142" cy="89292"/>
                  <a:chOff x="6582995" y="2845433"/>
                  <a:chExt cx="558142" cy="89292"/>
                </a:xfrm>
              </p:grpSpPr>
              <p:cxnSp>
                <p:nvCxnSpPr>
                  <p:cNvPr id="7847" name="Google Shape;7847;p106"/>
                  <p:cNvCxnSpPr/>
                  <p:nvPr/>
                </p:nvCxnSpPr>
                <p:spPr>
                  <a:xfrm flipH="1" rot="10800000">
                    <a:off x="7027718" y="2845433"/>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7848" name="Google Shape;7848;p106"/>
                  <p:cNvCxnSpPr/>
                  <p:nvPr/>
                </p:nvCxnSpPr>
                <p:spPr>
                  <a:xfrm>
                    <a:off x="6582995" y="293472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7849" name="Google Shape;7849;p106"/>
                <p:cNvGrpSpPr/>
                <p:nvPr/>
              </p:nvGrpSpPr>
              <p:grpSpPr>
                <a:xfrm>
                  <a:off x="6399351" y="3466022"/>
                  <a:ext cx="558141" cy="93992"/>
                  <a:chOff x="6583477" y="2845363"/>
                  <a:chExt cx="558141" cy="93992"/>
                </a:xfrm>
              </p:grpSpPr>
              <p:cxnSp>
                <p:nvCxnSpPr>
                  <p:cNvPr id="7850" name="Google Shape;7850;p106"/>
                  <p:cNvCxnSpPr/>
                  <p:nvPr/>
                </p:nvCxnSpPr>
                <p:spPr>
                  <a:xfrm flipH="1" rot="10800000">
                    <a:off x="7028199" y="2845363"/>
                    <a:ext cx="113419" cy="93992"/>
                  </a:xfrm>
                  <a:prstGeom prst="straightConnector1">
                    <a:avLst/>
                  </a:prstGeom>
                  <a:noFill/>
                  <a:ln cap="flat" cmpd="sng" w="9525">
                    <a:solidFill>
                      <a:schemeClr val="dk1"/>
                    </a:solidFill>
                    <a:prstDash val="solid"/>
                    <a:miter lim="800000"/>
                    <a:headEnd len="sm" w="sm" type="none"/>
                    <a:tailEnd len="sm" w="sm" type="none"/>
                  </a:ln>
                </p:spPr>
              </p:cxnSp>
              <p:cxnSp>
                <p:nvCxnSpPr>
                  <p:cNvPr id="7851" name="Google Shape;7851;p106"/>
                  <p:cNvCxnSpPr/>
                  <p:nvPr/>
                </p:nvCxnSpPr>
                <p:spPr>
                  <a:xfrm>
                    <a:off x="6583477" y="2939355"/>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7852" name="Google Shape;7852;p106"/>
                <p:cNvGrpSpPr/>
                <p:nvPr/>
              </p:nvGrpSpPr>
              <p:grpSpPr>
                <a:xfrm>
                  <a:off x="6396366" y="3528683"/>
                  <a:ext cx="561126" cy="97125"/>
                  <a:chOff x="6580972" y="2842160"/>
                  <a:chExt cx="561126" cy="97125"/>
                </a:xfrm>
              </p:grpSpPr>
              <p:cxnSp>
                <p:nvCxnSpPr>
                  <p:cNvPr id="7853" name="Google Shape;7853;p106"/>
                  <p:cNvCxnSpPr/>
                  <p:nvPr/>
                </p:nvCxnSpPr>
                <p:spPr>
                  <a:xfrm flipH="1" rot="10800000">
                    <a:off x="7028679" y="2842160"/>
                    <a:ext cx="113419" cy="97125"/>
                  </a:xfrm>
                  <a:prstGeom prst="straightConnector1">
                    <a:avLst/>
                  </a:prstGeom>
                  <a:noFill/>
                  <a:ln cap="flat" cmpd="sng" w="9525">
                    <a:solidFill>
                      <a:schemeClr val="dk1"/>
                    </a:solidFill>
                    <a:prstDash val="solid"/>
                    <a:miter lim="800000"/>
                    <a:headEnd len="sm" w="sm" type="none"/>
                    <a:tailEnd len="sm" w="sm" type="none"/>
                  </a:ln>
                </p:spPr>
              </p:cxnSp>
              <p:cxnSp>
                <p:nvCxnSpPr>
                  <p:cNvPr id="7854" name="Google Shape;7854;p106"/>
                  <p:cNvCxnSpPr/>
                  <p:nvPr/>
                </p:nvCxnSpPr>
                <p:spPr>
                  <a:xfrm>
                    <a:off x="6580972" y="2939284"/>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7855" name="Google Shape;7855;p106"/>
                <p:cNvGrpSpPr/>
                <p:nvPr/>
              </p:nvGrpSpPr>
              <p:grpSpPr>
                <a:xfrm>
                  <a:off x="6396366" y="3594477"/>
                  <a:ext cx="561125" cy="97125"/>
                  <a:chOff x="6581452" y="2842090"/>
                  <a:chExt cx="561125" cy="97125"/>
                </a:xfrm>
              </p:grpSpPr>
              <p:cxnSp>
                <p:nvCxnSpPr>
                  <p:cNvPr id="7856" name="Google Shape;7856;p106"/>
                  <p:cNvCxnSpPr/>
                  <p:nvPr/>
                </p:nvCxnSpPr>
                <p:spPr>
                  <a:xfrm flipH="1" rot="10800000">
                    <a:off x="7029158" y="2842090"/>
                    <a:ext cx="113419" cy="97125"/>
                  </a:xfrm>
                  <a:prstGeom prst="straightConnector1">
                    <a:avLst/>
                  </a:prstGeom>
                  <a:noFill/>
                  <a:ln cap="flat" cmpd="sng" w="9525">
                    <a:solidFill>
                      <a:schemeClr val="dk1"/>
                    </a:solidFill>
                    <a:prstDash val="solid"/>
                    <a:miter lim="800000"/>
                    <a:headEnd len="sm" w="sm" type="none"/>
                    <a:tailEnd len="sm" w="sm" type="none"/>
                  </a:ln>
                </p:spPr>
              </p:cxnSp>
              <p:cxnSp>
                <p:nvCxnSpPr>
                  <p:cNvPr id="7857" name="Google Shape;7857;p106"/>
                  <p:cNvCxnSpPr/>
                  <p:nvPr/>
                </p:nvCxnSpPr>
                <p:spPr>
                  <a:xfrm>
                    <a:off x="6581452" y="2939215"/>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7858" name="Google Shape;7858;p106"/>
                <p:cNvGrpSpPr/>
                <p:nvPr/>
              </p:nvGrpSpPr>
              <p:grpSpPr>
                <a:xfrm>
                  <a:off x="6396367" y="3664970"/>
                  <a:ext cx="558140" cy="92426"/>
                  <a:chOff x="6581933" y="2846719"/>
                  <a:chExt cx="558140" cy="92426"/>
                </a:xfrm>
              </p:grpSpPr>
              <p:cxnSp>
                <p:nvCxnSpPr>
                  <p:cNvPr id="7859" name="Google Shape;7859;p106"/>
                  <p:cNvCxnSpPr/>
                  <p:nvPr/>
                </p:nvCxnSpPr>
                <p:spPr>
                  <a:xfrm flipH="1" rot="10800000">
                    <a:off x="7026654" y="2846719"/>
                    <a:ext cx="113419" cy="92426"/>
                  </a:xfrm>
                  <a:prstGeom prst="straightConnector1">
                    <a:avLst/>
                  </a:prstGeom>
                  <a:noFill/>
                  <a:ln cap="flat" cmpd="sng" w="9525">
                    <a:solidFill>
                      <a:schemeClr val="dk1"/>
                    </a:solidFill>
                    <a:prstDash val="solid"/>
                    <a:miter lim="800000"/>
                    <a:headEnd len="sm" w="sm" type="none"/>
                    <a:tailEnd len="sm" w="sm" type="none"/>
                  </a:ln>
                </p:spPr>
              </p:cxnSp>
              <p:cxnSp>
                <p:nvCxnSpPr>
                  <p:cNvPr id="7860" name="Google Shape;7860;p106"/>
                  <p:cNvCxnSpPr/>
                  <p:nvPr/>
                </p:nvCxnSpPr>
                <p:spPr>
                  <a:xfrm>
                    <a:off x="6581933" y="2939145"/>
                    <a:ext cx="450690" cy="0"/>
                  </a:xfrm>
                  <a:prstGeom prst="straightConnector1">
                    <a:avLst/>
                  </a:prstGeom>
                  <a:noFill/>
                  <a:ln cap="flat" cmpd="sng" w="9525">
                    <a:solidFill>
                      <a:schemeClr val="dk1"/>
                    </a:solidFill>
                    <a:prstDash val="solid"/>
                    <a:miter lim="800000"/>
                    <a:headEnd len="sm" w="sm" type="none"/>
                    <a:tailEnd len="sm" w="sm" type="none"/>
                  </a:ln>
                </p:spPr>
              </p:cxnSp>
            </p:grpSp>
            <p:grpSp>
              <p:nvGrpSpPr>
                <p:cNvPr id="7861" name="Google Shape;7861;p106"/>
                <p:cNvGrpSpPr/>
                <p:nvPr/>
              </p:nvGrpSpPr>
              <p:grpSpPr>
                <a:xfrm>
                  <a:off x="6396367" y="3730765"/>
                  <a:ext cx="558139" cy="92426"/>
                  <a:chOff x="6582413" y="2846650"/>
                  <a:chExt cx="558139" cy="92426"/>
                </a:xfrm>
              </p:grpSpPr>
              <p:cxnSp>
                <p:nvCxnSpPr>
                  <p:cNvPr id="7862" name="Google Shape;7862;p106"/>
                  <p:cNvCxnSpPr/>
                  <p:nvPr/>
                </p:nvCxnSpPr>
                <p:spPr>
                  <a:xfrm flipH="1" rot="10800000">
                    <a:off x="7027133" y="2846650"/>
                    <a:ext cx="113419" cy="92426"/>
                  </a:xfrm>
                  <a:prstGeom prst="straightConnector1">
                    <a:avLst/>
                  </a:prstGeom>
                  <a:noFill/>
                  <a:ln cap="flat" cmpd="sng" w="9525">
                    <a:solidFill>
                      <a:schemeClr val="dk1"/>
                    </a:solidFill>
                    <a:prstDash val="solid"/>
                    <a:miter lim="800000"/>
                    <a:headEnd len="sm" w="sm" type="none"/>
                    <a:tailEnd len="sm" w="sm" type="none"/>
                  </a:ln>
                </p:spPr>
              </p:cxnSp>
              <p:cxnSp>
                <p:nvCxnSpPr>
                  <p:cNvPr id="7863" name="Google Shape;7863;p106"/>
                  <p:cNvCxnSpPr/>
                  <p:nvPr/>
                </p:nvCxnSpPr>
                <p:spPr>
                  <a:xfrm>
                    <a:off x="6582413" y="2939076"/>
                    <a:ext cx="450690" cy="0"/>
                  </a:xfrm>
                  <a:prstGeom prst="straightConnector1">
                    <a:avLst/>
                  </a:prstGeom>
                  <a:noFill/>
                  <a:ln cap="flat" cmpd="sng" w="9525">
                    <a:solidFill>
                      <a:schemeClr val="dk1"/>
                    </a:solidFill>
                    <a:prstDash val="solid"/>
                    <a:miter lim="800000"/>
                    <a:headEnd len="sm" w="sm" type="none"/>
                    <a:tailEnd len="sm" w="sm" type="none"/>
                  </a:ln>
                </p:spPr>
              </p:cxnSp>
            </p:grpSp>
          </p:grpSp>
          <p:cxnSp>
            <p:nvCxnSpPr>
              <p:cNvPr id="7864" name="Google Shape;7864;p106"/>
              <p:cNvCxnSpPr/>
              <p:nvPr/>
            </p:nvCxnSpPr>
            <p:spPr>
              <a:xfrm flipH="1">
                <a:off x="6685171" y="4525377"/>
                <a:ext cx="4763" cy="855662"/>
              </a:xfrm>
              <a:prstGeom prst="straightConnector1">
                <a:avLst/>
              </a:prstGeom>
              <a:noFill/>
              <a:ln cap="flat" cmpd="sng" w="25400">
                <a:solidFill>
                  <a:schemeClr val="dk1"/>
                </a:solidFill>
                <a:prstDash val="solid"/>
                <a:miter lim="800000"/>
                <a:headEnd len="sm" w="sm" type="none"/>
                <a:tailEnd len="sm" w="sm" type="none"/>
              </a:ln>
            </p:spPr>
          </p:cxnSp>
          <p:cxnSp>
            <p:nvCxnSpPr>
              <p:cNvPr id="7865" name="Google Shape;7865;p106"/>
              <p:cNvCxnSpPr/>
              <p:nvPr/>
            </p:nvCxnSpPr>
            <p:spPr>
              <a:xfrm>
                <a:off x="6632784" y="4706352"/>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7866" name="Google Shape;7866;p106"/>
              <p:cNvCxnSpPr/>
              <p:nvPr/>
            </p:nvCxnSpPr>
            <p:spPr>
              <a:xfrm>
                <a:off x="6631196" y="4771439"/>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7867" name="Google Shape;7867;p106"/>
              <p:cNvCxnSpPr/>
              <p:nvPr/>
            </p:nvCxnSpPr>
            <p:spPr>
              <a:xfrm>
                <a:off x="6631196" y="4849227"/>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7868" name="Google Shape;7868;p106"/>
              <p:cNvCxnSpPr/>
              <p:nvPr/>
            </p:nvCxnSpPr>
            <p:spPr>
              <a:xfrm>
                <a:off x="6629609" y="4914314"/>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7869" name="Google Shape;7869;p106"/>
              <p:cNvCxnSpPr/>
              <p:nvPr/>
            </p:nvCxnSpPr>
            <p:spPr>
              <a:xfrm>
                <a:off x="6628021" y="4976227"/>
                <a:ext cx="60325" cy="0"/>
              </a:xfrm>
              <a:prstGeom prst="straightConnector1">
                <a:avLst/>
              </a:prstGeom>
              <a:noFill/>
              <a:ln cap="flat" cmpd="sng" w="9525">
                <a:solidFill>
                  <a:schemeClr val="dk1"/>
                </a:solidFill>
                <a:prstDash val="solid"/>
                <a:miter lim="800000"/>
                <a:headEnd len="sm" w="sm" type="none"/>
                <a:tailEnd len="sm" w="sm" type="none"/>
              </a:ln>
            </p:spPr>
          </p:cxnSp>
          <p:cxnSp>
            <p:nvCxnSpPr>
              <p:cNvPr id="7870" name="Google Shape;7870;p106"/>
              <p:cNvCxnSpPr/>
              <p:nvPr/>
            </p:nvCxnSpPr>
            <p:spPr>
              <a:xfrm>
                <a:off x="6628021" y="5044489"/>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7871" name="Google Shape;7871;p106"/>
              <p:cNvCxnSpPr/>
              <p:nvPr/>
            </p:nvCxnSpPr>
            <p:spPr>
              <a:xfrm>
                <a:off x="6626434" y="511433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7872" name="Google Shape;7872;p106"/>
              <p:cNvCxnSpPr/>
              <p:nvPr/>
            </p:nvCxnSpPr>
            <p:spPr>
              <a:xfrm>
                <a:off x="6629609" y="518418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7873" name="Google Shape;7873;p106"/>
              <p:cNvCxnSpPr/>
              <p:nvPr/>
            </p:nvCxnSpPr>
            <p:spPr>
              <a:xfrm>
                <a:off x="6631196" y="5252452"/>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7874" name="Google Shape;7874;p106"/>
              <p:cNvCxnSpPr/>
              <p:nvPr/>
            </p:nvCxnSpPr>
            <p:spPr>
              <a:xfrm>
                <a:off x="6631196" y="5322302"/>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7875" name="Google Shape;7875;p106"/>
              <p:cNvCxnSpPr/>
              <p:nvPr/>
            </p:nvCxnSpPr>
            <p:spPr>
              <a:xfrm>
                <a:off x="6632784" y="538738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7876" name="Google Shape;7876;p106"/>
              <p:cNvCxnSpPr/>
              <p:nvPr/>
            </p:nvCxnSpPr>
            <p:spPr>
              <a:xfrm rot="10800000">
                <a:off x="6632784" y="4531727"/>
                <a:ext cx="58737" cy="0"/>
              </a:xfrm>
              <a:prstGeom prst="straightConnector1">
                <a:avLst/>
              </a:prstGeom>
              <a:noFill/>
              <a:ln cap="flat" cmpd="sng" w="22225">
                <a:solidFill>
                  <a:schemeClr val="dk1"/>
                </a:solidFill>
                <a:prstDash val="solid"/>
                <a:miter lim="800000"/>
                <a:headEnd len="sm" w="sm" type="none"/>
                <a:tailEnd len="sm" w="sm" type="none"/>
              </a:ln>
            </p:spPr>
          </p:cxnSp>
          <p:grpSp>
            <p:nvGrpSpPr>
              <p:cNvPr id="7877" name="Google Shape;7877;p106"/>
              <p:cNvGrpSpPr/>
              <p:nvPr/>
            </p:nvGrpSpPr>
            <p:grpSpPr>
              <a:xfrm>
                <a:off x="6434171" y="4488570"/>
                <a:ext cx="224203" cy="179034"/>
                <a:chOff x="3668110" y="2448910"/>
                <a:chExt cx="3794234" cy="2165130"/>
              </a:xfrm>
            </p:grpSpPr>
            <p:sp>
              <p:nvSpPr>
                <p:cNvPr id="7878" name="Google Shape;7878;p106"/>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79" name="Google Shape;7879;p106"/>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880" name="Google Shape;7880;p106"/>
                <p:cNvGrpSpPr/>
                <p:nvPr/>
              </p:nvGrpSpPr>
              <p:grpSpPr>
                <a:xfrm>
                  <a:off x="3941378" y="2603243"/>
                  <a:ext cx="3202061" cy="1066110"/>
                  <a:chOff x="7939341" y="3037317"/>
                  <a:chExt cx="897649" cy="353919"/>
                </a:xfrm>
              </p:grpSpPr>
              <p:sp>
                <p:nvSpPr>
                  <p:cNvPr id="7881" name="Google Shape;7881;p106"/>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82" name="Google Shape;7882;p106"/>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83" name="Google Shape;7883;p106"/>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84" name="Google Shape;7884;p106"/>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nvGrpSpPr>
            <p:cNvPr id="7885" name="Google Shape;7885;p106"/>
            <p:cNvGrpSpPr/>
            <p:nvPr/>
          </p:nvGrpSpPr>
          <p:grpSpPr>
            <a:xfrm>
              <a:off x="5974431" y="3377682"/>
              <a:ext cx="1055390" cy="275739"/>
              <a:chOff x="5974431" y="3377682"/>
              <a:chExt cx="1055390" cy="275739"/>
            </a:xfrm>
          </p:grpSpPr>
          <p:cxnSp>
            <p:nvCxnSpPr>
              <p:cNvPr id="7886" name="Google Shape;7886;p106"/>
              <p:cNvCxnSpPr/>
              <p:nvPr/>
            </p:nvCxnSpPr>
            <p:spPr>
              <a:xfrm rot="10800000">
                <a:off x="5974431" y="3483429"/>
                <a:ext cx="1055390" cy="169992"/>
              </a:xfrm>
              <a:prstGeom prst="straightConnector1">
                <a:avLst/>
              </a:prstGeom>
              <a:noFill/>
              <a:ln cap="flat" cmpd="sng" w="19050">
                <a:solidFill>
                  <a:schemeClr val="dk1"/>
                </a:solidFill>
                <a:prstDash val="dash"/>
                <a:miter lim="800000"/>
                <a:headEnd len="sm" w="sm" type="none"/>
                <a:tailEnd len="sm" w="sm" type="none"/>
              </a:ln>
            </p:spPr>
          </p:cxnSp>
          <p:cxnSp>
            <p:nvCxnSpPr>
              <p:cNvPr id="7887" name="Google Shape;7887;p106"/>
              <p:cNvCxnSpPr>
                <a:stCxn id="7888" idx="8"/>
              </p:cNvCxnSpPr>
              <p:nvPr/>
            </p:nvCxnSpPr>
            <p:spPr>
              <a:xfrm rot="10800000">
                <a:off x="6223243" y="3427578"/>
                <a:ext cx="671700" cy="173700"/>
              </a:xfrm>
              <a:prstGeom prst="straightConnector1">
                <a:avLst/>
              </a:prstGeom>
              <a:noFill/>
              <a:ln cap="flat" cmpd="sng" w="19050">
                <a:solidFill>
                  <a:schemeClr val="dk1"/>
                </a:solidFill>
                <a:prstDash val="dash"/>
                <a:miter lim="800000"/>
                <a:headEnd len="sm" w="sm" type="none"/>
                <a:tailEnd len="sm" w="sm" type="none"/>
              </a:ln>
            </p:spPr>
          </p:cxnSp>
          <p:cxnSp>
            <p:nvCxnSpPr>
              <p:cNvPr id="7889" name="Google Shape;7889;p106"/>
              <p:cNvCxnSpPr/>
              <p:nvPr/>
            </p:nvCxnSpPr>
            <p:spPr>
              <a:xfrm rot="10800000">
                <a:off x="6465843" y="3377682"/>
                <a:ext cx="562839" cy="201824"/>
              </a:xfrm>
              <a:prstGeom prst="straightConnector1">
                <a:avLst/>
              </a:prstGeom>
              <a:noFill/>
              <a:ln cap="flat" cmpd="sng" w="19050">
                <a:solidFill>
                  <a:schemeClr val="dk1"/>
                </a:solidFill>
                <a:prstDash val="dash"/>
                <a:miter lim="800000"/>
                <a:headEnd len="sm" w="sm" type="none"/>
                <a:tailEnd len="sm" w="sm" type="none"/>
              </a:ln>
            </p:spPr>
          </p:cxnSp>
        </p:grpSp>
        <p:grpSp>
          <p:nvGrpSpPr>
            <p:cNvPr id="7890" name="Google Shape;7890;p106"/>
            <p:cNvGrpSpPr/>
            <p:nvPr/>
          </p:nvGrpSpPr>
          <p:grpSpPr>
            <a:xfrm flipH="1" rot="10800000">
              <a:off x="5989981" y="3036336"/>
              <a:ext cx="1055390" cy="275739"/>
              <a:chOff x="6920204" y="3530082"/>
              <a:chExt cx="1055390" cy="275739"/>
            </a:xfrm>
          </p:grpSpPr>
          <p:cxnSp>
            <p:nvCxnSpPr>
              <p:cNvPr id="7891" name="Google Shape;7891;p106"/>
              <p:cNvCxnSpPr/>
              <p:nvPr/>
            </p:nvCxnSpPr>
            <p:spPr>
              <a:xfrm rot="10800000">
                <a:off x="6920204" y="3635829"/>
                <a:ext cx="1055390" cy="169992"/>
              </a:xfrm>
              <a:prstGeom prst="straightConnector1">
                <a:avLst/>
              </a:prstGeom>
              <a:noFill/>
              <a:ln cap="flat" cmpd="sng" w="19050">
                <a:solidFill>
                  <a:schemeClr val="dk1"/>
                </a:solidFill>
                <a:prstDash val="dash"/>
                <a:miter lim="800000"/>
                <a:headEnd len="sm" w="sm" type="none"/>
                <a:tailEnd len="sm" w="sm" type="none"/>
              </a:ln>
            </p:spPr>
          </p:cxnSp>
          <p:cxnSp>
            <p:nvCxnSpPr>
              <p:cNvPr id="7892" name="Google Shape;7892;p106"/>
              <p:cNvCxnSpPr/>
              <p:nvPr/>
            </p:nvCxnSpPr>
            <p:spPr>
              <a:xfrm rot="10800000">
                <a:off x="7169020" y="3579845"/>
                <a:ext cx="671696" cy="173833"/>
              </a:xfrm>
              <a:prstGeom prst="straightConnector1">
                <a:avLst/>
              </a:prstGeom>
              <a:noFill/>
              <a:ln cap="flat" cmpd="sng" w="19050">
                <a:solidFill>
                  <a:schemeClr val="dk1"/>
                </a:solidFill>
                <a:prstDash val="dash"/>
                <a:miter lim="800000"/>
                <a:headEnd len="sm" w="sm" type="none"/>
                <a:tailEnd len="sm" w="sm" type="none"/>
              </a:ln>
            </p:spPr>
          </p:cxnSp>
          <p:cxnSp>
            <p:nvCxnSpPr>
              <p:cNvPr id="7893" name="Google Shape;7893;p106"/>
              <p:cNvCxnSpPr/>
              <p:nvPr/>
            </p:nvCxnSpPr>
            <p:spPr>
              <a:xfrm rot="10800000">
                <a:off x="7411616" y="3530082"/>
                <a:ext cx="562839" cy="201824"/>
              </a:xfrm>
              <a:prstGeom prst="straightConnector1">
                <a:avLst/>
              </a:prstGeom>
              <a:noFill/>
              <a:ln cap="flat" cmpd="sng" w="19050">
                <a:solidFill>
                  <a:schemeClr val="dk1"/>
                </a:solidFill>
                <a:prstDash val="dash"/>
                <a:miter lim="800000"/>
                <a:headEnd len="sm" w="sm" type="none"/>
                <a:tailEnd len="sm" w="sm" type="none"/>
              </a:ln>
            </p:spPr>
          </p:cxnSp>
        </p:grpSp>
        <p:cxnSp>
          <p:nvCxnSpPr>
            <p:cNvPr id="7894" name="Google Shape;7894;p106"/>
            <p:cNvCxnSpPr/>
            <p:nvPr/>
          </p:nvCxnSpPr>
          <p:spPr>
            <a:xfrm flipH="1">
              <a:off x="7111851" y="3098053"/>
              <a:ext cx="1587" cy="514350"/>
            </a:xfrm>
            <a:prstGeom prst="straightConnector1">
              <a:avLst/>
            </a:prstGeom>
            <a:noFill/>
            <a:ln cap="flat" cmpd="sng" w="19050">
              <a:solidFill>
                <a:schemeClr val="dk1"/>
              </a:solidFill>
              <a:prstDash val="solid"/>
              <a:miter lim="800000"/>
              <a:headEnd len="sm" w="sm" type="none"/>
              <a:tailEnd len="sm" w="sm" type="none"/>
            </a:ln>
          </p:spPr>
        </p:cxnSp>
        <p:grpSp>
          <p:nvGrpSpPr>
            <p:cNvPr id="7895" name="Google Shape;7895;p106"/>
            <p:cNvGrpSpPr/>
            <p:nvPr/>
          </p:nvGrpSpPr>
          <p:grpSpPr>
            <a:xfrm>
              <a:off x="6657747" y="2637514"/>
              <a:ext cx="914400" cy="479686"/>
              <a:chOff x="3668110" y="2448910"/>
              <a:chExt cx="3794234" cy="2165130"/>
            </a:xfrm>
          </p:grpSpPr>
          <p:sp>
            <p:nvSpPr>
              <p:cNvPr id="7896" name="Google Shape;7896;p106"/>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97" name="Google Shape;7897;p106"/>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898" name="Google Shape;7898;p106"/>
              <p:cNvGrpSpPr/>
              <p:nvPr/>
            </p:nvGrpSpPr>
            <p:grpSpPr>
              <a:xfrm>
                <a:off x="3941378" y="2603243"/>
                <a:ext cx="3202061" cy="1066110"/>
                <a:chOff x="7939341" y="3037317"/>
                <a:chExt cx="897649" cy="353919"/>
              </a:xfrm>
            </p:grpSpPr>
            <p:sp>
              <p:nvSpPr>
                <p:cNvPr id="7899" name="Google Shape;7899;p106"/>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00" name="Google Shape;7900;p106"/>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01" name="Google Shape;7901;p106"/>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02" name="Google Shape;7902;p106"/>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903" name="Google Shape;7903;p106"/>
            <p:cNvGrpSpPr/>
            <p:nvPr/>
          </p:nvGrpSpPr>
          <p:grpSpPr>
            <a:xfrm>
              <a:off x="3209365" y="1621000"/>
              <a:ext cx="894855" cy="442494"/>
              <a:chOff x="7493876" y="2774731"/>
              <a:chExt cx="1481958" cy="894622"/>
            </a:xfrm>
          </p:grpSpPr>
          <p:sp>
            <p:nvSpPr>
              <p:cNvPr id="7904" name="Google Shape;7904;p10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905" name="Google Shape;7905;p10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906" name="Google Shape;7906;p106"/>
              <p:cNvGrpSpPr/>
              <p:nvPr/>
            </p:nvGrpSpPr>
            <p:grpSpPr>
              <a:xfrm>
                <a:off x="7713663" y="2848339"/>
                <a:ext cx="1042107" cy="425543"/>
                <a:chOff x="7786941" y="2884917"/>
                <a:chExt cx="897649" cy="353919"/>
              </a:xfrm>
            </p:grpSpPr>
            <p:sp>
              <p:nvSpPr>
                <p:cNvPr id="7907" name="Google Shape;7907;p10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08" name="Google Shape;7908;p10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09" name="Google Shape;7909;p10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16" name="Google Shape;7816;p10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910" name="Google Shape;7910;p106"/>
            <p:cNvGrpSpPr/>
            <p:nvPr/>
          </p:nvGrpSpPr>
          <p:grpSpPr>
            <a:xfrm>
              <a:off x="5489296" y="1629965"/>
              <a:ext cx="894855" cy="442494"/>
              <a:chOff x="7493876" y="2774731"/>
              <a:chExt cx="1481958" cy="894622"/>
            </a:xfrm>
          </p:grpSpPr>
          <p:sp>
            <p:nvSpPr>
              <p:cNvPr id="7911" name="Google Shape;7911;p10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912" name="Google Shape;7912;p10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913" name="Google Shape;7913;p106"/>
              <p:cNvGrpSpPr/>
              <p:nvPr/>
            </p:nvGrpSpPr>
            <p:grpSpPr>
              <a:xfrm>
                <a:off x="7713663" y="2848339"/>
                <a:ext cx="1042107" cy="425543"/>
                <a:chOff x="7786941" y="2884917"/>
                <a:chExt cx="897649" cy="353919"/>
              </a:xfrm>
            </p:grpSpPr>
            <p:sp>
              <p:nvSpPr>
                <p:cNvPr id="7914" name="Google Shape;7914;p10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15" name="Google Shape;7915;p10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16" name="Google Shape;7916;p10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23" name="Google Shape;7823;p10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917" name="Google Shape;7917;p106"/>
            <p:cNvGrpSpPr/>
            <p:nvPr/>
          </p:nvGrpSpPr>
          <p:grpSpPr>
            <a:xfrm>
              <a:off x="6424315" y="3564953"/>
              <a:ext cx="1277231" cy="1928806"/>
              <a:chOff x="6424315" y="3564953"/>
              <a:chExt cx="1277231" cy="1928806"/>
            </a:xfrm>
          </p:grpSpPr>
          <p:cxnSp>
            <p:nvCxnSpPr>
              <p:cNvPr id="7918" name="Google Shape;7918;p106"/>
              <p:cNvCxnSpPr>
                <a:endCxn id="7881" idx="4"/>
              </p:cNvCxnSpPr>
              <p:nvPr/>
            </p:nvCxnSpPr>
            <p:spPr>
              <a:xfrm>
                <a:off x="7386846" y="3996739"/>
                <a:ext cx="314700" cy="554700"/>
              </a:xfrm>
              <a:prstGeom prst="straightConnector1">
                <a:avLst/>
              </a:prstGeom>
              <a:noFill/>
              <a:ln cap="flat" cmpd="sng" w="9525">
                <a:solidFill>
                  <a:schemeClr val="dk1"/>
                </a:solidFill>
                <a:prstDash val="solid"/>
                <a:miter lim="800000"/>
                <a:headEnd len="sm" w="sm" type="none"/>
                <a:tailEnd len="sm" w="sm" type="none"/>
              </a:ln>
            </p:spPr>
          </p:cxnSp>
          <p:grpSp>
            <p:nvGrpSpPr>
              <p:cNvPr id="7919" name="Google Shape;7919;p106"/>
              <p:cNvGrpSpPr/>
              <p:nvPr/>
            </p:nvGrpSpPr>
            <p:grpSpPr>
              <a:xfrm>
                <a:off x="6424315" y="3564953"/>
                <a:ext cx="1189752" cy="1928806"/>
                <a:chOff x="6424315" y="3564953"/>
                <a:chExt cx="1189752" cy="1928806"/>
              </a:xfrm>
            </p:grpSpPr>
            <p:cxnSp>
              <p:nvCxnSpPr>
                <p:cNvPr id="7920" name="Google Shape;7920;p106"/>
                <p:cNvCxnSpPr>
                  <a:endCxn id="7921" idx="4"/>
                </p:cNvCxnSpPr>
                <p:nvPr/>
              </p:nvCxnSpPr>
              <p:spPr>
                <a:xfrm flipH="1">
                  <a:off x="6543647" y="3958639"/>
                  <a:ext cx="436800" cy="591900"/>
                </a:xfrm>
                <a:prstGeom prst="straightConnector1">
                  <a:avLst/>
                </a:prstGeom>
                <a:noFill/>
                <a:ln cap="flat" cmpd="sng" w="9525">
                  <a:solidFill>
                    <a:schemeClr val="dk1"/>
                  </a:solidFill>
                  <a:prstDash val="solid"/>
                  <a:miter lim="800000"/>
                  <a:headEnd len="sm" w="sm" type="none"/>
                  <a:tailEnd len="sm" w="sm" type="none"/>
                </a:ln>
              </p:spPr>
            </p:cxnSp>
            <p:cxnSp>
              <p:nvCxnSpPr>
                <p:cNvPr id="7922" name="Google Shape;7922;p106"/>
                <p:cNvCxnSpPr>
                  <a:endCxn id="7923" idx="9"/>
                </p:cNvCxnSpPr>
                <p:nvPr/>
              </p:nvCxnSpPr>
              <p:spPr>
                <a:xfrm>
                  <a:off x="7130402" y="3966699"/>
                  <a:ext cx="32700" cy="571500"/>
                </a:xfrm>
                <a:prstGeom prst="straightConnector1">
                  <a:avLst/>
                </a:prstGeom>
                <a:noFill/>
                <a:ln cap="flat" cmpd="sng" w="9525">
                  <a:solidFill>
                    <a:schemeClr val="dk1"/>
                  </a:solidFill>
                  <a:prstDash val="solid"/>
                  <a:miter lim="800000"/>
                  <a:headEnd len="sm" w="sm" type="none"/>
                  <a:tailEnd len="sm" w="sm" type="none"/>
                </a:ln>
              </p:spPr>
            </p:cxnSp>
            <p:grpSp>
              <p:nvGrpSpPr>
                <p:cNvPr id="7924" name="Google Shape;7924;p106"/>
                <p:cNvGrpSpPr/>
                <p:nvPr/>
              </p:nvGrpSpPr>
              <p:grpSpPr>
                <a:xfrm>
                  <a:off x="6424315" y="3564953"/>
                  <a:ext cx="1155347" cy="1928806"/>
                  <a:chOff x="6424315" y="3564953"/>
                  <a:chExt cx="1155347" cy="1928806"/>
                </a:xfrm>
              </p:grpSpPr>
              <p:cxnSp>
                <p:nvCxnSpPr>
                  <p:cNvPr id="7925" name="Google Shape;7925;p106"/>
                  <p:cNvCxnSpPr>
                    <a:endCxn id="7926" idx="2"/>
                  </p:cNvCxnSpPr>
                  <p:nvPr/>
                </p:nvCxnSpPr>
                <p:spPr>
                  <a:xfrm flipH="1">
                    <a:off x="6853172" y="3968164"/>
                    <a:ext cx="264900" cy="586500"/>
                  </a:xfrm>
                  <a:prstGeom prst="straightConnector1">
                    <a:avLst/>
                  </a:prstGeom>
                  <a:noFill/>
                  <a:ln cap="flat" cmpd="sng" w="9525">
                    <a:solidFill>
                      <a:schemeClr val="dk1"/>
                    </a:solidFill>
                    <a:prstDash val="solid"/>
                    <a:miter lim="800000"/>
                    <a:headEnd len="sm" w="sm" type="none"/>
                    <a:tailEnd len="sm" w="sm" type="none"/>
                  </a:ln>
                </p:spPr>
              </p:cxnSp>
              <p:grpSp>
                <p:nvGrpSpPr>
                  <p:cNvPr id="7927" name="Google Shape;7927;p106"/>
                  <p:cNvGrpSpPr/>
                  <p:nvPr/>
                </p:nvGrpSpPr>
                <p:grpSpPr>
                  <a:xfrm>
                    <a:off x="6424315" y="4488570"/>
                    <a:ext cx="267206" cy="997245"/>
                    <a:chOff x="6424315" y="4488570"/>
                    <a:chExt cx="267206" cy="997245"/>
                  </a:xfrm>
                </p:grpSpPr>
                <p:grpSp>
                  <p:nvGrpSpPr>
                    <p:cNvPr id="7928" name="Google Shape;7928;p106"/>
                    <p:cNvGrpSpPr/>
                    <p:nvPr/>
                  </p:nvGrpSpPr>
                  <p:grpSpPr>
                    <a:xfrm>
                      <a:off x="6424315" y="4636502"/>
                      <a:ext cx="237939" cy="849312"/>
                      <a:chOff x="6396366" y="3061857"/>
                      <a:chExt cx="570079" cy="838094"/>
                    </a:xfrm>
                  </p:grpSpPr>
                  <p:sp>
                    <p:nvSpPr>
                      <p:cNvPr id="7929" name="Google Shape;7929;p106"/>
                      <p:cNvSpPr/>
                      <p:nvPr/>
                    </p:nvSpPr>
                    <p:spPr>
                      <a:xfrm>
                        <a:off x="6509786" y="3061857"/>
                        <a:ext cx="447707" cy="742536"/>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7930" name="Google Shape;7930;p106"/>
                      <p:cNvCxnSpPr/>
                      <p:nvPr/>
                    </p:nvCxnSpPr>
                    <p:spPr>
                      <a:xfrm flipH="1" rot="10800000">
                        <a:off x="6847057" y="3061857"/>
                        <a:ext cx="113419" cy="92425"/>
                      </a:xfrm>
                      <a:prstGeom prst="straightConnector1">
                        <a:avLst/>
                      </a:prstGeom>
                      <a:noFill/>
                      <a:ln cap="flat" cmpd="sng" w="9525">
                        <a:solidFill>
                          <a:schemeClr val="dk1"/>
                        </a:solidFill>
                        <a:prstDash val="solid"/>
                        <a:miter lim="800000"/>
                        <a:headEnd len="sm" w="sm" type="none"/>
                        <a:tailEnd len="sm" w="sm" type="none"/>
                      </a:ln>
                    </p:spPr>
                  </p:cxnSp>
                  <p:sp>
                    <p:nvSpPr>
                      <p:cNvPr id="7931" name="Google Shape;7931;p106"/>
                      <p:cNvSpPr/>
                      <p:nvPr/>
                    </p:nvSpPr>
                    <p:spPr>
                      <a:xfrm>
                        <a:off x="6476953" y="3071256"/>
                        <a:ext cx="131327" cy="1159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7932" name="Google Shape;7932;p106"/>
                      <p:cNvCxnSpPr/>
                      <p:nvPr/>
                    </p:nvCxnSpPr>
                    <p:spPr>
                      <a:xfrm flipH="1" rot="10800000">
                        <a:off x="6396367" y="3061857"/>
                        <a:ext cx="113419" cy="92425"/>
                      </a:xfrm>
                      <a:prstGeom prst="straightConnector1">
                        <a:avLst/>
                      </a:prstGeom>
                      <a:noFill/>
                      <a:ln cap="flat" cmpd="sng" w="9525">
                        <a:solidFill>
                          <a:schemeClr val="dk1"/>
                        </a:solidFill>
                        <a:prstDash val="solid"/>
                        <a:miter lim="800000"/>
                        <a:headEnd len="sm" w="sm" type="none"/>
                        <a:tailEnd len="sm" w="sm" type="none"/>
                      </a:ln>
                    </p:spPr>
                  </p:cxnSp>
                  <p:sp>
                    <p:nvSpPr>
                      <p:cNvPr id="7933" name="Google Shape;7933;p106"/>
                      <p:cNvSpPr/>
                      <p:nvPr/>
                    </p:nvSpPr>
                    <p:spPr>
                      <a:xfrm>
                        <a:off x="6817210" y="3702567"/>
                        <a:ext cx="131327" cy="1159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sp>
                    <p:nvSpPr>
                      <p:cNvPr id="7934" name="Google Shape;7934;p106"/>
                      <p:cNvSpPr/>
                      <p:nvPr/>
                    </p:nvSpPr>
                    <p:spPr>
                      <a:xfrm>
                        <a:off x="6405320" y="3157415"/>
                        <a:ext cx="444723" cy="742536"/>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7935" name="Google Shape;7935;p106"/>
                      <p:cNvCxnSpPr/>
                      <p:nvPr/>
                    </p:nvCxnSpPr>
                    <p:spPr>
                      <a:xfrm flipH="1" rot="10800000">
                        <a:off x="6847057" y="3804392"/>
                        <a:ext cx="113419" cy="92425"/>
                      </a:xfrm>
                      <a:prstGeom prst="straightConnector1">
                        <a:avLst/>
                      </a:prstGeom>
                      <a:noFill/>
                      <a:ln cap="flat" cmpd="sng" w="9525">
                        <a:solidFill>
                          <a:schemeClr val="dk1"/>
                        </a:solidFill>
                        <a:prstDash val="solid"/>
                        <a:miter lim="800000"/>
                        <a:headEnd len="sm" w="sm" type="none"/>
                        <a:tailEnd len="sm" w="sm" type="none"/>
                      </a:ln>
                    </p:spPr>
                  </p:cxnSp>
                  <p:grpSp>
                    <p:nvGrpSpPr>
                      <p:cNvPr id="7936" name="Google Shape;7936;p106"/>
                      <p:cNvGrpSpPr/>
                      <p:nvPr/>
                    </p:nvGrpSpPr>
                    <p:grpSpPr>
                      <a:xfrm>
                        <a:off x="6399350" y="3137050"/>
                        <a:ext cx="561125" cy="92425"/>
                        <a:chOff x="6581076" y="2845711"/>
                        <a:chExt cx="561125" cy="92425"/>
                      </a:xfrm>
                    </p:grpSpPr>
                    <p:cxnSp>
                      <p:nvCxnSpPr>
                        <p:cNvPr id="7937" name="Google Shape;7937;p106"/>
                        <p:cNvCxnSpPr/>
                        <p:nvPr/>
                      </p:nvCxnSpPr>
                      <p:spPr>
                        <a:xfrm flipH="1" rot="10800000">
                          <a:off x="7028782" y="2845711"/>
                          <a:ext cx="113419" cy="92425"/>
                        </a:xfrm>
                        <a:prstGeom prst="straightConnector1">
                          <a:avLst/>
                        </a:prstGeom>
                        <a:noFill/>
                        <a:ln cap="flat" cmpd="sng" w="9525">
                          <a:solidFill>
                            <a:schemeClr val="dk1"/>
                          </a:solidFill>
                          <a:prstDash val="solid"/>
                          <a:miter lim="800000"/>
                          <a:headEnd len="sm" w="sm" type="none"/>
                          <a:tailEnd len="sm" w="sm" type="none"/>
                        </a:ln>
                      </p:spPr>
                    </p:cxnSp>
                    <p:cxnSp>
                      <p:nvCxnSpPr>
                        <p:cNvPr id="7938" name="Google Shape;7938;p106"/>
                        <p:cNvCxnSpPr/>
                        <p:nvPr/>
                      </p:nvCxnSpPr>
                      <p:spPr>
                        <a:xfrm>
                          <a:off x="6581076" y="2938136"/>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7939" name="Google Shape;7939;p106"/>
                      <p:cNvGrpSpPr/>
                      <p:nvPr/>
                    </p:nvGrpSpPr>
                    <p:grpSpPr>
                      <a:xfrm>
                        <a:off x="6399351" y="3202845"/>
                        <a:ext cx="567094" cy="89292"/>
                        <a:chOff x="6581557" y="2845642"/>
                        <a:chExt cx="567094" cy="89292"/>
                      </a:xfrm>
                    </p:grpSpPr>
                    <p:cxnSp>
                      <p:nvCxnSpPr>
                        <p:cNvPr id="7940" name="Google Shape;7940;p106"/>
                        <p:cNvCxnSpPr/>
                        <p:nvPr/>
                      </p:nvCxnSpPr>
                      <p:spPr>
                        <a:xfrm flipH="1" rot="10800000">
                          <a:off x="7029263" y="2845642"/>
                          <a:ext cx="119388" cy="89292"/>
                        </a:xfrm>
                        <a:prstGeom prst="straightConnector1">
                          <a:avLst/>
                        </a:prstGeom>
                        <a:noFill/>
                        <a:ln cap="flat" cmpd="sng" w="9525">
                          <a:solidFill>
                            <a:schemeClr val="dk1"/>
                          </a:solidFill>
                          <a:prstDash val="solid"/>
                          <a:miter lim="800000"/>
                          <a:headEnd len="sm" w="sm" type="none"/>
                          <a:tailEnd len="sm" w="sm" type="none"/>
                        </a:ln>
                      </p:spPr>
                    </p:cxnSp>
                    <p:cxnSp>
                      <p:nvCxnSpPr>
                        <p:cNvPr id="7941" name="Google Shape;7941;p106"/>
                        <p:cNvCxnSpPr/>
                        <p:nvPr/>
                      </p:nvCxnSpPr>
                      <p:spPr>
                        <a:xfrm>
                          <a:off x="6581557" y="2934934"/>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7942" name="Google Shape;7942;p106"/>
                      <p:cNvGrpSpPr/>
                      <p:nvPr/>
                    </p:nvGrpSpPr>
                    <p:grpSpPr>
                      <a:xfrm>
                        <a:off x="6399350" y="3268639"/>
                        <a:ext cx="558142" cy="89292"/>
                        <a:chOff x="6582036" y="2845572"/>
                        <a:chExt cx="558142" cy="89292"/>
                      </a:xfrm>
                    </p:grpSpPr>
                    <p:cxnSp>
                      <p:nvCxnSpPr>
                        <p:cNvPr id="7943" name="Google Shape;7943;p106"/>
                        <p:cNvCxnSpPr/>
                        <p:nvPr/>
                      </p:nvCxnSpPr>
                      <p:spPr>
                        <a:xfrm flipH="1" rot="10800000">
                          <a:off x="7026759" y="2845572"/>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7944" name="Google Shape;7944;p106"/>
                        <p:cNvCxnSpPr/>
                        <p:nvPr/>
                      </p:nvCxnSpPr>
                      <p:spPr>
                        <a:xfrm>
                          <a:off x="6582036" y="293486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7945" name="Google Shape;7945;p106"/>
                      <p:cNvGrpSpPr/>
                      <p:nvPr/>
                    </p:nvGrpSpPr>
                    <p:grpSpPr>
                      <a:xfrm>
                        <a:off x="6399350" y="3334433"/>
                        <a:ext cx="558141" cy="89292"/>
                        <a:chOff x="6582516" y="2845502"/>
                        <a:chExt cx="558141" cy="89292"/>
                      </a:xfrm>
                    </p:grpSpPr>
                    <p:cxnSp>
                      <p:nvCxnSpPr>
                        <p:cNvPr id="7946" name="Google Shape;7946;p106"/>
                        <p:cNvCxnSpPr/>
                        <p:nvPr/>
                      </p:nvCxnSpPr>
                      <p:spPr>
                        <a:xfrm flipH="1" rot="10800000">
                          <a:off x="7027238" y="2845502"/>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7947" name="Google Shape;7947;p106"/>
                        <p:cNvCxnSpPr/>
                        <p:nvPr/>
                      </p:nvCxnSpPr>
                      <p:spPr>
                        <a:xfrm>
                          <a:off x="6582516" y="293479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7948" name="Google Shape;7948;p106"/>
                      <p:cNvGrpSpPr/>
                      <p:nvPr/>
                    </p:nvGrpSpPr>
                    <p:grpSpPr>
                      <a:xfrm>
                        <a:off x="6399349" y="3400228"/>
                        <a:ext cx="558142" cy="89292"/>
                        <a:chOff x="6582995" y="2845433"/>
                        <a:chExt cx="558142" cy="89292"/>
                      </a:xfrm>
                    </p:grpSpPr>
                    <p:cxnSp>
                      <p:nvCxnSpPr>
                        <p:cNvPr id="7949" name="Google Shape;7949;p106"/>
                        <p:cNvCxnSpPr/>
                        <p:nvPr/>
                      </p:nvCxnSpPr>
                      <p:spPr>
                        <a:xfrm flipH="1" rot="10800000">
                          <a:off x="7027718" y="2845433"/>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7950" name="Google Shape;7950;p106"/>
                        <p:cNvCxnSpPr/>
                        <p:nvPr/>
                      </p:nvCxnSpPr>
                      <p:spPr>
                        <a:xfrm>
                          <a:off x="6582995" y="293472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7951" name="Google Shape;7951;p106"/>
                      <p:cNvGrpSpPr/>
                      <p:nvPr/>
                    </p:nvGrpSpPr>
                    <p:grpSpPr>
                      <a:xfrm>
                        <a:off x="6399351" y="3466022"/>
                        <a:ext cx="558141" cy="93992"/>
                        <a:chOff x="6583477" y="2845363"/>
                        <a:chExt cx="558141" cy="93992"/>
                      </a:xfrm>
                    </p:grpSpPr>
                    <p:cxnSp>
                      <p:nvCxnSpPr>
                        <p:cNvPr id="7952" name="Google Shape;7952;p106"/>
                        <p:cNvCxnSpPr/>
                        <p:nvPr/>
                      </p:nvCxnSpPr>
                      <p:spPr>
                        <a:xfrm flipH="1" rot="10800000">
                          <a:off x="7028199" y="2845363"/>
                          <a:ext cx="113419" cy="93992"/>
                        </a:xfrm>
                        <a:prstGeom prst="straightConnector1">
                          <a:avLst/>
                        </a:prstGeom>
                        <a:noFill/>
                        <a:ln cap="flat" cmpd="sng" w="9525">
                          <a:solidFill>
                            <a:schemeClr val="dk1"/>
                          </a:solidFill>
                          <a:prstDash val="solid"/>
                          <a:miter lim="800000"/>
                          <a:headEnd len="sm" w="sm" type="none"/>
                          <a:tailEnd len="sm" w="sm" type="none"/>
                        </a:ln>
                      </p:spPr>
                    </p:cxnSp>
                    <p:cxnSp>
                      <p:nvCxnSpPr>
                        <p:cNvPr id="7953" name="Google Shape;7953;p106"/>
                        <p:cNvCxnSpPr/>
                        <p:nvPr/>
                      </p:nvCxnSpPr>
                      <p:spPr>
                        <a:xfrm>
                          <a:off x="6583477" y="2939355"/>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7954" name="Google Shape;7954;p106"/>
                      <p:cNvGrpSpPr/>
                      <p:nvPr/>
                    </p:nvGrpSpPr>
                    <p:grpSpPr>
                      <a:xfrm>
                        <a:off x="6396366" y="3528683"/>
                        <a:ext cx="561126" cy="97125"/>
                        <a:chOff x="6580972" y="2842160"/>
                        <a:chExt cx="561126" cy="97125"/>
                      </a:xfrm>
                    </p:grpSpPr>
                    <p:cxnSp>
                      <p:nvCxnSpPr>
                        <p:cNvPr id="7955" name="Google Shape;7955;p106"/>
                        <p:cNvCxnSpPr/>
                        <p:nvPr/>
                      </p:nvCxnSpPr>
                      <p:spPr>
                        <a:xfrm flipH="1" rot="10800000">
                          <a:off x="7028679" y="2842160"/>
                          <a:ext cx="113419" cy="97125"/>
                        </a:xfrm>
                        <a:prstGeom prst="straightConnector1">
                          <a:avLst/>
                        </a:prstGeom>
                        <a:noFill/>
                        <a:ln cap="flat" cmpd="sng" w="9525">
                          <a:solidFill>
                            <a:schemeClr val="dk1"/>
                          </a:solidFill>
                          <a:prstDash val="solid"/>
                          <a:miter lim="800000"/>
                          <a:headEnd len="sm" w="sm" type="none"/>
                          <a:tailEnd len="sm" w="sm" type="none"/>
                        </a:ln>
                      </p:spPr>
                    </p:cxnSp>
                    <p:cxnSp>
                      <p:nvCxnSpPr>
                        <p:cNvPr id="7956" name="Google Shape;7956;p106"/>
                        <p:cNvCxnSpPr/>
                        <p:nvPr/>
                      </p:nvCxnSpPr>
                      <p:spPr>
                        <a:xfrm>
                          <a:off x="6580972" y="2939284"/>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7957" name="Google Shape;7957;p106"/>
                      <p:cNvGrpSpPr/>
                      <p:nvPr/>
                    </p:nvGrpSpPr>
                    <p:grpSpPr>
                      <a:xfrm>
                        <a:off x="6396366" y="3594477"/>
                        <a:ext cx="561125" cy="97125"/>
                        <a:chOff x="6581452" y="2842090"/>
                        <a:chExt cx="561125" cy="97125"/>
                      </a:xfrm>
                    </p:grpSpPr>
                    <p:cxnSp>
                      <p:nvCxnSpPr>
                        <p:cNvPr id="7958" name="Google Shape;7958;p106"/>
                        <p:cNvCxnSpPr/>
                        <p:nvPr/>
                      </p:nvCxnSpPr>
                      <p:spPr>
                        <a:xfrm flipH="1" rot="10800000">
                          <a:off x="7029158" y="2842090"/>
                          <a:ext cx="113419" cy="97125"/>
                        </a:xfrm>
                        <a:prstGeom prst="straightConnector1">
                          <a:avLst/>
                        </a:prstGeom>
                        <a:noFill/>
                        <a:ln cap="flat" cmpd="sng" w="9525">
                          <a:solidFill>
                            <a:schemeClr val="dk1"/>
                          </a:solidFill>
                          <a:prstDash val="solid"/>
                          <a:miter lim="800000"/>
                          <a:headEnd len="sm" w="sm" type="none"/>
                          <a:tailEnd len="sm" w="sm" type="none"/>
                        </a:ln>
                      </p:spPr>
                    </p:cxnSp>
                    <p:cxnSp>
                      <p:nvCxnSpPr>
                        <p:cNvPr id="7959" name="Google Shape;7959;p106"/>
                        <p:cNvCxnSpPr/>
                        <p:nvPr/>
                      </p:nvCxnSpPr>
                      <p:spPr>
                        <a:xfrm>
                          <a:off x="6581452" y="2939215"/>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7960" name="Google Shape;7960;p106"/>
                      <p:cNvGrpSpPr/>
                      <p:nvPr/>
                    </p:nvGrpSpPr>
                    <p:grpSpPr>
                      <a:xfrm>
                        <a:off x="6396367" y="3664970"/>
                        <a:ext cx="558140" cy="92426"/>
                        <a:chOff x="6581933" y="2846719"/>
                        <a:chExt cx="558140" cy="92426"/>
                      </a:xfrm>
                    </p:grpSpPr>
                    <p:cxnSp>
                      <p:nvCxnSpPr>
                        <p:cNvPr id="7961" name="Google Shape;7961;p106"/>
                        <p:cNvCxnSpPr/>
                        <p:nvPr/>
                      </p:nvCxnSpPr>
                      <p:spPr>
                        <a:xfrm flipH="1" rot="10800000">
                          <a:off x="7026654" y="2846719"/>
                          <a:ext cx="113419" cy="92426"/>
                        </a:xfrm>
                        <a:prstGeom prst="straightConnector1">
                          <a:avLst/>
                        </a:prstGeom>
                        <a:noFill/>
                        <a:ln cap="flat" cmpd="sng" w="9525">
                          <a:solidFill>
                            <a:schemeClr val="dk1"/>
                          </a:solidFill>
                          <a:prstDash val="solid"/>
                          <a:miter lim="800000"/>
                          <a:headEnd len="sm" w="sm" type="none"/>
                          <a:tailEnd len="sm" w="sm" type="none"/>
                        </a:ln>
                      </p:spPr>
                    </p:cxnSp>
                    <p:cxnSp>
                      <p:nvCxnSpPr>
                        <p:cNvPr id="7962" name="Google Shape;7962;p106"/>
                        <p:cNvCxnSpPr/>
                        <p:nvPr/>
                      </p:nvCxnSpPr>
                      <p:spPr>
                        <a:xfrm>
                          <a:off x="6581933" y="2939145"/>
                          <a:ext cx="450690" cy="0"/>
                        </a:xfrm>
                        <a:prstGeom prst="straightConnector1">
                          <a:avLst/>
                        </a:prstGeom>
                        <a:noFill/>
                        <a:ln cap="flat" cmpd="sng" w="9525">
                          <a:solidFill>
                            <a:schemeClr val="dk1"/>
                          </a:solidFill>
                          <a:prstDash val="solid"/>
                          <a:miter lim="800000"/>
                          <a:headEnd len="sm" w="sm" type="none"/>
                          <a:tailEnd len="sm" w="sm" type="none"/>
                        </a:ln>
                      </p:spPr>
                    </p:cxnSp>
                  </p:grpSp>
                  <p:grpSp>
                    <p:nvGrpSpPr>
                      <p:cNvPr id="7963" name="Google Shape;7963;p106"/>
                      <p:cNvGrpSpPr/>
                      <p:nvPr/>
                    </p:nvGrpSpPr>
                    <p:grpSpPr>
                      <a:xfrm>
                        <a:off x="6396367" y="3730765"/>
                        <a:ext cx="558139" cy="92426"/>
                        <a:chOff x="6582413" y="2846650"/>
                        <a:chExt cx="558139" cy="92426"/>
                      </a:xfrm>
                    </p:grpSpPr>
                    <p:cxnSp>
                      <p:nvCxnSpPr>
                        <p:cNvPr id="7964" name="Google Shape;7964;p106"/>
                        <p:cNvCxnSpPr/>
                        <p:nvPr/>
                      </p:nvCxnSpPr>
                      <p:spPr>
                        <a:xfrm flipH="1" rot="10800000">
                          <a:off x="7027133" y="2846650"/>
                          <a:ext cx="113419" cy="92426"/>
                        </a:xfrm>
                        <a:prstGeom prst="straightConnector1">
                          <a:avLst/>
                        </a:prstGeom>
                        <a:noFill/>
                        <a:ln cap="flat" cmpd="sng" w="9525">
                          <a:solidFill>
                            <a:schemeClr val="dk1"/>
                          </a:solidFill>
                          <a:prstDash val="solid"/>
                          <a:miter lim="800000"/>
                          <a:headEnd len="sm" w="sm" type="none"/>
                          <a:tailEnd len="sm" w="sm" type="none"/>
                        </a:ln>
                      </p:spPr>
                    </p:cxnSp>
                    <p:cxnSp>
                      <p:nvCxnSpPr>
                        <p:cNvPr id="7965" name="Google Shape;7965;p106"/>
                        <p:cNvCxnSpPr/>
                        <p:nvPr/>
                      </p:nvCxnSpPr>
                      <p:spPr>
                        <a:xfrm>
                          <a:off x="6582413" y="2939076"/>
                          <a:ext cx="450690" cy="0"/>
                        </a:xfrm>
                        <a:prstGeom prst="straightConnector1">
                          <a:avLst/>
                        </a:prstGeom>
                        <a:noFill/>
                        <a:ln cap="flat" cmpd="sng" w="9525">
                          <a:solidFill>
                            <a:schemeClr val="dk1"/>
                          </a:solidFill>
                          <a:prstDash val="solid"/>
                          <a:miter lim="800000"/>
                          <a:headEnd len="sm" w="sm" type="none"/>
                          <a:tailEnd len="sm" w="sm" type="none"/>
                        </a:ln>
                      </p:spPr>
                    </p:cxnSp>
                  </p:grpSp>
                </p:grpSp>
                <p:cxnSp>
                  <p:nvCxnSpPr>
                    <p:cNvPr id="7966" name="Google Shape;7966;p106"/>
                    <p:cNvCxnSpPr/>
                    <p:nvPr/>
                  </p:nvCxnSpPr>
                  <p:spPr>
                    <a:xfrm flipH="1">
                      <a:off x="6685171" y="4525377"/>
                      <a:ext cx="4763" cy="855662"/>
                    </a:xfrm>
                    <a:prstGeom prst="straightConnector1">
                      <a:avLst/>
                    </a:prstGeom>
                    <a:noFill/>
                    <a:ln cap="flat" cmpd="sng" w="25400">
                      <a:solidFill>
                        <a:schemeClr val="dk1"/>
                      </a:solidFill>
                      <a:prstDash val="solid"/>
                      <a:miter lim="800000"/>
                      <a:headEnd len="sm" w="sm" type="none"/>
                      <a:tailEnd len="sm" w="sm" type="none"/>
                    </a:ln>
                  </p:spPr>
                </p:cxnSp>
                <p:cxnSp>
                  <p:nvCxnSpPr>
                    <p:cNvPr id="7967" name="Google Shape;7967;p106"/>
                    <p:cNvCxnSpPr/>
                    <p:nvPr/>
                  </p:nvCxnSpPr>
                  <p:spPr>
                    <a:xfrm>
                      <a:off x="6632784" y="4706352"/>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7968" name="Google Shape;7968;p106"/>
                    <p:cNvCxnSpPr/>
                    <p:nvPr/>
                  </p:nvCxnSpPr>
                  <p:spPr>
                    <a:xfrm>
                      <a:off x="6631196" y="4771439"/>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7969" name="Google Shape;7969;p106"/>
                    <p:cNvCxnSpPr/>
                    <p:nvPr/>
                  </p:nvCxnSpPr>
                  <p:spPr>
                    <a:xfrm>
                      <a:off x="6631196" y="4849227"/>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7970" name="Google Shape;7970;p106"/>
                    <p:cNvCxnSpPr/>
                    <p:nvPr/>
                  </p:nvCxnSpPr>
                  <p:spPr>
                    <a:xfrm>
                      <a:off x="6629609" y="4914314"/>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7971" name="Google Shape;7971;p106"/>
                    <p:cNvCxnSpPr/>
                    <p:nvPr/>
                  </p:nvCxnSpPr>
                  <p:spPr>
                    <a:xfrm>
                      <a:off x="6628021" y="4976227"/>
                      <a:ext cx="60325" cy="0"/>
                    </a:xfrm>
                    <a:prstGeom prst="straightConnector1">
                      <a:avLst/>
                    </a:prstGeom>
                    <a:noFill/>
                    <a:ln cap="flat" cmpd="sng" w="9525">
                      <a:solidFill>
                        <a:schemeClr val="dk1"/>
                      </a:solidFill>
                      <a:prstDash val="solid"/>
                      <a:miter lim="800000"/>
                      <a:headEnd len="sm" w="sm" type="none"/>
                      <a:tailEnd len="sm" w="sm" type="none"/>
                    </a:ln>
                  </p:spPr>
                </p:cxnSp>
                <p:cxnSp>
                  <p:nvCxnSpPr>
                    <p:cNvPr id="7972" name="Google Shape;7972;p106"/>
                    <p:cNvCxnSpPr/>
                    <p:nvPr/>
                  </p:nvCxnSpPr>
                  <p:spPr>
                    <a:xfrm>
                      <a:off x="6628021" y="5044489"/>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7973" name="Google Shape;7973;p106"/>
                    <p:cNvCxnSpPr/>
                    <p:nvPr/>
                  </p:nvCxnSpPr>
                  <p:spPr>
                    <a:xfrm>
                      <a:off x="6626434" y="511433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7974" name="Google Shape;7974;p106"/>
                    <p:cNvCxnSpPr/>
                    <p:nvPr/>
                  </p:nvCxnSpPr>
                  <p:spPr>
                    <a:xfrm>
                      <a:off x="6629609" y="518418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7975" name="Google Shape;7975;p106"/>
                    <p:cNvCxnSpPr/>
                    <p:nvPr/>
                  </p:nvCxnSpPr>
                  <p:spPr>
                    <a:xfrm>
                      <a:off x="6631196" y="5252452"/>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7976" name="Google Shape;7976;p106"/>
                    <p:cNvCxnSpPr/>
                    <p:nvPr/>
                  </p:nvCxnSpPr>
                  <p:spPr>
                    <a:xfrm>
                      <a:off x="6631196" y="5322302"/>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7977" name="Google Shape;7977;p106"/>
                    <p:cNvCxnSpPr/>
                    <p:nvPr/>
                  </p:nvCxnSpPr>
                  <p:spPr>
                    <a:xfrm>
                      <a:off x="6632784" y="538738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7978" name="Google Shape;7978;p106"/>
                    <p:cNvCxnSpPr/>
                    <p:nvPr/>
                  </p:nvCxnSpPr>
                  <p:spPr>
                    <a:xfrm rot="10800000">
                      <a:off x="6632784" y="4531727"/>
                      <a:ext cx="58737" cy="0"/>
                    </a:xfrm>
                    <a:prstGeom prst="straightConnector1">
                      <a:avLst/>
                    </a:prstGeom>
                    <a:noFill/>
                    <a:ln cap="flat" cmpd="sng" w="22225">
                      <a:solidFill>
                        <a:schemeClr val="dk1"/>
                      </a:solidFill>
                      <a:prstDash val="solid"/>
                      <a:miter lim="800000"/>
                      <a:headEnd len="sm" w="sm" type="none"/>
                      <a:tailEnd len="sm" w="sm" type="none"/>
                    </a:ln>
                  </p:spPr>
                </p:cxnSp>
                <p:grpSp>
                  <p:nvGrpSpPr>
                    <p:cNvPr id="7979" name="Google Shape;7979;p106"/>
                    <p:cNvGrpSpPr/>
                    <p:nvPr/>
                  </p:nvGrpSpPr>
                  <p:grpSpPr>
                    <a:xfrm>
                      <a:off x="6434171" y="4488570"/>
                      <a:ext cx="224203" cy="179034"/>
                      <a:chOff x="3668110" y="2448910"/>
                      <a:chExt cx="3794234" cy="2165130"/>
                    </a:xfrm>
                  </p:grpSpPr>
                  <p:sp>
                    <p:nvSpPr>
                      <p:cNvPr id="7980" name="Google Shape;7980;p106"/>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81" name="Google Shape;7981;p106"/>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982" name="Google Shape;7982;p106"/>
                      <p:cNvGrpSpPr/>
                      <p:nvPr/>
                    </p:nvGrpSpPr>
                    <p:grpSpPr>
                      <a:xfrm>
                        <a:off x="3941378" y="2603243"/>
                        <a:ext cx="3202061" cy="1066110"/>
                        <a:chOff x="7939341" y="3037317"/>
                        <a:chExt cx="897649" cy="353919"/>
                      </a:xfrm>
                    </p:grpSpPr>
                    <p:sp>
                      <p:nvSpPr>
                        <p:cNvPr id="7921" name="Google Shape;7921;p106"/>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83" name="Google Shape;7983;p106"/>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84" name="Google Shape;7984;p106"/>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85" name="Google Shape;7985;p106"/>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nvGrpSpPr>
                  <p:cNvPr id="7986" name="Google Shape;7986;p106"/>
                  <p:cNvGrpSpPr/>
                  <p:nvPr/>
                </p:nvGrpSpPr>
                <p:grpSpPr>
                  <a:xfrm>
                    <a:off x="6665262" y="3564953"/>
                    <a:ext cx="914400" cy="479686"/>
                    <a:chOff x="3668110" y="2448910"/>
                    <a:chExt cx="3794234" cy="2165130"/>
                  </a:xfrm>
                </p:grpSpPr>
                <p:sp>
                  <p:nvSpPr>
                    <p:cNvPr id="7987" name="Google Shape;7987;p106"/>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88" name="Google Shape;7988;p106"/>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989" name="Google Shape;7989;p106"/>
                    <p:cNvGrpSpPr/>
                    <p:nvPr/>
                  </p:nvGrpSpPr>
                  <p:grpSpPr>
                    <a:xfrm>
                      <a:off x="3941378" y="2603243"/>
                      <a:ext cx="3202061" cy="1066110"/>
                      <a:chOff x="7939341" y="3037317"/>
                      <a:chExt cx="897649" cy="353919"/>
                    </a:xfrm>
                  </p:grpSpPr>
                  <p:sp>
                    <p:nvSpPr>
                      <p:cNvPr id="7888" name="Google Shape;7888;p106"/>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90" name="Google Shape;7990;p106"/>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91" name="Google Shape;7991;p106"/>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92" name="Google Shape;7992;p106"/>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993" name="Google Shape;7993;p106"/>
                  <p:cNvGrpSpPr/>
                  <p:nvPr/>
                </p:nvGrpSpPr>
                <p:grpSpPr>
                  <a:xfrm>
                    <a:off x="6733565" y="4492542"/>
                    <a:ext cx="267206" cy="997245"/>
                    <a:chOff x="6424315" y="4488570"/>
                    <a:chExt cx="267206" cy="997245"/>
                  </a:xfrm>
                </p:grpSpPr>
                <p:grpSp>
                  <p:nvGrpSpPr>
                    <p:cNvPr id="7994" name="Google Shape;7994;p106"/>
                    <p:cNvGrpSpPr/>
                    <p:nvPr/>
                  </p:nvGrpSpPr>
                  <p:grpSpPr>
                    <a:xfrm>
                      <a:off x="6424315" y="4636502"/>
                      <a:ext cx="237939" cy="849312"/>
                      <a:chOff x="6396366" y="3061857"/>
                      <a:chExt cx="570079" cy="838094"/>
                    </a:xfrm>
                  </p:grpSpPr>
                  <p:sp>
                    <p:nvSpPr>
                      <p:cNvPr id="7995" name="Google Shape;7995;p106"/>
                      <p:cNvSpPr/>
                      <p:nvPr/>
                    </p:nvSpPr>
                    <p:spPr>
                      <a:xfrm>
                        <a:off x="6509786" y="3061857"/>
                        <a:ext cx="447707" cy="742536"/>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7996" name="Google Shape;7996;p106"/>
                      <p:cNvCxnSpPr/>
                      <p:nvPr/>
                    </p:nvCxnSpPr>
                    <p:spPr>
                      <a:xfrm flipH="1" rot="10800000">
                        <a:off x="6847057" y="3061857"/>
                        <a:ext cx="113419" cy="92425"/>
                      </a:xfrm>
                      <a:prstGeom prst="straightConnector1">
                        <a:avLst/>
                      </a:prstGeom>
                      <a:noFill/>
                      <a:ln cap="flat" cmpd="sng" w="9525">
                        <a:solidFill>
                          <a:schemeClr val="dk1"/>
                        </a:solidFill>
                        <a:prstDash val="solid"/>
                        <a:miter lim="800000"/>
                        <a:headEnd len="sm" w="sm" type="none"/>
                        <a:tailEnd len="sm" w="sm" type="none"/>
                      </a:ln>
                    </p:spPr>
                  </p:cxnSp>
                  <p:sp>
                    <p:nvSpPr>
                      <p:cNvPr id="7997" name="Google Shape;7997;p106"/>
                      <p:cNvSpPr/>
                      <p:nvPr/>
                    </p:nvSpPr>
                    <p:spPr>
                      <a:xfrm>
                        <a:off x="6476953" y="3071256"/>
                        <a:ext cx="131327" cy="1159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7998" name="Google Shape;7998;p106"/>
                      <p:cNvCxnSpPr/>
                      <p:nvPr/>
                    </p:nvCxnSpPr>
                    <p:spPr>
                      <a:xfrm flipH="1" rot="10800000">
                        <a:off x="6396367" y="3061857"/>
                        <a:ext cx="113419" cy="92425"/>
                      </a:xfrm>
                      <a:prstGeom prst="straightConnector1">
                        <a:avLst/>
                      </a:prstGeom>
                      <a:noFill/>
                      <a:ln cap="flat" cmpd="sng" w="9525">
                        <a:solidFill>
                          <a:schemeClr val="dk1"/>
                        </a:solidFill>
                        <a:prstDash val="solid"/>
                        <a:miter lim="800000"/>
                        <a:headEnd len="sm" w="sm" type="none"/>
                        <a:tailEnd len="sm" w="sm" type="none"/>
                      </a:ln>
                    </p:spPr>
                  </p:cxnSp>
                  <p:sp>
                    <p:nvSpPr>
                      <p:cNvPr id="7999" name="Google Shape;7999;p106"/>
                      <p:cNvSpPr/>
                      <p:nvPr/>
                    </p:nvSpPr>
                    <p:spPr>
                      <a:xfrm>
                        <a:off x="6817210" y="3702567"/>
                        <a:ext cx="131327" cy="1159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sp>
                    <p:nvSpPr>
                      <p:cNvPr id="8000" name="Google Shape;8000;p106"/>
                      <p:cNvSpPr/>
                      <p:nvPr/>
                    </p:nvSpPr>
                    <p:spPr>
                      <a:xfrm>
                        <a:off x="6405320" y="3157415"/>
                        <a:ext cx="444723" cy="742536"/>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8001" name="Google Shape;8001;p106"/>
                      <p:cNvCxnSpPr/>
                      <p:nvPr/>
                    </p:nvCxnSpPr>
                    <p:spPr>
                      <a:xfrm flipH="1" rot="10800000">
                        <a:off x="6847057" y="3804392"/>
                        <a:ext cx="113419" cy="92425"/>
                      </a:xfrm>
                      <a:prstGeom prst="straightConnector1">
                        <a:avLst/>
                      </a:prstGeom>
                      <a:noFill/>
                      <a:ln cap="flat" cmpd="sng" w="9525">
                        <a:solidFill>
                          <a:schemeClr val="dk1"/>
                        </a:solidFill>
                        <a:prstDash val="solid"/>
                        <a:miter lim="800000"/>
                        <a:headEnd len="sm" w="sm" type="none"/>
                        <a:tailEnd len="sm" w="sm" type="none"/>
                      </a:ln>
                    </p:spPr>
                  </p:cxnSp>
                  <p:grpSp>
                    <p:nvGrpSpPr>
                      <p:cNvPr id="8002" name="Google Shape;8002;p106"/>
                      <p:cNvGrpSpPr/>
                      <p:nvPr/>
                    </p:nvGrpSpPr>
                    <p:grpSpPr>
                      <a:xfrm>
                        <a:off x="6399350" y="3137050"/>
                        <a:ext cx="561125" cy="92425"/>
                        <a:chOff x="6581076" y="2845711"/>
                        <a:chExt cx="561125" cy="92425"/>
                      </a:xfrm>
                    </p:grpSpPr>
                    <p:cxnSp>
                      <p:nvCxnSpPr>
                        <p:cNvPr id="8003" name="Google Shape;8003;p106"/>
                        <p:cNvCxnSpPr/>
                        <p:nvPr/>
                      </p:nvCxnSpPr>
                      <p:spPr>
                        <a:xfrm flipH="1" rot="10800000">
                          <a:off x="7028782" y="2845711"/>
                          <a:ext cx="113419" cy="92425"/>
                        </a:xfrm>
                        <a:prstGeom prst="straightConnector1">
                          <a:avLst/>
                        </a:prstGeom>
                        <a:noFill/>
                        <a:ln cap="flat" cmpd="sng" w="9525">
                          <a:solidFill>
                            <a:schemeClr val="dk1"/>
                          </a:solidFill>
                          <a:prstDash val="solid"/>
                          <a:miter lim="800000"/>
                          <a:headEnd len="sm" w="sm" type="none"/>
                          <a:tailEnd len="sm" w="sm" type="none"/>
                        </a:ln>
                      </p:spPr>
                    </p:cxnSp>
                    <p:cxnSp>
                      <p:nvCxnSpPr>
                        <p:cNvPr id="8004" name="Google Shape;8004;p106"/>
                        <p:cNvCxnSpPr/>
                        <p:nvPr/>
                      </p:nvCxnSpPr>
                      <p:spPr>
                        <a:xfrm>
                          <a:off x="6581076" y="2938136"/>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8005" name="Google Shape;8005;p106"/>
                      <p:cNvGrpSpPr/>
                      <p:nvPr/>
                    </p:nvGrpSpPr>
                    <p:grpSpPr>
                      <a:xfrm>
                        <a:off x="6399351" y="3202845"/>
                        <a:ext cx="567094" cy="89292"/>
                        <a:chOff x="6581557" y="2845642"/>
                        <a:chExt cx="567094" cy="89292"/>
                      </a:xfrm>
                    </p:grpSpPr>
                    <p:cxnSp>
                      <p:nvCxnSpPr>
                        <p:cNvPr id="8006" name="Google Shape;8006;p106"/>
                        <p:cNvCxnSpPr/>
                        <p:nvPr/>
                      </p:nvCxnSpPr>
                      <p:spPr>
                        <a:xfrm flipH="1" rot="10800000">
                          <a:off x="7029263" y="2845642"/>
                          <a:ext cx="119388" cy="89292"/>
                        </a:xfrm>
                        <a:prstGeom prst="straightConnector1">
                          <a:avLst/>
                        </a:prstGeom>
                        <a:noFill/>
                        <a:ln cap="flat" cmpd="sng" w="9525">
                          <a:solidFill>
                            <a:schemeClr val="dk1"/>
                          </a:solidFill>
                          <a:prstDash val="solid"/>
                          <a:miter lim="800000"/>
                          <a:headEnd len="sm" w="sm" type="none"/>
                          <a:tailEnd len="sm" w="sm" type="none"/>
                        </a:ln>
                      </p:spPr>
                    </p:cxnSp>
                    <p:cxnSp>
                      <p:nvCxnSpPr>
                        <p:cNvPr id="8007" name="Google Shape;8007;p106"/>
                        <p:cNvCxnSpPr/>
                        <p:nvPr/>
                      </p:nvCxnSpPr>
                      <p:spPr>
                        <a:xfrm>
                          <a:off x="6581557" y="2934934"/>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8008" name="Google Shape;8008;p106"/>
                      <p:cNvGrpSpPr/>
                      <p:nvPr/>
                    </p:nvGrpSpPr>
                    <p:grpSpPr>
                      <a:xfrm>
                        <a:off x="6399350" y="3268639"/>
                        <a:ext cx="558142" cy="89292"/>
                        <a:chOff x="6582036" y="2845572"/>
                        <a:chExt cx="558142" cy="89292"/>
                      </a:xfrm>
                    </p:grpSpPr>
                    <p:cxnSp>
                      <p:nvCxnSpPr>
                        <p:cNvPr id="8009" name="Google Shape;8009;p106"/>
                        <p:cNvCxnSpPr/>
                        <p:nvPr/>
                      </p:nvCxnSpPr>
                      <p:spPr>
                        <a:xfrm flipH="1" rot="10800000">
                          <a:off x="7026759" y="2845572"/>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8010" name="Google Shape;8010;p106"/>
                        <p:cNvCxnSpPr/>
                        <p:nvPr/>
                      </p:nvCxnSpPr>
                      <p:spPr>
                        <a:xfrm>
                          <a:off x="6582036" y="293486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8011" name="Google Shape;8011;p106"/>
                      <p:cNvGrpSpPr/>
                      <p:nvPr/>
                    </p:nvGrpSpPr>
                    <p:grpSpPr>
                      <a:xfrm>
                        <a:off x="6399350" y="3334433"/>
                        <a:ext cx="558141" cy="89292"/>
                        <a:chOff x="6582516" y="2845502"/>
                        <a:chExt cx="558141" cy="89292"/>
                      </a:xfrm>
                    </p:grpSpPr>
                    <p:cxnSp>
                      <p:nvCxnSpPr>
                        <p:cNvPr id="8012" name="Google Shape;8012;p106"/>
                        <p:cNvCxnSpPr/>
                        <p:nvPr/>
                      </p:nvCxnSpPr>
                      <p:spPr>
                        <a:xfrm flipH="1" rot="10800000">
                          <a:off x="7027238" y="2845502"/>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8013" name="Google Shape;8013;p106"/>
                        <p:cNvCxnSpPr/>
                        <p:nvPr/>
                      </p:nvCxnSpPr>
                      <p:spPr>
                        <a:xfrm>
                          <a:off x="6582516" y="293479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8014" name="Google Shape;8014;p106"/>
                      <p:cNvGrpSpPr/>
                      <p:nvPr/>
                    </p:nvGrpSpPr>
                    <p:grpSpPr>
                      <a:xfrm>
                        <a:off x="6399349" y="3400228"/>
                        <a:ext cx="558142" cy="89292"/>
                        <a:chOff x="6582995" y="2845433"/>
                        <a:chExt cx="558142" cy="89292"/>
                      </a:xfrm>
                    </p:grpSpPr>
                    <p:cxnSp>
                      <p:nvCxnSpPr>
                        <p:cNvPr id="8015" name="Google Shape;8015;p106"/>
                        <p:cNvCxnSpPr/>
                        <p:nvPr/>
                      </p:nvCxnSpPr>
                      <p:spPr>
                        <a:xfrm flipH="1" rot="10800000">
                          <a:off x="7027718" y="2845433"/>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8016" name="Google Shape;8016;p106"/>
                        <p:cNvCxnSpPr/>
                        <p:nvPr/>
                      </p:nvCxnSpPr>
                      <p:spPr>
                        <a:xfrm>
                          <a:off x="6582995" y="293472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8017" name="Google Shape;8017;p106"/>
                      <p:cNvGrpSpPr/>
                      <p:nvPr/>
                    </p:nvGrpSpPr>
                    <p:grpSpPr>
                      <a:xfrm>
                        <a:off x="6399351" y="3466022"/>
                        <a:ext cx="558141" cy="93992"/>
                        <a:chOff x="6583477" y="2845363"/>
                        <a:chExt cx="558141" cy="93992"/>
                      </a:xfrm>
                    </p:grpSpPr>
                    <p:cxnSp>
                      <p:nvCxnSpPr>
                        <p:cNvPr id="8018" name="Google Shape;8018;p106"/>
                        <p:cNvCxnSpPr/>
                        <p:nvPr/>
                      </p:nvCxnSpPr>
                      <p:spPr>
                        <a:xfrm flipH="1" rot="10800000">
                          <a:off x="7028199" y="2845363"/>
                          <a:ext cx="113419" cy="93992"/>
                        </a:xfrm>
                        <a:prstGeom prst="straightConnector1">
                          <a:avLst/>
                        </a:prstGeom>
                        <a:noFill/>
                        <a:ln cap="flat" cmpd="sng" w="9525">
                          <a:solidFill>
                            <a:schemeClr val="dk1"/>
                          </a:solidFill>
                          <a:prstDash val="solid"/>
                          <a:miter lim="800000"/>
                          <a:headEnd len="sm" w="sm" type="none"/>
                          <a:tailEnd len="sm" w="sm" type="none"/>
                        </a:ln>
                      </p:spPr>
                    </p:cxnSp>
                    <p:cxnSp>
                      <p:nvCxnSpPr>
                        <p:cNvPr id="8019" name="Google Shape;8019;p106"/>
                        <p:cNvCxnSpPr/>
                        <p:nvPr/>
                      </p:nvCxnSpPr>
                      <p:spPr>
                        <a:xfrm>
                          <a:off x="6583477" y="2939355"/>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8020" name="Google Shape;8020;p106"/>
                      <p:cNvGrpSpPr/>
                      <p:nvPr/>
                    </p:nvGrpSpPr>
                    <p:grpSpPr>
                      <a:xfrm>
                        <a:off x="6396366" y="3528683"/>
                        <a:ext cx="561126" cy="97125"/>
                        <a:chOff x="6580972" y="2842160"/>
                        <a:chExt cx="561126" cy="97125"/>
                      </a:xfrm>
                    </p:grpSpPr>
                    <p:cxnSp>
                      <p:nvCxnSpPr>
                        <p:cNvPr id="8021" name="Google Shape;8021;p106"/>
                        <p:cNvCxnSpPr/>
                        <p:nvPr/>
                      </p:nvCxnSpPr>
                      <p:spPr>
                        <a:xfrm flipH="1" rot="10800000">
                          <a:off x="7028679" y="2842160"/>
                          <a:ext cx="113419" cy="97125"/>
                        </a:xfrm>
                        <a:prstGeom prst="straightConnector1">
                          <a:avLst/>
                        </a:prstGeom>
                        <a:noFill/>
                        <a:ln cap="flat" cmpd="sng" w="9525">
                          <a:solidFill>
                            <a:schemeClr val="dk1"/>
                          </a:solidFill>
                          <a:prstDash val="solid"/>
                          <a:miter lim="800000"/>
                          <a:headEnd len="sm" w="sm" type="none"/>
                          <a:tailEnd len="sm" w="sm" type="none"/>
                        </a:ln>
                      </p:spPr>
                    </p:cxnSp>
                    <p:cxnSp>
                      <p:nvCxnSpPr>
                        <p:cNvPr id="8022" name="Google Shape;8022;p106"/>
                        <p:cNvCxnSpPr/>
                        <p:nvPr/>
                      </p:nvCxnSpPr>
                      <p:spPr>
                        <a:xfrm>
                          <a:off x="6580972" y="2939284"/>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8023" name="Google Shape;8023;p106"/>
                      <p:cNvGrpSpPr/>
                      <p:nvPr/>
                    </p:nvGrpSpPr>
                    <p:grpSpPr>
                      <a:xfrm>
                        <a:off x="6396366" y="3594477"/>
                        <a:ext cx="561125" cy="97125"/>
                        <a:chOff x="6581452" y="2842090"/>
                        <a:chExt cx="561125" cy="97125"/>
                      </a:xfrm>
                    </p:grpSpPr>
                    <p:cxnSp>
                      <p:nvCxnSpPr>
                        <p:cNvPr id="8024" name="Google Shape;8024;p106"/>
                        <p:cNvCxnSpPr/>
                        <p:nvPr/>
                      </p:nvCxnSpPr>
                      <p:spPr>
                        <a:xfrm flipH="1" rot="10800000">
                          <a:off x="7029158" y="2842090"/>
                          <a:ext cx="113419" cy="97125"/>
                        </a:xfrm>
                        <a:prstGeom prst="straightConnector1">
                          <a:avLst/>
                        </a:prstGeom>
                        <a:noFill/>
                        <a:ln cap="flat" cmpd="sng" w="9525">
                          <a:solidFill>
                            <a:schemeClr val="dk1"/>
                          </a:solidFill>
                          <a:prstDash val="solid"/>
                          <a:miter lim="800000"/>
                          <a:headEnd len="sm" w="sm" type="none"/>
                          <a:tailEnd len="sm" w="sm" type="none"/>
                        </a:ln>
                      </p:spPr>
                    </p:cxnSp>
                    <p:cxnSp>
                      <p:nvCxnSpPr>
                        <p:cNvPr id="8025" name="Google Shape;8025;p106"/>
                        <p:cNvCxnSpPr/>
                        <p:nvPr/>
                      </p:nvCxnSpPr>
                      <p:spPr>
                        <a:xfrm>
                          <a:off x="6581452" y="2939215"/>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8026" name="Google Shape;8026;p106"/>
                      <p:cNvGrpSpPr/>
                      <p:nvPr/>
                    </p:nvGrpSpPr>
                    <p:grpSpPr>
                      <a:xfrm>
                        <a:off x="6396367" y="3664970"/>
                        <a:ext cx="558140" cy="92426"/>
                        <a:chOff x="6581933" y="2846719"/>
                        <a:chExt cx="558140" cy="92426"/>
                      </a:xfrm>
                    </p:grpSpPr>
                    <p:cxnSp>
                      <p:nvCxnSpPr>
                        <p:cNvPr id="8027" name="Google Shape;8027;p106"/>
                        <p:cNvCxnSpPr/>
                        <p:nvPr/>
                      </p:nvCxnSpPr>
                      <p:spPr>
                        <a:xfrm flipH="1" rot="10800000">
                          <a:off x="7026654" y="2846719"/>
                          <a:ext cx="113419" cy="92426"/>
                        </a:xfrm>
                        <a:prstGeom prst="straightConnector1">
                          <a:avLst/>
                        </a:prstGeom>
                        <a:noFill/>
                        <a:ln cap="flat" cmpd="sng" w="9525">
                          <a:solidFill>
                            <a:schemeClr val="dk1"/>
                          </a:solidFill>
                          <a:prstDash val="solid"/>
                          <a:miter lim="800000"/>
                          <a:headEnd len="sm" w="sm" type="none"/>
                          <a:tailEnd len="sm" w="sm" type="none"/>
                        </a:ln>
                      </p:spPr>
                    </p:cxnSp>
                    <p:cxnSp>
                      <p:nvCxnSpPr>
                        <p:cNvPr id="8028" name="Google Shape;8028;p106"/>
                        <p:cNvCxnSpPr/>
                        <p:nvPr/>
                      </p:nvCxnSpPr>
                      <p:spPr>
                        <a:xfrm>
                          <a:off x="6581933" y="2939145"/>
                          <a:ext cx="450690" cy="0"/>
                        </a:xfrm>
                        <a:prstGeom prst="straightConnector1">
                          <a:avLst/>
                        </a:prstGeom>
                        <a:noFill/>
                        <a:ln cap="flat" cmpd="sng" w="9525">
                          <a:solidFill>
                            <a:schemeClr val="dk1"/>
                          </a:solidFill>
                          <a:prstDash val="solid"/>
                          <a:miter lim="800000"/>
                          <a:headEnd len="sm" w="sm" type="none"/>
                          <a:tailEnd len="sm" w="sm" type="none"/>
                        </a:ln>
                      </p:spPr>
                    </p:cxnSp>
                  </p:grpSp>
                  <p:grpSp>
                    <p:nvGrpSpPr>
                      <p:cNvPr id="8029" name="Google Shape;8029;p106"/>
                      <p:cNvGrpSpPr/>
                      <p:nvPr/>
                    </p:nvGrpSpPr>
                    <p:grpSpPr>
                      <a:xfrm>
                        <a:off x="6396367" y="3730765"/>
                        <a:ext cx="558139" cy="92426"/>
                        <a:chOff x="6582413" y="2846650"/>
                        <a:chExt cx="558139" cy="92426"/>
                      </a:xfrm>
                    </p:grpSpPr>
                    <p:cxnSp>
                      <p:nvCxnSpPr>
                        <p:cNvPr id="8030" name="Google Shape;8030;p106"/>
                        <p:cNvCxnSpPr/>
                        <p:nvPr/>
                      </p:nvCxnSpPr>
                      <p:spPr>
                        <a:xfrm flipH="1" rot="10800000">
                          <a:off x="7027133" y="2846650"/>
                          <a:ext cx="113419" cy="92426"/>
                        </a:xfrm>
                        <a:prstGeom prst="straightConnector1">
                          <a:avLst/>
                        </a:prstGeom>
                        <a:noFill/>
                        <a:ln cap="flat" cmpd="sng" w="9525">
                          <a:solidFill>
                            <a:schemeClr val="dk1"/>
                          </a:solidFill>
                          <a:prstDash val="solid"/>
                          <a:miter lim="800000"/>
                          <a:headEnd len="sm" w="sm" type="none"/>
                          <a:tailEnd len="sm" w="sm" type="none"/>
                        </a:ln>
                      </p:spPr>
                    </p:cxnSp>
                    <p:cxnSp>
                      <p:nvCxnSpPr>
                        <p:cNvPr id="8031" name="Google Shape;8031;p106"/>
                        <p:cNvCxnSpPr/>
                        <p:nvPr/>
                      </p:nvCxnSpPr>
                      <p:spPr>
                        <a:xfrm>
                          <a:off x="6582413" y="2939076"/>
                          <a:ext cx="450690" cy="0"/>
                        </a:xfrm>
                        <a:prstGeom prst="straightConnector1">
                          <a:avLst/>
                        </a:prstGeom>
                        <a:noFill/>
                        <a:ln cap="flat" cmpd="sng" w="9525">
                          <a:solidFill>
                            <a:schemeClr val="dk1"/>
                          </a:solidFill>
                          <a:prstDash val="solid"/>
                          <a:miter lim="800000"/>
                          <a:headEnd len="sm" w="sm" type="none"/>
                          <a:tailEnd len="sm" w="sm" type="none"/>
                        </a:ln>
                      </p:spPr>
                    </p:cxnSp>
                  </p:grpSp>
                </p:grpSp>
                <p:cxnSp>
                  <p:nvCxnSpPr>
                    <p:cNvPr id="8032" name="Google Shape;8032;p106"/>
                    <p:cNvCxnSpPr/>
                    <p:nvPr/>
                  </p:nvCxnSpPr>
                  <p:spPr>
                    <a:xfrm flipH="1">
                      <a:off x="6685171" y="4525377"/>
                      <a:ext cx="4763" cy="855662"/>
                    </a:xfrm>
                    <a:prstGeom prst="straightConnector1">
                      <a:avLst/>
                    </a:prstGeom>
                    <a:noFill/>
                    <a:ln cap="flat" cmpd="sng" w="25400">
                      <a:solidFill>
                        <a:schemeClr val="dk1"/>
                      </a:solidFill>
                      <a:prstDash val="solid"/>
                      <a:miter lim="800000"/>
                      <a:headEnd len="sm" w="sm" type="none"/>
                      <a:tailEnd len="sm" w="sm" type="none"/>
                    </a:ln>
                  </p:spPr>
                </p:cxnSp>
                <p:cxnSp>
                  <p:nvCxnSpPr>
                    <p:cNvPr id="8033" name="Google Shape;8033;p106"/>
                    <p:cNvCxnSpPr/>
                    <p:nvPr/>
                  </p:nvCxnSpPr>
                  <p:spPr>
                    <a:xfrm>
                      <a:off x="6632784" y="4706352"/>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034" name="Google Shape;8034;p106"/>
                    <p:cNvCxnSpPr/>
                    <p:nvPr/>
                  </p:nvCxnSpPr>
                  <p:spPr>
                    <a:xfrm>
                      <a:off x="6631196" y="4771439"/>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035" name="Google Shape;8035;p106"/>
                    <p:cNvCxnSpPr/>
                    <p:nvPr/>
                  </p:nvCxnSpPr>
                  <p:spPr>
                    <a:xfrm>
                      <a:off x="6631196" y="4849227"/>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036" name="Google Shape;8036;p106"/>
                    <p:cNvCxnSpPr/>
                    <p:nvPr/>
                  </p:nvCxnSpPr>
                  <p:spPr>
                    <a:xfrm>
                      <a:off x="6629609" y="4914314"/>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037" name="Google Shape;8037;p106"/>
                    <p:cNvCxnSpPr/>
                    <p:nvPr/>
                  </p:nvCxnSpPr>
                  <p:spPr>
                    <a:xfrm>
                      <a:off x="6628021" y="4976227"/>
                      <a:ext cx="60325" cy="0"/>
                    </a:xfrm>
                    <a:prstGeom prst="straightConnector1">
                      <a:avLst/>
                    </a:prstGeom>
                    <a:noFill/>
                    <a:ln cap="flat" cmpd="sng" w="9525">
                      <a:solidFill>
                        <a:schemeClr val="dk1"/>
                      </a:solidFill>
                      <a:prstDash val="solid"/>
                      <a:miter lim="800000"/>
                      <a:headEnd len="sm" w="sm" type="none"/>
                      <a:tailEnd len="sm" w="sm" type="none"/>
                    </a:ln>
                  </p:spPr>
                </p:cxnSp>
                <p:cxnSp>
                  <p:nvCxnSpPr>
                    <p:cNvPr id="8038" name="Google Shape;8038;p106"/>
                    <p:cNvCxnSpPr/>
                    <p:nvPr/>
                  </p:nvCxnSpPr>
                  <p:spPr>
                    <a:xfrm>
                      <a:off x="6628021" y="5044489"/>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039" name="Google Shape;8039;p106"/>
                    <p:cNvCxnSpPr/>
                    <p:nvPr/>
                  </p:nvCxnSpPr>
                  <p:spPr>
                    <a:xfrm>
                      <a:off x="6626434" y="511433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040" name="Google Shape;8040;p106"/>
                    <p:cNvCxnSpPr/>
                    <p:nvPr/>
                  </p:nvCxnSpPr>
                  <p:spPr>
                    <a:xfrm>
                      <a:off x="6629609" y="518418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041" name="Google Shape;8041;p106"/>
                    <p:cNvCxnSpPr/>
                    <p:nvPr/>
                  </p:nvCxnSpPr>
                  <p:spPr>
                    <a:xfrm>
                      <a:off x="6631196" y="5252452"/>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042" name="Google Shape;8042;p106"/>
                    <p:cNvCxnSpPr/>
                    <p:nvPr/>
                  </p:nvCxnSpPr>
                  <p:spPr>
                    <a:xfrm>
                      <a:off x="6631196" y="5322302"/>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043" name="Google Shape;8043;p106"/>
                    <p:cNvCxnSpPr/>
                    <p:nvPr/>
                  </p:nvCxnSpPr>
                  <p:spPr>
                    <a:xfrm>
                      <a:off x="6632784" y="538738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044" name="Google Shape;8044;p106"/>
                    <p:cNvCxnSpPr/>
                    <p:nvPr/>
                  </p:nvCxnSpPr>
                  <p:spPr>
                    <a:xfrm rot="10800000">
                      <a:off x="6632784" y="4531727"/>
                      <a:ext cx="58737" cy="0"/>
                    </a:xfrm>
                    <a:prstGeom prst="straightConnector1">
                      <a:avLst/>
                    </a:prstGeom>
                    <a:noFill/>
                    <a:ln cap="flat" cmpd="sng" w="22225">
                      <a:solidFill>
                        <a:schemeClr val="dk1"/>
                      </a:solidFill>
                      <a:prstDash val="solid"/>
                      <a:miter lim="800000"/>
                      <a:headEnd len="sm" w="sm" type="none"/>
                      <a:tailEnd len="sm" w="sm" type="none"/>
                    </a:ln>
                  </p:spPr>
                </p:cxnSp>
                <p:grpSp>
                  <p:nvGrpSpPr>
                    <p:cNvPr id="8045" name="Google Shape;8045;p106"/>
                    <p:cNvGrpSpPr/>
                    <p:nvPr/>
                  </p:nvGrpSpPr>
                  <p:grpSpPr>
                    <a:xfrm>
                      <a:off x="6434171" y="4488570"/>
                      <a:ext cx="224203" cy="179034"/>
                      <a:chOff x="3668110" y="2448910"/>
                      <a:chExt cx="3794234" cy="2165130"/>
                    </a:xfrm>
                  </p:grpSpPr>
                  <p:sp>
                    <p:nvSpPr>
                      <p:cNvPr id="8046" name="Google Shape;8046;p106"/>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047" name="Google Shape;8047;p106"/>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8048" name="Google Shape;8048;p106"/>
                      <p:cNvGrpSpPr/>
                      <p:nvPr/>
                    </p:nvGrpSpPr>
                    <p:grpSpPr>
                      <a:xfrm>
                        <a:off x="3941378" y="2603243"/>
                        <a:ext cx="3202061" cy="1066110"/>
                        <a:chOff x="7939341" y="3037317"/>
                        <a:chExt cx="897649" cy="353919"/>
                      </a:xfrm>
                    </p:grpSpPr>
                    <p:sp>
                      <p:nvSpPr>
                        <p:cNvPr id="8049" name="Google Shape;8049;p106"/>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050" name="Google Shape;8050;p106"/>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051" name="Google Shape;8051;p106"/>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26" name="Google Shape;7926;p106"/>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nvGrpSpPr>
                  <p:cNvPr id="8052" name="Google Shape;8052;p106"/>
                  <p:cNvGrpSpPr/>
                  <p:nvPr/>
                </p:nvGrpSpPr>
                <p:grpSpPr>
                  <a:xfrm>
                    <a:off x="7042815" y="4496514"/>
                    <a:ext cx="267206" cy="997245"/>
                    <a:chOff x="6424315" y="4488570"/>
                    <a:chExt cx="267206" cy="997245"/>
                  </a:xfrm>
                </p:grpSpPr>
                <p:grpSp>
                  <p:nvGrpSpPr>
                    <p:cNvPr id="8053" name="Google Shape;8053;p106"/>
                    <p:cNvGrpSpPr/>
                    <p:nvPr/>
                  </p:nvGrpSpPr>
                  <p:grpSpPr>
                    <a:xfrm>
                      <a:off x="6424315" y="4636502"/>
                      <a:ext cx="237939" cy="849312"/>
                      <a:chOff x="6396366" y="3061857"/>
                      <a:chExt cx="570079" cy="838094"/>
                    </a:xfrm>
                  </p:grpSpPr>
                  <p:sp>
                    <p:nvSpPr>
                      <p:cNvPr id="8054" name="Google Shape;8054;p106"/>
                      <p:cNvSpPr/>
                      <p:nvPr/>
                    </p:nvSpPr>
                    <p:spPr>
                      <a:xfrm>
                        <a:off x="6509786" y="3061857"/>
                        <a:ext cx="447707" cy="742536"/>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8055" name="Google Shape;8055;p106"/>
                      <p:cNvCxnSpPr/>
                      <p:nvPr/>
                    </p:nvCxnSpPr>
                    <p:spPr>
                      <a:xfrm flipH="1" rot="10800000">
                        <a:off x="6847057" y="3061857"/>
                        <a:ext cx="113419" cy="92425"/>
                      </a:xfrm>
                      <a:prstGeom prst="straightConnector1">
                        <a:avLst/>
                      </a:prstGeom>
                      <a:noFill/>
                      <a:ln cap="flat" cmpd="sng" w="9525">
                        <a:solidFill>
                          <a:schemeClr val="dk1"/>
                        </a:solidFill>
                        <a:prstDash val="solid"/>
                        <a:miter lim="800000"/>
                        <a:headEnd len="sm" w="sm" type="none"/>
                        <a:tailEnd len="sm" w="sm" type="none"/>
                      </a:ln>
                    </p:spPr>
                  </p:cxnSp>
                  <p:sp>
                    <p:nvSpPr>
                      <p:cNvPr id="8056" name="Google Shape;8056;p106"/>
                      <p:cNvSpPr/>
                      <p:nvPr/>
                    </p:nvSpPr>
                    <p:spPr>
                      <a:xfrm>
                        <a:off x="6476953" y="3071256"/>
                        <a:ext cx="131327" cy="1159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8057" name="Google Shape;8057;p106"/>
                      <p:cNvCxnSpPr/>
                      <p:nvPr/>
                    </p:nvCxnSpPr>
                    <p:spPr>
                      <a:xfrm flipH="1" rot="10800000">
                        <a:off x="6396367" y="3061857"/>
                        <a:ext cx="113419" cy="92425"/>
                      </a:xfrm>
                      <a:prstGeom prst="straightConnector1">
                        <a:avLst/>
                      </a:prstGeom>
                      <a:noFill/>
                      <a:ln cap="flat" cmpd="sng" w="9525">
                        <a:solidFill>
                          <a:schemeClr val="dk1"/>
                        </a:solidFill>
                        <a:prstDash val="solid"/>
                        <a:miter lim="800000"/>
                        <a:headEnd len="sm" w="sm" type="none"/>
                        <a:tailEnd len="sm" w="sm" type="none"/>
                      </a:ln>
                    </p:spPr>
                  </p:cxnSp>
                  <p:sp>
                    <p:nvSpPr>
                      <p:cNvPr id="8058" name="Google Shape;8058;p106"/>
                      <p:cNvSpPr/>
                      <p:nvPr/>
                    </p:nvSpPr>
                    <p:spPr>
                      <a:xfrm>
                        <a:off x="6817210" y="3702567"/>
                        <a:ext cx="131327" cy="1159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sp>
                    <p:nvSpPr>
                      <p:cNvPr id="8059" name="Google Shape;8059;p106"/>
                      <p:cNvSpPr/>
                      <p:nvPr/>
                    </p:nvSpPr>
                    <p:spPr>
                      <a:xfrm>
                        <a:off x="6405320" y="3157415"/>
                        <a:ext cx="444723" cy="742536"/>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8060" name="Google Shape;8060;p106"/>
                      <p:cNvCxnSpPr/>
                      <p:nvPr/>
                    </p:nvCxnSpPr>
                    <p:spPr>
                      <a:xfrm flipH="1" rot="10800000">
                        <a:off x="6847057" y="3804392"/>
                        <a:ext cx="113419" cy="92425"/>
                      </a:xfrm>
                      <a:prstGeom prst="straightConnector1">
                        <a:avLst/>
                      </a:prstGeom>
                      <a:noFill/>
                      <a:ln cap="flat" cmpd="sng" w="9525">
                        <a:solidFill>
                          <a:schemeClr val="dk1"/>
                        </a:solidFill>
                        <a:prstDash val="solid"/>
                        <a:miter lim="800000"/>
                        <a:headEnd len="sm" w="sm" type="none"/>
                        <a:tailEnd len="sm" w="sm" type="none"/>
                      </a:ln>
                    </p:spPr>
                  </p:cxnSp>
                  <p:grpSp>
                    <p:nvGrpSpPr>
                      <p:cNvPr id="8061" name="Google Shape;8061;p106"/>
                      <p:cNvGrpSpPr/>
                      <p:nvPr/>
                    </p:nvGrpSpPr>
                    <p:grpSpPr>
                      <a:xfrm>
                        <a:off x="6399350" y="3137050"/>
                        <a:ext cx="561125" cy="92425"/>
                        <a:chOff x="6581076" y="2845711"/>
                        <a:chExt cx="561125" cy="92425"/>
                      </a:xfrm>
                    </p:grpSpPr>
                    <p:cxnSp>
                      <p:nvCxnSpPr>
                        <p:cNvPr id="8062" name="Google Shape;8062;p106"/>
                        <p:cNvCxnSpPr/>
                        <p:nvPr/>
                      </p:nvCxnSpPr>
                      <p:spPr>
                        <a:xfrm flipH="1" rot="10800000">
                          <a:off x="7028782" y="2845711"/>
                          <a:ext cx="113419" cy="92425"/>
                        </a:xfrm>
                        <a:prstGeom prst="straightConnector1">
                          <a:avLst/>
                        </a:prstGeom>
                        <a:noFill/>
                        <a:ln cap="flat" cmpd="sng" w="9525">
                          <a:solidFill>
                            <a:schemeClr val="dk1"/>
                          </a:solidFill>
                          <a:prstDash val="solid"/>
                          <a:miter lim="800000"/>
                          <a:headEnd len="sm" w="sm" type="none"/>
                          <a:tailEnd len="sm" w="sm" type="none"/>
                        </a:ln>
                      </p:spPr>
                    </p:cxnSp>
                    <p:cxnSp>
                      <p:nvCxnSpPr>
                        <p:cNvPr id="8063" name="Google Shape;8063;p106"/>
                        <p:cNvCxnSpPr/>
                        <p:nvPr/>
                      </p:nvCxnSpPr>
                      <p:spPr>
                        <a:xfrm>
                          <a:off x="6581076" y="2938136"/>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8064" name="Google Shape;8064;p106"/>
                      <p:cNvGrpSpPr/>
                      <p:nvPr/>
                    </p:nvGrpSpPr>
                    <p:grpSpPr>
                      <a:xfrm>
                        <a:off x="6399351" y="3202845"/>
                        <a:ext cx="567094" cy="89292"/>
                        <a:chOff x="6581557" y="2845642"/>
                        <a:chExt cx="567094" cy="89292"/>
                      </a:xfrm>
                    </p:grpSpPr>
                    <p:cxnSp>
                      <p:nvCxnSpPr>
                        <p:cNvPr id="8065" name="Google Shape;8065;p106"/>
                        <p:cNvCxnSpPr/>
                        <p:nvPr/>
                      </p:nvCxnSpPr>
                      <p:spPr>
                        <a:xfrm flipH="1" rot="10800000">
                          <a:off x="7029263" y="2845642"/>
                          <a:ext cx="119388" cy="89292"/>
                        </a:xfrm>
                        <a:prstGeom prst="straightConnector1">
                          <a:avLst/>
                        </a:prstGeom>
                        <a:noFill/>
                        <a:ln cap="flat" cmpd="sng" w="9525">
                          <a:solidFill>
                            <a:schemeClr val="dk1"/>
                          </a:solidFill>
                          <a:prstDash val="solid"/>
                          <a:miter lim="800000"/>
                          <a:headEnd len="sm" w="sm" type="none"/>
                          <a:tailEnd len="sm" w="sm" type="none"/>
                        </a:ln>
                      </p:spPr>
                    </p:cxnSp>
                    <p:cxnSp>
                      <p:nvCxnSpPr>
                        <p:cNvPr id="8066" name="Google Shape;8066;p106"/>
                        <p:cNvCxnSpPr/>
                        <p:nvPr/>
                      </p:nvCxnSpPr>
                      <p:spPr>
                        <a:xfrm>
                          <a:off x="6581557" y="2934934"/>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8067" name="Google Shape;8067;p106"/>
                      <p:cNvGrpSpPr/>
                      <p:nvPr/>
                    </p:nvGrpSpPr>
                    <p:grpSpPr>
                      <a:xfrm>
                        <a:off x="6399350" y="3268639"/>
                        <a:ext cx="558142" cy="89292"/>
                        <a:chOff x="6582036" y="2845572"/>
                        <a:chExt cx="558142" cy="89292"/>
                      </a:xfrm>
                    </p:grpSpPr>
                    <p:cxnSp>
                      <p:nvCxnSpPr>
                        <p:cNvPr id="8068" name="Google Shape;8068;p106"/>
                        <p:cNvCxnSpPr/>
                        <p:nvPr/>
                      </p:nvCxnSpPr>
                      <p:spPr>
                        <a:xfrm flipH="1" rot="10800000">
                          <a:off x="7026759" y="2845572"/>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8069" name="Google Shape;8069;p106"/>
                        <p:cNvCxnSpPr/>
                        <p:nvPr/>
                      </p:nvCxnSpPr>
                      <p:spPr>
                        <a:xfrm>
                          <a:off x="6582036" y="293486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8070" name="Google Shape;8070;p106"/>
                      <p:cNvGrpSpPr/>
                      <p:nvPr/>
                    </p:nvGrpSpPr>
                    <p:grpSpPr>
                      <a:xfrm>
                        <a:off x="6399350" y="3334433"/>
                        <a:ext cx="558141" cy="89292"/>
                        <a:chOff x="6582516" y="2845502"/>
                        <a:chExt cx="558141" cy="89292"/>
                      </a:xfrm>
                    </p:grpSpPr>
                    <p:cxnSp>
                      <p:nvCxnSpPr>
                        <p:cNvPr id="8071" name="Google Shape;8071;p106"/>
                        <p:cNvCxnSpPr/>
                        <p:nvPr/>
                      </p:nvCxnSpPr>
                      <p:spPr>
                        <a:xfrm flipH="1" rot="10800000">
                          <a:off x="7027238" y="2845502"/>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8072" name="Google Shape;8072;p106"/>
                        <p:cNvCxnSpPr/>
                        <p:nvPr/>
                      </p:nvCxnSpPr>
                      <p:spPr>
                        <a:xfrm>
                          <a:off x="6582516" y="293479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8073" name="Google Shape;8073;p106"/>
                      <p:cNvGrpSpPr/>
                      <p:nvPr/>
                    </p:nvGrpSpPr>
                    <p:grpSpPr>
                      <a:xfrm>
                        <a:off x="6399349" y="3400228"/>
                        <a:ext cx="558142" cy="89292"/>
                        <a:chOff x="6582995" y="2845433"/>
                        <a:chExt cx="558142" cy="89292"/>
                      </a:xfrm>
                    </p:grpSpPr>
                    <p:cxnSp>
                      <p:nvCxnSpPr>
                        <p:cNvPr id="8074" name="Google Shape;8074;p106"/>
                        <p:cNvCxnSpPr/>
                        <p:nvPr/>
                      </p:nvCxnSpPr>
                      <p:spPr>
                        <a:xfrm flipH="1" rot="10800000">
                          <a:off x="7027718" y="2845433"/>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8075" name="Google Shape;8075;p106"/>
                        <p:cNvCxnSpPr/>
                        <p:nvPr/>
                      </p:nvCxnSpPr>
                      <p:spPr>
                        <a:xfrm>
                          <a:off x="6582995" y="293472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8076" name="Google Shape;8076;p106"/>
                      <p:cNvGrpSpPr/>
                      <p:nvPr/>
                    </p:nvGrpSpPr>
                    <p:grpSpPr>
                      <a:xfrm>
                        <a:off x="6399351" y="3466022"/>
                        <a:ext cx="558141" cy="93992"/>
                        <a:chOff x="6583477" y="2845363"/>
                        <a:chExt cx="558141" cy="93992"/>
                      </a:xfrm>
                    </p:grpSpPr>
                    <p:cxnSp>
                      <p:nvCxnSpPr>
                        <p:cNvPr id="8077" name="Google Shape;8077;p106"/>
                        <p:cNvCxnSpPr/>
                        <p:nvPr/>
                      </p:nvCxnSpPr>
                      <p:spPr>
                        <a:xfrm flipH="1" rot="10800000">
                          <a:off x="7028199" y="2845363"/>
                          <a:ext cx="113419" cy="93992"/>
                        </a:xfrm>
                        <a:prstGeom prst="straightConnector1">
                          <a:avLst/>
                        </a:prstGeom>
                        <a:noFill/>
                        <a:ln cap="flat" cmpd="sng" w="9525">
                          <a:solidFill>
                            <a:schemeClr val="dk1"/>
                          </a:solidFill>
                          <a:prstDash val="solid"/>
                          <a:miter lim="800000"/>
                          <a:headEnd len="sm" w="sm" type="none"/>
                          <a:tailEnd len="sm" w="sm" type="none"/>
                        </a:ln>
                      </p:spPr>
                    </p:cxnSp>
                    <p:cxnSp>
                      <p:nvCxnSpPr>
                        <p:cNvPr id="8078" name="Google Shape;8078;p106"/>
                        <p:cNvCxnSpPr/>
                        <p:nvPr/>
                      </p:nvCxnSpPr>
                      <p:spPr>
                        <a:xfrm>
                          <a:off x="6583477" y="2939355"/>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8079" name="Google Shape;8079;p106"/>
                      <p:cNvGrpSpPr/>
                      <p:nvPr/>
                    </p:nvGrpSpPr>
                    <p:grpSpPr>
                      <a:xfrm>
                        <a:off x="6396366" y="3528683"/>
                        <a:ext cx="561126" cy="97125"/>
                        <a:chOff x="6580972" y="2842160"/>
                        <a:chExt cx="561126" cy="97125"/>
                      </a:xfrm>
                    </p:grpSpPr>
                    <p:cxnSp>
                      <p:nvCxnSpPr>
                        <p:cNvPr id="8080" name="Google Shape;8080;p106"/>
                        <p:cNvCxnSpPr/>
                        <p:nvPr/>
                      </p:nvCxnSpPr>
                      <p:spPr>
                        <a:xfrm flipH="1" rot="10800000">
                          <a:off x="7028679" y="2842160"/>
                          <a:ext cx="113419" cy="97125"/>
                        </a:xfrm>
                        <a:prstGeom prst="straightConnector1">
                          <a:avLst/>
                        </a:prstGeom>
                        <a:noFill/>
                        <a:ln cap="flat" cmpd="sng" w="9525">
                          <a:solidFill>
                            <a:schemeClr val="dk1"/>
                          </a:solidFill>
                          <a:prstDash val="solid"/>
                          <a:miter lim="800000"/>
                          <a:headEnd len="sm" w="sm" type="none"/>
                          <a:tailEnd len="sm" w="sm" type="none"/>
                        </a:ln>
                      </p:spPr>
                    </p:cxnSp>
                    <p:cxnSp>
                      <p:nvCxnSpPr>
                        <p:cNvPr id="8081" name="Google Shape;8081;p106"/>
                        <p:cNvCxnSpPr/>
                        <p:nvPr/>
                      </p:nvCxnSpPr>
                      <p:spPr>
                        <a:xfrm>
                          <a:off x="6580972" y="2939284"/>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8082" name="Google Shape;8082;p106"/>
                      <p:cNvGrpSpPr/>
                      <p:nvPr/>
                    </p:nvGrpSpPr>
                    <p:grpSpPr>
                      <a:xfrm>
                        <a:off x="6396366" y="3594477"/>
                        <a:ext cx="561125" cy="97125"/>
                        <a:chOff x="6581452" y="2842090"/>
                        <a:chExt cx="561125" cy="97125"/>
                      </a:xfrm>
                    </p:grpSpPr>
                    <p:cxnSp>
                      <p:nvCxnSpPr>
                        <p:cNvPr id="8083" name="Google Shape;8083;p106"/>
                        <p:cNvCxnSpPr/>
                        <p:nvPr/>
                      </p:nvCxnSpPr>
                      <p:spPr>
                        <a:xfrm flipH="1" rot="10800000">
                          <a:off x="7029158" y="2842090"/>
                          <a:ext cx="113419" cy="97125"/>
                        </a:xfrm>
                        <a:prstGeom prst="straightConnector1">
                          <a:avLst/>
                        </a:prstGeom>
                        <a:noFill/>
                        <a:ln cap="flat" cmpd="sng" w="9525">
                          <a:solidFill>
                            <a:schemeClr val="dk1"/>
                          </a:solidFill>
                          <a:prstDash val="solid"/>
                          <a:miter lim="800000"/>
                          <a:headEnd len="sm" w="sm" type="none"/>
                          <a:tailEnd len="sm" w="sm" type="none"/>
                        </a:ln>
                      </p:spPr>
                    </p:cxnSp>
                    <p:cxnSp>
                      <p:nvCxnSpPr>
                        <p:cNvPr id="8084" name="Google Shape;8084;p106"/>
                        <p:cNvCxnSpPr/>
                        <p:nvPr/>
                      </p:nvCxnSpPr>
                      <p:spPr>
                        <a:xfrm>
                          <a:off x="6581452" y="2939215"/>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8085" name="Google Shape;8085;p106"/>
                      <p:cNvGrpSpPr/>
                      <p:nvPr/>
                    </p:nvGrpSpPr>
                    <p:grpSpPr>
                      <a:xfrm>
                        <a:off x="6396367" y="3664970"/>
                        <a:ext cx="558140" cy="92426"/>
                        <a:chOff x="6581933" y="2846719"/>
                        <a:chExt cx="558140" cy="92426"/>
                      </a:xfrm>
                    </p:grpSpPr>
                    <p:cxnSp>
                      <p:nvCxnSpPr>
                        <p:cNvPr id="8086" name="Google Shape;8086;p106"/>
                        <p:cNvCxnSpPr/>
                        <p:nvPr/>
                      </p:nvCxnSpPr>
                      <p:spPr>
                        <a:xfrm flipH="1" rot="10800000">
                          <a:off x="7026654" y="2846719"/>
                          <a:ext cx="113419" cy="92426"/>
                        </a:xfrm>
                        <a:prstGeom prst="straightConnector1">
                          <a:avLst/>
                        </a:prstGeom>
                        <a:noFill/>
                        <a:ln cap="flat" cmpd="sng" w="9525">
                          <a:solidFill>
                            <a:schemeClr val="dk1"/>
                          </a:solidFill>
                          <a:prstDash val="solid"/>
                          <a:miter lim="800000"/>
                          <a:headEnd len="sm" w="sm" type="none"/>
                          <a:tailEnd len="sm" w="sm" type="none"/>
                        </a:ln>
                      </p:spPr>
                    </p:cxnSp>
                    <p:cxnSp>
                      <p:nvCxnSpPr>
                        <p:cNvPr id="8087" name="Google Shape;8087;p106"/>
                        <p:cNvCxnSpPr/>
                        <p:nvPr/>
                      </p:nvCxnSpPr>
                      <p:spPr>
                        <a:xfrm>
                          <a:off x="6581933" y="2939145"/>
                          <a:ext cx="450690" cy="0"/>
                        </a:xfrm>
                        <a:prstGeom prst="straightConnector1">
                          <a:avLst/>
                        </a:prstGeom>
                        <a:noFill/>
                        <a:ln cap="flat" cmpd="sng" w="9525">
                          <a:solidFill>
                            <a:schemeClr val="dk1"/>
                          </a:solidFill>
                          <a:prstDash val="solid"/>
                          <a:miter lim="800000"/>
                          <a:headEnd len="sm" w="sm" type="none"/>
                          <a:tailEnd len="sm" w="sm" type="none"/>
                        </a:ln>
                      </p:spPr>
                    </p:cxnSp>
                  </p:grpSp>
                  <p:grpSp>
                    <p:nvGrpSpPr>
                      <p:cNvPr id="8088" name="Google Shape;8088;p106"/>
                      <p:cNvGrpSpPr/>
                      <p:nvPr/>
                    </p:nvGrpSpPr>
                    <p:grpSpPr>
                      <a:xfrm>
                        <a:off x="6396367" y="3730765"/>
                        <a:ext cx="558139" cy="92426"/>
                        <a:chOff x="6582413" y="2846650"/>
                        <a:chExt cx="558139" cy="92426"/>
                      </a:xfrm>
                    </p:grpSpPr>
                    <p:cxnSp>
                      <p:nvCxnSpPr>
                        <p:cNvPr id="8089" name="Google Shape;8089;p106"/>
                        <p:cNvCxnSpPr/>
                        <p:nvPr/>
                      </p:nvCxnSpPr>
                      <p:spPr>
                        <a:xfrm flipH="1" rot="10800000">
                          <a:off x="7027133" y="2846650"/>
                          <a:ext cx="113419" cy="92426"/>
                        </a:xfrm>
                        <a:prstGeom prst="straightConnector1">
                          <a:avLst/>
                        </a:prstGeom>
                        <a:noFill/>
                        <a:ln cap="flat" cmpd="sng" w="9525">
                          <a:solidFill>
                            <a:schemeClr val="dk1"/>
                          </a:solidFill>
                          <a:prstDash val="solid"/>
                          <a:miter lim="800000"/>
                          <a:headEnd len="sm" w="sm" type="none"/>
                          <a:tailEnd len="sm" w="sm" type="none"/>
                        </a:ln>
                      </p:spPr>
                    </p:cxnSp>
                    <p:cxnSp>
                      <p:nvCxnSpPr>
                        <p:cNvPr id="8090" name="Google Shape;8090;p106"/>
                        <p:cNvCxnSpPr/>
                        <p:nvPr/>
                      </p:nvCxnSpPr>
                      <p:spPr>
                        <a:xfrm>
                          <a:off x="6582413" y="2939076"/>
                          <a:ext cx="450690" cy="0"/>
                        </a:xfrm>
                        <a:prstGeom prst="straightConnector1">
                          <a:avLst/>
                        </a:prstGeom>
                        <a:noFill/>
                        <a:ln cap="flat" cmpd="sng" w="9525">
                          <a:solidFill>
                            <a:schemeClr val="dk1"/>
                          </a:solidFill>
                          <a:prstDash val="solid"/>
                          <a:miter lim="800000"/>
                          <a:headEnd len="sm" w="sm" type="none"/>
                          <a:tailEnd len="sm" w="sm" type="none"/>
                        </a:ln>
                      </p:spPr>
                    </p:cxnSp>
                  </p:grpSp>
                </p:grpSp>
                <p:cxnSp>
                  <p:nvCxnSpPr>
                    <p:cNvPr id="8091" name="Google Shape;8091;p106"/>
                    <p:cNvCxnSpPr/>
                    <p:nvPr/>
                  </p:nvCxnSpPr>
                  <p:spPr>
                    <a:xfrm flipH="1">
                      <a:off x="6685171" y="4525377"/>
                      <a:ext cx="4763" cy="855662"/>
                    </a:xfrm>
                    <a:prstGeom prst="straightConnector1">
                      <a:avLst/>
                    </a:prstGeom>
                    <a:noFill/>
                    <a:ln cap="flat" cmpd="sng" w="25400">
                      <a:solidFill>
                        <a:schemeClr val="dk1"/>
                      </a:solidFill>
                      <a:prstDash val="solid"/>
                      <a:miter lim="800000"/>
                      <a:headEnd len="sm" w="sm" type="none"/>
                      <a:tailEnd len="sm" w="sm" type="none"/>
                    </a:ln>
                  </p:spPr>
                </p:cxnSp>
                <p:cxnSp>
                  <p:nvCxnSpPr>
                    <p:cNvPr id="8092" name="Google Shape;8092;p106"/>
                    <p:cNvCxnSpPr/>
                    <p:nvPr/>
                  </p:nvCxnSpPr>
                  <p:spPr>
                    <a:xfrm>
                      <a:off x="6632784" y="4706352"/>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093" name="Google Shape;8093;p106"/>
                    <p:cNvCxnSpPr/>
                    <p:nvPr/>
                  </p:nvCxnSpPr>
                  <p:spPr>
                    <a:xfrm>
                      <a:off x="6631196" y="4771439"/>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094" name="Google Shape;8094;p106"/>
                    <p:cNvCxnSpPr/>
                    <p:nvPr/>
                  </p:nvCxnSpPr>
                  <p:spPr>
                    <a:xfrm>
                      <a:off x="6631196" y="4849227"/>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095" name="Google Shape;8095;p106"/>
                    <p:cNvCxnSpPr/>
                    <p:nvPr/>
                  </p:nvCxnSpPr>
                  <p:spPr>
                    <a:xfrm>
                      <a:off x="6629609" y="4914314"/>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096" name="Google Shape;8096;p106"/>
                    <p:cNvCxnSpPr/>
                    <p:nvPr/>
                  </p:nvCxnSpPr>
                  <p:spPr>
                    <a:xfrm>
                      <a:off x="6628021" y="4976227"/>
                      <a:ext cx="60325" cy="0"/>
                    </a:xfrm>
                    <a:prstGeom prst="straightConnector1">
                      <a:avLst/>
                    </a:prstGeom>
                    <a:noFill/>
                    <a:ln cap="flat" cmpd="sng" w="9525">
                      <a:solidFill>
                        <a:schemeClr val="dk1"/>
                      </a:solidFill>
                      <a:prstDash val="solid"/>
                      <a:miter lim="800000"/>
                      <a:headEnd len="sm" w="sm" type="none"/>
                      <a:tailEnd len="sm" w="sm" type="none"/>
                    </a:ln>
                  </p:spPr>
                </p:cxnSp>
                <p:cxnSp>
                  <p:nvCxnSpPr>
                    <p:cNvPr id="8097" name="Google Shape;8097;p106"/>
                    <p:cNvCxnSpPr/>
                    <p:nvPr/>
                  </p:nvCxnSpPr>
                  <p:spPr>
                    <a:xfrm>
                      <a:off x="6628021" y="5044489"/>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098" name="Google Shape;8098;p106"/>
                    <p:cNvCxnSpPr/>
                    <p:nvPr/>
                  </p:nvCxnSpPr>
                  <p:spPr>
                    <a:xfrm>
                      <a:off x="6626434" y="511433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099" name="Google Shape;8099;p106"/>
                    <p:cNvCxnSpPr/>
                    <p:nvPr/>
                  </p:nvCxnSpPr>
                  <p:spPr>
                    <a:xfrm>
                      <a:off x="6629609" y="518418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100" name="Google Shape;8100;p106"/>
                    <p:cNvCxnSpPr/>
                    <p:nvPr/>
                  </p:nvCxnSpPr>
                  <p:spPr>
                    <a:xfrm>
                      <a:off x="6631196" y="5252452"/>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101" name="Google Shape;8101;p106"/>
                    <p:cNvCxnSpPr/>
                    <p:nvPr/>
                  </p:nvCxnSpPr>
                  <p:spPr>
                    <a:xfrm>
                      <a:off x="6631196" y="5322302"/>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102" name="Google Shape;8102;p106"/>
                    <p:cNvCxnSpPr/>
                    <p:nvPr/>
                  </p:nvCxnSpPr>
                  <p:spPr>
                    <a:xfrm>
                      <a:off x="6632784" y="538738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103" name="Google Shape;8103;p106"/>
                    <p:cNvCxnSpPr/>
                    <p:nvPr/>
                  </p:nvCxnSpPr>
                  <p:spPr>
                    <a:xfrm rot="10800000">
                      <a:off x="6632784" y="4531727"/>
                      <a:ext cx="58737" cy="0"/>
                    </a:xfrm>
                    <a:prstGeom prst="straightConnector1">
                      <a:avLst/>
                    </a:prstGeom>
                    <a:noFill/>
                    <a:ln cap="flat" cmpd="sng" w="22225">
                      <a:solidFill>
                        <a:schemeClr val="dk1"/>
                      </a:solidFill>
                      <a:prstDash val="solid"/>
                      <a:miter lim="800000"/>
                      <a:headEnd len="sm" w="sm" type="none"/>
                      <a:tailEnd len="sm" w="sm" type="none"/>
                    </a:ln>
                  </p:spPr>
                </p:cxnSp>
                <p:grpSp>
                  <p:nvGrpSpPr>
                    <p:cNvPr id="8104" name="Google Shape;8104;p106"/>
                    <p:cNvGrpSpPr/>
                    <p:nvPr/>
                  </p:nvGrpSpPr>
                  <p:grpSpPr>
                    <a:xfrm>
                      <a:off x="6434171" y="4488570"/>
                      <a:ext cx="224203" cy="179034"/>
                      <a:chOff x="3668110" y="2448910"/>
                      <a:chExt cx="3794234" cy="2165130"/>
                    </a:xfrm>
                  </p:grpSpPr>
                  <p:sp>
                    <p:nvSpPr>
                      <p:cNvPr id="8105" name="Google Shape;8105;p106"/>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06" name="Google Shape;8106;p106"/>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8107" name="Google Shape;8107;p106"/>
                      <p:cNvGrpSpPr/>
                      <p:nvPr/>
                    </p:nvGrpSpPr>
                    <p:grpSpPr>
                      <a:xfrm>
                        <a:off x="3941378" y="2603243"/>
                        <a:ext cx="3202061" cy="1066110"/>
                        <a:chOff x="7939341" y="3037317"/>
                        <a:chExt cx="897649" cy="353919"/>
                      </a:xfrm>
                    </p:grpSpPr>
                    <p:sp>
                      <p:nvSpPr>
                        <p:cNvPr id="7923" name="Google Shape;7923;p106"/>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08" name="Google Shape;8108;p106"/>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09" name="Google Shape;8109;p106"/>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10" name="Google Shape;8110;p106"/>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sp>
                <p:nvSpPr>
                  <p:cNvPr id="8111" name="Google Shape;8111;p106"/>
                  <p:cNvSpPr txBox="1"/>
                  <p:nvPr/>
                </p:nvSpPr>
                <p:spPr>
                  <a:xfrm>
                    <a:off x="7175036" y="4021359"/>
                    <a:ext cx="34336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t>
                    </a:r>
                    <a:endParaRPr/>
                  </a:p>
                </p:txBody>
              </p:sp>
            </p:grpSp>
            <p:sp>
              <p:nvSpPr>
                <p:cNvPr id="8112" name="Google Shape;8112;p106"/>
                <p:cNvSpPr txBox="1"/>
                <p:nvPr/>
              </p:nvSpPr>
              <p:spPr>
                <a:xfrm>
                  <a:off x="7270703" y="4827855"/>
                  <a:ext cx="34336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t>
                  </a:r>
                  <a:endParaRPr/>
                </a:p>
              </p:txBody>
            </p:sp>
          </p:grpSp>
        </p:grpSp>
        <p:grpSp>
          <p:nvGrpSpPr>
            <p:cNvPr id="8113" name="Google Shape;8113;p106"/>
            <p:cNvGrpSpPr/>
            <p:nvPr/>
          </p:nvGrpSpPr>
          <p:grpSpPr>
            <a:xfrm>
              <a:off x="1017496" y="2600174"/>
              <a:ext cx="4405604" cy="990932"/>
              <a:chOff x="788896" y="6230880"/>
              <a:chExt cx="4405604" cy="990932"/>
            </a:xfrm>
          </p:grpSpPr>
          <p:grpSp>
            <p:nvGrpSpPr>
              <p:cNvPr id="8114" name="Google Shape;8114;p106"/>
              <p:cNvGrpSpPr/>
              <p:nvPr/>
            </p:nvGrpSpPr>
            <p:grpSpPr>
              <a:xfrm>
                <a:off x="1244508" y="6689164"/>
                <a:ext cx="3949992" cy="532648"/>
                <a:chOff x="1432767" y="3085352"/>
                <a:chExt cx="3949992" cy="532648"/>
              </a:xfrm>
            </p:grpSpPr>
            <p:cxnSp>
              <p:nvCxnSpPr>
                <p:cNvPr id="8115" name="Google Shape;8115;p106"/>
                <p:cNvCxnSpPr/>
                <p:nvPr/>
              </p:nvCxnSpPr>
              <p:spPr>
                <a:xfrm>
                  <a:off x="3264355" y="3086100"/>
                  <a:ext cx="1269273" cy="519098"/>
                </a:xfrm>
                <a:prstGeom prst="straightConnector1">
                  <a:avLst/>
                </a:prstGeom>
                <a:noFill/>
                <a:ln cap="flat" cmpd="sng" w="19050">
                  <a:solidFill>
                    <a:schemeClr val="dk1"/>
                  </a:solidFill>
                  <a:prstDash val="solid"/>
                  <a:miter lim="800000"/>
                  <a:headEnd len="sm" w="sm" type="none"/>
                  <a:tailEnd len="sm" w="sm" type="none"/>
                </a:ln>
              </p:spPr>
            </p:cxnSp>
            <p:cxnSp>
              <p:nvCxnSpPr>
                <p:cNvPr id="8116" name="Google Shape;8116;p106"/>
                <p:cNvCxnSpPr/>
                <p:nvPr/>
              </p:nvCxnSpPr>
              <p:spPr>
                <a:xfrm flipH="1">
                  <a:off x="1432767" y="3085352"/>
                  <a:ext cx="1588" cy="514350"/>
                </a:xfrm>
                <a:prstGeom prst="straightConnector1">
                  <a:avLst/>
                </a:prstGeom>
                <a:noFill/>
                <a:ln cap="flat" cmpd="sng" w="19050">
                  <a:solidFill>
                    <a:schemeClr val="dk1"/>
                  </a:solidFill>
                  <a:prstDash val="solid"/>
                  <a:miter lim="800000"/>
                  <a:headEnd len="sm" w="sm" type="none"/>
                  <a:tailEnd len="sm" w="sm" type="none"/>
                </a:ln>
              </p:spPr>
            </p:cxnSp>
            <p:cxnSp>
              <p:nvCxnSpPr>
                <p:cNvPr id="8117" name="Google Shape;8117;p106"/>
                <p:cNvCxnSpPr/>
                <p:nvPr/>
              </p:nvCxnSpPr>
              <p:spPr>
                <a:xfrm>
                  <a:off x="3010952" y="3094877"/>
                  <a:ext cx="0" cy="514350"/>
                </a:xfrm>
                <a:prstGeom prst="straightConnector1">
                  <a:avLst/>
                </a:prstGeom>
                <a:noFill/>
                <a:ln cap="flat" cmpd="sng" w="19050">
                  <a:solidFill>
                    <a:schemeClr val="dk1"/>
                  </a:solidFill>
                  <a:prstDash val="solid"/>
                  <a:miter lim="800000"/>
                  <a:headEnd len="sm" w="sm" type="none"/>
                  <a:tailEnd len="sm" w="sm" type="none"/>
                </a:ln>
              </p:spPr>
            </p:cxnSp>
            <p:cxnSp>
              <p:nvCxnSpPr>
                <p:cNvPr id="8118" name="Google Shape;8118;p106"/>
                <p:cNvCxnSpPr/>
                <p:nvPr/>
              </p:nvCxnSpPr>
              <p:spPr>
                <a:xfrm flipH="1">
                  <a:off x="4588152" y="3086100"/>
                  <a:ext cx="1587" cy="514350"/>
                </a:xfrm>
                <a:prstGeom prst="straightConnector1">
                  <a:avLst/>
                </a:prstGeom>
                <a:noFill/>
                <a:ln cap="flat" cmpd="sng" w="19050">
                  <a:solidFill>
                    <a:schemeClr val="dk1"/>
                  </a:solidFill>
                  <a:prstDash val="solid"/>
                  <a:miter lim="800000"/>
                  <a:headEnd len="sm" w="sm" type="none"/>
                  <a:tailEnd len="sm" w="sm" type="none"/>
                </a:ln>
              </p:spPr>
            </p:cxnSp>
            <p:cxnSp>
              <p:nvCxnSpPr>
                <p:cNvPr id="8119" name="Google Shape;8119;p106"/>
                <p:cNvCxnSpPr/>
                <p:nvPr/>
              </p:nvCxnSpPr>
              <p:spPr>
                <a:xfrm flipH="1">
                  <a:off x="1502755" y="3091702"/>
                  <a:ext cx="1269273" cy="519098"/>
                </a:xfrm>
                <a:prstGeom prst="straightConnector1">
                  <a:avLst/>
                </a:prstGeom>
                <a:noFill/>
                <a:ln cap="flat" cmpd="sng" w="19050">
                  <a:solidFill>
                    <a:schemeClr val="dk1"/>
                  </a:solidFill>
                  <a:prstDash val="solid"/>
                  <a:miter lim="800000"/>
                  <a:headEnd len="sm" w="sm" type="none"/>
                  <a:tailEnd len="sm" w="sm" type="none"/>
                </a:ln>
              </p:spPr>
            </p:cxnSp>
            <p:cxnSp>
              <p:nvCxnSpPr>
                <p:cNvPr id="8120" name="Google Shape;8120;p106"/>
                <p:cNvCxnSpPr/>
                <p:nvPr/>
              </p:nvCxnSpPr>
              <p:spPr>
                <a:xfrm flipH="1">
                  <a:off x="3050155" y="3091702"/>
                  <a:ext cx="1417185" cy="526298"/>
                </a:xfrm>
                <a:prstGeom prst="straightConnector1">
                  <a:avLst/>
                </a:prstGeom>
                <a:noFill/>
                <a:ln cap="flat" cmpd="sng" w="19050">
                  <a:solidFill>
                    <a:schemeClr val="dk1"/>
                  </a:solidFill>
                  <a:prstDash val="solid"/>
                  <a:miter lim="800000"/>
                  <a:headEnd len="sm" w="sm" type="none"/>
                  <a:tailEnd len="sm" w="sm" type="none"/>
                </a:ln>
              </p:spPr>
            </p:cxnSp>
            <p:cxnSp>
              <p:nvCxnSpPr>
                <p:cNvPr id="8121" name="Google Shape;8121;p106"/>
                <p:cNvCxnSpPr/>
                <p:nvPr/>
              </p:nvCxnSpPr>
              <p:spPr>
                <a:xfrm flipH="1">
                  <a:off x="4780206" y="3340359"/>
                  <a:ext cx="565231" cy="252153"/>
                </a:xfrm>
                <a:prstGeom prst="straightConnector1">
                  <a:avLst/>
                </a:prstGeom>
                <a:noFill/>
                <a:ln cap="flat" cmpd="sng" w="19050">
                  <a:solidFill>
                    <a:schemeClr val="dk1"/>
                  </a:solidFill>
                  <a:prstDash val="dash"/>
                  <a:miter lim="800000"/>
                  <a:headEnd len="sm" w="sm" type="none"/>
                  <a:tailEnd len="sm" w="sm" type="none"/>
                </a:ln>
              </p:spPr>
            </p:cxnSp>
            <p:cxnSp>
              <p:nvCxnSpPr>
                <p:cNvPr id="8122" name="Google Shape;8122;p106"/>
                <p:cNvCxnSpPr/>
                <p:nvPr/>
              </p:nvCxnSpPr>
              <p:spPr>
                <a:xfrm flipH="1">
                  <a:off x="1632664" y="3086100"/>
                  <a:ext cx="2609091" cy="473152"/>
                </a:xfrm>
                <a:prstGeom prst="straightConnector1">
                  <a:avLst/>
                </a:prstGeom>
                <a:noFill/>
                <a:ln cap="flat" cmpd="sng" w="19050">
                  <a:solidFill>
                    <a:schemeClr val="dk1"/>
                  </a:solidFill>
                  <a:prstDash val="solid"/>
                  <a:miter lim="800000"/>
                  <a:headEnd len="sm" w="sm" type="none"/>
                  <a:tailEnd len="sm" w="sm" type="none"/>
                </a:ln>
              </p:spPr>
            </p:cxnSp>
            <p:cxnSp>
              <p:nvCxnSpPr>
                <p:cNvPr id="8123" name="Google Shape;8123;p106"/>
                <p:cNvCxnSpPr/>
                <p:nvPr/>
              </p:nvCxnSpPr>
              <p:spPr>
                <a:xfrm flipH="1">
                  <a:off x="3230270" y="3253273"/>
                  <a:ext cx="2052963" cy="334347"/>
                </a:xfrm>
                <a:prstGeom prst="straightConnector1">
                  <a:avLst/>
                </a:prstGeom>
                <a:noFill/>
                <a:ln cap="flat" cmpd="sng" w="19050">
                  <a:solidFill>
                    <a:schemeClr val="dk1"/>
                  </a:solidFill>
                  <a:prstDash val="dash"/>
                  <a:miter lim="800000"/>
                  <a:headEnd len="sm" w="sm" type="none"/>
                  <a:tailEnd len="sm" w="sm" type="none"/>
                </a:ln>
              </p:spPr>
            </p:cxnSp>
            <p:cxnSp>
              <p:nvCxnSpPr>
                <p:cNvPr id="8124" name="Google Shape;8124;p106"/>
                <p:cNvCxnSpPr>
                  <a:endCxn id="8125" idx="3"/>
                </p:cNvCxnSpPr>
                <p:nvPr/>
              </p:nvCxnSpPr>
              <p:spPr>
                <a:xfrm flipH="1">
                  <a:off x="1802897" y="3147527"/>
                  <a:ext cx="3530100" cy="407700"/>
                </a:xfrm>
                <a:prstGeom prst="straightConnector1">
                  <a:avLst/>
                </a:prstGeom>
                <a:noFill/>
                <a:ln cap="flat" cmpd="sng" w="19050">
                  <a:solidFill>
                    <a:schemeClr val="dk1"/>
                  </a:solidFill>
                  <a:prstDash val="dash"/>
                  <a:miter lim="800000"/>
                  <a:headEnd len="sm" w="sm" type="none"/>
                  <a:tailEnd len="sm" w="sm" type="none"/>
                </a:ln>
              </p:spPr>
            </p:cxnSp>
            <p:cxnSp>
              <p:nvCxnSpPr>
                <p:cNvPr id="8126" name="Google Shape;8126;p106"/>
                <p:cNvCxnSpPr/>
                <p:nvPr/>
              </p:nvCxnSpPr>
              <p:spPr>
                <a:xfrm>
                  <a:off x="1444739" y="3093289"/>
                  <a:ext cx="1552575" cy="517525"/>
                </a:xfrm>
                <a:prstGeom prst="straightConnector1">
                  <a:avLst/>
                </a:prstGeom>
                <a:noFill/>
                <a:ln cap="flat" cmpd="sng" w="19050">
                  <a:solidFill>
                    <a:schemeClr val="dk1"/>
                  </a:solidFill>
                  <a:prstDash val="solid"/>
                  <a:miter lim="800000"/>
                  <a:headEnd len="sm" w="sm" type="none"/>
                  <a:tailEnd len="sm" w="sm" type="none"/>
                </a:ln>
              </p:spPr>
            </p:cxnSp>
            <p:cxnSp>
              <p:nvCxnSpPr>
                <p:cNvPr id="8127" name="Google Shape;8127;p106"/>
                <p:cNvCxnSpPr/>
                <p:nvPr/>
              </p:nvCxnSpPr>
              <p:spPr>
                <a:xfrm>
                  <a:off x="1585177" y="3086100"/>
                  <a:ext cx="3014662" cy="525463"/>
                </a:xfrm>
                <a:prstGeom prst="straightConnector1">
                  <a:avLst/>
                </a:prstGeom>
                <a:noFill/>
                <a:ln cap="flat" cmpd="sng" w="19050">
                  <a:solidFill>
                    <a:schemeClr val="dk1"/>
                  </a:solidFill>
                  <a:prstDash val="solid"/>
                  <a:miter lim="800000"/>
                  <a:headEnd len="sm" w="sm" type="none"/>
                  <a:tailEnd len="sm" w="sm" type="none"/>
                </a:ln>
              </p:spPr>
            </p:cxnSp>
            <p:cxnSp>
              <p:nvCxnSpPr>
                <p:cNvPr id="8128" name="Google Shape;8128;p106"/>
                <p:cNvCxnSpPr/>
                <p:nvPr/>
              </p:nvCxnSpPr>
              <p:spPr>
                <a:xfrm>
                  <a:off x="1650240" y="3086100"/>
                  <a:ext cx="3682756" cy="484414"/>
                </a:xfrm>
                <a:prstGeom prst="straightConnector1">
                  <a:avLst/>
                </a:prstGeom>
                <a:noFill/>
                <a:ln cap="flat" cmpd="sng" w="19050">
                  <a:solidFill>
                    <a:schemeClr val="dk1"/>
                  </a:solidFill>
                  <a:prstDash val="dash"/>
                  <a:miter lim="800000"/>
                  <a:headEnd len="sm" w="sm" type="none"/>
                  <a:tailEnd len="sm" w="sm" type="none"/>
                </a:ln>
              </p:spPr>
            </p:cxnSp>
            <p:cxnSp>
              <p:nvCxnSpPr>
                <p:cNvPr id="8129" name="Google Shape;8129;p106"/>
                <p:cNvCxnSpPr/>
                <p:nvPr/>
              </p:nvCxnSpPr>
              <p:spPr>
                <a:xfrm rot="10800000">
                  <a:off x="4665026" y="3086101"/>
                  <a:ext cx="674190" cy="204495"/>
                </a:xfrm>
                <a:prstGeom prst="straightConnector1">
                  <a:avLst/>
                </a:prstGeom>
                <a:noFill/>
                <a:ln cap="flat" cmpd="sng" w="19050">
                  <a:solidFill>
                    <a:schemeClr val="dk1"/>
                  </a:solidFill>
                  <a:prstDash val="dash"/>
                  <a:miter lim="800000"/>
                  <a:headEnd len="sm" w="sm" type="none"/>
                  <a:tailEnd len="sm" w="sm" type="none"/>
                </a:ln>
              </p:spPr>
            </p:cxnSp>
            <p:cxnSp>
              <p:nvCxnSpPr>
                <p:cNvPr id="8130" name="Google Shape;8130;p106"/>
                <p:cNvCxnSpPr/>
                <p:nvPr/>
              </p:nvCxnSpPr>
              <p:spPr>
                <a:xfrm>
                  <a:off x="3419946" y="3086100"/>
                  <a:ext cx="1962813" cy="366227"/>
                </a:xfrm>
                <a:prstGeom prst="straightConnector1">
                  <a:avLst/>
                </a:prstGeom>
                <a:noFill/>
                <a:ln cap="flat" cmpd="sng" w="19050">
                  <a:solidFill>
                    <a:schemeClr val="dk1"/>
                  </a:solidFill>
                  <a:prstDash val="dash"/>
                  <a:miter lim="800000"/>
                  <a:headEnd len="sm" w="sm" type="none"/>
                  <a:tailEnd len="sm" w="sm" type="none"/>
                </a:ln>
              </p:spPr>
            </p:cxnSp>
          </p:grpSp>
          <p:grpSp>
            <p:nvGrpSpPr>
              <p:cNvPr id="8131" name="Google Shape;8131;p106"/>
              <p:cNvGrpSpPr/>
              <p:nvPr/>
            </p:nvGrpSpPr>
            <p:grpSpPr>
              <a:xfrm>
                <a:off x="788896" y="6230951"/>
                <a:ext cx="914400" cy="479686"/>
                <a:chOff x="3668110" y="2448910"/>
                <a:chExt cx="3794234" cy="2165130"/>
              </a:xfrm>
            </p:grpSpPr>
            <p:sp>
              <p:nvSpPr>
                <p:cNvPr id="8132" name="Google Shape;8132;p106"/>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33" name="Google Shape;8133;p106"/>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8134" name="Google Shape;8134;p106"/>
                <p:cNvGrpSpPr/>
                <p:nvPr/>
              </p:nvGrpSpPr>
              <p:grpSpPr>
                <a:xfrm>
                  <a:off x="3941378" y="2603243"/>
                  <a:ext cx="3202061" cy="1066110"/>
                  <a:chOff x="7939341" y="3037317"/>
                  <a:chExt cx="897649" cy="353919"/>
                </a:xfrm>
              </p:grpSpPr>
              <p:sp>
                <p:nvSpPr>
                  <p:cNvPr id="8135" name="Google Shape;8135;p106"/>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36" name="Google Shape;8136;p106"/>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37" name="Google Shape;8137;p106"/>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38" name="Google Shape;8138;p106"/>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139" name="Google Shape;8139;p106"/>
              <p:cNvGrpSpPr/>
              <p:nvPr/>
            </p:nvGrpSpPr>
            <p:grpSpPr>
              <a:xfrm>
                <a:off x="2375579" y="6230880"/>
                <a:ext cx="914400" cy="479686"/>
                <a:chOff x="3668110" y="2448910"/>
                <a:chExt cx="3794234" cy="2165130"/>
              </a:xfrm>
            </p:grpSpPr>
            <p:sp>
              <p:nvSpPr>
                <p:cNvPr id="8140" name="Google Shape;8140;p106"/>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41" name="Google Shape;8141;p106"/>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8142" name="Google Shape;8142;p106"/>
                <p:cNvGrpSpPr/>
                <p:nvPr/>
              </p:nvGrpSpPr>
              <p:grpSpPr>
                <a:xfrm>
                  <a:off x="3941378" y="2603243"/>
                  <a:ext cx="3202061" cy="1066110"/>
                  <a:chOff x="7939341" y="3037317"/>
                  <a:chExt cx="897649" cy="353919"/>
                </a:xfrm>
              </p:grpSpPr>
              <p:sp>
                <p:nvSpPr>
                  <p:cNvPr id="8143" name="Google Shape;8143;p106"/>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44" name="Google Shape;8144;p106"/>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45" name="Google Shape;8145;p106"/>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46" name="Google Shape;8146;p106"/>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147" name="Google Shape;8147;p106"/>
              <p:cNvGrpSpPr/>
              <p:nvPr/>
            </p:nvGrpSpPr>
            <p:grpSpPr>
              <a:xfrm>
                <a:off x="3946379" y="6235680"/>
                <a:ext cx="914400" cy="479686"/>
                <a:chOff x="3668110" y="2448910"/>
                <a:chExt cx="3794234" cy="2165130"/>
              </a:xfrm>
            </p:grpSpPr>
            <p:sp>
              <p:nvSpPr>
                <p:cNvPr id="8148" name="Google Shape;8148;p106"/>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49" name="Google Shape;8149;p106"/>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8150" name="Google Shape;8150;p106"/>
                <p:cNvGrpSpPr/>
                <p:nvPr/>
              </p:nvGrpSpPr>
              <p:grpSpPr>
                <a:xfrm>
                  <a:off x="3941378" y="2603243"/>
                  <a:ext cx="3202061" cy="1066110"/>
                  <a:chOff x="7939341" y="3037317"/>
                  <a:chExt cx="897649" cy="353919"/>
                </a:xfrm>
              </p:grpSpPr>
              <p:sp>
                <p:nvSpPr>
                  <p:cNvPr id="8151" name="Google Shape;8151;p106"/>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52" name="Google Shape;8152;p106"/>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53" name="Google Shape;8153;p106"/>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54" name="Google Shape;8154;p106"/>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nvGrpSpPr>
            <p:cNvPr id="8155" name="Google Shape;8155;p106"/>
            <p:cNvGrpSpPr/>
            <p:nvPr/>
          </p:nvGrpSpPr>
          <p:grpSpPr>
            <a:xfrm>
              <a:off x="628632" y="3550503"/>
              <a:ext cx="4630108" cy="1935947"/>
              <a:chOff x="628632" y="3550503"/>
              <a:chExt cx="4630108" cy="1935947"/>
            </a:xfrm>
          </p:grpSpPr>
          <p:grpSp>
            <p:nvGrpSpPr>
              <p:cNvPr id="8156" name="Google Shape;8156;p106"/>
              <p:cNvGrpSpPr/>
              <p:nvPr/>
            </p:nvGrpSpPr>
            <p:grpSpPr>
              <a:xfrm>
                <a:off x="3833515" y="3951330"/>
                <a:ext cx="1425225" cy="1535120"/>
                <a:chOff x="6576715" y="4111039"/>
                <a:chExt cx="1425225" cy="1535120"/>
              </a:xfrm>
            </p:grpSpPr>
            <p:cxnSp>
              <p:nvCxnSpPr>
                <p:cNvPr id="8157" name="Google Shape;8157;p106"/>
                <p:cNvCxnSpPr>
                  <a:endCxn id="8158" idx="4"/>
                </p:cNvCxnSpPr>
                <p:nvPr/>
              </p:nvCxnSpPr>
              <p:spPr>
                <a:xfrm flipH="1">
                  <a:off x="6696047" y="4111039"/>
                  <a:ext cx="436800" cy="591900"/>
                </a:xfrm>
                <a:prstGeom prst="straightConnector1">
                  <a:avLst/>
                </a:prstGeom>
                <a:noFill/>
                <a:ln cap="flat" cmpd="sng" w="9525">
                  <a:solidFill>
                    <a:schemeClr val="dk1"/>
                  </a:solidFill>
                  <a:prstDash val="solid"/>
                  <a:miter lim="800000"/>
                  <a:headEnd len="sm" w="sm" type="none"/>
                  <a:tailEnd len="sm" w="sm" type="none"/>
                </a:ln>
              </p:spPr>
            </p:cxnSp>
            <p:cxnSp>
              <p:nvCxnSpPr>
                <p:cNvPr id="8159" name="Google Shape;8159;p106"/>
                <p:cNvCxnSpPr>
                  <a:endCxn id="8160" idx="2"/>
                </p:cNvCxnSpPr>
                <p:nvPr/>
              </p:nvCxnSpPr>
              <p:spPr>
                <a:xfrm flipH="1">
                  <a:off x="7005572" y="4120564"/>
                  <a:ext cx="264900" cy="586500"/>
                </a:xfrm>
                <a:prstGeom prst="straightConnector1">
                  <a:avLst/>
                </a:prstGeom>
                <a:noFill/>
                <a:ln cap="flat" cmpd="sng" w="9525">
                  <a:solidFill>
                    <a:schemeClr val="dk1"/>
                  </a:solidFill>
                  <a:prstDash val="solid"/>
                  <a:miter lim="800000"/>
                  <a:headEnd len="sm" w="sm" type="none"/>
                  <a:tailEnd len="sm" w="sm" type="none"/>
                </a:ln>
              </p:spPr>
            </p:cxnSp>
            <p:cxnSp>
              <p:nvCxnSpPr>
                <p:cNvPr id="8161" name="Google Shape;8161;p106"/>
                <p:cNvCxnSpPr>
                  <a:endCxn id="8162" idx="4"/>
                </p:cNvCxnSpPr>
                <p:nvPr/>
              </p:nvCxnSpPr>
              <p:spPr>
                <a:xfrm>
                  <a:off x="7539246" y="4149139"/>
                  <a:ext cx="314700" cy="554700"/>
                </a:xfrm>
                <a:prstGeom prst="straightConnector1">
                  <a:avLst/>
                </a:prstGeom>
                <a:noFill/>
                <a:ln cap="flat" cmpd="sng" w="9525">
                  <a:solidFill>
                    <a:schemeClr val="dk1"/>
                  </a:solidFill>
                  <a:prstDash val="solid"/>
                  <a:miter lim="800000"/>
                  <a:headEnd len="sm" w="sm" type="none"/>
                  <a:tailEnd len="sm" w="sm" type="none"/>
                </a:ln>
              </p:spPr>
            </p:cxnSp>
            <p:grpSp>
              <p:nvGrpSpPr>
                <p:cNvPr id="8163" name="Google Shape;8163;p106"/>
                <p:cNvGrpSpPr/>
                <p:nvPr/>
              </p:nvGrpSpPr>
              <p:grpSpPr>
                <a:xfrm>
                  <a:off x="6576715" y="4640970"/>
                  <a:ext cx="267206" cy="997245"/>
                  <a:chOff x="6424315" y="4488570"/>
                  <a:chExt cx="267206" cy="997245"/>
                </a:xfrm>
              </p:grpSpPr>
              <p:grpSp>
                <p:nvGrpSpPr>
                  <p:cNvPr id="8164" name="Google Shape;8164;p106"/>
                  <p:cNvGrpSpPr/>
                  <p:nvPr/>
                </p:nvGrpSpPr>
                <p:grpSpPr>
                  <a:xfrm>
                    <a:off x="6424315" y="4636502"/>
                    <a:ext cx="237939" cy="849312"/>
                    <a:chOff x="6396366" y="3061857"/>
                    <a:chExt cx="570079" cy="838094"/>
                  </a:xfrm>
                </p:grpSpPr>
                <p:sp>
                  <p:nvSpPr>
                    <p:cNvPr id="8165" name="Google Shape;8165;p106"/>
                    <p:cNvSpPr/>
                    <p:nvPr/>
                  </p:nvSpPr>
                  <p:spPr>
                    <a:xfrm>
                      <a:off x="6509786" y="3061857"/>
                      <a:ext cx="447707" cy="742536"/>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8166" name="Google Shape;8166;p106"/>
                    <p:cNvCxnSpPr/>
                    <p:nvPr/>
                  </p:nvCxnSpPr>
                  <p:spPr>
                    <a:xfrm flipH="1" rot="10800000">
                      <a:off x="6847057" y="3061857"/>
                      <a:ext cx="113419" cy="92425"/>
                    </a:xfrm>
                    <a:prstGeom prst="straightConnector1">
                      <a:avLst/>
                    </a:prstGeom>
                    <a:noFill/>
                    <a:ln cap="flat" cmpd="sng" w="9525">
                      <a:solidFill>
                        <a:schemeClr val="dk1"/>
                      </a:solidFill>
                      <a:prstDash val="solid"/>
                      <a:miter lim="800000"/>
                      <a:headEnd len="sm" w="sm" type="none"/>
                      <a:tailEnd len="sm" w="sm" type="none"/>
                    </a:ln>
                  </p:spPr>
                </p:cxnSp>
                <p:sp>
                  <p:nvSpPr>
                    <p:cNvPr id="8167" name="Google Shape;8167;p106"/>
                    <p:cNvSpPr/>
                    <p:nvPr/>
                  </p:nvSpPr>
                  <p:spPr>
                    <a:xfrm>
                      <a:off x="6476953" y="3071256"/>
                      <a:ext cx="131327" cy="1159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8168" name="Google Shape;8168;p106"/>
                    <p:cNvCxnSpPr/>
                    <p:nvPr/>
                  </p:nvCxnSpPr>
                  <p:spPr>
                    <a:xfrm flipH="1" rot="10800000">
                      <a:off x="6396367" y="3061857"/>
                      <a:ext cx="113419" cy="92425"/>
                    </a:xfrm>
                    <a:prstGeom prst="straightConnector1">
                      <a:avLst/>
                    </a:prstGeom>
                    <a:noFill/>
                    <a:ln cap="flat" cmpd="sng" w="9525">
                      <a:solidFill>
                        <a:schemeClr val="dk1"/>
                      </a:solidFill>
                      <a:prstDash val="solid"/>
                      <a:miter lim="800000"/>
                      <a:headEnd len="sm" w="sm" type="none"/>
                      <a:tailEnd len="sm" w="sm" type="none"/>
                    </a:ln>
                  </p:spPr>
                </p:cxnSp>
                <p:sp>
                  <p:nvSpPr>
                    <p:cNvPr id="8169" name="Google Shape;8169;p106"/>
                    <p:cNvSpPr/>
                    <p:nvPr/>
                  </p:nvSpPr>
                  <p:spPr>
                    <a:xfrm>
                      <a:off x="6817210" y="3702567"/>
                      <a:ext cx="131327" cy="1159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sp>
                  <p:nvSpPr>
                    <p:cNvPr id="8170" name="Google Shape;8170;p106"/>
                    <p:cNvSpPr/>
                    <p:nvPr/>
                  </p:nvSpPr>
                  <p:spPr>
                    <a:xfrm>
                      <a:off x="6405320" y="3157415"/>
                      <a:ext cx="444723" cy="742536"/>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8171" name="Google Shape;8171;p106"/>
                    <p:cNvCxnSpPr/>
                    <p:nvPr/>
                  </p:nvCxnSpPr>
                  <p:spPr>
                    <a:xfrm flipH="1" rot="10800000">
                      <a:off x="6847057" y="3804392"/>
                      <a:ext cx="113419" cy="92425"/>
                    </a:xfrm>
                    <a:prstGeom prst="straightConnector1">
                      <a:avLst/>
                    </a:prstGeom>
                    <a:noFill/>
                    <a:ln cap="flat" cmpd="sng" w="9525">
                      <a:solidFill>
                        <a:schemeClr val="dk1"/>
                      </a:solidFill>
                      <a:prstDash val="solid"/>
                      <a:miter lim="800000"/>
                      <a:headEnd len="sm" w="sm" type="none"/>
                      <a:tailEnd len="sm" w="sm" type="none"/>
                    </a:ln>
                  </p:spPr>
                </p:cxnSp>
                <p:grpSp>
                  <p:nvGrpSpPr>
                    <p:cNvPr id="8172" name="Google Shape;8172;p106"/>
                    <p:cNvGrpSpPr/>
                    <p:nvPr/>
                  </p:nvGrpSpPr>
                  <p:grpSpPr>
                    <a:xfrm>
                      <a:off x="6399350" y="3137050"/>
                      <a:ext cx="561125" cy="92425"/>
                      <a:chOff x="6581076" y="2845711"/>
                      <a:chExt cx="561125" cy="92425"/>
                    </a:xfrm>
                  </p:grpSpPr>
                  <p:cxnSp>
                    <p:nvCxnSpPr>
                      <p:cNvPr id="8173" name="Google Shape;8173;p106"/>
                      <p:cNvCxnSpPr/>
                      <p:nvPr/>
                    </p:nvCxnSpPr>
                    <p:spPr>
                      <a:xfrm flipH="1" rot="10800000">
                        <a:off x="7028782" y="2845711"/>
                        <a:ext cx="113419" cy="92425"/>
                      </a:xfrm>
                      <a:prstGeom prst="straightConnector1">
                        <a:avLst/>
                      </a:prstGeom>
                      <a:noFill/>
                      <a:ln cap="flat" cmpd="sng" w="9525">
                        <a:solidFill>
                          <a:schemeClr val="dk1"/>
                        </a:solidFill>
                        <a:prstDash val="solid"/>
                        <a:miter lim="800000"/>
                        <a:headEnd len="sm" w="sm" type="none"/>
                        <a:tailEnd len="sm" w="sm" type="none"/>
                      </a:ln>
                    </p:spPr>
                  </p:cxnSp>
                  <p:cxnSp>
                    <p:nvCxnSpPr>
                      <p:cNvPr id="8174" name="Google Shape;8174;p106"/>
                      <p:cNvCxnSpPr/>
                      <p:nvPr/>
                    </p:nvCxnSpPr>
                    <p:spPr>
                      <a:xfrm>
                        <a:off x="6581076" y="2938136"/>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8175" name="Google Shape;8175;p106"/>
                    <p:cNvGrpSpPr/>
                    <p:nvPr/>
                  </p:nvGrpSpPr>
                  <p:grpSpPr>
                    <a:xfrm>
                      <a:off x="6399351" y="3202845"/>
                      <a:ext cx="567094" cy="89292"/>
                      <a:chOff x="6581557" y="2845642"/>
                      <a:chExt cx="567094" cy="89292"/>
                    </a:xfrm>
                  </p:grpSpPr>
                  <p:cxnSp>
                    <p:nvCxnSpPr>
                      <p:cNvPr id="8176" name="Google Shape;8176;p106"/>
                      <p:cNvCxnSpPr/>
                      <p:nvPr/>
                    </p:nvCxnSpPr>
                    <p:spPr>
                      <a:xfrm flipH="1" rot="10800000">
                        <a:off x="7029263" y="2845642"/>
                        <a:ext cx="119388" cy="89292"/>
                      </a:xfrm>
                      <a:prstGeom prst="straightConnector1">
                        <a:avLst/>
                      </a:prstGeom>
                      <a:noFill/>
                      <a:ln cap="flat" cmpd="sng" w="9525">
                        <a:solidFill>
                          <a:schemeClr val="dk1"/>
                        </a:solidFill>
                        <a:prstDash val="solid"/>
                        <a:miter lim="800000"/>
                        <a:headEnd len="sm" w="sm" type="none"/>
                        <a:tailEnd len="sm" w="sm" type="none"/>
                      </a:ln>
                    </p:spPr>
                  </p:cxnSp>
                  <p:cxnSp>
                    <p:nvCxnSpPr>
                      <p:cNvPr id="8177" name="Google Shape;8177;p106"/>
                      <p:cNvCxnSpPr/>
                      <p:nvPr/>
                    </p:nvCxnSpPr>
                    <p:spPr>
                      <a:xfrm>
                        <a:off x="6581557" y="2934934"/>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8178" name="Google Shape;8178;p106"/>
                    <p:cNvGrpSpPr/>
                    <p:nvPr/>
                  </p:nvGrpSpPr>
                  <p:grpSpPr>
                    <a:xfrm>
                      <a:off x="6399350" y="3268639"/>
                      <a:ext cx="558142" cy="89292"/>
                      <a:chOff x="6582036" y="2845572"/>
                      <a:chExt cx="558142" cy="89292"/>
                    </a:xfrm>
                  </p:grpSpPr>
                  <p:cxnSp>
                    <p:nvCxnSpPr>
                      <p:cNvPr id="8179" name="Google Shape;8179;p106"/>
                      <p:cNvCxnSpPr/>
                      <p:nvPr/>
                    </p:nvCxnSpPr>
                    <p:spPr>
                      <a:xfrm flipH="1" rot="10800000">
                        <a:off x="7026759" y="2845572"/>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8180" name="Google Shape;8180;p106"/>
                      <p:cNvCxnSpPr/>
                      <p:nvPr/>
                    </p:nvCxnSpPr>
                    <p:spPr>
                      <a:xfrm>
                        <a:off x="6582036" y="293486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8181" name="Google Shape;8181;p106"/>
                    <p:cNvGrpSpPr/>
                    <p:nvPr/>
                  </p:nvGrpSpPr>
                  <p:grpSpPr>
                    <a:xfrm>
                      <a:off x="6399350" y="3334433"/>
                      <a:ext cx="558141" cy="89292"/>
                      <a:chOff x="6582516" y="2845502"/>
                      <a:chExt cx="558141" cy="89292"/>
                    </a:xfrm>
                  </p:grpSpPr>
                  <p:cxnSp>
                    <p:nvCxnSpPr>
                      <p:cNvPr id="8182" name="Google Shape;8182;p106"/>
                      <p:cNvCxnSpPr/>
                      <p:nvPr/>
                    </p:nvCxnSpPr>
                    <p:spPr>
                      <a:xfrm flipH="1" rot="10800000">
                        <a:off x="7027238" y="2845502"/>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8183" name="Google Shape;8183;p106"/>
                      <p:cNvCxnSpPr/>
                      <p:nvPr/>
                    </p:nvCxnSpPr>
                    <p:spPr>
                      <a:xfrm>
                        <a:off x="6582516" y="293479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8184" name="Google Shape;8184;p106"/>
                    <p:cNvGrpSpPr/>
                    <p:nvPr/>
                  </p:nvGrpSpPr>
                  <p:grpSpPr>
                    <a:xfrm>
                      <a:off x="6399349" y="3400228"/>
                      <a:ext cx="558142" cy="89292"/>
                      <a:chOff x="6582995" y="2845433"/>
                      <a:chExt cx="558142" cy="89292"/>
                    </a:xfrm>
                  </p:grpSpPr>
                  <p:cxnSp>
                    <p:nvCxnSpPr>
                      <p:cNvPr id="8185" name="Google Shape;8185;p106"/>
                      <p:cNvCxnSpPr/>
                      <p:nvPr/>
                    </p:nvCxnSpPr>
                    <p:spPr>
                      <a:xfrm flipH="1" rot="10800000">
                        <a:off x="7027718" y="2845433"/>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8186" name="Google Shape;8186;p106"/>
                      <p:cNvCxnSpPr/>
                      <p:nvPr/>
                    </p:nvCxnSpPr>
                    <p:spPr>
                      <a:xfrm>
                        <a:off x="6582995" y="293472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8187" name="Google Shape;8187;p106"/>
                    <p:cNvGrpSpPr/>
                    <p:nvPr/>
                  </p:nvGrpSpPr>
                  <p:grpSpPr>
                    <a:xfrm>
                      <a:off x="6399351" y="3466022"/>
                      <a:ext cx="558141" cy="93992"/>
                      <a:chOff x="6583477" y="2845363"/>
                      <a:chExt cx="558141" cy="93992"/>
                    </a:xfrm>
                  </p:grpSpPr>
                  <p:cxnSp>
                    <p:nvCxnSpPr>
                      <p:cNvPr id="8188" name="Google Shape;8188;p106"/>
                      <p:cNvCxnSpPr/>
                      <p:nvPr/>
                    </p:nvCxnSpPr>
                    <p:spPr>
                      <a:xfrm flipH="1" rot="10800000">
                        <a:off x="7028199" y="2845363"/>
                        <a:ext cx="113419" cy="93992"/>
                      </a:xfrm>
                      <a:prstGeom prst="straightConnector1">
                        <a:avLst/>
                      </a:prstGeom>
                      <a:noFill/>
                      <a:ln cap="flat" cmpd="sng" w="9525">
                        <a:solidFill>
                          <a:schemeClr val="dk1"/>
                        </a:solidFill>
                        <a:prstDash val="solid"/>
                        <a:miter lim="800000"/>
                        <a:headEnd len="sm" w="sm" type="none"/>
                        <a:tailEnd len="sm" w="sm" type="none"/>
                      </a:ln>
                    </p:spPr>
                  </p:cxnSp>
                  <p:cxnSp>
                    <p:nvCxnSpPr>
                      <p:cNvPr id="8189" name="Google Shape;8189;p106"/>
                      <p:cNvCxnSpPr/>
                      <p:nvPr/>
                    </p:nvCxnSpPr>
                    <p:spPr>
                      <a:xfrm>
                        <a:off x="6583477" y="2939355"/>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8190" name="Google Shape;8190;p106"/>
                    <p:cNvGrpSpPr/>
                    <p:nvPr/>
                  </p:nvGrpSpPr>
                  <p:grpSpPr>
                    <a:xfrm>
                      <a:off x="6396366" y="3528683"/>
                      <a:ext cx="561126" cy="97125"/>
                      <a:chOff x="6580972" y="2842160"/>
                      <a:chExt cx="561126" cy="97125"/>
                    </a:xfrm>
                  </p:grpSpPr>
                  <p:cxnSp>
                    <p:nvCxnSpPr>
                      <p:cNvPr id="8191" name="Google Shape;8191;p106"/>
                      <p:cNvCxnSpPr/>
                      <p:nvPr/>
                    </p:nvCxnSpPr>
                    <p:spPr>
                      <a:xfrm flipH="1" rot="10800000">
                        <a:off x="7028679" y="2842160"/>
                        <a:ext cx="113419" cy="97125"/>
                      </a:xfrm>
                      <a:prstGeom prst="straightConnector1">
                        <a:avLst/>
                      </a:prstGeom>
                      <a:noFill/>
                      <a:ln cap="flat" cmpd="sng" w="9525">
                        <a:solidFill>
                          <a:schemeClr val="dk1"/>
                        </a:solidFill>
                        <a:prstDash val="solid"/>
                        <a:miter lim="800000"/>
                        <a:headEnd len="sm" w="sm" type="none"/>
                        <a:tailEnd len="sm" w="sm" type="none"/>
                      </a:ln>
                    </p:spPr>
                  </p:cxnSp>
                  <p:cxnSp>
                    <p:nvCxnSpPr>
                      <p:cNvPr id="8192" name="Google Shape;8192;p106"/>
                      <p:cNvCxnSpPr/>
                      <p:nvPr/>
                    </p:nvCxnSpPr>
                    <p:spPr>
                      <a:xfrm>
                        <a:off x="6580972" y="2939284"/>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8193" name="Google Shape;8193;p106"/>
                    <p:cNvGrpSpPr/>
                    <p:nvPr/>
                  </p:nvGrpSpPr>
                  <p:grpSpPr>
                    <a:xfrm>
                      <a:off x="6396366" y="3594477"/>
                      <a:ext cx="561125" cy="97125"/>
                      <a:chOff x="6581452" y="2842090"/>
                      <a:chExt cx="561125" cy="97125"/>
                    </a:xfrm>
                  </p:grpSpPr>
                  <p:cxnSp>
                    <p:nvCxnSpPr>
                      <p:cNvPr id="8194" name="Google Shape;8194;p106"/>
                      <p:cNvCxnSpPr/>
                      <p:nvPr/>
                    </p:nvCxnSpPr>
                    <p:spPr>
                      <a:xfrm flipH="1" rot="10800000">
                        <a:off x="7029158" y="2842090"/>
                        <a:ext cx="113419" cy="97125"/>
                      </a:xfrm>
                      <a:prstGeom prst="straightConnector1">
                        <a:avLst/>
                      </a:prstGeom>
                      <a:noFill/>
                      <a:ln cap="flat" cmpd="sng" w="9525">
                        <a:solidFill>
                          <a:schemeClr val="dk1"/>
                        </a:solidFill>
                        <a:prstDash val="solid"/>
                        <a:miter lim="800000"/>
                        <a:headEnd len="sm" w="sm" type="none"/>
                        <a:tailEnd len="sm" w="sm" type="none"/>
                      </a:ln>
                    </p:spPr>
                  </p:cxnSp>
                  <p:cxnSp>
                    <p:nvCxnSpPr>
                      <p:cNvPr id="8195" name="Google Shape;8195;p106"/>
                      <p:cNvCxnSpPr/>
                      <p:nvPr/>
                    </p:nvCxnSpPr>
                    <p:spPr>
                      <a:xfrm>
                        <a:off x="6581452" y="2939215"/>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8196" name="Google Shape;8196;p106"/>
                    <p:cNvGrpSpPr/>
                    <p:nvPr/>
                  </p:nvGrpSpPr>
                  <p:grpSpPr>
                    <a:xfrm>
                      <a:off x="6396367" y="3664970"/>
                      <a:ext cx="558140" cy="92426"/>
                      <a:chOff x="6581933" y="2846719"/>
                      <a:chExt cx="558140" cy="92426"/>
                    </a:xfrm>
                  </p:grpSpPr>
                  <p:cxnSp>
                    <p:nvCxnSpPr>
                      <p:cNvPr id="8197" name="Google Shape;8197;p106"/>
                      <p:cNvCxnSpPr/>
                      <p:nvPr/>
                    </p:nvCxnSpPr>
                    <p:spPr>
                      <a:xfrm flipH="1" rot="10800000">
                        <a:off x="7026654" y="2846719"/>
                        <a:ext cx="113419" cy="92426"/>
                      </a:xfrm>
                      <a:prstGeom prst="straightConnector1">
                        <a:avLst/>
                      </a:prstGeom>
                      <a:noFill/>
                      <a:ln cap="flat" cmpd="sng" w="9525">
                        <a:solidFill>
                          <a:schemeClr val="dk1"/>
                        </a:solidFill>
                        <a:prstDash val="solid"/>
                        <a:miter lim="800000"/>
                        <a:headEnd len="sm" w="sm" type="none"/>
                        <a:tailEnd len="sm" w="sm" type="none"/>
                      </a:ln>
                    </p:spPr>
                  </p:cxnSp>
                  <p:cxnSp>
                    <p:nvCxnSpPr>
                      <p:cNvPr id="8198" name="Google Shape;8198;p106"/>
                      <p:cNvCxnSpPr/>
                      <p:nvPr/>
                    </p:nvCxnSpPr>
                    <p:spPr>
                      <a:xfrm>
                        <a:off x="6581933" y="2939145"/>
                        <a:ext cx="450690" cy="0"/>
                      </a:xfrm>
                      <a:prstGeom prst="straightConnector1">
                        <a:avLst/>
                      </a:prstGeom>
                      <a:noFill/>
                      <a:ln cap="flat" cmpd="sng" w="9525">
                        <a:solidFill>
                          <a:schemeClr val="dk1"/>
                        </a:solidFill>
                        <a:prstDash val="solid"/>
                        <a:miter lim="800000"/>
                        <a:headEnd len="sm" w="sm" type="none"/>
                        <a:tailEnd len="sm" w="sm" type="none"/>
                      </a:ln>
                    </p:spPr>
                  </p:cxnSp>
                </p:grpSp>
                <p:grpSp>
                  <p:nvGrpSpPr>
                    <p:cNvPr id="8199" name="Google Shape;8199;p106"/>
                    <p:cNvGrpSpPr/>
                    <p:nvPr/>
                  </p:nvGrpSpPr>
                  <p:grpSpPr>
                    <a:xfrm>
                      <a:off x="6396367" y="3730765"/>
                      <a:ext cx="558139" cy="92426"/>
                      <a:chOff x="6582413" y="2846650"/>
                      <a:chExt cx="558139" cy="92426"/>
                    </a:xfrm>
                  </p:grpSpPr>
                  <p:cxnSp>
                    <p:nvCxnSpPr>
                      <p:cNvPr id="8200" name="Google Shape;8200;p106"/>
                      <p:cNvCxnSpPr/>
                      <p:nvPr/>
                    </p:nvCxnSpPr>
                    <p:spPr>
                      <a:xfrm flipH="1" rot="10800000">
                        <a:off x="7027133" y="2846650"/>
                        <a:ext cx="113419" cy="92426"/>
                      </a:xfrm>
                      <a:prstGeom prst="straightConnector1">
                        <a:avLst/>
                      </a:prstGeom>
                      <a:noFill/>
                      <a:ln cap="flat" cmpd="sng" w="9525">
                        <a:solidFill>
                          <a:schemeClr val="dk1"/>
                        </a:solidFill>
                        <a:prstDash val="solid"/>
                        <a:miter lim="800000"/>
                        <a:headEnd len="sm" w="sm" type="none"/>
                        <a:tailEnd len="sm" w="sm" type="none"/>
                      </a:ln>
                    </p:spPr>
                  </p:cxnSp>
                  <p:cxnSp>
                    <p:nvCxnSpPr>
                      <p:cNvPr id="8201" name="Google Shape;8201;p106"/>
                      <p:cNvCxnSpPr/>
                      <p:nvPr/>
                    </p:nvCxnSpPr>
                    <p:spPr>
                      <a:xfrm>
                        <a:off x="6582413" y="2939076"/>
                        <a:ext cx="450690" cy="0"/>
                      </a:xfrm>
                      <a:prstGeom prst="straightConnector1">
                        <a:avLst/>
                      </a:prstGeom>
                      <a:noFill/>
                      <a:ln cap="flat" cmpd="sng" w="9525">
                        <a:solidFill>
                          <a:schemeClr val="dk1"/>
                        </a:solidFill>
                        <a:prstDash val="solid"/>
                        <a:miter lim="800000"/>
                        <a:headEnd len="sm" w="sm" type="none"/>
                        <a:tailEnd len="sm" w="sm" type="none"/>
                      </a:ln>
                    </p:spPr>
                  </p:cxnSp>
                </p:grpSp>
              </p:grpSp>
              <p:cxnSp>
                <p:nvCxnSpPr>
                  <p:cNvPr id="8202" name="Google Shape;8202;p106"/>
                  <p:cNvCxnSpPr/>
                  <p:nvPr/>
                </p:nvCxnSpPr>
                <p:spPr>
                  <a:xfrm flipH="1">
                    <a:off x="6685171" y="4525377"/>
                    <a:ext cx="4763" cy="855662"/>
                  </a:xfrm>
                  <a:prstGeom prst="straightConnector1">
                    <a:avLst/>
                  </a:prstGeom>
                  <a:noFill/>
                  <a:ln cap="flat" cmpd="sng" w="25400">
                    <a:solidFill>
                      <a:schemeClr val="dk1"/>
                    </a:solidFill>
                    <a:prstDash val="solid"/>
                    <a:miter lim="800000"/>
                    <a:headEnd len="sm" w="sm" type="none"/>
                    <a:tailEnd len="sm" w="sm" type="none"/>
                  </a:ln>
                </p:spPr>
              </p:cxnSp>
              <p:cxnSp>
                <p:nvCxnSpPr>
                  <p:cNvPr id="8203" name="Google Shape;8203;p106"/>
                  <p:cNvCxnSpPr/>
                  <p:nvPr/>
                </p:nvCxnSpPr>
                <p:spPr>
                  <a:xfrm>
                    <a:off x="6632784" y="4706352"/>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204" name="Google Shape;8204;p106"/>
                  <p:cNvCxnSpPr/>
                  <p:nvPr/>
                </p:nvCxnSpPr>
                <p:spPr>
                  <a:xfrm>
                    <a:off x="6631196" y="4771439"/>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205" name="Google Shape;8205;p106"/>
                  <p:cNvCxnSpPr/>
                  <p:nvPr/>
                </p:nvCxnSpPr>
                <p:spPr>
                  <a:xfrm>
                    <a:off x="6631196" y="4849227"/>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206" name="Google Shape;8206;p106"/>
                  <p:cNvCxnSpPr/>
                  <p:nvPr/>
                </p:nvCxnSpPr>
                <p:spPr>
                  <a:xfrm>
                    <a:off x="6629609" y="4914314"/>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207" name="Google Shape;8207;p106"/>
                  <p:cNvCxnSpPr/>
                  <p:nvPr/>
                </p:nvCxnSpPr>
                <p:spPr>
                  <a:xfrm>
                    <a:off x="6628021" y="4976227"/>
                    <a:ext cx="60325" cy="0"/>
                  </a:xfrm>
                  <a:prstGeom prst="straightConnector1">
                    <a:avLst/>
                  </a:prstGeom>
                  <a:noFill/>
                  <a:ln cap="flat" cmpd="sng" w="9525">
                    <a:solidFill>
                      <a:schemeClr val="dk1"/>
                    </a:solidFill>
                    <a:prstDash val="solid"/>
                    <a:miter lim="800000"/>
                    <a:headEnd len="sm" w="sm" type="none"/>
                    <a:tailEnd len="sm" w="sm" type="none"/>
                  </a:ln>
                </p:spPr>
              </p:cxnSp>
              <p:cxnSp>
                <p:nvCxnSpPr>
                  <p:cNvPr id="8208" name="Google Shape;8208;p106"/>
                  <p:cNvCxnSpPr/>
                  <p:nvPr/>
                </p:nvCxnSpPr>
                <p:spPr>
                  <a:xfrm>
                    <a:off x="6628021" y="5044489"/>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209" name="Google Shape;8209;p106"/>
                  <p:cNvCxnSpPr/>
                  <p:nvPr/>
                </p:nvCxnSpPr>
                <p:spPr>
                  <a:xfrm>
                    <a:off x="6626434" y="511433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210" name="Google Shape;8210;p106"/>
                  <p:cNvCxnSpPr/>
                  <p:nvPr/>
                </p:nvCxnSpPr>
                <p:spPr>
                  <a:xfrm>
                    <a:off x="6629609" y="518418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211" name="Google Shape;8211;p106"/>
                  <p:cNvCxnSpPr/>
                  <p:nvPr/>
                </p:nvCxnSpPr>
                <p:spPr>
                  <a:xfrm>
                    <a:off x="6631196" y="5252452"/>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212" name="Google Shape;8212;p106"/>
                  <p:cNvCxnSpPr/>
                  <p:nvPr/>
                </p:nvCxnSpPr>
                <p:spPr>
                  <a:xfrm>
                    <a:off x="6631196" y="5322302"/>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213" name="Google Shape;8213;p106"/>
                  <p:cNvCxnSpPr/>
                  <p:nvPr/>
                </p:nvCxnSpPr>
                <p:spPr>
                  <a:xfrm>
                    <a:off x="6632784" y="538738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214" name="Google Shape;8214;p106"/>
                  <p:cNvCxnSpPr/>
                  <p:nvPr/>
                </p:nvCxnSpPr>
                <p:spPr>
                  <a:xfrm rot="10800000">
                    <a:off x="6632784" y="4531727"/>
                    <a:ext cx="58737" cy="0"/>
                  </a:xfrm>
                  <a:prstGeom prst="straightConnector1">
                    <a:avLst/>
                  </a:prstGeom>
                  <a:noFill/>
                  <a:ln cap="flat" cmpd="sng" w="22225">
                    <a:solidFill>
                      <a:schemeClr val="dk1"/>
                    </a:solidFill>
                    <a:prstDash val="solid"/>
                    <a:miter lim="800000"/>
                    <a:headEnd len="sm" w="sm" type="none"/>
                    <a:tailEnd len="sm" w="sm" type="none"/>
                  </a:ln>
                </p:spPr>
              </p:cxnSp>
              <p:grpSp>
                <p:nvGrpSpPr>
                  <p:cNvPr id="8215" name="Google Shape;8215;p106"/>
                  <p:cNvGrpSpPr/>
                  <p:nvPr/>
                </p:nvGrpSpPr>
                <p:grpSpPr>
                  <a:xfrm>
                    <a:off x="6434171" y="4488570"/>
                    <a:ext cx="224203" cy="179034"/>
                    <a:chOff x="3668110" y="2448910"/>
                    <a:chExt cx="3794234" cy="2165130"/>
                  </a:xfrm>
                </p:grpSpPr>
                <p:sp>
                  <p:nvSpPr>
                    <p:cNvPr id="8216" name="Google Shape;8216;p106"/>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217" name="Google Shape;8217;p106"/>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8218" name="Google Shape;8218;p106"/>
                    <p:cNvGrpSpPr/>
                    <p:nvPr/>
                  </p:nvGrpSpPr>
                  <p:grpSpPr>
                    <a:xfrm>
                      <a:off x="3941378" y="2603243"/>
                      <a:ext cx="3202061" cy="1066110"/>
                      <a:chOff x="7939341" y="3037317"/>
                      <a:chExt cx="897649" cy="353919"/>
                    </a:xfrm>
                  </p:grpSpPr>
                  <p:sp>
                    <p:nvSpPr>
                      <p:cNvPr id="8158" name="Google Shape;8158;p106"/>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219" name="Google Shape;8219;p106"/>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220" name="Google Shape;8220;p106"/>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221" name="Google Shape;8221;p106"/>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cxnSp>
              <p:nvCxnSpPr>
                <p:cNvPr id="8222" name="Google Shape;8222;p106"/>
                <p:cNvCxnSpPr>
                  <a:endCxn id="8223" idx="9"/>
                </p:cNvCxnSpPr>
                <p:nvPr/>
              </p:nvCxnSpPr>
              <p:spPr>
                <a:xfrm>
                  <a:off x="7282802" y="4119099"/>
                  <a:ext cx="32700" cy="571500"/>
                </a:xfrm>
                <a:prstGeom prst="straightConnector1">
                  <a:avLst/>
                </a:prstGeom>
                <a:noFill/>
                <a:ln cap="flat" cmpd="sng" w="9525">
                  <a:solidFill>
                    <a:schemeClr val="dk1"/>
                  </a:solidFill>
                  <a:prstDash val="solid"/>
                  <a:miter lim="800000"/>
                  <a:headEnd len="sm" w="sm" type="none"/>
                  <a:tailEnd len="sm" w="sm" type="none"/>
                </a:ln>
              </p:spPr>
            </p:cxnSp>
            <p:grpSp>
              <p:nvGrpSpPr>
                <p:cNvPr id="8224" name="Google Shape;8224;p106"/>
                <p:cNvGrpSpPr/>
                <p:nvPr/>
              </p:nvGrpSpPr>
              <p:grpSpPr>
                <a:xfrm>
                  <a:off x="6885965" y="4644942"/>
                  <a:ext cx="267206" cy="997245"/>
                  <a:chOff x="6424315" y="4488570"/>
                  <a:chExt cx="267206" cy="997245"/>
                </a:xfrm>
              </p:grpSpPr>
              <p:grpSp>
                <p:nvGrpSpPr>
                  <p:cNvPr id="8225" name="Google Shape;8225;p106"/>
                  <p:cNvGrpSpPr/>
                  <p:nvPr/>
                </p:nvGrpSpPr>
                <p:grpSpPr>
                  <a:xfrm>
                    <a:off x="6424315" y="4636502"/>
                    <a:ext cx="237939" cy="849312"/>
                    <a:chOff x="6396366" y="3061857"/>
                    <a:chExt cx="570079" cy="838094"/>
                  </a:xfrm>
                </p:grpSpPr>
                <p:sp>
                  <p:nvSpPr>
                    <p:cNvPr id="8226" name="Google Shape;8226;p106"/>
                    <p:cNvSpPr/>
                    <p:nvPr/>
                  </p:nvSpPr>
                  <p:spPr>
                    <a:xfrm>
                      <a:off x="6509786" y="3061857"/>
                      <a:ext cx="447707" cy="742536"/>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8227" name="Google Shape;8227;p106"/>
                    <p:cNvCxnSpPr/>
                    <p:nvPr/>
                  </p:nvCxnSpPr>
                  <p:spPr>
                    <a:xfrm flipH="1" rot="10800000">
                      <a:off x="6847057" y="3061857"/>
                      <a:ext cx="113419" cy="92425"/>
                    </a:xfrm>
                    <a:prstGeom prst="straightConnector1">
                      <a:avLst/>
                    </a:prstGeom>
                    <a:noFill/>
                    <a:ln cap="flat" cmpd="sng" w="9525">
                      <a:solidFill>
                        <a:schemeClr val="dk1"/>
                      </a:solidFill>
                      <a:prstDash val="solid"/>
                      <a:miter lim="800000"/>
                      <a:headEnd len="sm" w="sm" type="none"/>
                      <a:tailEnd len="sm" w="sm" type="none"/>
                    </a:ln>
                  </p:spPr>
                </p:cxnSp>
                <p:sp>
                  <p:nvSpPr>
                    <p:cNvPr id="8228" name="Google Shape;8228;p106"/>
                    <p:cNvSpPr/>
                    <p:nvPr/>
                  </p:nvSpPr>
                  <p:spPr>
                    <a:xfrm>
                      <a:off x="6476953" y="3071256"/>
                      <a:ext cx="131327" cy="1159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8229" name="Google Shape;8229;p106"/>
                    <p:cNvCxnSpPr/>
                    <p:nvPr/>
                  </p:nvCxnSpPr>
                  <p:spPr>
                    <a:xfrm flipH="1" rot="10800000">
                      <a:off x="6396367" y="3061857"/>
                      <a:ext cx="113419" cy="92425"/>
                    </a:xfrm>
                    <a:prstGeom prst="straightConnector1">
                      <a:avLst/>
                    </a:prstGeom>
                    <a:noFill/>
                    <a:ln cap="flat" cmpd="sng" w="9525">
                      <a:solidFill>
                        <a:schemeClr val="dk1"/>
                      </a:solidFill>
                      <a:prstDash val="solid"/>
                      <a:miter lim="800000"/>
                      <a:headEnd len="sm" w="sm" type="none"/>
                      <a:tailEnd len="sm" w="sm" type="none"/>
                    </a:ln>
                  </p:spPr>
                </p:cxnSp>
                <p:sp>
                  <p:nvSpPr>
                    <p:cNvPr id="8230" name="Google Shape;8230;p106"/>
                    <p:cNvSpPr/>
                    <p:nvPr/>
                  </p:nvSpPr>
                  <p:spPr>
                    <a:xfrm>
                      <a:off x="6817210" y="3702567"/>
                      <a:ext cx="131327" cy="1159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sp>
                  <p:nvSpPr>
                    <p:cNvPr id="8231" name="Google Shape;8231;p106"/>
                    <p:cNvSpPr/>
                    <p:nvPr/>
                  </p:nvSpPr>
                  <p:spPr>
                    <a:xfrm>
                      <a:off x="6405320" y="3157415"/>
                      <a:ext cx="444723" cy="742536"/>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8232" name="Google Shape;8232;p106"/>
                    <p:cNvCxnSpPr/>
                    <p:nvPr/>
                  </p:nvCxnSpPr>
                  <p:spPr>
                    <a:xfrm flipH="1" rot="10800000">
                      <a:off x="6847057" y="3804392"/>
                      <a:ext cx="113419" cy="92425"/>
                    </a:xfrm>
                    <a:prstGeom prst="straightConnector1">
                      <a:avLst/>
                    </a:prstGeom>
                    <a:noFill/>
                    <a:ln cap="flat" cmpd="sng" w="9525">
                      <a:solidFill>
                        <a:schemeClr val="dk1"/>
                      </a:solidFill>
                      <a:prstDash val="solid"/>
                      <a:miter lim="800000"/>
                      <a:headEnd len="sm" w="sm" type="none"/>
                      <a:tailEnd len="sm" w="sm" type="none"/>
                    </a:ln>
                  </p:spPr>
                </p:cxnSp>
                <p:grpSp>
                  <p:nvGrpSpPr>
                    <p:cNvPr id="8233" name="Google Shape;8233;p106"/>
                    <p:cNvGrpSpPr/>
                    <p:nvPr/>
                  </p:nvGrpSpPr>
                  <p:grpSpPr>
                    <a:xfrm>
                      <a:off x="6399350" y="3137050"/>
                      <a:ext cx="561125" cy="92425"/>
                      <a:chOff x="6581076" y="2845711"/>
                      <a:chExt cx="561125" cy="92425"/>
                    </a:xfrm>
                  </p:grpSpPr>
                  <p:cxnSp>
                    <p:nvCxnSpPr>
                      <p:cNvPr id="8234" name="Google Shape;8234;p106"/>
                      <p:cNvCxnSpPr/>
                      <p:nvPr/>
                    </p:nvCxnSpPr>
                    <p:spPr>
                      <a:xfrm flipH="1" rot="10800000">
                        <a:off x="7028782" y="2845711"/>
                        <a:ext cx="113419" cy="92425"/>
                      </a:xfrm>
                      <a:prstGeom prst="straightConnector1">
                        <a:avLst/>
                      </a:prstGeom>
                      <a:noFill/>
                      <a:ln cap="flat" cmpd="sng" w="9525">
                        <a:solidFill>
                          <a:schemeClr val="dk1"/>
                        </a:solidFill>
                        <a:prstDash val="solid"/>
                        <a:miter lim="800000"/>
                        <a:headEnd len="sm" w="sm" type="none"/>
                        <a:tailEnd len="sm" w="sm" type="none"/>
                      </a:ln>
                    </p:spPr>
                  </p:cxnSp>
                  <p:cxnSp>
                    <p:nvCxnSpPr>
                      <p:cNvPr id="8235" name="Google Shape;8235;p106"/>
                      <p:cNvCxnSpPr/>
                      <p:nvPr/>
                    </p:nvCxnSpPr>
                    <p:spPr>
                      <a:xfrm>
                        <a:off x="6581076" y="2938136"/>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8236" name="Google Shape;8236;p106"/>
                    <p:cNvGrpSpPr/>
                    <p:nvPr/>
                  </p:nvGrpSpPr>
                  <p:grpSpPr>
                    <a:xfrm>
                      <a:off x="6399351" y="3202845"/>
                      <a:ext cx="567094" cy="89292"/>
                      <a:chOff x="6581557" y="2845642"/>
                      <a:chExt cx="567094" cy="89292"/>
                    </a:xfrm>
                  </p:grpSpPr>
                  <p:cxnSp>
                    <p:nvCxnSpPr>
                      <p:cNvPr id="8237" name="Google Shape;8237;p106"/>
                      <p:cNvCxnSpPr/>
                      <p:nvPr/>
                    </p:nvCxnSpPr>
                    <p:spPr>
                      <a:xfrm flipH="1" rot="10800000">
                        <a:off x="7029263" y="2845642"/>
                        <a:ext cx="119388" cy="89292"/>
                      </a:xfrm>
                      <a:prstGeom prst="straightConnector1">
                        <a:avLst/>
                      </a:prstGeom>
                      <a:noFill/>
                      <a:ln cap="flat" cmpd="sng" w="9525">
                        <a:solidFill>
                          <a:schemeClr val="dk1"/>
                        </a:solidFill>
                        <a:prstDash val="solid"/>
                        <a:miter lim="800000"/>
                        <a:headEnd len="sm" w="sm" type="none"/>
                        <a:tailEnd len="sm" w="sm" type="none"/>
                      </a:ln>
                    </p:spPr>
                  </p:cxnSp>
                  <p:cxnSp>
                    <p:nvCxnSpPr>
                      <p:cNvPr id="8238" name="Google Shape;8238;p106"/>
                      <p:cNvCxnSpPr/>
                      <p:nvPr/>
                    </p:nvCxnSpPr>
                    <p:spPr>
                      <a:xfrm>
                        <a:off x="6581557" y="2934934"/>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8239" name="Google Shape;8239;p106"/>
                    <p:cNvGrpSpPr/>
                    <p:nvPr/>
                  </p:nvGrpSpPr>
                  <p:grpSpPr>
                    <a:xfrm>
                      <a:off x="6399350" y="3268639"/>
                      <a:ext cx="558142" cy="89292"/>
                      <a:chOff x="6582036" y="2845572"/>
                      <a:chExt cx="558142" cy="89292"/>
                    </a:xfrm>
                  </p:grpSpPr>
                  <p:cxnSp>
                    <p:nvCxnSpPr>
                      <p:cNvPr id="8240" name="Google Shape;8240;p106"/>
                      <p:cNvCxnSpPr/>
                      <p:nvPr/>
                    </p:nvCxnSpPr>
                    <p:spPr>
                      <a:xfrm flipH="1" rot="10800000">
                        <a:off x="7026759" y="2845572"/>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8241" name="Google Shape;8241;p106"/>
                      <p:cNvCxnSpPr/>
                      <p:nvPr/>
                    </p:nvCxnSpPr>
                    <p:spPr>
                      <a:xfrm>
                        <a:off x="6582036" y="293486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8242" name="Google Shape;8242;p106"/>
                    <p:cNvGrpSpPr/>
                    <p:nvPr/>
                  </p:nvGrpSpPr>
                  <p:grpSpPr>
                    <a:xfrm>
                      <a:off x="6399350" y="3334433"/>
                      <a:ext cx="558141" cy="89292"/>
                      <a:chOff x="6582516" y="2845502"/>
                      <a:chExt cx="558141" cy="89292"/>
                    </a:xfrm>
                  </p:grpSpPr>
                  <p:cxnSp>
                    <p:nvCxnSpPr>
                      <p:cNvPr id="8243" name="Google Shape;8243;p106"/>
                      <p:cNvCxnSpPr/>
                      <p:nvPr/>
                    </p:nvCxnSpPr>
                    <p:spPr>
                      <a:xfrm flipH="1" rot="10800000">
                        <a:off x="7027238" y="2845502"/>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8244" name="Google Shape;8244;p106"/>
                      <p:cNvCxnSpPr/>
                      <p:nvPr/>
                    </p:nvCxnSpPr>
                    <p:spPr>
                      <a:xfrm>
                        <a:off x="6582516" y="293479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8245" name="Google Shape;8245;p106"/>
                    <p:cNvGrpSpPr/>
                    <p:nvPr/>
                  </p:nvGrpSpPr>
                  <p:grpSpPr>
                    <a:xfrm>
                      <a:off x="6399349" y="3400228"/>
                      <a:ext cx="558142" cy="89292"/>
                      <a:chOff x="6582995" y="2845433"/>
                      <a:chExt cx="558142" cy="89292"/>
                    </a:xfrm>
                  </p:grpSpPr>
                  <p:cxnSp>
                    <p:nvCxnSpPr>
                      <p:cNvPr id="8246" name="Google Shape;8246;p106"/>
                      <p:cNvCxnSpPr/>
                      <p:nvPr/>
                    </p:nvCxnSpPr>
                    <p:spPr>
                      <a:xfrm flipH="1" rot="10800000">
                        <a:off x="7027718" y="2845433"/>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8247" name="Google Shape;8247;p106"/>
                      <p:cNvCxnSpPr/>
                      <p:nvPr/>
                    </p:nvCxnSpPr>
                    <p:spPr>
                      <a:xfrm>
                        <a:off x="6582995" y="293472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8248" name="Google Shape;8248;p106"/>
                    <p:cNvGrpSpPr/>
                    <p:nvPr/>
                  </p:nvGrpSpPr>
                  <p:grpSpPr>
                    <a:xfrm>
                      <a:off x="6399351" y="3466022"/>
                      <a:ext cx="558141" cy="93992"/>
                      <a:chOff x="6583477" y="2845363"/>
                      <a:chExt cx="558141" cy="93992"/>
                    </a:xfrm>
                  </p:grpSpPr>
                  <p:cxnSp>
                    <p:nvCxnSpPr>
                      <p:cNvPr id="8249" name="Google Shape;8249;p106"/>
                      <p:cNvCxnSpPr/>
                      <p:nvPr/>
                    </p:nvCxnSpPr>
                    <p:spPr>
                      <a:xfrm flipH="1" rot="10800000">
                        <a:off x="7028199" y="2845363"/>
                        <a:ext cx="113419" cy="93992"/>
                      </a:xfrm>
                      <a:prstGeom prst="straightConnector1">
                        <a:avLst/>
                      </a:prstGeom>
                      <a:noFill/>
                      <a:ln cap="flat" cmpd="sng" w="9525">
                        <a:solidFill>
                          <a:schemeClr val="dk1"/>
                        </a:solidFill>
                        <a:prstDash val="solid"/>
                        <a:miter lim="800000"/>
                        <a:headEnd len="sm" w="sm" type="none"/>
                        <a:tailEnd len="sm" w="sm" type="none"/>
                      </a:ln>
                    </p:spPr>
                  </p:cxnSp>
                  <p:cxnSp>
                    <p:nvCxnSpPr>
                      <p:cNvPr id="8250" name="Google Shape;8250;p106"/>
                      <p:cNvCxnSpPr/>
                      <p:nvPr/>
                    </p:nvCxnSpPr>
                    <p:spPr>
                      <a:xfrm>
                        <a:off x="6583477" y="2939355"/>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8251" name="Google Shape;8251;p106"/>
                    <p:cNvGrpSpPr/>
                    <p:nvPr/>
                  </p:nvGrpSpPr>
                  <p:grpSpPr>
                    <a:xfrm>
                      <a:off x="6396366" y="3528683"/>
                      <a:ext cx="561126" cy="97125"/>
                      <a:chOff x="6580972" y="2842160"/>
                      <a:chExt cx="561126" cy="97125"/>
                    </a:xfrm>
                  </p:grpSpPr>
                  <p:cxnSp>
                    <p:nvCxnSpPr>
                      <p:cNvPr id="8252" name="Google Shape;8252;p106"/>
                      <p:cNvCxnSpPr/>
                      <p:nvPr/>
                    </p:nvCxnSpPr>
                    <p:spPr>
                      <a:xfrm flipH="1" rot="10800000">
                        <a:off x="7028679" y="2842160"/>
                        <a:ext cx="113419" cy="97125"/>
                      </a:xfrm>
                      <a:prstGeom prst="straightConnector1">
                        <a:avLst/>
                      </a:prstGeom>
                      <a:noFill/>
                      <a:ln cap="flat" cmpd="sng" w="9525">
                        <a:solidFill>
                          <a:schemeClr val="dk1"/>
                        </a:solidFill>
                        <a:prstDash val="solid"/>
                        <a:miter lim="800000"/>
                        <a:headEnd len="sm" w="sm" type="none"/>
                        <a:tailEnd len="sm" w="sm" type="none"/>
                      </a:ln>
                    </p:spPr>
                  </p:cxnSp>
                  <p:cxnSp>
                    <p:nvCxnSpPr>
                      <p:cNvPr id="8253" name="Google Shape;8253;p106"/>
                      <p:cNvCxnSpPr/>
                      <p:nvPr/>
                    </p:nvCxnSpPr>
                    <p:spPr>
                      <a:xfrm>
                        <a:off x="6580972" y="2939284"/>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8254" name="Google Shape;8254;p106"/>
                    <p:cNvGrpSpPr/>
                    <p:nvPr/>
                  </p:nvGrpSpPr>
                  <p:grpSpPr>
                    <a:xfrm>
                      <a:off x="6396366" y="3594477"/>
                      <a:ext cx="561125" cy="97125"/>
                      <a:chOff x="6581452" y="2842090"/>
                      <a:chExt cx="561125" cy="97125"/>
                    </a:xfrm>
                  </p:grpSpPr>
                  <p:cxnSp>
                    <p:nvCxnSpPr>
                      <p:cNvPr id="8255" name="Google Shape;8255;p106"/>
                      <p:cNvCxnSpPr/>
                      <p:nvPr/>
                    </p:nvCxnSpPr>
                    <p:spPr>
                      <a:xfrm flipH="1" rot="10800000">
                        <a:off x="7029158" y="2842090"/>
                        <a:ext cx="113419" cy="97125"/>
                      </a:xfrm>
                      <a:prstGeom prst="straightConnector1">
                        <a:avLst/>
                      </a:prstGeom>
                      <a:noFill/>
                      <a:ln cap="flat" cmpd="sng" w="9525">
                        <a:solidFill>
                          <a:schemeClr val="dk1"/>
                        </a:solidFill>
                        <a:prstDash val="solid"/>
                        <a:miter lim="800000"/>
                        <a:headEnd len="sm" w="sm" type="none"/>
                        <a:tailEnd len="sm" w="sm" type="none"/>
                      </a:ln>
                    </p:spPr>
                  </p:cxnSp>
                  <p:cxnSp>
                    <p:nvCxnSpPr>
                      <p:cNvPr id="8256" name="Google Shape;8256;p106"/>
                      <p:cNvCxnSpPr/>
                      <p:nvPr/>
                    </p:nvCxnSpPr>
                    <p:spPr>
                      <a:xfrm>
                        <a:off x="6581452" y="2939215"/>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8257" name="Google Shape;8257;p106"/>
                    <p:cNvGrpSpPr/>
                    <p:nvPr/>
                  </p:nvGrpSpPr>
                  <p:grpSpPr>
                    <a:xfrm>
                      <a:off x="6396367" y="3664970"/>
                      <a:ext cx="558140" cy="92426"/>
                      <a:chOff x="6581933" y="2846719"/>
                      <a:chExt cx="558140" cy="92426"/>
                    </a:xfrm>
                  </p:grpSpPr>
                  <p:cxnSp>
                    <p:nvCxnSpPr>
                      <p:cNvPr id="8258" name="Google Shape;8258;p106"/>
                      <p:cNvCxnSpPr/>
                      <p:nvPr/>
                    </p:nvCxnSpPr>
                    <p:spPr>
                      <a:xfrm flipH="1" rot="10800000">
                        <a:off x="7026654" y="2846719"/>
                        <a:ext cx="113419" cy="92426"/>
                      </a:xfrm>
                      <a:prstGeom prst="straightConnector1">
                        <a:avLst/>
                      </a:prstGeom>
                      <a:noFill/>
                      <a:ln cap="flat" cmpd="sng" w="9525">
                        <a:solidFill>
                          <a:schemeClr val="dk1"/>
                        </a:solidFill>
                        <a:prstDash val="solid"/>
                        <a:miter lim="800000"/>
                        <a:headEnd len="sm" w="sm" type="none"/>
                        <a:tailEnd len="sm" w="sm" type="none"/>
                      </a:ln>
                    </p:spPr>
                  </p:cxnSp>
                  <p:cxnSp>
                    <p:nvCxnSpPr>
                      <p:cNvPr id="8259" name="Google Shape;8259;p106"/>
                      <p:cNvCxnSpPr/>
                      <p:nvPr/>
                    </p:nvCxnSpPr>
                    <p:spPr>
                      <a:xfrm>
                        <a:off x="6581933" y="2939145"/>
                        <a:ext cx="450690" cy="0"/>
                      </a:xfrm>
                      <a:prstGeom prst="straightConnector1">
                        <a:avLst/>
                      </a:prstGeom>
                      <a:noFill/>
                      <a:ln cap="flat" cmpd="sng" w="9525">
                        <a:solidFill>
                          <a:schemeClr val="dk1"/>
                        </a:solidFill>
                        <a:prstDash val="solid"/>
                        <a:miter lim="800000"/>
                        <a:headEnd len="sm" w="sm" type="none"/>
                        <a:tailEnd len="sm" w="sm" type="none"/>
                      </a:ln>
                    </p:spPr>
                  </p:cxnSp>
                </p:grpSp>
                <p:grpSp>
                  <p:nvGrpSpPr>
                    <p:cNvPr id="8260" name="Google Shape;8260;p106"/>
                    <p:cNvGrpSpPr/>
                    <p:nvPr/>
                  </p:nvGrpSpPr>
                  <p:grpSpPr>
                    <a:xfrm>
                      <a:off x="6396367" y="3730765"/>
                      <a:ext cx="558139" cy="92426"/>
                      <a:chOff x="6582413" y="2846650"/>
                      <a:chExt cx="558139" cy="92426"/>
                    </a:xfrm>
                  </p:grpSpPr>
                  <p:cxnSp>
                    <p:nvCxnSpPr>
                      <p:cNvPr id="8261" name="Google Shape;8261;p106"/>
                      <p:cNvCxnSpPr/>
                      <p:nvPr/>
                    </p:nvCxnSpPr>
                    <p:spPr>
                      <a:xfrm flipH="1" rot="10800000">
                        <a:off x="7027133" y="2846650"/>
                        <a:ext cx="113419" cy="92426"/>
                      </a:xfrm>
                      <a:prstGeom prst="straightConnector1">
                        <a:avLst/>
                      </a:prstGeom>
                      <a:noFill/>
                      <a:ln cap="flat" cmpd="sng" w="9525">
                        <a:solidFill>
                          <a:schemeClr val="dk1"/>
                        </a:solidFill>
                        <a:prstDash val="solid"/>
                        <a:miter lim="800000"/>
                        <a:headEnd len="sm" w="sm" type="none"/>
                        <a:tailEnd len="sm" w="sm" type="none"/>
                      </a:ln>
                    </p:spPr>
                  </p:cxnSp>
                  <p:cxnSp>
                    <p:nvCxnSpPr>
                      <p:cNvPr id="8262" name="Google Shape;8262;p106"/>
                      <p:cNvCxnSpPr/>
                      <p:nvPr/>
                    </p:nvCxnSpPr>
                    <p:spPr>
                      <a:xfrm>
                        <a:off x="6582413" y="2939076"/>
                        <a:ext cx="450690" cy="0"/>
                      </a:xfrm>
                      <a:prstGeom prst="straightConnector1">
                        <a:avLst/>
                      </a:prstGeom>
                      <a:noFill/>
                      <a:ln cap="flat" cmpd="sng" w="9525">
                        <a:solidFill>
                          <a:schemeClr val="dk1"/>
                        </a:solidFill>
                        <a:prstDash val="solid"/>
                        <a:miter lim="800000"/>
                        <a:headEnd len="sm" w="sm" type="none"/>
                        <a:tailEnd len="sm" w="sm" type="none"/>
                      </a:ln>
                    </p:spPr>
                  </p:cxnSp>
                </p:grpSp>
              </p:grpSp>
              <p:cxnSp>
                <p:nvCxnSpPr>
                  <p:cNvPr id="8263" name="Google Shape;8263;p106"/>
                  <p:cNvCxnSpPr/>
                  <p:nvPr/>
                </p:nvCxnSpPr>
                <p:spPr>
                  <a:xfrm flipH="1">
                    <a:off x="6685171" y="4525377"/>
                    <a:ext cx="4763" cy="855662"/>
                  </a:xfrm>
                  <a:prstGeom prst="straightConnector1">
                    <a:avLst/>
                  </a:prstGeom>
                  <a:noFill/>
                  <a:ln cap="flat" cmpd="sng" w="25400">
                    <a:solidFill>
                      <a:schemeClr val="dk1"/>
                    </a:solidFill>
                    <a:prstDash val="solid"/>
                    <a:miter lim="800000"/>
                    <a:headEnd len="sm" w="sm" type="none"/>
                    <a:tailEnd len="sm" w="sm" type="none"/>
                  </a:ln>
                </p:spPr>
              </p:cxnSp>
              <p:cxnSp>
                <p:nvCxnSpPr>
                  <p:cNvPr id="8264" name="Google Shape;8264;p106"/>
                  <p:cNvCxnSpPr/>
                  <p:nvPr/>
                </p:nvCxnSpPr>
                <p:spPr>
                  <a:xfrm>
                    <a:off x="6632784" y="4706352"/>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265" name="Google Shape;8265;p106"/>
                  <p:cNvCxnSpPr/>
                  <p:nvPr/>
                </p:nvCxnSpPr>
                <p:spPr>
                  <a:xfrm>
                    <a:off x="6631196" y="4771439"/>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266" name="Google Shape;8266;p106"/>
                  <p:cNvCxnSpPr/>
                  <p:nvPr/>
                </p:nvCxnSpPr>
                <p:spPr>
                  <a:xfrm>
                    <a:off x="6631196" y="4849227"/>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267" name="Google Shape;8267;p106"/>
                  <p:cNvCxnSpPr/>
                  <p:nvPr/>
                </p:nvCxnSpPr>
                <p:spPr>
                  <a:xfrm>
                    <a:off x="6629609" y="4914314"/>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268" name="Google Shape;8268;p106"/>
                  <p:cNvCxnSpPr/>
                  <p:nvPr/>
                </p:nvCxnSpPr>
                <p:spPr>
                  <a:xfrm>
                    <a:off x="6628021" y="4976227"/>
                    <a:ext cx="60325" cy="0"/>
                  </a:xfrm>
                  <a:prstGeom prst="straightConnector1">
                    <a:avLst/>
                  </a:prstGeom>
                  <a:noFill/>
                  <a:ln cap="flat" cmpd="sng" w="9525">
                    <a:solidFill>
                      <a:schemeClr val="dk1"/>
                    </a:solidFill>
                    <a:prstDash val="solid"/>
                    <a:miter lim="800000"/>
                    <a:headEnd len="sm" w="sm" type="none"/>
                    <a:tailEnd len="sm" w="sm" type="none"/>
                  </a:ln>
                </p:spPr>
              </p:cxnSp>
              <p:cxnSp>
                <p:nvCxnSpPr>
                  <p:cNvPr id="8269" name="Google Shape;8269;p106"/>
                  <p:cNvCxnSpPr/>
                  <p:nvPr/>
                </p:nvCxnSpPr>
                <p:spPr>
                  <a:xfrm>
                    <a:off x="6628021" y="5044489"/>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270" name="Google Shape;8270;p106"/>
                  <p:cNvCxnSpPr/>
                  <p:nvPr/>
                </p:nvCxnSpPr>
                <p:spPr>
                  <a:xfrm>
                    <a:off x="6626434" y="511433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271" name="Google Shape;8271;p106"/>
                  <p:cNvCxnSpPr/>
                  <p:nvPr/>
                </p:nvCxnSpPr>
                <p:spPr>
                  <a:xfrm>
                    <a:off x="6629609" y="518418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272" name="Google Shape;8272;p106"/>
                  <p:cNvCxnSpPr/>
                  <p:nvPr/>
                </p:nvCxnSpPr>
                <p:spPr>
                  <a:xfrm>
                    <a:off x="6631196" y="5252452"/>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273" name="Google Shape;8273;p106"/>
                  <p:cNvCxnSpPr/>
                  <p:nvPr/>
                </p:nvCxnSpPr>
                <p:spPr>
                  <a:xfrm>
                    <a:off x="6631196" y="5322302"/>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274" name="Google Shape;8274;p106"/>
                  <p:cNvCxnSpPr/>
                  <p:nvPr/>
                </p:nvCxnSpPr>
                <p:spPr>
                  <a:xfrm>
                    <a:off x="6632784" y="538738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275" name="Google Shape;8275;p106"/>
                  <p:cNvCxnSpPr/>
                  <p:nvPr/>
                </p:nvCxnSpPr>
                <p:spPr>
                  <a:xfrm rot="10800000">
                    <a:off x="6632784" y="4531727"/>
                    <a:ext cx="58737" cy="0"/>
                  </a:xfrm>
                  <a:prstGeom prst="straightConnector1">
                    <a:avLst/>
                  </a:prstGeom>
                  <a:noFill/>
                  <a:ln cap="flat" cmpd="sng" w="22225">
                    <a:solidFill>
                      <a:schemeClr val="dk1"/>
                    </a:solidFill>
                    <a:prstDash val="solid"/>
                    <a:miter lim="800000"/>
                    <a:headEnd len="sm" w="sm" type="none"/>
                    <a:tailEnd len="sm" w="sm" type="none"/>
                  </a:ln>
                </p:spPr>
              </p:cxnSp>
              <p:grpSp>
                <p:nvGrpSpPr>
                  <p:cNvPr id="8276" name="Google Shape;8276;p106"/>
                  <p:cNvGrpSpPr/>
                  <p:nvPr/>
                </p:nvGrpSpPr>
                <p:grpSpPr>
                  <a:xfrm>
                    <a:off x="6434171" y="4488570"/>
                    <a:ext cx="224203" cy="179034"/>
                    <a:chOff x="3668110" y="2448910"/>
                    <a:chExt cx="3794234" cy="2165130"/>
                  </a:xfrm>
                </p:grpSpPr>
                <p:sp>
                  <p:nvSpPr>
                    <p:cNvPr id="8277" name="Google Shape;8277;p106"/>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278" name="Google Shape;8278;p106"/>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8279" name="Google Shape;8279;p106"/>
                    <p:cNvGrpSpPr/>
                    <p:nvPr/>
                  </p:nvGrpSpPr>
                  <p:grpSpPr>
                    <a:xfrm>
                      <a:off x="3941378" y="2603243"/>
                      <a:ext cx="3202061" cy="1066110"/>
                      <a:chOff x="7939341" y="3037317"/>
                      <a:chExt cx="897649" cy="353919"/>
                    </a:xfrm>
                  </p:grpSpPr>
                  <p:sp>
                    <p:nvSpPr>
                      <p:cNvPr id="8280" name="Google Shape;8280;p106"/>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281" name="Google Shape;8281;p106"/>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282" name="Google Shape;8282;p106"/>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60" name="Google Shape;8160;p106"/>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nvGrpSpPr>
                <p:cNvPr id="8283" name="Google Shape;8283;p106"/>
                <p:cNvGrpSpPr/>
                <p:nvPr/>
              </p:nvGrpSpPr>
              <p:grpSpPr>
                <a:xfrm>
                  <a:off x="7195215" y="4648914"/>
                  <a:ext cx="267206" cy="997245"/>
                  <a:chOff x="6424315" y="4488570"/>
                  <a:chExt cx="267206" cy="997245"/>
                </a:xfrm>
              </p:grpSpPr>
              <p:grpSp>
                <p:nvGrpSpPr>
                  <p:cNvPr id="8284" name="Google Shape;8284;p106"/>
                  <p:cNvGrpSpPr/>
                  <p:nvPr/>
                </p:nvGrpSpPr>
                <p:grpSpPr>
                  <a:xfrm>
                    <a:off x="6424315" y="4636502"/>
                    <a:ext cx="237939" cy="849312"/>
                    <a:chOff x="6396366" y="3061857"/>
                    <a:chExt cx="570079" cy="838094"/>
                  </a:xfrm>
                </p:grpSpPr>
                <p:sp>
                  <p:nvSpPr>
                    <p:cNvPr id="8285" name="Google Shape;8285;p106"/>
                    <p:cNvSpPr/>
                    <p:nvPr/>
                  </p:nvSpPr>
                  <p:spPr>
                    <a:xfrm>
                      <a:off x="6509786" y="3061857"/>
                      <a:ext cx="447707" cy="742536"/>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8286" name="Google Shape;8286;p106"/>
                    <p:cNvCxnSpPr/>
                    <p:nvPr/>
                  </p:nvCxnSpPr>
                  <p:spPr>
                    <a:xfrm flipH="1" rot="10800000">
                      <a:off x="6847057" y="3061857"/>
                      <a:ext cx="113419" cy="92425"/>
                    </a:xfrm>
                    <a:prstGeom prst="straightConnector1">
                      <a:avLst/>
                    </a:prstGeom>
                    <a:noFill/>
                    <a:ln cap="flat" cmpd="sng" w="9525">
                      <a:solidFill>
                        <a:schemeClr val="dk1"/>
                      </a:solidFill>
                      <a:prstDash val="solid"/>
                      <a:miter lim="800000"/>
                      <a:headEnd len="sm" w="sm" type="none"/>
                      <a:tailEnd len="sm" w="sm" type="none"/>
                    </a:ln>
                  </p:spPr>
                </p:cxnSp>
                <p:sp>
                  <p:nvSpPr>
                    <p:cNvPr id="8287" name="Google Shape;8287;p106"/>
                    <p:cNvSpPr/>
                    <p:nvPr/>
                  </p:nvSpPr>
                  <p:spPr>
                    <a:xfrm>
                      <a:off x="6476953" y="3071256"/>
                      <a:ext cx="131327" cy="1159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8288" name="Google Shape;8288;p106"/>
                    <p:cNvCxnSpPr/>
                    <p:nvPr/>
                  </p:nvCxnSpPr>
                  <p:spPr>
                    <a:xfrm flipH="1" rot="10800000">
                      <a:off x="6396367" y="3061857"/>
                      <a:ext cx="113419" cy="92425"/>
                    </a:xfrm>
                    <a:prstGeom prst="straightConnector1">
                      <a:avLst/>
                    </a:prstGeom>
                    <a:noFill/>
                    <a:ln cap="flat" cmpd="sng" w="9525">
                      <a:solidFill>
                        <a:schemeClr val="dk1"/>
                      </a:solidFill>
                      <a:prstDash val="solid"/>
                      <a:miter lim="800000"/>
                      <a:headEnd len="sm" w="sm" type="none"/>
                      <a:tailEnd len="sm" w="sm" type="none"/>
                    </a:ln>
                  </p:spPr>
                </p:cxnSp>
                <p:sp>
                  <p:nvSpPr>
                    <p:cNvPr id="8289" name="Google Shape;8289;p106"/>
                    <p:cNvSpPr/>
                    <p:nvPr/>
                  </p:nvSpPr>
                  <p:spPr>
                    <a:xfrm>
                      <a:off x="6817210" y="3702567"/>
                      <a:ext cx="131327" cy="1159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sp>
                  <p:nvSpPr>
                    <p:cNvPr id="8290" name="Google Shape;8290;p106"/>
                    <p:cNvSpPr/>
                    <p:nvPr/>
                  </p:nvSpPr>
                  <p:spPr>
                    <a:xfrm>
                      <a:off x="6405320" y="3157415"/>
                      <a:ext cx="444723" cy="742536"/>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8291" name="Google Shape;8291;p106"/>
                    <p:cNvCxnSpPr/>
                    <p:nvPr/>
                  </p:nvCxnSpPr>
                  <p:spPr>
                    <a:xfrm flipH="1" rot="10800000">
                      <a:off x="6847057" y="3804392"/>
                      <a:ext cx="113419" cy="92425"/>
                    </a:xfrm>
                    <a:prstGeom prst="straightConnector1">
                      <a:avLst/>
                    </a:prstGeom>
                    <a:noFill/>
                    <a:ln cap="flat" cmpd="sng" w="9525">
                      <a:solidFill>
                        <a:schemeClr val="dk1"/>
                      </a:solidFill>
                      <a:prstDash val="solid"/>
                      <a:miter lim="800000"/>
                      <a:headEnd len="sm" w="sm" type="none"/>
                      <a:tailEnd len="sm" w="sm" type="none"/>
                    </a:ln>
                  </p:spPr>
                </p:cxnSp>
                <p:grpSp>
                  <p:nvGrpSpPr>
                    <p:cNvPr id="8292" name="Google Shape;8292;p106"/>
                    <p:cNvGrpSpPr/>
                    <p:nvPr/>
                  </p:nvGrpSpPr>
                  <p:grpSpPr>
                    <a:xfrm>
                      <a:off x="6399350" y="3137050"/>
                      <a:ext cx="561125" cy="92425"/>
                      <a:chOff x="6581076" y="2845711"/>
                      <a:chExt cx="561125" cy="92425"/>
                    </a:xfrm>
                  </p:grpSpPr>
                  <p:cxnSp>
                    <p:nvCxnSpPr>
                      <p:cNvPr id="8293" name="Google Shape;8293;p106"/>
                      <p:cNvCxnSpPr/>
                      <p:nvPr/>
                    </p:nvCxnSpPr>
                    <p:spPr>
                      <a:xfrm flipH="1" rot="10800000">
                        <a:off x="7028782" y="2845711"/>
                        <a:ext cx="113419" cy="92425"/>
                      </a:xfrm>
                      <a:prstGeom prst="straightConnector1">
                        <a:avLst/>
                      </a:prstGeom>
                      <a:noFill/>
                      <a:ln cap="flat" cmpd="sng" w="9525">
                        <a:solidFill>
                          <a:schemeClr val="dk1"/>
                        </a:solidFill>
                        <a:prstDash val="solid"/>
                        <a:miter lim="800000"/>
                        <a:headEnd len="sm" w="sm" type="none"/>
                        <a:tailEnd len="sm" w="sm" type="none"/>
                      </a:ln>
                    </p:spPr>
                  </p:cxnSp>
                  <p:cxnSp>
                    <p:nvCxnSpPr>
                      <p:cNvPr id="8294" name="Google Shape;8294;p106"/>
                      <p:cNvCxnSpPr/>
                      <p:nvPr/>
                    </p:nvCxnSpPr>
                    <p:spPr>
                      <a:xfrm>
                        <a:off x="6581076" y="2938136"/>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8295" name="Google Shape;8295;p106"/>
                    <p:cNvGrpSpPr/>
                    <p:nvPr/>
                  </p:nvGrpSpPr>
                  <p:grpSpPr>
                    <a:xfrm>
                      <a:off x="6399351" y="3202845"/>
                      <a:ext cx="567094" cy="89292"/>
                      <a:chOff x="6581557" y="2845642"/>
                      <a:chExt cx="567094" cy="89292"/>
                    </a:xfrm>
                  </p:grpSpPr>
                  <p:cxnSp>
                    <p:nvCxnSpPr>
                      <p:cNvPr id="8296" name="Google Shape;8296;p106"/>
                      <p:cNvCxnSpPr/>
                      <p:nvPr/>
                    </p:nvCxnSpPr>
                    <p:spPr>
                      <a:xfrm flipH="1" rot="10800000">
                        <a:off x="7029263" y="2845642"/>
                        <a:ext cx="119388" cy="89292"/>
                      </a:xfrm>
                      <a:prstGeom prst="straightConnector1">
                        <a:avLst/>
                      </a:prstGeom>
                      <a:noFill/>
                      <a:ln cap="flat" cmpd="sng" w="9525">
                        <a:solidFill>
                          <a:schemeClr val="dk1"/>
                        </a:solidFill>
                        <a:prstDash val="solid"/>
                        <a:miter lim="800000"/>
                        <a:headEnd len="sm" w="sm" type="none"/>
                        <a:tailEnd len="sm" w="sm" type="none"/>
                      </a:ln>
                    </p:spPr>
                  </p:cxnSp>
                  <p:cxnSp>
                    <p:nvCxnSpPr>
                      <p:cNvPr id="8297" name="Google Shape;8297;p106"/>
                      <p:cNvCxnSpPr/>
                      <p:nvPr/>
                    </p:nvCxnSpPr>
                    <p:spPr>
                      <a:xfrm>
                        <a:off x="6581557" y="2934934"/>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8298" name="Google Shape;8298;p106"/>
                    <p:cNvGrpSpPr/>
                    <p:nvPr/>
                  </p:nvGrpSpPr>
                  <p:grpSpPr>
                    <a:xfrm>
                      <a:off x="6399350" y="3268639"/>
                      <a:ext cx="558142" cy="89292"/>
                      <a:chOff x="6582036" y="2845572"/>
                      <a:chExt cx="558142" cy="89292"/>
                    </a:xfrm>
                  </p:grpSpPr>
                  <p:cxnSp>
                    <p:nvCxnSpPr>
                      <p:cNvPr id="8299" name="Google Shape;8299;p106"/>
                      <p:cNvCxnSpPr/>
                      <p:nvPr/>
                    </p:nvCxnSpPr>
                    <p:spPr>
                      <a:xfrm flipH="1" rot="10800000">
                        <a:off x="7026759" y="2845572"/>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8300" name="Google Shape;8300;p106"/>
                      <p:cNvCxnSpPr/>
                      <p:nvPr/>
                    </p:nvCxnSpPr>
                    <p:spPr>
                      <a:xfrm>
                        <a:off x="6582036" y="293486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8301" name="Google Shape;8301;p106"/>
                    <p:cNvGrpSpPr/>
                    <p:nvPr/>
                  </p:nvGrpSpPr>
                  <p:grpSpPr>
                    <a:xfrm>
                      <a:off x="6399350" y="3334433"/>
                      <a:ext cx="558141" cy="89292"/>
                      <a:chOff x="6582516" y="2845502"/>
                      <a:chExt cx="558141" cy="89292"/>
                    </a:xfrm>
                  </p:grpSpPr>
                  <p:cxnSp>
                    <p:nvCxnSpPr>
                      <p:cNvPr id="8302" name="Google Shape;8302;p106"/>
                      <p:cNvCxnSpPr/>
                      <p:nvPr/>
                    </p:nvCxnSpPr>
                    <p:spPr>
                      <a:xfrm flipH="1" rot="10800000">
                        <a:off x="7027238" y="2845502"/>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8303" name="Google Shape;8303;p106"/>
                      <p:cNvCxnSpPr/>
                      <p:nvPr/>
                    </p:nvCxnSpPr>
                    <p:spPr>
                      <a:xfrm>
                        <a:off x="6582516" y="293479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8304" name="Google Shape;8304;p106"/>
                    <p:cNvGrpSpPr/>
                    <p:nvPr/>
                  </p:nvGrpSpPr>
                  <p:grpSpPr>
                    <a:xfrm>
                      <a:off x="6399349" y="3400228"/>
                      <a:ext cx="558142" cy="89292"/>
                      <a:chOff x="6582995" y="2845433"/>
                      <a:chExt cx="558142" cy="89292"/>
                    </a:xfrm>
                  </p:grpSpPr>
                  <p:cxnSp>
                    <p:nvCxnSpPr>
                      <p:cNvPr id="8305" name="Google Shape;8305;p106"/>
                      <p:cNvCxnSpPr/>
                      <p:nvPr/>
                    </p:nvCxnSpPr>
                    <p:spPr>
                      <a:xfrm flipH="1" rot="10800000">
                        <a:off x="7027718" y="2845433"/>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8306" name="Google Shape;8306;p106"/>
                      <p:cNvCxnSpPr/>
                      <p:nvPr/>
                    </p:nvCxnSpPr>
                    <p:spPr>
                      <a:xfrm>
                        <a:off x="6582995" y="293472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8307" name="Google Shape;8307;p106"/>
                    <p:cNvGrpSpPr/>
                    <p:nvPr/>
                  </p:nvGrpSpPr>
                  <p:grpSpPr>
                    <a:xfrm>
                      <a:off x="6399351" y="3466022"/>
                      <a:ext cx="558141" cy="93992"/>
                      <a:chOff x="6583477" y="2845363"/>
                      <a:chExt cx="558141" cy="93992"/>
                    </a:xfrm>
                  </p:grpSpPr>
                  <p:cxnSp>
                    <p:nvCxnSpPr>
                      <p:cNvPr id="8308" name="Google Shape;8308;p106"/>
                      <p:cNvCxnSpPr/>
                      <p:nvPr/>
                    </p:nvCxnSpPr>
                    <p:spPr>
                      <a:xfrm flipH="1" rot="10800000">
                        <a:off x="7028199" y="2845363"/>
                        <a:ext cx="113419" cy="93992"/>
                      </a:xfrm>
                      <a:prstGeom prst="straightConnector1">
                        <a:avLst/>
                      </a:prstGeom>
                      <a:noFill/>
                      <a:ln cap="flat" cmpd="sng" w="9525">
                        <a:solidFill>
                          <a:schemeClr val="dk1"/>
                        </a:solidFill>
                        <a:prstDash val="solid"/>
                        <a:miter lim="800000"/>
                        <a:headEnd len="sm" w="sm" type="none"/>
                        <a:tailEnd len="sm" w="sm" type="none"/>
                      </a:ln>
                    </p:spPr>
                  </p:cxnSp>
                  <p:cxnSp>
                    <p:nvCxnSpPr>
                      <p:cNvPr id="8309" name="Google Shape;8309;p106"/>
                      <p:cNvCxnSpPr/>
                      <p:nvPr/>
                    </p:nvCxnSpPr>
                    <p:spPr>
                      <a:xfrm>
                        <a:off x="6583477" y="2939355"/>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8310" name="Google Shape;8310;p106"/>
                    <p:cNvGrpSpPr/>
                    <p:nvPr/>
                  </p:nvGrpSpPr>
                  <p:grpSpPr>
                    <a:xfrm>
                      <a:off x="6396366" y="3528683"/>
                      <a:ext cx="561126" cy="97125"/>
                      <a:chOff x="6580972" y="2842160"/>
                      <a:chExt cx="561126" cy="97125"/>
                    </a:xfrm>
                  </p:grpSpPr>
                  <p:cxnSp>
                    <p:nvCxnSpPr>
                      <p:cNvPr id="8311" name="Google Shape;8311;p106"/>
                      <p:cNvCxnSpPr/>
                      <p:nvPr/>
                    </p:nvCxnSpPr>
                    <p:spPr>
                      <a:xfrm flipH="1" rot="10800000">
                        <a:off x="7028679" y="2842160"/>
                        <a:ext cx="113419" cy="97125"/>
                      </a:xfrm>
                      <a:prstGeom prst="straightConnector1">
                        <a:avLst/>
                      </a:prstGeom>
                      <a:noFill/>
                      <a:ln cap="flat" cmpd="sng" w="9525">
                        <a:solidFill>
                          <a:schemeClr val="dk1"/>
                        </a:solidFill>
                        <a:prstDash val="solid"/>
                        <a:miter lim="800000"/>
                        <a:headEnd len="sm" w="sm" type="none"/>
                        <a:tailEnd len="sm" w="sm" type="none"/>
                      </a:ln>
                    </p:spPr>
                  </p:cxnSp>
                  <p:cxnSp>
                    <p:nvCxnSpPr>
                      <p:cNvPr id="8312" name="Google Shape;8312;p106"/>
                      <p:cNvCxnSpPr/>
                      <p:nvPr/>
                    </p:nvCxnSpPr>
                    <p:spPr>
                      <a:xfrm>
                        <a:off x="6580972" y="2939284"/>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8313" name="Google Shape;8313;p106"/>
                    <p:cNvGrpSpPr/>
                    <p:nvPr/>
                  </p:nvGrpSpPr>
                  <p:grpSpPr>
                    <a:xfrm>
                      <a:off x="6396366" y="3594477"/>
                      <a:ext cx="561125" cy="97125"/>
                      <a:chOff x="6581452" y="2842090"/>
                      <a:chExt cx="561125" cy="97125"/>
                    </a:xfrm>
                  </p:grpSpPr>
                  <p:cxnSp>
                    <p:nvCxnSpPr>
                      <p:cNvPr id="8314" name="Google Shape;8314;p106"/>
                      <p:cNvCxnSpPr/>
                      <p:nvPr/>
                    </p:nvCxnSpPr>
                    <p:spPr>
                      <a:xfrm flipH="1" rot="10800000">
                        <a:off x="7029158" y="2842090"/>
                        <a:ext cx="113419" cy="97125"/>
                      </a:xfrm>
                      <a:prstGeom prst="straightConnector1">
                        <a:avLst/>
                      </a:prstGeom>
                      <a:noFill/>
                      <a:ln cap="flat" cmpd="sng" w="9525">
                        <a:solidFill>
                          <a:schemeClr val="dk1"/>
                        </a:solidFill>
                        <a:prstDash val="solid"/>
                        <a:miter lim="800000"/>
                        <a:headEnd len="sm" w="sm" type="none"/>
                        <a:tailEnd len="sm" w="sm" type="none"/>
                      </a:ln>
                    </p:spPr>
                  </p:cxnSp>
                  <p:cxnSp>
                    <p:nvCxnSpPr>
                      <p:cNvPr id="8315" name="Google Shape;8315;p106"/>
                      <p:cNvCxnSpPr/>
                      <p:nvPr/>
                    </p:nvCxnSpPr>
                    <p:spPr>
                      <a:xfrm>
                        <a:off x="6581452" y="2939215"/>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8316" name="Google Shape;8316;p106"/>
                    <p:cNvGrpSpPr/>
                    <p:nvPr/>
                  </p:nvGrpSpPr>
                  <p:grpSpPr>
                    <a:xfrm>
                      <a:off x="6396367" y="3664970"/>
                      <a:ext cx="558140" cy="92426"/>
                      <a:chOff x="6581933" y="2846719"/>
                      <a:chExt cx="558140" cy="92426"/>
                    </a:xfrm>
                  </p:grpSpPr>
                  <p:cxnSp>
                    <p:nvCxnSpPr>
                      <p:cNvPr id="8317" name="Google Shape;8317;p106"/>
                      <p:cNvCxnSpPr/>
                      <p:nvPr/>
                    </p:nvCxnSpPr>
                    <p:spPr>
                      <a:xfrm flipH="1" rot="10800000">
                        <a:off x="7026654" y="2846719"/>
                        <a:ext cx="113419" cy="92426"/>
                      </a:xfrm>
                      <a:prstGeom prst="straightConnector1">
                        <a:avLst/>
                      </a:prstGeom>
                      <a:noFill/>
                      <a:ln cap="flat" cmpd="sng" w="9525">
                        <a:solidFill>
                          <a:schemeClr val="dk1"/>
                        </a:solidFill>
                        <a:prstDash val="solid"/>
                        <a:miter lim="800000"/>
                        <a:headEnd len="sm" w="sm" type="none"/>
                        <a:tailEnd len="sm" w="sm" type="none"/>
                      </a:ln>
                    </p:spPr>
                  </p:cxnSp>
                  <p:cxnSp>
                    <p:nvCxnSpPr>
                      <p:cNvPr id="8318" name="Google Shape;8318;p106"/>
                      <p:cNvCxnSpPr/>
                      <p:nvPr/>
                    </p:nvCxnSpPr>
                    <p:spPr>
                      <a:xfrm>
                        <a:off x="6581933" y="2939145"/>
                        <a:ext cx="450690" cy="0"/>
                      </a:xfrm>
                      <a:prstGeom prst="straightConnector1">
                        <a:avLst/>
                      </a:prstGeom>
                      <a:noFill/>
                      <a:ln cap="flat" cmpd="sng" w="9525">
                        <a:solidFill>
                          <a:schemeClr val="dk1"/>
                        </a:solidFill>
                        <a:prstDash val="solid"/>
                        <a:miter lim="800000"/>
                        <a:headEnd len="sm" w="sm" type="none"/>
                        <a:tailEnd len="sm" w="sm" type="none"/>
                      </a:ln>
                    </p:spPr>
                  </p:cxnSp>
                </p:grpSp>
                <p:grpSp>
                  <p:nvGrpSpPr>
                    <p:cNvPr id="8319" name="Google Shape;8319;p106"/>
                    <p:cNvGrpSpPr/>
                    <p:nvPr/>
                  </p:nvGrpSpPr>
                  <p:grpSpPr>
                    <a:xfrm>
                      <a:off x="6396367" y="3730765"/>
                      <a:ext cx="558139" cy="92426"/>
                      <a:chOff x="6582413" y="2846650"/>
                      <a:chExt cx="558139" cy="92426"/>
                    </a:xfrm>
                  </p:grpSpPr>
                  <p:cxnSp>
                    <p:nvCxnSpPr>
                      <p:cNvPr id="8320" name="Google Shape;8320;p106"/>
                      <p:cNvCxnSpPr/>
                      <p:nvPr/>
                    </p:nvCxnSpPr>
                    <p:spPr>
                      <a:xfrm flipH="1" rot="10800000">
                        <a:off x="7027133" y="2846650"/>
                        <a:ext cx="113419" cy="92426"/>
                      </a:xfrm>
                      <a:prstGeom prst="straightConnector1">
                        <a:avLst/>
                      </a:prstGeom>
                      <a:noFill/>
                      <a:ln cap="flat" cmpd="sng" w="9525">
                        <a:solidFill>
                          <a:schemeClr val="dk1"/>
                        </a:solidFill>
                        <a:prstDash val="solid"/>
                        <a:miter lim="800000"/>
                        <a:headEnd len="sm" w="sm" type="none"/>
                        <a:tailEnd len="sm" w="sm" type="none"/>
                      </a:ln>
                    </p:spPr>
                  </p:cxnSp>
                  <p:cxnSp>
                    <p:nvCxnSpPr>
                      <p:cNvPr id="8321" name="Google Shape;8321;p106"/>
                      <p:cNvCxnSpPr/>
                      <p:nvPr/>
                    </p:nvCxnSpPr>
                    <p:spPr>
                      <a:xfrm>
                        <a:off x="6582413" y="2939076"/>
                        <a:ext cx="450690" cy="0"/>
                      </a:xfrm>
                      <a:prstGeom prst="straightConnector1">
                        <a:avLst/>
                      </a:prstGeom>
                      <a:noFill/>
                      <a:ln cap="flat" cmpd="sng" w="9525">
                        <a:solidFill>
                          <a:schemeClr val="dk1"/>
                        </a:solidFill>
                        <a:prstDash val="solid"/>
                        <a:miter lim="800000"/>
                        <a:headEnd len="sm" w="sm" type="none"/>
                        <a:tailEnd len="sm" w="sm" type="none"/>
                      </a:ln>
                    </p:spPr>
                  </p:cxnSp>
                </p:grpSp>
              </p:grpSp>
              <p:cxnSp>
                <p:nvCxnSpPr>
                  <p:cNvPr id="8322" name="Google Shape;8322;p106"/>
                  <p:cNvCxnSpPr/>
                  <p:nvPr/>
                </p:nvCxnSpPr>
                <p:spPr>
                  <a:xfrm flipH="1">
                    <a:off x="6685171" y="4525377"/>
                    <a:ext cx="4763" cy="855662"/>
                  </a:xfrm>
                  <a:prstGeom prst="straightConnector1">
                    <a:avLst/>
                  </a:prstGeom>
                  <a:noFill/>
                  <a:ln cap="flat" cmpd="sng" w="25400">
                    <a:solidFill>
                      <a:schemeClr val="dk1"/>
                    </a:solidFill>
                    <a:prstDash val="solid"/>
                    <a:miter lim="800000"/>
                    <a:headEnd len="sm" w="sm" type="none"/>
                    <a:tailEnd len="sm" w="sm" type="none"/>
                  </a:ln>
                </p:spPr>
              </p:cxnSp>
              <p:cxnSp>
                <p:nvCxnSpPr>
                  <p:cNvPr id="8323" name="Google Shape;8323;p106"/>
                  <p:cNvCxnSpPr/>
                  <p:nvPr/>
                </p:nvCxnSpPr>
                <p:spPr>
                  <a:xfrm>
                    <a:off x="6632784" y="4706352"/>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324" name="Google Shape;8324;p106"/>
                  <p:cNvCxnSpPr/>
                  <p:nvPr/>
                </p:nvCxnSpPr>
                <p:spPr>
                  <a:xfrm>
                    <a:off x="6631196" y="4771439"/>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325" name="Google Shape;8325;p106"/>
                  <p:cNvCxnSpPr/>
                  <p:nvPr/>
                </p:nvCxnSpPr>
                <p:spPr>
                  <a:xfrm>
                    <a:off x="6631196" y="4849227"/>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326" name="Google Shape;8326;p106"/>
                  <p:cNvCxnSpPr/>
                  <p:nvPr/>
                </p:nvCxnSpPr>
                <p:spPr>
                  <a:xfrm>
                    <a:off x="6629609" y="4914314"/>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327" name="Google Shape;8327;p106"/>
                  <p:cNvCxnSpPr/>
                  <p:nvPr/>
                </p:nvCxnSpPr>
                <p:spPr>
                  <a:xfrm>
                    <a:off x="6628021" y="4976227"/>
                    <a:ext cx="60325" cy="0"/>
                  </a:xfrm>
                  <a:prstGeom prst="straightConnector1">
                    <a:avLst/>
                  </a:prstGeom>
                  <a:noFill/>
                  <a:ln cap="flat" cmpd="sng" w="9525">
                    <a:solidFill>
                      <a:schemeClr val="dk1"/>
                    </a:solidFill>
                    <a:prstDash val="solid"/>
                    <a:miter lim="800000"/>
                    <a:headEnd len="sm" w="sm" type="none"/>
                    <a:tailEnd len="sm" w="sm" type="none"/>
                  </a:ln>
                </p:spPr>
              </p:cxnSp>
              <p:cxnSp>
                <p:nvCxnSpPr>
                  <p:cNvPr id="8328" name="Google Shape;8328;p106"/>
                  <p:cNvCxnSpPr/>
                  <p:nvPr/>
                </p:nvCxnSpPr>
                <p:spPr>
                  <a:xfrm>
                    <a:off x="6628021" y="5044489"/>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329" name="Google Shape;8329;p106"/>
                  <p:cNvCxnSpPr/>
                  <p:nvPr/>
                </p:nvCxnSpPr>
                <p:spPr>
                  <a:xfrm>
                    <a:off x="6626434" y="511433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330" name="Google Shape;8330;p106"/>
                  <p:cNvCxnSpPr/>
                  <p:nvPr/>
                </p:nvCxnSpPr>
                <p:spPr>
                  <a:xfrm>
                    <a:off x="6629609" y="518418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331" name="Google Shape;8331;p106"/>
                  <p:cNvCxnSpPr/>
                  <p:nvPr/>
                </p:nvCxnSpPr>
                <p:spPr>
                  <a:xfrm>
                    <a:off x="6631196" y="5252452"/>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332" name="Google Shape;8332;p106"/>
                  <p:cNvCxnSpPr/>
                  <p:nvPr/>
                </p:nvCxnSpPr>
                <p:spPr>
                  <a:xfrm>
                    <a:off x="6631196" y="5322302"/>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333" name="Google Shape;8333;p106"/>
                  <p:cNvCxnSpPr/>
                  <p:nvPr/>
                </p:nvCxnSpPr>
                <p:spPr>
                  <a:xfrm>
                    <a:off x="6632784" y="538738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334" name="Google Shape;8334;p106"/>
                  <p:cNvCxnSpPr/>
                  <p:nvPr/>
                </p:nvCxnSpPr>
                <p:spPr>
                  <a:xfrm rot="10800000">
                    <a:off x="6632784" y="4531727"/>
                    <a:ext cx="58737" cy="0"/>
                  </a:xfrm>
                  <a:prstGeom prst="straightConnector1">
                    <a:avLst/>
                  </a:prstGeom>
                  <a:noFill/>
                  <a:ln cap="flat" cmpd="sng" w="22225">
                    <a:solidFill>
                      <a:schemeClr val="dk1"/>
                    </a:solidFill>
                    <a:prstDash val="solid"/>
                    <a:miter lim="800000"/>
                    <a:headEnd len="sm" w="sm" type="none"/>
                    <a:tailEnd len="sm" w="sm" type="none"/>
                  </a:ln>
                </p:spPr>
              </p:cxnSp>
              <p:grpSp>
                <p:nvGrpSpPr>
                  <p:cNvPr id="8335" name="Google Shape;8335;p106"/>
                  <p:cNvGrpSpPr/>
                  <p:nvPr/>
                </p:nvGrpSpPr>
                <p:grpSpPr>
                  <a:xfrm>
                    <a:off x="6434171" y="4488570"/>
                    <a:ext cx="224203" cy="179034"/>
                    <a:chOff x="3668110" y="2448910"/>
                    <a:chExt cx="3794234" cy="2165130"/>
                  </a:xfrm>
                </p:grpSpPr>
                <p:sp>
                  <p:nvSpPr>
                    <p:cNvPr id="8336" name="Google Shape;8336;p106"/>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337" name="Google Shape;8337;p106"/>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8338" name="Google Shape;8338;p106"/>
                    <p:cNvGrpSpPr/>
                    <p:nvPr/>
                  </p:nvGrpSpPr>
                  <p:grpSpPr>
                    <a:xfrm>
                      <a:off x="3941378" y="2603243"/>
                      <a:ext cx="3202061" cy="1066110"/>
                      <a:chOff x="7939341" y="3037317"/>
                      <a:chExt cx="897649" cy="353919"/>
                    </a:xfrm>
                  </p:grpSpPr>
                  <p:sp>
                    <p:nvSpPr>
                      <p:cNvPr id="8223" name="Google Shape;8223;p106"/>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339" name="Google Shape;8339;p106"/>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340" name="Google Shape;8340;p106"/>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341" name="Google Shape;8341;p106"/>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nvGrpSpPr>
                <p:cNvPr id="8342" name="Google Shape;8342;p106"/>
                <p:cNvGrpSpPr/>
                <p:nvPr/>
              </p:nvGrpSpPr>
              <p:grpSpPr>
                <a:xfrm>
                  <a:off x="7734734" y="4641605"/>
                  <a:ext cx="267206" cy="997245"/>
                  <a:chOff x="6424315" y="4488570"/>
                  <a:chExt cx="267206" cy="997245"/>
                </a:xfrm>
              </p:grpSpPr>
              <p:grpSp>
                <p:nvGrpSpPr>
                  <p:cNvPr id="8343" name="Google Shape;8343;p106"/>
                  <p:cNvGrpSpPr/>
                  <p:nvPr/>
                </p:nvGrpSpPr>
                <p:grpSpPr>
                  <a:xfrm>
                    <a:off x="6424315" y="4636502"/>
                    <a:ext cx="237939" cy="849312"/>
                    <a:chOff x="6396366" y="3061857"/>
                    <a:chExt cx="570079" cy="838094"/>
                  </a:xfrm>
                </p:grpSpPr>
                <p:sp>
                  <p:nvSpPr>
                    <p:cNvPr id="8344" name="Google Shape;8344;p106"/>
                    <p:cNvSpPr/>
                    <p:nvPr/>
                  </p:nvSpPr>
                  <p:spPr>
                    <a:xfrm>
                      <a:off x="6509786" y="3061857"/>
                      <a:ext cx="447707" cy="742536"/>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8345" name="Google Shape;8345;p106"/>
                    <p:cNvCxnSpPr/>
                    <p:nvPr/>
                  </p:nvCxnSpPr>
                  <p:spPr>
                    <a:xfrm flipH="1" rot="10800000">
                      <a:off x="6847057" y="3061857"/>
                      <a:ext cx="113419" cy="92425"/>
                    </a:xfrm>
                    <a:prstGeom prst="straightConnector1">
                      <a:avLst/>
                    </a:prstGeom>
                    <a:noFill/>
                    <a:ln cap="flat" cmpd="sng" w="9525">
                      <a:solidFill>
                        <a:schemeClr val="dk1"/>
                      </a:solidFill>
                      <a:prstDash val="solid"/>
                      <a:miter lim="800000"/>
                      <a:headEnd len="sm" w="sm" type="none"/>
                      <a:tailEnd len="sm" w="sm" type="none"/>
                    </a:ln>
                  </p:spPr>
                </p:cxnSp>
                <p:sp>
                  <p:nvSpPr>
                    <p:cNvPr id="8346" name="Google Shape;8346;p106"/>
                    <p:cNvSpPr/>
                    <p:nvPr/>
                  </p:nvSpPr>
                  <p:spPr>
                    <a:xfrm>
                      <a:off x="6476953" y="3071256"/>
                      <a:ext cx="131327" cy="1159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8347" name="Google Shape;8347;p106"/>
                    <p:cNvCxnSpPr/>
                    <p:nvPr/>
                  </p:nvCxnSpPr>
                  <p:spPr>
                    <a:xfrm flipH="1" rot="10800000">
                      <a:off x="6396367" y="3061857"/>
                      <a:ext cx="113419" cy="92425"/>
                    </a:xfrm>
                    <a:prstGeom prst="straightConnector1">
                      <a:avLst/>
                    </a:prstGeom>
                    <a:noFill/>
                    <a:ln cap="flat" cmpd="sng" w="9525">
                      <a:solidFill>
                        <a:schemeClr val="dk1"/>
                      </a:solidFill>
                      <a:prstDash val="solid"/>
                      <a:miter lim="800000"/>
                      <a:headEnd len="sm" w="sm" type="none"/>
                      <a:tailEnd len="sm" w="sm" type="none"/>
                    </a:ln>
                  </p:spPr>
                </p:cxnSp>
                <p:sp>
                  <p:nvSpPr>
                    <p:cNvPr id="8348" name="Google Shape;8348;p106"/>
                    <p:cNvSpPr/>
                    <p:nvPr/>
                  </p:nvSpPr>
                  <p:spPr>
                    <a:xfrm>
                      <a:off x="6817210" y="3702567"/>
                      <a:ext cx="131327" cy="1159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sp>
                  <p:nvSpPr>
                    <p:cNvPr id="8349" name="Google Shape;8349;p106"/>
                    <p:cNvSpPr/>
                    <p:nvPr/>
                  </p:nvSpPr>
                  <p:spPr>
                    <a:xfrm>
                      <a:off x="6405320" y="3157415"/>
                      <a:ext cx="444723" cy="742536"/>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8350" name="Google Shape;8350;p106"/>
                    <p:cNvCxnSpPr/>
                    <p:nvPr/>
                  </p:nvCxnSpPr>
                  <p:spPr>
                    <a:xfrm flipH="1" rot="10800000">
                      <a:off x="6847057" y="3804392"/>
                      <a:ext cx="113419" cy="92425"/>
                    </a:xfrm>
                    <a:prstGeom prst="straightConnector1">
                      <a:avLst/>
                    </a:prstGeom>
                    <a:noFill/>
                    <a:ln cap="flat" cmpd="sng" w="9525">
                      <a:solidFill>
                        <a:schemeClr val="dk1"/>
                      </a:solidFill>
                      <a:prstDash val="solid"/>
                      <a:miter lim="800000"/>
                      <a:headEnd len="sm" w="sm" type="none"/>
                      <a:tailEnd len="sm" w="sm" type="none"/>
                    </a:ln>
                  </p:spPr>
                </p:cxnSp>
                <p:grpSp>
                  <p:nvGrpSpPr>
                    <p:cNvPr id="8351" name="Google Shape;8351;p106"/>
                    <p:cNvGrpSpPr/>
                    <p:nvPr/>
                  </p:nvGrpSpPr>
                  <p:grpSpPr>
                    <a:xfrm>
                      <a:off x="6399350" y="3137050"/>
                      <a:ext cx="561125" cy="92425"/>
                      <a:chOff x="6581076" y="2845711"/>
                      <a:chExt cx="561125" cy="92425"/>
                    </a:xfrm>
                  </p:grpSpPr>
                  <p:cxnSp>
                    <p:nvCxnSpPr>
                      <p:cNvPr id="8352" name="Google Shape;8352;p106"/>
                      <p:cNvCxnSpPr/>
                      <p:nvPr/>
                    </p:nvCxnSpPr>
                    <p:spPr>
                      <a:xfrm flipH="1" rot="10800000">
                        <a:off x="7028782" y="2845711"/>
                        <a:ext cx="113419" cy="92425"/>
                      </a:xfrm>
                      <a:prstGeom prst="straightConnector1">
                        <a:avLst/>
                      </a:prstGeom>
                      <a:noFill/>
                      <a:ln cap="flat" cmpd="sng" w="9525">
                        <a:solidFill>
                          <a:schemeClr val="dk1"/>
                        </a:solidFill>
                        <a:prstDash val="solid"/>
                        <a:miter lim="800000"/>
                        <a:headEnd len="sm" w="sm" type="none"/>
                        <a:tailEnd len="sm" w="sm" type="none"/>
                      </a:ln>
                    </p:spPr>
                  </p:cxnSp>
                  <p:cxnSp>
                    <p:nvCxnSpPr>
                      <p:cNvPr id="8353" name="Google Shape;8353;p106"/>
                      <p:cNvCxnSpPr/>
                      <p:nvPr/>
                    </p:nvCxnSpPr>
                    <p:spPr>
                      <a:xfrm>
                        <a:off x="6581076" y="2938136"/>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8354" name="Google Shape;8354;p106"/>
                    <p:cNvGrpSpPr/>
                    <p:nvPr/>
                  </p:nvGrpSpPr>
                  <p:grpSpPr>
                    <a:xfrm>
                      <a:off x="6399351" y="3202845"/>
                      <a:ext cx="567094" cy="89292"/>
                      <a:chOff x="6581557" y="2845642"/>
                      <a:chExt cx="567094" cy="89292"/>
                    </a:xfrm>
                  </p:grpSpPr>
                  <p:cxnSp>
                    <p:nvCxnSpPr>
                      <p:cNvPr id="8355" name="Google Shape;8355;p106"/>
                      <p:cNvCxnSpPr/>
                      <p:nvPr/>
                    </p:nvCxnSpPr>
                    <p:spPr>
                      <a:xfrm flipH="1" rot="10800000">
                        <a:off x="7029263" y="2845642"/>
                        <a:ext cx="119388" cy="89292"/>
                      </a:xfrm>
                      <a:prstGeom prst="straightConnector1">
                        <a:avLst/>
                      </a:prstGeom>
                      <a:noFill/>
                      <a:ln cap="flat" cmpd="sng" w="9525">
                        <a:solidFill>
                          <a:schemeClr val="dk1"/>
                        </a:solidFill>
                        <a:prstDash val="solid"/>
                        <a:miter lim="800000"/>
                        <a:headEnd len="sm" w="sm" type="none"/>
                        <a:tailEnd len="sm" w="sm" type="none"/>
                      </a:ln>
                    </p:spPr>
                  </p:cxnSp>
                  <p:cxnSp>
                    <p:nvCxnSpPr>
                      <p:cNvPr id="8356" name="Google Shape;8356;p106"/>
                      <p:cNvCxnSpPr/>
                      <p:nvPr/>
                    </p:nvCxnSpPr>
                    <p:spPr>
                      <a:xfrm>
                        <a:off x="6581557" y="2934934"/>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8357" name="Google Shape;8357;p106"/>
                    <p:cNvGrpSpPr/>
                    <p:nvPr/>
                  </p:nvGrpSpPr>
                  <p:grpSpPr>
                    <a:xfrm>
                      <a:off x="6399350" y="3268639"/>
                      <a:ext cx="558142" cy="89292"/>
                      <a:chOff x="6582036" y="2845572"/>
                      <a:chExt cx="558142" cy="89292"/>
                    </a:xfrm>
                  </p:grpSpPr>
                  <p:cxnSp>
                    <p:nvCxnSpPr>
                      <p:cNvPr id="8358" name="Google Shape;8358;p106"/>
                      <p:cNvCxnSpPr/>
                      <p:nvPr/>
                    </p:nvCxnSpPr>
                    <p:spPr>
                      <a:xfrm flipH="1" rot="10800000">
                        <a:off x="7026759" y="2845572"/>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8359" name="Google Shape;8359;p106"/>
                      <p:cNvCxnSpPr/>
                      <p:nvPr/>
                    </p:nvCxnSpPr>
                    <p:spPr>
                      <a:xfrm>
                        <a:off x="6582036" y="293486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8360" name="Google Shape;8360;p106"/>
                    <p:cNvGrpSpPr/>
                    <p:nvPr/>
                  </p:nvGrpSpPr>
                  <p:grpSpPr>
                    <a:xfrm>
                      <a:off x="6399350" y="3334433"/>
                      <a:ext cx="558141" cy="89292"/>
                      <a:chOff x="6582516" y="2845502"/>
                      <a:chExt cx="558141" cy="89292"/>
                    </a:xfrm>
                  </p:grpSpPr>
                  <p:cxnSp>
                    <p:nvCxnSpPr>
                      <p:cNvPr id="8361" name="Google Shape;8361;p106"/>
                      <p:cNvCxnSpPr/>
                      <p:nvPr/>
                    </p:nvCxnSpPr>
                    <p:spPr>
                      <a:xfrm flipH="1" rot="10800000">
                        <a:off x="7027238" y="2845502"/>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8362" name="Google Shape;8362;p106"/>
                      <p:cNvCxnSpPr/>
                      <p:nvPr/>
                    </p:nvCxnSpPr>
                    <p:spPr>
                      <a:xfrm>
                        <a:off x="6582516" y="293479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8363" name="Google Shape;8363;p106"/>
                    <p:cNvGrpSpPr/>
                    <p:nvPr/>
                  </p:nvGrpSpPr>
                  <p:grpSpPr>
                    <a:xfrm>
                      <a:off x="6399349" y="3400228"/>
                      <a:ext cx="558142" cy="89292"/>
                      <a:chOff x="6582995" y="2845433"/>
                      <a:chExt cx="558142" cy="89292"/>
                    </a:xfrm>
                  </p:grpSpPr>
                  <p:cxnSp>
                    <p:nvCxnSpPr>
                      <p:cNvPr id="8364" name="Google Shape;8364;p106"/>
                      <p:cNvCxnSpPr/>
                      <p:nvPr/>
                    </p:nvCxnSpPr>
                    <p:spPr>
                      <a:xfrm flipH="1" rot="10800000">
                        <a:off x="7027718" y="2845433"/>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8365" name="Google Shape;8365;p106"/>
                      <p:cNvCxnSpPr/>
                      <p:nvPr/>
                    </p:nvCxnSpPr>
                    <p:spPr>
                      <a:xfrm>
                        <a:off x="6582995" y="293472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8366" name="Google Shape;8366;p106"/>
                    <p:cNvGrpSpPr/>
                    <p:nvPr/>
                  </p:nvGrpSpPr>
                  <p:grpSpPr>
                    <a:xfrm>
                      <a:off x="6399351" y="3466022"/>
                      <a:ext cx="558141" cy="93992"/>
                      <a:chOff x="6583477" y="2845363"/>
                      <a:chExt cx="558141" cy="93992"/>
                    </a:xfrm>
                  </p:grpSpPr>
                  <p:cxnSp>
                    <p:nvCxnSpPr>
                      <p:cNvPr id="8367" name="Google Shape;8367;p106"/>
                      <p:cNvCxnSpPr/>
                      <p:nvPr/>
                    </p:nvCxnSpPr>
                    <p:spPr>
                      <a:xfrm flipH="1" rot="10800000">
                        <a:off x="7028199" y="2845363"/>
                        <a:ext cx="113419" cy="93992"/>
                      </a:xfrm>
                      <a:prstGeom prst="straightConnector1">
                        <a:avLst/>
                      </a:prstGeom>
                      <a:noFill/>
                      <a:ln cap="flat" cmpd="sng" w="9525">
                        <a:solidFill>
                          <a:schemeClr val="dk1"/>
                        </a:solidFill>
                        <a:prstDash val="solid"/>
                        <a:miter lim="800000"/>
                        <a:headEnd len="sm" w="sm" type="none"/>
                        <a:tailEnd len="sm" w="sm" type="none"/>
                      </a:ln>
                    </p:spPr>
                  </p:cxnSp>
                  <p:cxnSp>
                    <p:nvCxnSpPr>
                      <p:cNvPr id="8368" name="Google Shape;8368;p106"/>
                      <p:cNvCxnSpPr/>
                      <p:nvPr/>
                    </p:nvCxnSpPr>
                    <p:spPr>
                      <a:xfrm>
                        <a:off x="6583477" y="2939355"/>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8369" name="Google Shape;8369;p106"/>
                    <p:cNvGrpSpPr/>
                    <p:nvPr/>
                  </p:nvGrpSpPr>
                  <p:grpSpPr>
                    <a:xfrm>
                      <a:off x="6396366" y="3528683"/>
                      <a:ext cx="561126" cy="97125"/>
                      <a:chOff x="6580972" y="2842160"/>
                      <a:chExt cx="561126" cy="97125"/>
                    </a:xfrm>
                  </p:grpSpPr>
                  <p:cxnSp>
                    <p:nvCxnSpPr>
                      <p:cNvPr id="8370" name="Google Shape;8370;p106"/>
                      <p:cNvCxnSpPr/>
                      <p:nvPr/>
                    </p:nvCxnSpPr>
                    <p:spPr>
                      <a:xfrm flipH="1" rot="10800000">
                        <a:off x="7028679" y="2842160"/>
                        <a:ext cx="113419" cy="97125"/>
                      </a:xfrm>
                      <a:prstGeom prst="straightConnector1">
                        <a:avLst/>
                      </a:prstGeom>
                      <a:noFill/>
                      <a:ln cap="flat" cmpd="sng" w="9525">
                        <a:solidFill>
                          <a:schemeClr val="dk1"/>
                        </a:solidFill>
                        <a:prstDash val="solid"/>
                        <a:miter lim="800000"/>
                        <a:headEnd len="sm" w="sm" type="none"/>
                        <a:tailEnd len="sm" w="sm" type="none"/>
                      </a:ln>
                    </p:spPr>
                  </p:cxnSp>
                  <p:cxnSp>
                    <p:nvCxnSpPr>
                      <p:cNvPr id="8371" name="Google Shape;8371;p106"/>
                      <p:cNvCxnSpPr/>
                      <p:nvPr/>
                    </p:nvCxnSpPr>
                    <p:spPr>
                      <a:xfrm>
                        <a:off x="6580972" y="2939284"/>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8372" name="Google Shape;8372;p106"/>
                    <p:cNvGrpSpPr/>
                    <p:nvPr/>
                  </p:nvGrpSpPr>
                  <p:grpSpPr>
                    <a:xfrm>
                      <a:off x="6396366" y="3594477"/>
                      <a:ext cx="561125" cy="97125"/>
                      <a:chOff x="6581452" y="2842090"/>
                      <a:chExt cx="561125" cy="97125"/>
                    </a:xfrm>
                  </p:grpSpPr>
                  <p:cxnSp>
                    <p:nvCxnSpPr>
                      <p:cNvPr id="8373" name="Google Shape;8373;p106"/>
                      <p:cNvCxnSpPr/>
                      <p:nvPr/>
                    </p:nvCxnSpPr>
                    <p:spPr>
                      <a:xfrm flipH="1" rot="10800000">
                        <a:off x="7029158" y="2842090"/>
                        <a:ext cx="113419" cy="97125"/>
                      </a:xfrm>
                      <a:prstGeom prst="straightConnector1">
                        <a:avLst/>
                      </a:prstGeom>
                      <a:noFill/>
                      <a:ln cap="flat" cmpd="sng" w="9525">
                        <a:solidFill>
                          <a:schemeClr val="dk1"/>
                        </a:solidFill>
                        <a:prstDash val="solid"/>
                        <a:miter lim="800000"/>
                        <a:headEnd len="sm" w="sm" type="none"/>
                        <a:tailEnd len="sm" w="sm" type="none"/>
                      </a:ln>
                    </p:spPr>
                  </p:cxnSp>
                  <p:cxnSp>
                    <p:nvCxnSpPr>
                      <p:cNvPr id="8374" name="Google Shape;8374;p106"/>
                      <p:cNvCxnSpPr/>
                      <p:nvPr/>
                    </p:nvCxnSpPr>
                    <p:spPr>
                      <a:xfrm>
                        <a:off x="6581452" y="2939215"/>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8375" name="Google Shape;8375;p106"/>
                    <p:cNvGrpSpPr/>
                    <p:nvPr/>
                  </p:nvGrpSpPr>
                  <p:grpSpPr>
                    <a:xfrm>
                      <a:off x="6396367" y="3664970"/>
                      <a:ext cx="558140" cy="92426"/>
                      <a:chOff x="6581933" y="2846719"/>
                      <a:chExt cx="558140" cy="92426"/>
                    </a:xfrm>
                  </p:grpSpPr>
                  <p:cxnSp>
                    <p:nvCxnSpPr>
                      <p:cNvPr id="8376" name="Google Shape;8376;p106"/>
                      <p:cNvCxnSpPr/>
                      <p:nvPr/>
                    </p:nvCxnSpPr>
                    <p:spPr>
                      <a:xfrm flipH="1" rot="10800000">
                        <a:off x="7026654" y="2846719"/>
                        <a:ext cx="113419" cy="92426"/>
                      </a:xfrm>
                      <a:prstGeom prst="straightConnector1">
                        <a:avLst/>
                      </a:prstGeom>
                      <a:noFill/>
                      <a:ln cap="flat" cmpd="sng" w="9525">
                        <a:solidFill>
                          <a:schemeClr val="dk1"/>
                        </a:solidFill>
                        <a:prstDash val="solid"/>
                        <a:miter lim="800000"/>
                        <a:headEnd len="sm" w="sm" type="none"/>
                        <a:tailEnd len="sm" w="sm" type="none"/>
                      </a:ln>
                    </p:spPr>
                  </p:cxnSp>
                  <p:cxnSp>
                    <p:nvCxnSpPr>
                      <p:cNvPr id="8377" name="Google Shape;8377;p106"/>
                      <p:cNvCxnSpPr/>
                      <p:nvPr/>
                    </p:nvCxnSpPr>
                    <p:spPr>
                      <a:xfrm>
                        <a:off x="6581933" y="2939145"/>
                        <a:ext cx="450690" cy="0"/>
                      </a:xfrm>
                      <a:prstGeom prst="straightConnector1">
                        <a:avLst/>
                      </a:prstGeom>
                      <a:noFill/>
                      <a:ln cap="flat" cmpd="sng" w="9525">
                        <a:solidFill>
                          <a:schemeClr val="dk1"/>
                        </a:solidFill>
                        <a:prstDash val="solid"/>
                        <a:miter lim="800000"/>
                        <a:headEnd len="sm" w="sm" type="none"/>
                        <a:tailEnd len="sm" w="sm" type="none"/>
                      </a:ln>
                    </p:spPr>
                  </p:cxnSp>
                </p:grpSp>
                <p:grpSp>
                  <p:nvGrpSpPr>
                    <p:cNvPr id="8378" name="Google Shape;8378;p106"/>
                    <p:cNvGrpSpPr/>
                    <p:nvPr/>
                  </p:nvGrpSpPr>
                  <p:grpSpPr>
                    <a:xfrm>
                      <a:off x="6396367" y="3730765"/>
                      <a:ext cx="558139" cy="92426"/>
                      <a:chOff x="6582413" y="2846650"/>
                      <a:chExt cx="558139" cy="92426"/>
                    </a:xfrm>
                  </p:grpSpPr>
                  <p:cxnSp>
                    <p:nvCxnSpPr>
                      <p:cNvPr id="8379" name="Google Shape;8379;p106"/>
                      <p:cNvCxnSpPr/>
                      <p:nvPr/>
                    </p:nvCxnSpPr>
                    <p:spPr>
                      <a:xfrm flipH="1" rot="10800000">
                        <a:off x="7027133" y="2846650"/>
                        <a:ext cx="113419" cy="92426"/>
                      </a:xfrm>
                      <a:prstGeom prst="straightConnector1">
                        <a:avLst/>
                      </a:prstGeom>
                      <a:noFill/>
                      <a:ln cap="flat" cmpd="sng" w="9525">
                        <a:solidFill>
                          <a:schemeClr val="dk1"/>
                        </a:solidFill>
                        <a:prstDash val="solid"/>
                        <a:miter lim="800000"/>
                        <a:headEnd len="sm" w="sm" type="none"/>
                        <a:tailEnd len="sm" w="sm" type="none"/>
                      </a:ln>
                    </p:spPr>
                  </p:cxnSp>
                  <p:cxnSp>
                    <p:nvCxnSpPr>
                      <p:cNvPr id="8380" name="Google Shape;8380;p106"/>
                      <p:cNvCxnSpPr/>
                      <p:nvPr/>
                    </p:nvCxnSpPr>
                    <p:spPr>
                      <a:xfrm>
                        <a:off x="6582413" y="2939076"/>
                        <a:ext cx="450690" cy="0"/>
                      </a:xfrm>
                      <a:prstGeom prst="straightConnector1">
                        <a:avLst/>
                      </a:prstGeom>
                      <a:noFill/>
                      <a:ln cap="flat" cmpd="sng" w="9525">
                        <a:solidFill>
                          <a:schemeClr val="dk1"/>
                        </a:solidFill>
                        <a:prstDash val="solid"/>
                        <a:miter lim="800000"/>
                        <a:headEnd len="sm" w="sm" type="none"/>
                        <a:tailEnd len="sm" w="sm" type="none"/>
                      </a:ln>
                    </p:spPr>
                  </p:cxnSp>
                </p:grpSp>
              </p:grpSp>
              <p:cxnSp>
                <p:nvCxnSpPr>
                  <p:cNvPr id="8381" name="Google Shape;8381;p106"/>
                  <p:cNvCxnSpPr/>
                  <p:nvPr/>
                </p:nvCxnSpPr>
                <p:spPr>
                  <a:xfrm flipH="1">
                    <a:off x="6685171" y="4525377"/>
                    <a:ext cx="4763" cy="855662"/>
                  </a:xfrm>
                  <a:prstGeom prst="straightConnector1">
                    <a:avLst/>
                  </a:prstGeom>
                  <a:noFill/>
                  <a:ln cap="flat" cmpd="sng" w="25400">
                    <a:solidFill>
                      <a:schemeClr val="dk1"/>
                    </a:solidFill>
                    <a:prstDash val="solid"/>
                    <a:miter lim="800000"/>
                    <a:headEnd len="sm" w="sm" type="none"/>
                    <a:tailEnd len="sm" w="sm" type="none"/>
                  </a:ln>
                </p:spPr>
              </p:cxnSp>
              <p:cxnSp>
                <p:nvCxnSpPr>
                  <p:cNvPr id="8382" name="Google Shape;8382;p106"/>
                  <p:cNvCxnSpPr/>
                  <p:nvPr/>
                </p:nvCxnSpPr>
                <p:spPr>
                  <a:xfrm>
                    <a:off x="6632784" y="4706352"/>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383" name="Google Shape;8383;p106"/>
                  <p:cNvCxnSpPr/>
                  <p:nvPr/>
                </p:nvCxnSpPr>
                <p:spPr>
                  <a:xfrm>
                    <a:off x="6631196" y="4771439"/>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384" name="Google Shape;8384;p106"/>
                  <p:cNvCxnSpPr/>
                  <p:nvPr/>
                </p:nvCxnSpPr>
                <p:spPr>
                  <a:xfrm>
                    <a:off x="6631196" y="4849227"/>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385" name="Google Shape;8385;p106"/>
                  <p:cNvCxnSpPr/>
                  <p:nvPr/>
                </p:nvCxnSpPr>
                <p:spPr>
                  <a:xfrm>
                    <a:off x="6629609" y="4914314"/>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386" name="Google Shape;8386;p106"/>
                  <p:cNvCxnSpPr/>
                  <p:nvPr/>
                </p:nvCxnSpPr>
                <p:spPr>
                  <a:xfrm>
                    <a:off x="6628021" y="4976227"/>
                    <a:ext cx="60325" cy="0"/>
                  </a:xfrm>
                  <a:prstGeom prst="straightConnector1">
                    <a:avLst/>
                  </a:prstGeom>
                  <a:noFill/>
                  <a:ln cap="flat" cmpd="sng" w="9525">
                    <a:solidFill>
                      <a:schemeClr val="dk1"/>
                    </a:solidFill>
                    <a:prstDash val="solid"/>
                    <a:miter lim="800000"/>
                    <a:headEnd len="sm" w="sm" type="none"/>
                    <a:tailEnd len="sm" w="sm" type="none"/>
                  </a:ln>
                </p:spPr>
              </p:cxnSp>
              <p:cxnSp>
                <p:nvCxnSpPr>
                  <p:cNvPr id="8387" name="Google Shape;8387;p106"/>
                  <p:cNvCxnSpPr/>
                  <p:nvPr/>
                </p:nvCxnSpPr>
                <p:spPr>
                  <a:xfrm>
                    <a:off x="6628021" y="5044489"/>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388" name="Google Shape;8388;p106"/>
                  <p:cNvCxnSpPr/>
                  <p:nvPr/>
                </p:nvCxnSpPr>
                <p:spPr>
                  <a:xfrm>
                    <a:off x="6626434" y="511433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389" name="Google Shape;8389;p106"/>
                  <p:cNvCxnSpPr/>
                  <p:nvPr/>
                </p:nvCxnSpPr>
                <p:spPr>
                  <a:xfrm>
                    <a:off x="6629609" y="518418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390" name="Google Shape;8390;p106"/>
                  <p:cNvCxnSpPr/>
                  <p:nvPr/>
                </p:nvCxnSpPr>
                <p:spPr>
                  <a:xfrm>
                    <a:off x="6631196" y="5252452"/>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391" name="Google Shape;8391;p106"/>
                  <p:cNvCxnSpPr/>
                  <p:nvPr/>
                </p:nvCxnSpPr>
                <p:spPr>
                  <a:xfrm>
                    <a:off x="6631196" y="5322302"/>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392" name="Google Shape;8392;p106"/>
                  <p:cNvCxnSpPr/>
                  <p:nvPr/>
                </p:nvCxnSpPr>
                <p:spPr>
                  <a:xfrm>
                    <a:off x="6632784" y="538738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393" name="Google Shape;8393;p106"/>
                  <p:cNvCxnSpPr/>
                  <p:nvPr/>
                </p:nvCxnSpPr>
                <p:spPr>
                  <a:xfrm rot="10800000">
                    <a:off x="6632784" y="4531727"/>
                    <a:ext cx="58737" cy="0"/>
                  </a:xfrm>
                  <a:prstGeom prst="straightConnector1">
                    <a:avLst/>
                  </a:prstGeom>
                  <a:noFill/>
                  <a:ln cap="flat" cmpd="sng" w="22225">
                    <a:solidFill>
                      <a:schemeClr val="dk1"/>
                    </a:solidFill>
                    <a:prstDash val="solid"/>
                    <a:miter lim="800000"/>
                    <a:headEnd len="sm" w="sm" type="none"/>
                    <a:tailEnd len="sm" w="sm" type="none"/>
                  </a:ln>
                </p:spPr>
              </p:cxnSp>
              <p:grpSp>
                <p:nvGrpSpPr>
                  <p:cNvPr id="8394" name="Google Shape;8394;p106"/>
                  <p:cNvGrpSpPr/>
                  <p:nvPr/>
                </p:nvGrpSpPr>
                <p:grpSpPr>
                  <a:xfrm>
                    <a:off x="6434171" y="4488570"/>
                    <a:ext cx="224203" cy="179034"/>
                    <a:chOff x="3668110" y="2448910"/>
                    <a:chExt cx="3794234" cy="2165130"/>
                  </a:xfrm>
                </p:grpSpPr>
                <p:sp>
                  <p:nvSpPr>
                    <p:cNvPr id="8395" name="Google Shape;8395;p106"/>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396" name="Google Shape;8396;p106"/>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8397" name="Google Shape;8397;p106"/>
                    <p:cNvGrpSpPr/>
                    <p:nvPr/>
                  </p:nvGrpSpPr>
                  <p:grpSpPr>
                    <a:xfrm>
                      <a:off x="3941378" y="2603243"/>
                      <a:ext cx="3202061" cy="1066110"/>
                      <a:chOff x="7939341" y="3037317"/>
                      <a:chExt cx="897649" cy="353919"/>
                    </a:xfrm>
                  </p:grpSpPr>
                  <p:sp>
                    <p:nvSpPr>
                      <p:cNvPr id="8162" name="Google Shape;8162;p106"/>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398" name="Google Shape;8398;p106"/>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399" name="Google Shape;8399;p106"/>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400" name="Google Shape;8400;p106"/>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sp>
              <p:nvSpPr>
                <p:cNvPr id="8401" name="Google Shape;8401;p106"/>
                <p:cNvSpPr txBox="1"/>
                <p:nvPr/>
              </p:nvSpPr>
              <p:spPr>
                <a:xfrm>
                  <a:off x="7327436" y="4173759"/>
                  <a:ext cx="34336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t>
                  </a:r>
                  <a:endParaRPr/>
                </a:p>
              </p:txBody>
            </p:sp>
            <p:sp>
              <p:nvSpPr>
                <p:cNvPr id="8402" name="Google Shape;8402;p106"/>
                <p:cNvSpPr txBox="1"/>
                <p:nvPr/>
              </p:nvSpPr>
              <p:spPr>
                <a:xfrm>
                  <a:off x="7423103" y="4980255"/>
                  <a:ext cx="34336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t>
                  </a:r>
                  <a:endParaRPr/>
                </a:p>
              </p:txBody>
            </p:sp>
          </p:grpSp>
          <p:grpSp>
            <p:nvGrpSpPr>
              <p:cNvPr id="8403" name="Google Shape;8403;p106"/>
              <p:cNvGrpSpPr/>
              <p:nvPr/>
            </p:nvGrpSpPr>
            <p:grpSpPr>
              <a:xfrm>
                <a:off x="2237797" y="3951330"/>
                <a:ext cx="1425225" cy="1535120"/>
                <a:chOff x="6576715" y="4111039"/>
                <a:chExt cx="1425225" cy="1535120"/>
              </a:xfrm>
            </p:grpSpPr>
            <p:cxnSp>
              <p:nvCxnSpPr>
                <p:cNvPr id="8404" name="Google Shape;8404;p106"/>
                <p:cNvCxnSpPr>
                  <a:endCxn id="8405" idx="4"/>
                </p:cNvCxnSpPr>
                <p:nvPr/>
              </p:nvCxnSpPr>
              <p:spPr>
                <a:xfrm flipH="1">
                  <a:off x="6696047" y="4111039"/>
                  <a:ext cx="436800" cy="591900"/>
                </a:xfrm>
                <a:prstGeom prst="straightConnector1">
                  <a:avLst/>
                </a:prstGeom>
                <a:noFill/>
                <a:ln cap="flat" cmpd="sng" w="9525">
                  <a:solidFill>
                    <a:schemeClr val="dk1"/>
                  </a:solidFill>
                  <a:prstDash val="solid"/>
                  <a:miter lim="800000"/>
                  <a:headEnd len="sm" w="sm" type="none"/>
                  <a:tailEnd len="sm" w="sm" type="none"/>
                </a:ln>
              </p:spPr>
            </p:cxnSp>
            <p:cxnSp>
              <p:nvCxnSpPr>
                <p:cNvPr id="8406" name="Google Shape;8406;p106"/>
                <p:cNvCxnSpPr>
                  <a:endCxn id="8407" idx="2"/>
                </p:cNvCxnSpPr>
                <p:nvPr/>
              </p:nvCxnSpPr>
              <p:spPr>
                <a:xfrm flipH="1">
                  <a:off x="7005572" y="4120564"/>
                  <a:ext cx="264900" cy="586500"/>
                </a:xfrm>
                <a:prstGeom prst="straightConnector1">
                  <a:avLst/>
                </a:prstGeom>
                <a:noFill/>
                <a:ln cap="flat" cmpd="sng" w="9525">
                  <a:solidFill>
                    <a:schemeClr val="dk1"/>
                  </a:solidFill>
                  <a:prstDash val="solid"/>
                  <a:miter lim="800000"/>
                  <a:headEnd len="sm" w="sm" type="none"/>
                  <a:tailEnd len="sm" w="sm" type="none"/>
                </a:ln>
              </p:spPr>
            </p:cxnSp>
            <p:cxnSp>
              <p:nvCxnSpPr>
                <p:cNvPr id="8408" name="Google Shape;8408;p106"/>
                <p:cNvCxnSpPr>
                  <a:endCxn id="8409" idx="4"/>
                </p:cNvCxnSpPr>
                <p:nvPr/>
              </p:nvCxnSpPr>
              <p:spPr>
                <a:xfrm>
                  <a:off x="7539246" y="4149139"/>
                  <a:ext cx="314700" cy="554700"/>
                </a:xfrm>
                <a:prstGeom prst="straightConnector1">
                  <a:avLst/>
                </a:prstGeom>
                <a:noFill/>
                <a:ln cap="flat" cmpd="sng" w="9525">
                  <a:solidFill>
                    <a:schemeClr val="dk1"/>
                  </a:solidFill>
                  <a:prstDash val="solid"/>
                  <a:miter lim="800000"/>
                  <a:headEnd len="sm" w="sm" type="none"/>
                  <a:tailEnd len="sm" w="sm" type="none"/>
                </a:ln>
              </p:spPr>
            </p:cxnSp>
            <p:grpSp>
              <p:nvGrpSpPr>
                <p:cNvPr id="8410" name="Google Shape;8410;p106"/>
                <p:cNvGrpSpPr/>
                <p:nvPr/>
              </p:nvGrpSpPr>
              <p:grpSpPr>
                <a:xfrm>
                  <a:off x="6576715" y="4640970"/>
                  <a:ext cx="267206" cy="997245"/>
                  <a:chOff x="6424315" y="4488570"/>
                  <a:chExt cx="267206" cy="997245"/>
                </a:xfrm>
              </p:grpSpPr>
              <p:grpSp>
                <p:nvGrpSpPr>
                  <p:cNvPr id="8411" name="Google Shape;8411;p106"/>
                  <p:cNvGrpSpPr/>
                  <p:nvPr/>
                </p:nvGrpSpPr>
                <p:grpSpPr>
                  <a:xfrm>
                    <a:off x="6424315" y="4636502"/>
                    <a:ext cx="237939" cy="849312"/>
                    <a:chOff x="6396366" y="3061857"/>
                    <a:chExt cx="570079" cy="838094"/>
                  </a:xfrm>
                </p:grpSpPr>
                <p:sp>
                  <p:nvSpPr>
                    <p:cNvPr id="8412" name="Google Shape;8412;p106"/>
                    <p:cNvSpPr/>
                    <p:nvPr/>
                  </p:nvSpPr>
                  <p:spPr>
                    <a:xfrm>
                      <a:off x="6509786" y="3061857"/>
                      <a:ext cx="447707" cy="742536"/>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8413" name="Google Shape;8413;p106"/>
                    <p:cNvCxnSpPr/>
                    <p:nvPr/>
                  </p:nvCxnSpPr>
                  <p:spPr>
                    <a:xfrm flipH="1" rot="10800000">
                      <a:off x="6847057" y="3061857"/>
                      <a:ext cx="113419" cy="92425"/>
                    </a:xfrm>
                    <a:prstGeom prst="straightConnector1">
                      <a:avLst/>
                    </a:prstGeom>
                    <a:noFill/>
                    <a:ln cap="flat" cmpd="sng" w="9525">
                      <a:solidFill>
                        <a:schemeClr val="dk1"/>
                      </a:solidFill>
                      <a:prstDash val="solid"/>
                      <a:miter lim="800000"/>
                      <a:headEnd len="sm" w="sm" type="none"/>
                      <a:tailEnd len="sm" w="sm" type="none"/>
                    </a:ln>
                  </p:spPr>
                </p:cxnSp>
                <p:sp>
                  <p:nvSpPr>
                    <p:cNvPr id="8414" name="Google Shape;8414;p106"/>
                    <p:cNvSpPr/>
                    <p:nvPr/>
                  </p:nvSpPr>
                  <p:spPr>
                    <a:xfrm>
                      <a:off x="6476953" y="3071256"/>
                      <a:ext cx="131327" cy="1159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8415" name="Google Shape;8415;p106"/>
                    <p:cNvCxnSpPr/>
                    <p:nvPr/>
                  </p:nvCxnSpPr>
                  <p:spPr>
                    <a:xfrm flipH="1" rot="10800000">
                      <a:off x="6396367" y="3061857"/>
                      <a:ext cx="113419" cy="92425"/>
                    </a:xfrm>
                    <a:prstGeom prst="straightConnector1">
                      <a:avLst/>
                    </a:prstGeom>
                    <a:noFill/>
                    <a:ln cap="flat" cmpd="sng" w="9525">
                      <a:solidFill>
                        <a:schemeClr val="dk1"/>
                      </a:solidFill>
                      <a:prstDash val="solid"/>
                      <a:miter lim="800000"/>
                      <a:headEnd len="sm" w="sm" type="none"/>
                      <a:tailEnd len="sm" w="sm" type="none"/>
                    </a:ln>
                  </p:spPr>
                </p:cxnSp>
                <p:sp>
                  <p:nvSpPr>
                    <p:cNvPr id="8416" name="Google Shape;8416;p106"/>
                    <p:cNvSpPr/>
                    <p:nvPr/>
                  </p:nvSpPr>
                  <p:spPr>
                    <a:xfrm>
                      <a:off x="6817210" y="3702567"/>
                      <a:ext cx="131327" cy="1159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sp>
                  <p:nvSpPr>
                    <p:cNvPr id="8417" name="Google Shape;8417;p106"/>
                    <p:cNvSpPr/>
                    <p:nvPr/>
                  </p:nvSpPr>
                  <p:spPr>
                    <a:xfrm>
                      <a:off x="6405320" y="3157415"/>
                      <a:ext cx="444723" cy="742536"/>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8418" name="Google Shape;8418;p106"/>
                    <p:cNvCxnSpPr/>
                    <p:nvPr/>
                  </p:nvCxnSpPr>
                  <p:spPr>
                    <a:xfrm flipH="1" rot="10800000">
                      <a:off x="6847057" y="3804392"/>
                      <a:ext cx="113419" cy="92425"/>
                    </a:xfrm>
                    <a:prstGeom prst="straightConnector1">
                      <a:avLst/>
                    </a:prstGeom>
                    <a:noFill/>
                    <a:ln cap="flat" cmpd="sng" w="9525">
                      <a:solidFill>
                        <a:schemeClr val="dk1"/>
                      </a:solidFill>
                      <a:prstDash val="solid"/>
                      <a:miter lim="800000"/>
                      <a:headEnd len="sm" w="sm" type="none"/>
                      <a:tailEnd len="sm" w="sm" type="none"/>
                    </a:ln>
                  </p:spPr>
                </p:cxnSp>
                <p:grpSp>
                  <p:nvGrpSpPr>
                    <p:cNvPr id="8419" name="Google Shape;8419;p106"/>
                    <p:cNvGrpSpPr/>
                    <p:nvPr/>
                  </p:nvGrpSpPr>
                  <p:grpSpPr>
                    <a:xfrm>
                      <a:off x="6399350" y="3137050"/>
                      <a:ext cx="561125" cy="92425"/>
                      <a:chOff x="6581076" y="2845711"/>
                      <a:chExt cx="561125" cy="92425"/>
                    </a:xfrm>
                  </p:grpSpPr>
                  <p:cxnSp>
                    <p:nvCxnSpPr>
                      <p:cNvPr id="8420" name="Google Shape;8420;p106"/>
                      <p:cNvCxnSpPr/>
                      <p:nvPr/>
                    </p:nvCxnSpPr>
                    <p:spPr>
                      <a:xfrm flipH="1" rot="10800000">
                        <a:off x="7028782" y="2845711"/>
                        <a:ext cx="113419" cy="92425"/>
                      </a:xfrm>
                      <a:prstGeom prst="straightConnector1">
                        <a:avLst/>
                      </a:prstGeom>
                      <a:noFill/>
                      <a:ln cap="flat" cmpd="sng" w="9525">
                        <a:solidFill>
                          <a:schemeClr val="dk1"/>
                        </a:solidFill>
                        <a:prstDash val="solid"/>
                        <a:miter lim="800000"/>
                        <a:headEnd len="sm" w="sm" type="none"/>
                        <a:tailEnd len="sm" w="sm" type="none"/>
                      </a:ln>
                    </p:spPr>
                  </p:cxnSp>
                  <p:cxnSp>
                    <p:nvCxnSpPr>
                      <p:cNvPr id="8421" name="Google Shape;8421;p106"/>
                      <p:cNvCxnSpPr/>
                      <p:nvPr/>
                    </p:nvCxnSpPr>
                    <p:spPr>
                      <a:xfrm>
                        <a:off x="6581076" y="2938136"/>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8422" name="Google Shape;8422;p106"/>
                    <p:cNvGrpSpPr/>
                    <p:nvPr/>
                  </p:nvGrpSpPr>
                  <p:grpSpPr>
                    <a:xfrm>
                      <a:off x="6399351" y="3202845"/>
                      <a:ext cx="567094" cy="89292"/>
                      <a:chOff x="6581557" y="2845642"/>
                      <a:chExt cx="567094" cy="89292"/>
                    </a:xfrm>
                  </p:grpSpPr>
                  <p:cxnSp>
                    <p:nvCxnSpPr>
                      <p:cNvPr id="8423" name="Google Shape;8423;p106"/>
                      <p:cNvCxnSpPr/>
                      <p:nvPr/>
                    </p:nvCxnSpPr>
                    <p:spPr>
                      <a:xfrm flipH="1" rot="10800000">
                        <a:off x="7029263" y="2845642"/>
                        <a:ext cx="119388" cy="89292"/>
                      </a:xfrm>
                      <a:prstGeom prst="straightConnector1">
                        <a:avLst/>
                      </a:prstGeom>
                      <a:noFill/>
                      <a:ln cap="flat" cmpd="sng" w="9525">
                        <a:solidFill>
                          <a:schemeClr val="dk1"/>
                        </a:solidFill>
                        <a:prstDash val="solid"/>
                        <a:miter lim="800000"/>
                        <a:headEnd len="sm" w="sm" type="none"/>
                        <a:tailEnd len="sm" w="sm" type="none"/>
                      </a:ln>
                    </p:spPr>
                  </p:cxnSp>
                  <p:cxnSp>
                    <p:nvCxnSpPr>
                      <p:cNvPr id="8424" name="Google Shape;8424;p106"/>
                      <p:cNvCxnSpPr/>
                      <p:nvPr/>
                    </p:nvCxnSpPr>
                    <p:spPr>
                      <a:xfrm>
                        <a:off x="6581557" y="2934934"/>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8425" name="Google Shape;8425;p106"/>
                    <p:cNvGrpSpPr/>
                    <p:nvPr/>
                  </p:nvGrpSpPr>
                  <p:grpSpPr>
                    <a:xfrm>
                      <a:off x="6399350" y="3268639"/>
                      <a:ext cx="558142" cy="89292"/>
                      <a:chOff x="6582036" y="2845572"/>
                      <a:chExt cx="558142" cy="89292"/>
                    </a:xfrm>
                  </p:grpSpPr>
                  <p:cxnSp>
                    <p:nvCxnSpPr>
                      <p:cNvPr id="8426" name="Google Shape;8426;p106"/>
                      <p:cNvCxnSpPr/>
                      <p:nvPr/>
                    </p:nvCxnSpPr>
                    <p:spPr>
                      <a:xfrm flipH="1" rot="10800000">
                        <a:off x="7026759" y="2845572"/>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8427" name="Google Shape;8427;p106"/>
                      <p:cNvCxnSpPr/>
                      <p:nvPr/>
                    </p:nvCxnSpPr>
                    <p:spPr>
                      <a:xfrm>
                        <a:off x="6582036" y="293486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8428" name="Google Shape;8428;p106"/>
                    <p:cNvGrpSpPr/>
                    <p:nvPr/>
                  </p:nvGrpSpPr>
                  <p:grpSpPr>
                    <a:xfrm>
                      <a:off x="6399350" y="3334433"/>
                      <a:ext cx="558141" cy="89292"/>
                      <a:chOff x="6582516" y="2845502"/>
                      <a:chExt cx="558141" cy="89292"/>
                    </a:xfrm>
                  </p:grpSpPr>
                  <p:cxnSp>
                    <p:nvCxnSpPr>
                      <p:cNvPr id="8429" name="Google Shape;8429;p106"/>
                      <p:cNvCxnSpPr/>
                      <p:nvPr/>
                    </p:nvCxnSpPr>
                    <p:spPr>
                      <a:xfrm flipH="1" rot="10800000">
                        <a:off x="7027238" y="2845502"/>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8430" name="Google Shape;8430;p106"/>
                      <p:cNvCxnSpPr/>
                      <p:nvPr/>
                    </p:nvCxnSpPr>
                    <p:spPr>
                      <a:xfrm>
                        <a:off x="6582516" y="293479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8431" name="Google Shape;8431;p106"/>
                    <p:cNvGrpSpPr/>
                    <p:nvPr/>
                  </p:nvGrpSpPr>
                  <p:grpSpPr>
                    <a:xfrm>
                      <a:off x="6399349" y="3400228"/>
                      <a:ext cx="558142" cy="89292"/>
                      <a:chOff x="6582995" y="2845433"/>
                      <a:chExt cx="558142" cy="89292"/>
                    </a:xfrm>
                  </p:grpSpPr>
                  <p:cxnSp>
                    <p:nvCxnSpPr>
                      <p:cNvPr id="8432" name="Google Shape;8432;p106"/>
                      <p:cNvCxnSpPr/>
                      <p:nvPr/>
                    </p:nvCxnSpPr>
                    <p:spPr>
                      <a:xfrm flipH="1" rot="10800000">
                        <a:off x="7027718" y="2845433"/>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8433" name="Google Shape;8433;p106"/>
                      <p:cNvCxnSpPr/>
                      <p:nvPr/>
                    </p:nvCxnSpPr>
                    <p:spPr>
                      <a:xfrm>
                        <a:off x="6582995" y="293472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8434" name="Google Shape;8434;p106"/>
                    <p:cNvGrpSpPr/>
                    <p:nvPr/>
                  </p:nvGrpSpPr>
                  <p:grpSpPr>
                    <a:xfrm>
                      <a:off x="6399351" y="3466022"/>
                      <a:ext cx="558141" cy="93992"/>
                      <a:chOff x="6583477" y="2845363"/>
                      <a:chExt cx="558141" cy="93992"/>
                    </a:xfrm>
                  </p:grpSpPr>
                  <p:cxnSp>
                    <p:nvCxnSpPr>
                      <p:cNvPr id="8435" name="Google Shape;8435;p106"/>
                      <p:cNvCxnSpPr/>
                      <p:nvPr/>
                    </p:nvCxnSpPr>
                    <p:spPr>
                      <a:xfrm flipH="1" rot="10800000">
                        <a:off x="7028199" y="2845363"/>
                        <a:ext cx="113419" cy="93992"/>
                      </a:xfrm>
                      <a:prstGeom prst="straightConnector1">
                        <a:avLst/>
                      </a:prstGeom>
                      <a:noFill/>
                      <a:ln cap="flat" cmpd="sng" w="9525">
                        <a:solidFill>
                          <a:schemeClr val="dk1"/>
                        </a:solidFill>
                        <a:prstDash val="solid"/>
                        <a:miter lim="800000"/>
                        <a:headEnd len="sm" w="sm" type="none"/>
                        <a:tailEnd len="sm" w="sm" type="none"/>
                      </a:ln>
                    </p:spPr>
                  </p:cxnSp>
                  <p:cxnSp>
                    <p:nvCxnSpPr>
                      <p:cNvPr id="8436" name="Google Shape;8436;p106"/>
                      <p:cNvCxnSpPr/>
                      <p:nvPr/>
                    </p:nvCxnSpPr>
                    <p:spPr>
                      <a:xfrm>
                        <a:off x="6583477" y="2939355"/>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8437" name="Google Shape;8437;p106"/>
                    <p:cNvGrpSpPr/>
                    <p:nvPr/>
                  </p:nvGrpSpPr>
                  <p:grpSpPr>
                    <a:xfrm>
                      <a:off x="6396366" y="3528683"/>
                      <a:ext cx="561126" cy="97125"/>
                      <a:chOff x="6580972" y="2842160"/>
                      <a:chExt cx="561126" cy="97125"/>
                    </a:xfrm>
                  </p:grpSpPr>
                  <p:cxnSp>
                    <p:nvCxnSpPr>
                      <p:cNvPr id="8438" name="Google Shape;8438;p106"/>
                      <p:cNvCxnSpPr/>
                      <p:nvPr/>
                    </p:nvCxnSpPr>
                    <p:spPr>
                      <a:xfrm flipH="1" rot="10800000">
                        <a:off x="7028679" y="2842160"/>
                        <a:ext cx="113419" cy="97125"/>
                      </a:xfrm>
                      <a:prstGeom prst="straightConnector1">
                        <a:avLst/>
                      </a:prstGeom>
                      <a:noFill/>
                      <a:ln cap="flat" cmpd="sng" w="9525">
                        <a:solidFill>
                          <a:schemeClr val="dk1"/>
                        </a:solidFill>
                        <a:prstDash val="solid"/>
                        <a:miter lim="800000"/>
                        <a:headEnd len="sm" w="sm" type="none"/>
                        <a:tailEnd len="sm" w="sm" type="none"/>
                      </a:ln>
                    </p:spPr>
                  </p:cxnSp>
                  <p:cxnSp>
                    <p:nvCxnSpPr>
                      <p:cNvPr id="8439" name="Google Shape;8439;p106"/>
                      <p:cNvCxnSpPr/>
                      <p:nvPr/>
                    </p:nvCxnSpPr>
                    <p:spPr>
                      <a:xfrm>
                        <a:off x="6580972" y="2939284"/>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8440" name="Google Shape;8440;p106"/>
                    <p:cNvGrpSpPr/>
                    <p:nvPr/>
                  </p:nvGrpSpPr>
                  <p:grpSpPr>
                    <a:xfrm>
                      <a:off x="6396366" y="3594477"/>
                      <a:ext cx="561125" cy="97125"/>
                      <a:chOff x="6581452" y="2842090"/>
                      <a:chExt cx="561125" cy="97125"/>
                    </a:xfrm>
                  </p:grpSpPr>
                  <p:cxnSp>
                    <p:nvCxnSpPr>
                      <p:cNvPr id="8441" name="Google Shape;8441;p106"/>
                      <p:cNvCxnSpPr/>
                      <p:nvPr/>
                    </p:nvCxnSpPr>
                    <p:spPr>
                      <a:xfrm flipH="1" rot="10800000">
                        <a:off x="7029158" y="2842090"/>
                        <a:ext cx="113419" cy="97125"/>
                      </a:xfrm>
                      <a:prstGeom prst="straightConnector1">
                        <a:avLst/>
                      </a:prstGeom>
                      <a:noFill/>
                      <a:ln cap="flat" cmpd="sng" w="9525">
                        <a:solidFill>
                          <a:schemeClr val="dk1"/>
                        </a:solidFill>
                        <a:prstDash val="solid"/>
                        <a:miter lim="800000"/>
                        <a:headEnd len="sm" w="sm" type="none"/>
                        <a:tailEnd len="sm" w="sm" type="none"/>
                      </a:ln>
                    </p:spPr>
                  </p:cxnSp>
                  <p:cxnSp>
                    <p:nvCxnSpPr>
                      <p:cNvPr id="8442" name="Google Shape;8442;p106"/>
                      <p:cNvCxnSpPr/>
                      <p:nvPr/>
                    </p:nvCxnSpPr>
                    <p:spPr>
                      <a:xfrm>
                        <a:off x="6581452" y="2939215"/>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8443" name="Google Shape;8443;p106"/>
                    <p:cNvGrpSpPr/>
                    <p:nvPr/>
                  </p:nvGrpSpPr>
                  <p:grpSpPr>
                    <a:xfrm>
                      <a:off x="6396367" y="3664970"/>
                      <a:ext cx="558140" cy="92426"/>
                      <a:chOff x="6581933" y="2846719"/>
                      <a:chExt cx="558140" cy="92426"/>
                    </a:xfrm>
                  </p:grpSpPr>
                  <p:cxnSp>
                    <p:nvCxnSpPr>
                      <p:cNvPr id="8444" name="Google Shape;8444;p106"/>
                      <p:cNvCxnSpPr/>
                      <p:nvPr/>
                    </p:nvCxnSpPr>
                    <p:spPr>
                      <a:xfrm flipH="1" rot="10800000">
                        <a:off x="7026654" y="2846719"/>
                        <a:ext cx="113419" cy="92426"/>
                      </a:xfrm>
                      <a:prstGeom prst="straightConnector1">
                        <a:avLst/>
                      </a:prstGeom>
                      <a:noFill/>
                      <a:ln cap="flat" cmpd="sng" w="9525">
                        <a:solidFill>
                          <a:schemeClr val="dk1"/>
                        </a:solidFill>
                        <a:prstDash val="solid"/>
                        <a:miter lim="800000"/>
                        <a:headEnd len="sm" w="sm" type="none"/>
                        <a:tailEnd len="sm" w="sm" type="none"/>
                      </a:ln>
                    </p:spPr>
                  </p:cxnSp>
                  <p:cxnSp>
                    <p:nvCxnSpPr>
                      <p:cNvPr id="8445" name="Google Shape;8445;p106"/>
                      <p:cNvCxnSpPr/>
                      <p:nvPr/>
                    </p:nvCxnSpPr>
                    <p:spPr>
                      <a:xfrm>
                        <a:off x="6581933" y="2939145"/>
                        <a:ext cx="450690" cy="0"/>
                      </a:xfrm>
                      <a:prstGeom prst="straightConnector1">
                        <a:avLst/>
                      </a:prstGeom>
                      <a:noFill/>
                      <a:ln cap="flat" cmpd="sng" w="9525">
                        <a:solidFill>
                          <a:schemeClr val="dk1"/>
                        </a:solidFill>
                        <a:prstDash val="solid"/>
                        <a:miter lim="800000"/>
                        <a:headEnd len="sm" w="sm" type="none"/>
                        <a:tailEnd len="sm" w="sm" type="none"/>
                      </a:ln>
                    </p:spPr>
                  </p:cxnSp>
                </p:grpSp>
                <p:grpSp>
                  <p:nvGrpSpPr>
                    <p:cNvPr id="8446" name="Google Shape;8446;p106"/>
                    <p:cNvGrpSpPr/>
                    <p:nvPr/>
                  </p:nvGrpSpPr>
                  <p:grpSpPr>
                    <a:xfrm>
                      <a:off x="6396367" y="3730765"/>
                      <a:ext cx="558139" cy="92426"/>
                      <a:chOff x="6582413" y="2846650"/>
                      <a:chExt cx="558139" cy="92426"/>
                    </a:xfrm>
                  </p:grpSpPr>
                  <p:cxnSp>
                    <p:nvCxnSpPr>
                      <p:cNvPr id="8447" name="Google Shape;8447;p106"/>
                      <p:cNvCxnSpPr/>
                      <p:nvPr/>
                    </p:nvCxnSpPr>
                    <p:spPr>
                      <a:xfrm flipH="1" rot="10800000">
                        <a:off x="7027133" y="2846650"/>
                        <a:ext cx="113419" cy="92426"/>
                      </a:xfrm>
                      <a:prstGeom prst="straightConnector1">
                        <a:avLst/>
                      </a:prstGeom>
                      <a:noFill/>
                      <a:ln cap="flat" cmpd="sng" w="9525">
                        <a:solidFill>
                          <a:schemeClr val="dk1"/>
                        </a:solidFill>
                        <a:prstDash val="solid"/>
                        <a:miter lim="800000"/>
                        <a:headEnd len="sm" w="sm" type="none"/>
                        <a:tailEnd len="sm" w="sm" type="none"/>
                      </a:ln>
                    </p:spPr>
                  </p:cxnSp>
                  <p:cxnSp>
                    <p:nvCxnSpPr>
                      <p:cNvPr id="8448" name="Google Shape;8448;p106"/>
                      <p:cNvCxnSpPr/>
                      <p:nvPr/>
                    </p:nvCxnSpPr>
                    <p:spPr>
                      <a:xfrm>
                        <a:off x="6582413" y="2939076"/>
                        <a:ext cx="450690" cy="0"/>
                      </a:xfrm>
                      <a:prstGeom prst="straightConnector1">
                        <a:avLst/>
                      </a:prstGeom>
                      <a:noFill/>
                      <a:ln cap="flat" cmpd="sng" w="9525">
                        <a:solidFill>
                          <a:schemeClr val="dk1"/>
                        </a:solidFill>
                        <a:prstDash val="solid"/>
                        <a:miter lim="800000"/>
                        <a:headEnd len="sm" w="sm" type="none"/>
                        <a:tailEnd len="sm" w="sm" type="none"/>
                      </a:ln>
                    </p:spPr>
                  </p:cxnSp>
                </p:grpSp>
              </p:grpSp>
              <p:cxnSp>
                <p:nvCxnSpPr>
                  <p:cNvPr id="8449" name="Google Shape;8449;p106"/>
                  <p:cNvCxnSpPr/>
                  <p:nvPr/>
                </p:nvCxnSpPr>
                <p:spPr>
                  <a:xfrm flipH="1">
                    <a:off x="6685171" y="4525377"/>
                    <a:ext cx="4763" cy="855662"/>
                  </a:xfrm>
                  <a:prstGeom prst="straightConnector1">
                    <a:avLst/>
                  </a:prstGeom>
                  <a:noFill/>
                  <a:ln cap="flat" cmpd="sng" w="25400">
                    <a:solidFill>
                      <a:schemeClr val="dk1"/>
                    </a:solidFill>
                    <a:prstDash val="solid"/>
                    <a:miter lim="800000"/>
                    <a:headEnd len="sm" w="sm" type="none"/>
                    <a:tailEnd len="sm" w="sm" type="none"/>
                  </a:ln>
                </p:spPr>
              </p:cxnSp>
              <p:cxnSp>
                <p:nvCxnSpPr>
                  <p:cNvPr id="8450" name="Google Shape;8450;p106"/>
                  <p:cNvCxnSpPr/>
                  <p:nvPr/>
                </p:nvCxnSpPr>
                <p:spPr>
                  <a:xfrm>
                    <a:off x="6632784" y="4706352"/>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451" name="Google Shape;8451;p106"/>
                  <p:cNvCxnSpPr/>
                  <p:nvPr/>
                </p:nvCxnSpPr>
                <p:spPr>
                  <a:xfrm>
                    <a:off x="6631196" y="4771439"/>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452" name="Google Shape;8452;p106"/>
                  <p:cNvCxnSpPr/>
                  <p:nvPr/>
                </p:nvCxnSpPr>
                <p:spPr>
                  <a:xfrm>
                    <a:off x="6631196" y="4849227"/>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453" name="Google Shape;8453;p106"/>
                  <p:cNvCxnSpPr/>
                  <p:nvPr/>
                </p:nvCxnSpPr>
                <p:spPr>
                  <a:xfrm>
                    <a:off x="6629609" y="4914314"/>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454" name="Google Shape;8454;p106"/>
                  <p:cNvCxnSpPr/>
                  <p:nvPr/>
                </p:nvCxnSpPr>
                <p:spPr>
                  <a:xfrm>
                    <a:off x="6628021" y="4976227"/>
                    <a:ext cx="60325" cy="0"/>
                  </a:xfrm>
                  <a:prstGeom prst="straightConnector1">
                    <a:avLst/>
                  </a:prstGeom>
                  <a:noFill/>
                  <a:ln cap="flat" cmpd="sng" w="9525">
                    <a:solidFill>
                      <a:schemeClr val="dk1"/>
                    </a:solidFill>
                    <a:prstDash val="solid"/>
                    <a:miter lim="800000"/>
                    <a:headEnd len="sm" w="sm" type="none"/>
                    <a:tailEnd len="sm" w="sm" type="none"/>
                  </a:ln>
                </p:spPr>
              </p:cxnSp>
              <p:cxnSp>
                <p:nvCxnSpPr>
                  <p:cNvPr id="8455" name="Google Shape;8455;p106"/>
                  <p:cNvCxnSpPr/>
                  <p:nvPr/>
                </p:nvCxnSpPr>
                <p:spPr>
                  <a:xfrm>
                    <a:off x="6628021" y="5044489"/>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456" name="Google Shape;8456;p106"/>
                  <p:cNvCxnSpPr/>
                  <p:nvPr/>
                </p:nvCxnSpPr>
                <p:spPr>
                  <a:xfrm>
                    <a:off x="6626434" y="511433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457" name="Google Shape;8457;p106"/>
                  <p:cNvCxnSpPr/>
                  <p:nvPr/>
                </p:nvCxnSpPr>
                <p:spPr>
                  <a:xfrm>
                    <a:off x="6629609" y="518418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458" name="Google Shape;8458;p106"/>
                  <p:cNvCxnSpPr/>
                  <p:nvPr/>
                </p:nvCxnSpPr>
                <p:spPr>
                  <a:xfrm>
                    <a:off x="6631196" y="5252452"/>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459" name="Google Shape;8459;p106"/>
                  <p:cNvCxnSpPr/>
                  <p:nvPr/>
                </p:nvCxnSpPr>
                <p:spPr>
                  <a:xfrm>
                    <a:off x="6631196" y="5322302"/>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460" name="Google Shape;8460;p106"/>
                  <p:cNvCxnSpPr/>
                  <p:nvPr/>
                </p:nvCxnSpPr>
                <p:spPr>
                  <a:xfrm>
                    <a:off x="6632784" y="538738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461" name="Google Shape;8461;p106"/>
                  <p:cNvCxnSpPr/>
                  <p:nvPr/>
                </p:nvCxnSpPr>
                <p:spPr>
                  <a:xfrm rot="10800000">
                    <a:off x="6632784" y="4531727"/>
                    <a:ext cx="58737" cy="0"/>
                  </a:xfrm>
                  <a:prstGeom prst="straightConnector1">
                    <a:avLst/>
                  </a:prstGeom>
                  <a:noFill/>
                  <a:ln cap="flat" cmpd="sng" w="22225">
                    <a:solidFill>
                      <a:schemeClr val="dk1"/>
                    </a:solidFill>
                    <a:prstDash val="solid"/>
                    <a:miter lim="800000"/>
                    <a:headEnd len="sm" w="sm" type="none"/>
                    <a:tailEnd len="sm" w="sm" type="none"/>
                  </a:ln>
                </p:spPr>
              </p:cxnSp>
              <p:grpSp>
                <p:nvGrpSpPr>
                  <p:cNvPr id="8462" name="Google Shape;8462;p106"/>
                  <p:cNvGrpSpPr/>
                  <p:nvPr/>
                </p:nvGrpSpPr>
                <p:grpSpPr>
                  <a:xfrm>
                    <a:off x="6434171" y="4488570"/>
                    <a:ext cx="224203" cy="179034"/>
                    <a:chOff x="3668110" y="2448910"/>
                    <a:chExt cx="3794234" cy="2165130"/>
                  </a:xfrm>
                </p:grpSpPr>
                <p:sp>
                  <p:nvSpPr>
                    <p:cNvPr id="8463" name="Google Shape;8463;p106"/>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464" name="Google Shape;8464;p106"/>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8465" name="Google Shape;8465;p106"/>
                    <p:cNvGrpSpPr/>
                    <p:nvPr/>
                  </p:nvGrpSpPr>
                  <p:grpSpPr>
                    <a:xfrm>
                      <a:off x="3941378" y="2603243"/>
                      <a:ext cx="3202061" cy="1066110"/>
                      <a:chOff x="7939341" y="3037317"/>
                      <a:chExt cx="897649" cy="353919"/>
                    </a:xfrm>
                  </p:grpSpPr>
                  <p:sp>
                    <p:nvSpPr>
                      <p:cNvPr id="8405" name="Google Shape;8405;p106"/>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466" name="Google Shape;8466;p106"/>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467" name="Google Shape;8467;p106"/>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468" name="Google Shape;8468;p106"/>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cxnSp>
              <p:nvCxnSpPr>
                <p:cNvPr id="8469" name="Google Shape;8469;p106"/>
                <p:cNvCxnSpPr>
                  <a:endCxn id="8470" idx="9"/>
                </p:cNvCxnSpPr>
                <p:nvPr/>
              </p:nvCxnSpPr>
              <p:spPr>
                <a:xfrm>
                  <a:off x="7282802" y="4119099"/>
                  <a:ext cx="32700" cy="571500"/>
                </a:xfrm>
                <a:prstGeom prst="straightConnector1">
                  <a:avLst/>
                </a:prstGeom>
                <a:noFill/>
                <a:ln cap="flat" cmpd="sng" w="9525">
                  <a:solidFill>
                    <a:schemeClr val="dk1"/>
                  </a:solidFill>
                  <a:prstDash val="solid"/>
                  <a:miter lim="800000"/>
                  <a:headEnd len="sm" w="sm" type="none"/>
                  <a:tailEnd len="sm" w="sm" type="none"/>
                </a:ln>
              </p:spPr>
            </p:cxnSp>
            <p:grpSp>
              <p:nvGrpSpPr>
                <p:cNvPr id="8471" name="Google Shape;8471;p106"/>
                <p:cNvGrpSpPr/>
                <p:nvPr/>
              </p:nvGrpSpPr>
              <p:grpSpPr>
                <a:xfrm>
                  <a:off x="6885965" y="4644942"/>
                  <a:ext cx="267206" cy="997245"/>
                  <a:chOff x="6424315" y="4488570"/>
                  <a:chExt cx="267206" cy="997245"/>
                </a:xfrm>
              </p:grpSpPr>
              <p:grpSp>
                <p:nvGrpSpPr>
                  <p:cNvPr id="8472" name="Google Shape;8472;p106"/>
                  <p:cNvGrpSpPr/>
                  <p:nvPr/>
                </p:nvGrpSpPr>
                <p:grpSpPr>
                  <a:xfrm>
                    <a:off x="6424315" y="4636502"/>
                    <a:ext cx="237939" cy="849312"/>
                    <a:chOff x="6396366" y="3061857"/>
                    <a:chExt cx="570079" cy="838094"/>
                  </a:xfrm>
                </p:grpSpPr>
                <p:sp>
                  <p:nvSpPr>
                    <p:cNvPr id="8473" name="Google Shape;8473;p106"/>
                    <p:cNvSpPr/>
                    <p:nvPr/>
                  </p:nvSpPr>
                  <p:spPr>
                    <a:xfrm>
                      <a:off x="6509786" y="3061857"/>
                      <a:ext cx="447707" cy="742536"/>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8474" name="Google Shape;8474;p106"/>
                    <p:cNvCxnSpPr/>
                    <p:nvPr/>
                  </p:nvCxnSpPr>
                  <p:spPr>
                    <a:xfrm flipH="1" rot="10800000">
                      <a:off x="6847057" y="3061857"/>
                      <a:ext cx="113419" cy="92425"/>
                    </a:xfrm>
                    <a:prstGeom prst="straightConnector1">
                      <a:avLst/>
                    </a:prstGeom>
                    <a:noFill/>
                    <a:ln cap="flat" cmpd="sng" w="9525">
                      <a:solidFill>
                        <a:schemeClr val="dk1"/>
                      </a:solidFill>
                      <a:prstDash val="solid"/>
                      <a:miter lim="800000"/>
                      <a:headEnd len="sm" w="sm" type="none"/>
                      <a:tailEnd len="sm" w="sm" type="none"/>
                    </a:ln>
                  </p:spPr>
                </p:cxnSp>
                <p:sp>
                  <p:nvSpPr>
                    <p:cNvPr id="8475" name="Google Shape;8475;p106"/>
                    <p:cNvSpPr/>
                    <p:nvPr/>
                  </p:nvSpPr>
                  <p:spPr>
                    <a:xfrm>
                      <a:off x="6476953" y="3071256"/>
                      <a:ext cx="131327" cy="1159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8476" name="Google Shape;8476;p106"/>
                    <p:cNvCxnSpPr/>
                    <p:nvPr/>
                  </p:nvCxnSpPr>
                  <p:spPr>
                    <a:xfrm flipH="1" rot="10800000">
                      <a:off x="6396367" y="3061857"/>
                      <a:ext cx="113419" cy="92425"/>
                    </a:xfrm>
                    <a:prstGeom prst="straightConnector1">
                      <a:avLst/>
                    </a:prstGeom>
                    <a:noFill/>
                    <a:ln cap="flat" cmpd="sng" w="9525">
                      <a:solidFill>
                        <a:schemeClr val="dk1"/>
                      </a:solidFill>
                      <a:prstDash val="solid"/>
                      <a:miter lim="800000"/>
                      <a:headEnd len="sm" w="sm" type="none"/>
                      <a:tailEnd len="sm" w="sm" type="none"/>
                    </a:ln>
                  </p:spPr>
                </p:cxnSp>
                <p:sp>
                  <p:nvSpPr>
                    <p:cNvPr id="8477" name="Google Shape;8477;p106"/>
                    <p:cNvSpPr/>
                    <p:nvPr/>
                  </p:nvSpPr>
                  <p:spPr>
                    <a:xfrm>
                      <a:off x="6817210" y="3702567"/>
                      <a:ext cx="131327" cy="1159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sp>
                  <p:nvSpPr>
                    <p:cNvPr id="8478" name="Google Shape;8478;p106"/>
                    <p:cNvSpPr/>
                    <p:nvPr/>
                  </p:nvSpPr>
                  <p:spPr>
                    <a:xfrm>
                      <a:off x="6405320" y="3157415"/>
                      <a:ext cx="444723" cy="742536"/>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8479" name="Google Shape;8479;p106"/>
                    <p:cNvCxnSpPr/>
                    <p:nvPr/>
                  </p:nvCxnSpPr>
                  <p:spPr>
                    <a:xfrm flipH="1" rot="10800000">
                      <a:off x="6847057" y="3804392"/>
                      <a:ext cx="113419" cy="92425"/>
                    </a:xfrm>
                    <a:prstGeom prst="straightConnector1">
                      <a:avLst/>
                    </a:prstGeom>
                    <a:noFill/>
                    <a:ln cap="flat" cmpd="sng" w="9525">
                      <a:solidFill>
                        <a:schemeClr val="dk1"/>
                      </a:solidFill>
                      <a:prstDash val="solid"/>
                      <a:miter lim="800000"/>
                      <a:headEnd len="sm" w="sm" type="none"/>
                      <a:tailEnd len="sm" w="sm" type="none"/>
                    </a:ln>
                  </p:spPr>
                </p:cxnSp>
                <p:grpSp>
                  <p:nvGrpSpPr>
                    <p:cNvPr id="8480" name="Google Shape;8480;p106"/>
                    <p:cNvGrpSpPr/>
                    <p:nvPr/>
                  </p:nvGrpSpPr>
                  <p:grpSpPr>
                    <a:xfrm>
                      <a:off x="6399350" y="3137050"/>
                      <a:ext cx="561125" cy="92425"/>
                      <a:chOff x="6581076" y="2845711"/>
                      <a:chExt cx="561125" cy="92425"/>
                    </a:xfrm>
                  </p:grpSpPr>
                  <p:cxnSp>
                    <p:nvCxnSpPr>
                      <p:cNvPr id="8481" name="Google Shape;8481;p106"/>
                      <p:cNvCxnSpPr/>
                      <p:nvPr/>
                    </p:nvCxnSpPr>
                    <p:spPr>
                      <a:xfrm flipH="1" rot="10800000">
                        <a:off x="7028782" y="2845711"/>
                        <a:ext cx="113419" cy="92425"/>
                      </a:xfrm>
                      <a:prstGeom prst="straightConnector1">
                        <a:avLst/>
                      </a:prstGeom>
                      <a:noFill/>
                      <a:ln cap="flat" cmpd="sng" w="9525">
                        <a:solidFill>
                          <a:schemeClr val="dk1"/>
                        </a:solidFill>
                        <a:prstDash val="solid"/>
                        <a:miter lim="800000"/>
                        <a:headEnd len="sm" w="sm" type="none"/>
                        <a:tailEnd len="sm" w="sm" type="none"/>
                      </a:ln>
                    </p:spPr>
                  </p:cxnSp>
                  <p:cxnSp>
                    <p:nvCxnSpPr>
                      <p:cNvPr id="8482" name="Google Shape;8482;p106"/>
                      <p:cNvCxnSpPr/>
                      <p:nvPr/>
                    </p:nvCxnSpPr>
                    <p:spPr>
                      <a:xfrm>
                        <a:off x="6581076" y="2938136"/>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8483" name="Google Shape;8483;p106"/>
                    <p:cNvGrpSpPr/>
                    <p:nvPr/>
                  </p:nvGrpSpPr>
                  <p:grpSpPr>
                    <a:xfrm>
                      <a:off x="6399351" y="3202845"/>
                      <a:ext cx="567094" cy="89292"/>
                      <a:chOff x="6581557" y="2845642"/>
                      <a:chExt cx="567094" cy="89292"/>
                    </a:xfrm>
                  </p:grpSpPr>
                  <p:cxnSp>
                    <p:nvCxnSpPr>
                      <p:cNvPr id="8484" name="Google Shape;8484;p106"/>
                      <p:cNvCxnSpPr/>
                      <p:nvPr/>
                    </p:nvCxnSpPr>
                    <p:spPr>
                      <a:xfrm flipH="1" rot="10800000">
                        <a:off x="7029263" y="2845642"/>
                        <a:ext cx="119388" cy="89292"/>
                      </a:xfrm>
                      <a:prstGeom prst="straightConnector1">
                        <a:avLst/>
                      </a:prstGeom>
                      <a:noFill/>
                      <a:ln cap="flat" cmpd="sng" w="9525">
                        <a:solidFill>
                          <a:schemeClr val="dk1"/>
                        </a:solidFill>
                        <a:prstDash val="solid"/>
                        <a:miter lim="800000"/>
                        <a:headEnd len="sm" w="sm" type="none"/>
                        <a:tailEnd len="sm" w="sm" type="none"/>
                      </a:ln>
                    </p:spPr>
                  </p:cxnSp>
                  <p:cxnSp>
                    <p:nvCxnSpPr>
                      <p:cNvPr id="8485" name="Google Shape;8485;p106"/>
                      <p:cNvCxnSpPr/>
                      <p:nvPr/>
                    </p:nvCxnSpPr>
                    <p:spPr>
                      <a:xfrm>
                        <a:off x="6581557" y="2934934"/>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8486" name="Google Shape;8486;p106"/>
                    <p:cNvGrpSpPr/>
                    <p:nvPr/>
                  </p:nvGrpSpPr>
                  <p:grpSpPr>
                    <a:xfrm>
                      <a:off x="6399350" y="3268639"/>
                      <a:ext cx="558142" cy="89292"/>
                      <a:chOff x="6582036" y="2845572"/>
                      <a:chExt cx="558142" cy="89292"/>
                    </a:xfrm>
                  </p:grpSpPr>
                  <p:cxnSp>
                    <p:nvCxnSpPr>
                      <p:cNvPr id="8487" name="Google Shape;8487;p106"/>
                      <p:cNvCxnSpPr/>
                      <p:nvPr/>
                    </p:nvCxnSpPr>
                    <p:spPr>
                      <a:xfrm flipH="1" rot="10800000">
                        <a:off x="7026759" y="2845572"/>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8488" name="Google Shape;8488;p106"/>
                      <p:cNvCxnSpPr/>
                      <p:nvPr/>
                    </p:nvCxnSpPr>
                    <p:spPr>
                      <a:xfrm>
                        <a:off x="6582036" y="293486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8489" name="Google Shape;8489;p106"/>
                    <p:cNvGrpSpPr/>
                    <p:nvPr/>
                  </p:nvGrpSpPr>
                  <p:grpSpPr>
                    <a:xfrm>
                      <a:off x="6399350" y="3334433"/>
                      <a:ext cx="558141" cy="89292"/>
                      <a:chOff x="6582516" y="2845502"/>
                      <a:chExt cx="558141" cy="89292"/>
                    </a:xfrm>
                  </p:grpSpPr>
                  <p:cxnSp>
                    <p:nvCxnSpPr>
                      <p:cNvPr id="8490" name="Google Shape;8490;p106"/>
                      <p:cNvCxnSpPr/>
                      <p:nvPr/>
                    </p:nvCxnSpPr>
                    <p:spPr>
                      <a:xfrm flipH="1" rot="10800000">
                        <a:off x="7027238" y="2845502"/>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8491" name="Google Shape;8491;p106"/>
                      <p:cNvCxnSpPr/>
                      <p:nvPr/>
                    </p:nvCxnSpPr>
                    <p:spPr>
                      <a:xfrm>
                        <a:off x="6582516" y="293479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8492" name="Google Shape;8492;p106"/>
                    <p:cNvGrpSpPr/>
                    <p:nvPr/>
                  </p:nvGrpSpPr>
                  <p:grpSpPr>
                    <a:xfrm>
                      <a:off x="6399349" y="3400228"/>
                      <a:ext cx="558142" cy="89292"/>
                      <a:chOff x="6582995" y="2845433"/>
                      <a:chExt cx="558142" cy="89292"/>
                    </a:xfrm>
                  </p:grpSpPr>
                  <p:cxnSp>
                    <p:nvCxnSpPr>
                      <p:cNvPr id="8493" name="Google Shape;8493;p106"/>
                      <p:cNvCxnSpPr/>
                      <p:nvPr/>
                    </p:nvCxnSpPr>
                    <p:spPr>
                      <a:xfrm flipH="1" rot="10800000">
                        <a:off x="7027718" y="2845433"/>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8494" name="Google Shape;8494;p106"/>
                      <p:cNvCxnSpPr/>
                      <p:nvPr/>
                    </p:nvCxnSpPr>
                    <p:spPr>
                      <a:xfrm>
                        <a:off x="6582995" y="293472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8495" name="Google Shape;8495;p106"/>
                    <p:cNvGrpSpPr/>
                    <p:nvPr/>
                  </p:nvGrpSpPr>
                  <p:grpSpPr>
                    <a:xfrm>
                      <a:off x="6399351" y="3466022"/>
                      <a:ext cx="558141" cy="93992"/>
                      <a:chOff x="6583477" y="2845363"/>
                      <a:chExt cx="558141" cy="93992"/>
                    </a:xfrm>
                  </p:grpSpPr>
                  <p:cxnSp>
                    <p:nvCxnSpPr>
                      <p:cNvPr id="8496" name="Google Shape;8496;p106"/>
                      <p:cNvCxnSpPr/>
                      <p:nvPr/>
                    </p:nvCxnSpPr>
                    <p:spPr>
                      <a:xfrm flipH="1" rot="10800000">
                        <a:off x="7028199" y="2845363"/>
                        <a:ext cx="113419" cy="93992"/>
                      </a:xfrm>
                      <a:prstGeom prst="straightConnector1">
                        <a:avLst/>
                      </a:prstGeom>
                      <a:noFill/>
                      <a:ln cap="flat" cmpd="sng" w="9525">
                        <a:solidFill>
                          <a:schemeClr val="dk1"/>
                        </a:solidFill>
                        <a:prstDash val="solid"/>
                        <a:miter lim="800000"/>
                        <a:headEnd len="sm" w="sm" type="none"/>
                        <a:tailEnd len="sm" w="sm" type="none"/>
                      </a:ln>
                    </p:spPr>
                  </p:cxnSp>
                  <p:cxnSp>
                    <p:nvCxnSpPr>
                      <p:cNvPr id="8497" name="Google Shape;8497;p106"/>
                      <p:cNvCxnSpPr/>
                      <p:nvPr/>
                    </p:nvCxnSpPr>
                    <p:spPr>
                      <a:xfrm>
                        <a:off x="6583477" y="2939355"/>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8498" name="Google Shape;8498;p106"/>
                    <p:cNvGrpSpPr/>
                    <p:nvPr/>
                  </p:nvGrpSpPr>
                  <p:grpSpPr>
                    <a:xfrm>
                      <a:off x="6396366" y="3528683"/>
                      <a:ext cx="561126" cy="97125"/>
                      <a:chOff x="6580972" y="2842160"/>
                      <a:chExt cx="561126" cy="97125"/>
                    </a:xfrm>
                  </p:grpSpPr>
                  <p:cxnSp>
                    <p:nvCxnSpPr>
                      <p:cNvPr id="8499" name="Google Shape;8499;p106"/>
                      <p:cNvCxnSpPr/>
                      <p:nvPr/>
                    </p:nvCxnSpPr>
                    <p:spPr>
                      <a:xfrm flipH="1" rot="10800000">
                        <a:off x="7028679" y="2842160"/>
                        <a:ext cx="113419" cy="97125"/>
                      </a:xfrm>
                      <a:prstGeom prst="straightConnector1">
                        <a:avLst/>
                      </a:prstGeom>
                      <a:noFill/>
                      <a:ln cap="flat" cmpd="sng" w="9525">
                        <a:solidFill>
                          <a:schemeClr val="dk1"/>
                        </a:solidFill>
                        <a:prstDash val="solid"/>
                        <a:miter lim="800000"/>
                        <a:headEnd len="sm" w="sm" type="none"/>
                        <a:tailEnd len="sm" w="sm" type="none"/>
                      </a:ln>
                    </p:spPr>
                  </p:cxnSp>
                  <p:cxnSp>
                    <p:nvCxnSpPr>
                      <p:cNvPr id="8500" name="Google Shape;8500;p106"/>
                      <p:cNvCxnSpPr/>
                      <p:nvPr/>
                    </p:nvCxnSpPr>
                    <p:spPr>
                      <a:xfrm>
                        <a:off x="6580972" y="2939284"/>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8501" name="Google Shape;8501;p106"/>
                    <p:cNvGrpSpPr/>
                    <p:nvPr/>
                  </p:nvGrpSpPr>
                  <p:grpSpPr>
                    <a:xfrm>
                      <a:off x="6396366" y="3594477"/>
                      <a:ext cx="561125" cy="97125"/>
                      <a:chOff x="6581452" y="2842090"/>
                      <a:chExt cx="561125" cy="97125"/>
                    </a:xfrm>
                  </p:grpSpPr>
                  <p:cxnSp>
                    <p:nvCxnSpPr>
                      <p:cNvPr id="8502" name="Google Shape;8502;p106"/>
                      <p:cNvCxnSpPr/>
                      <p:nvPr/>
                    </p:nvCxnSpPr>
                    <p:spPr>
                      <a:xfrm flipH="1" rot="10800000">
                        <a:off x="7029158" y="2842090"/>
                        <a:ext cx="113419" cy="97125"/>
                      </a:xfrm>
                      <a:prstGeom prst="straightConnector1">
                        <a:avLst/>
                      </a:prstGeom>
                      <a:noFill/>
                      <a:ln cap="flat" cmpd="sng" w="9525">
                        <a:solidFill>
                          <a:schemeClr val="dk1"/>
                        </a:solidFill>
                        <a:prstDash val="solid"/>
                        <a:miter lim="800000"/>
                        <a:headEnd len="sm" w="sm" type="none"/>
                        <a:tailEnd len="sm" w="sm" type="none"/>
                      </a:ln>
                    </p:spPr>
                  </p:cxnSp>
                  <p:cxnSp>
                    <p:nvCxnSpPr>
                      <p:cNvPr id="8503" name="Google Shape;8503;p106"/>
                      <p:cNvCxnSpPr/>
                      <p:nvPr/>
                    </p:nvCxnSpPr>
                    <p:spPr>
                      <a:xfrm>
                        <a:off x="6581452" y="2939215"/>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8504" name="Google Shape;8504;p106"/>
                    <p:cNvGrpSpPr/>
                    <p:nvPr/>
                  </p:nvGrpSpPr>
                  <p:grpSpPr>
                    <a:xfrm>
                      <a:off x="6396367" y="3664970"/>
                      <a:ext cx="558140" cy="92426"/>
                      <a:chOff x="6581933" y="2846719"/>
                      <a:chExt cx="558140" cy="92426"/>
                    </a:xfrm>
                  </p:grpSpPr>
                  <p:cxnSp>
                    <p:nvCxnSpPr>
                      <p:cNvPr id="8505" name="Google Shape;8505;p106"/>
                      <p:cNvCxnSpPr/>
                      <p:nvPr/>
                    </p:nvCxnSpPr>
                    <p:spPr>
                      <a:xfrm flipH="1" rot="10800000">
                        <a:off x="7026654" y="2846719"/>
                        <a:ext cx="113419" cy="92426"/>
                      </a:xfrm>
                      <a:prstGeom prst="straightConnector1">
                        <a:avLst/>
                      </a:prstGeom>
                      <a:noFill/>
                      <a:ln cap="flat" cmpd="sng" w="9525">
                        <a:solidFill>
                          <a:schemeClr val="dk1"/>
                        </a:solidFill>
                        <a:prstDash val="solid"/>
                        <a:miter lim="800000"/>
                        <a:headEnd len="sm" w="sm" type="none"/>
                        <a:tailEnd len="sm" w="sm" type="none"/>
                      </a:ln>
                    </p:spPr>
                  </p:cxnSp>
                  <p:cxnSp>
                    <p:nvCxnSpPr>
                      <p:cNvPr id="8506" name="Google Shape;8506;p106"/>
                      <p:cNvCxnSpPr/>
                      <p:nvPr/>
                    </p:nvCxnSpPr>
                    <p:spPr>
                      <a:xfrm>
                        <a:off x="6581933" y="2939145"/>
                        <a:ext cx="450690" cy="0"/>
                      </a:xfrm>
                      <a:prstGeom prst="straightConnector1">
                        <a:avLst/>
                      </a:prstGeom>
                      <a:noFill/>
                      <a:ln cap="flat" cmpd="sng" w="9525">
                        <a:solidFill>
                          <a:schemeClr val="dk1"/>
                        </a:solidFill>
                        <a:prstDash val="solid"/>
                        <a:miter lim="800000"/>
                        <a:headEnd len="sm" w="sm" type="none"/>
                        <a:tailEnd len="sm" w="sm" type="none"/>
                      </a:ln>
                    </p:spPr>
                  </p:cxnSp>
                </p:grpSp>
                <p:grpSp>
                  <p:nvGrpSpPr>
                    <p:cNvPr id="8507" name="Google Shape;8507;p106"/>
                    <p:cNvGrpSpPr/>
                    <p:nvPr/>
                  </p:nvGrpSpPr>
                  <p:grpSpPr>
                    <a:xfrm>
                      <a:off x="6396367" y="3730765"/>
                      <a:ext cx="558139" cy="92426"/>
                      <a:chOff x="6582413" y="2846650"/>
                      <a:chExt cx="558139" cy="92426"/>
                    </a:xfrm>
                  </p:grpSpPr>
                  <p:cxnSp>
                    <p:nvCxnSpPr>
                      <p:cNvPr id="8508" name="Google Shape;8508;p106"/>
                      <p:cNvCxnSpPr/>
                      <p:nvPr/>
                    </p:nvCxnSpPr>
                    <p:spPr>
                      <a:xfrm flipH="1" rot="10800000">
                        <a:off x="7027133" y="2846650"/>
                        <a:ext cx="113419" cy="92426"/>
                      </a:xfrm>
                      <a:prstGeom prst="straightConnector1">
                        <a:avLst/>
                      </a:prstGeom>
                      <a:noFill/>
                      <a:ln cap="flat" cmpd="sng" w="9525">
                        <a:solidFill>
                          <a:schemeClr val="dk1"/>
                        </a:solidFill>
                        <a:prstDash val="solid"/>
                        <a:miter lim="800000"/>
                        <a:headEnd len="sm" w="sm" type="none"/>
                        <a:tailEnd len="sm" w="sm" type="none"/>
                      </a:ln>
                    </p:spPr>
                  </p:cxnSp>
                  <p:cxnSp>
                    <p:nvCxnSpPr>
                      <p:cNvPr id="8509" name="Google Shape;8509;p106"/>
                      <p:cNvCxnSpPr/>
                      <p:nvPr/>
                    </p:nvCxnSpPr>
                    <p:spPr>
                      <a:xfrm>
                        <a:off x="6582413" y="2939076"/>
                        <a:ext cx="450690" cy="0"/>
                      </a:xfrm>
                      <a:prstGeom prst="straightConnector1">
                        <a:avLst/>
                      </a:prstGeom>
                      <a:noFill/>
                      <a:ln cap="flat" cmpd="sng" w="9525">
                        <a:solidFill>
                          <a:schemeClr val="dk1"/>
                        </a:solidFill>
                        <a:prstDash val="solid"/>
                        <a:miter lim="800000"/>
                        <a:headEnd len="sm" w="sm" type="none"/>
                        <a:tailEnd len="sm" w="sm" type="none"/>
                      </a:ln>
                    </p:spPr>
                  </p:cxnSp>
                </p:grpSp>
              </p:grpSp>
              <p:cxnSp>
                <p:nvCxnSpPr>
                  <p:cNvPr id="8510" name="Google Shape;8510;p106"/>
                  <p:cNvCxnSpPr/>
                  <p:nvPr/>
                </p:nvCxnSpPr>
                <p:spPr>
                  <a:xfrm flipH="1">
                    <a:off x="6685171" y="4525377"/>
                    <a:ext cx="4763" cy="855662"/>
                  </a:xfrm>
                  <a:prstGeom prst="straightConnector1">
                    <a:avLst/>
                  </a:prstGeom>
                  <a:noFill/>
                  <a:ln cap="flat" cmpd="sng" w="25400">
                    <a:solidFill>
                      <a:schemeClr val="dk1"/>
                    </a:solidFill>
                    <a:prstDash val="solid"/>
                    <a:miter lim="800000"/>
                    <a:headEnd len="sm" w="sm" type="none"/>
                    <a:tailEnd len="sm" w="sm" type="none"/>
                  </a:ln>
                </p:spPr>
              </p:cxnSp>
              <p:cxnSp>
                <p:nvCxnSpPr>
                  <p:cNvPr id="8511" name="Google Shape;8511;p106"/>
                  <p:cNvCxnSpPr/>
                  <p:nvPr/>
                </p:nvCxnSpPr>
                <p:spPr>
                  <a:xfrm>
                    <a:off x="6632784" y="4706352"/>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512" name="Google Shape;8512;p106"/>
                  <p:cNvCxnSpPr/>
                  <p:nvPr/>
                </p:nvCxnSpPr>
                <p:spPr>
                  <a:xfrm>
                    <a:off x="6631196" y="4771439"/>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513" name="Google Shape;8513;p106"/>
                  <p:cNvCxnSpPr/>
                  <p:nvPr/>
                </p:nvCxnSpPr>
                <p:spPr>
                  <a:xfrm>
                    <a:off x="6631196" y="4849227"/>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514" name="Google Shape;8514;p106"/>
                  <p:cNvCxnSpPr/>
                  <p:nvPr/>
                </p:nvCxnSpPr>
                <p:spPr>
                  <a:xfrm>
                    <a:off x="6629609" y="4914314"/>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515" name="Google Shape;8515;p106"/>
                  <p:cNvCxnSpPr/>
                  <p:nvPr/>
                </p:nvCxnSpPr>
                <p:spPr>
                  <a:xfrm>
                    <a:off x="6628021" y="4976227"/>
                    <a:ext cx="60325" cy="0"/>
                  </a:xfrm>
                  <a:prstGeom prst="straightConnector1">
                    <a:avLst/>
                  </a:prstGeom>
                  <a:noFill/>
                  <a:ln cap="flat" cmpd="sng" w="9525">
                    <a:solidFill>
                      <a:schemeClr val="dk1"/>
                    </a:solidFill>
                    <a:prstDash val="solid"/>
                    <a:miter lim="800000"/>
                    <a:headEnd len="sm" w="sm" type="none"/>
                    <a:tailEnd len="sm" w="sm" type="none"/>
                  </a:ln>
                </p:spPr>
              </p:cxnSp>
              <p:cxnSp>
                <p:nvCxnSpPr>
                  <p:cNvPr id="8516" name="Google Shape;8516;p106"/>
                  <p:cNvCxnSpPr/>
                  <p:nvPr/>
                </p:nvCxnSpPr>
                <p:spPr>
                  <a:xfrm>
                    <a:off x="6628021" y="5044489"/>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517" name="Google Shape;8517;p106"/>
                  <p:cNvCxnSpPr/>
                  <p:nvPr/>
                </p:nvCxnSpPr>
                <p:spPr>
                  <a:xfrm>
                    <a:off x="6626434" y="511433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518" name="Google Shape;8518;p106"/>
                  <p:cNvCxnSpPr/>
                  <p:nvPr/>
                </p:nvCxnSpPr>
                <p:spPr>
                  <a:xfrm>
                    <a:off x="6629609" y="518418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519" name="Google Shape;8519;p106"/>
                  <p:cNvCxnSpPr/>
                  <p:nvPr/>
                </p:nvCxnSpPr>
                <p:spPr>
                  <a:xfrm>
                    <a:off x="6631196" y="5252452"/>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520" name="Google Shape;8520;p106"/>
                  <p:cNvCxnSpPr/>
                  <p:nvPr/>
                </p:nvCxnSpPr>
                <p:spPr>
                  <a:xfrm>
                    <a:off x="6631196" y="5322302"/>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521" name="Google Shape;8521;p106"/>
                  <p:cNvCxnSpPr/>
                  <p:nvPr/>
                </p:nvCxnSpPr>
                <p:spPr>
                  <a:xfrm>
                    <a:off x="6632784" y="538738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522" name="Google Shape;8522;p106"/>
                  <p:cNvCxnSpPr/>
                  <p:nvPr/>
                </p:nvCxnSpPr>
                <p:spPr>
                  <a:xfrm rot="10800000">
                    <a:off x="6632784" y="4531727"/>
                    <a:ext cx="58737" cy="0"/>
                  </a:xfrm>
                  <a:prstGeom prst="straightConnector1">
                    <a:avLst/>
                  </a:prstGeom>
                  <a:noFill/>
                  <a:ln cap="flat" cmpd="sng" w="22225">
                    <a:solidFill>
                      <a:schemeClr val="dk1"/>
                    </a:solidFill>
                    <a:prstDash val="solid"/>
                    <a:miter lim="800000"/>
                    <a:headEnd len="sm" w="sm" type="none"/>
                    <a:tailEnd len="sm" w="sm" type="none"/>
                  </a:ln>
                </p:spPr>
              </p:cxnSp>
              <p:grpSp>
                <p:nvGrpSpPr>
                  <p:cNvPr id="8523" name="Google Shape;8523;p106"/>
                  <p:cNvGrpSpPr/>
                  <p:nvPr/>
                </p:nvGrpSpPr>
                <p:grpSpPr>
                  <a:xfrm>
                    <a:off x="6434171" y="4488570"/>
                    <a:ext cx="224203" cy="179034"/>
                    <a:chOff x="3668110" y="2448910"/>
                    <a:chExt cx="3794234" cy="2165130"/>
                  </a:xfrm>
                </p:grpSpPr>
                <p:sp>
                  <p:nvSpPr>
                    <p:cNvPr id="8524" name="Google Shape;8524;p106"/>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25" name="Google Shape;8525;p106"/>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8526" name="Google Shape;8526;p106"/>
                    <p:cNvGrpSpPr/>
                    <p:nvPr/>
                  </p:nvGrpSpPr>
                  <p:grpSpPr>
                    <a:xfrm>
                      <a:off x="3941378" y="2603243"/>
                      <a:ext cx="3202061" cy="1066110"/>
                      <a:chOff x="7939341" y="3037317"/>
                      <a:chExt cx="897649" cy="353919"/>
                    </a:xfrm>
                  </p:grpSpPr>
                  <p:sp>
                    <p:nvSpPr>
                      <p:cNvPr id="8527" name="Google Shape;8527;p106"/>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28" name="Google Shape;8528;p106"/>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29" name="Google Shape;8529;p106"/>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407" name="Google Shape;8407;p106"/>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nvGrpSpPr>
                <p:cNvPr id="8530" name="Google Shape;8530;p106"/>
                <p:cNvGrpSpPr/>
                <p:nvPr/>
              </p:nvGrpSpPr>
              <p:grpSpPr>
                <a:xfrm>
                  <a:off x="7195215" y="4648914"/>
                  <a:ext cx="267206" cy="997245"/>
                  <a:chOff x="6424315" y="4488570"/>
                  <a:chExt cx="267206" cy="997245"/>
                </a:xfrm>
              </p:grpSpPr>
              <p:grpSp>
                <p:nvGrpSpPr>
                  <p:cNvPr id="8531" name="Google Shape;8531;p106"/>
                  <p:cNvGrpSpPr/>
                  <p:nvPr/>
                </p:nvGrpSpPr>
                <p:grpSpPr>
                  <a:xfrm>
                    <a:off x="6424315" y="4636502"/>
                    <a:ext cx="237939" cy="849312"/>
                    <a:chOff x="6396366" y="3061857"/>
                    <a:chExt cx="570079" cy="838094"/>
                  </a:xfrm>
                </p:grpSpPr>
                <p:sp>
                  <p:nvSpPr>
                    <p:cNvPr id="8532" name="Google Shape;8532;p106"/>
                    <p:cNvSpPr/>
                    <p:nvPr/>
                  </p:nvSpPr>
                  <p:spPr>
                    <a:xfrm>
                      <a:off x="6509786" y="3061857"/>
                      <a:ext cx="447707" cy="742536"/>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8533" name="Google Shape;8533;p106"/>
                    <p:cNvCxnSpPr/>
                    <p:nvPr/>
                  </p:nvCxnSpPr>
                  <p:spPr>
                    <a:xfrm flipH="1" rot="10800000">
                      <a:off x="6847057" y="3061857"/>
                      <a:ext cx="113419" cy="92425"/>
                    </a:xfrm>
                    <a:prstGeom prst="straightConnector1">
                      <a:avLst/>
                    </a:prstGeom>
                    <a:noFill/>
                    <a:ln cap="flat" cmpd="sng" w="9525">
                      <a:solidFill>
                        <a:schemeClr val="dk1"/>
                      </a:solidFill>
                      <a:prstDash val="solid"/>
                      <a:miter lim="800000"/>
                      <a:headEnd len="sm" w="sm" type="none"/>
                      <a:tailEnd len="sm" w="sm" type="none"/>
                    </a:ln>
                  </p:spPr>
                </p:cxnSp>
                <p:sp>
                  <p:nvSpPr>
                    <p:cNvPr id="8534" name="Google Shape;8534;p106"/>
                    <p:cNvSpPr/>
                    <p:nvPr/>
                  </p:nvSpPr>
                  <p:spPr>
                    <a:xfrm>
                      <a:off x="6476953" y="3071256"/>
                      <a:ext cx="131327" cy="1159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8535" name="Google Shape;8535;p106"/>
                    <p:cNvCxnSpPr/>
                    <p:nvPr/>
                  </p:nvCxnSpPr>
                  <p:spPr>
                    <a:xfrm flipH="1" rot="10800000">
                      <a:off x="6396367" y="3061857"/>
                      <a:ext cx="113419" cy="92425"/>
                    </a:xfrm>
                    <a:prstGeom prst="straightConnector1">
                      <a:avLst/>
                    </a:prstGeom>
                    <a:noFill/>
                    <a:ln cap="flat" cmpd="sng" w="9525">
                      <a:solidFill>
                        <a:schemeClr val="dk1"/>
                      </a:solidFill>
                      <a:prstDash val="solid"/>
                      <a:miter lim="800000"/>
                      <a:headEnd len="sm" w="sm" type="none"/>
                      <a:tailEnd len="sm" w="sm" type="none"/>
                    </a:ln>
                  </p:spPr>
                </p:cxnSp>
                <p:sp>
                  <p:nvSpPr>
                    <p:cNvPr id="8536" name="Google Shape;8536;p106"/>
                    <p:cNvSpPr/>
                    <p:nvPr/>
                  </p:nvSpPr>
                  <p:spPr>
                    <a:xfrm>
                      <a:off x="6817210" y="3702567"/>
                      <a:ext cx="131327" cy="1159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sp>
                  <p:nvSpPr>
                    <p:cNvPr id="8537" name="Google Shape;8537;p106"/>
                    <p:cNvSpPr/>
                    <p:nvPr/>
                  </p:nvSpPr>
                  <p:spPr>
                    <a:xfrm>
                      <a:off x="6405320" y="3157415"/>
                      <a:ext cx="444723" cy="742536"/>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8538" name="Google Shape;8538;p106"/>
                    <p:cNvCxnSpPr/>
                    <p:nvPr/>
                  </p:nvCxnSpPr>
                  <p:spPr>
                    <a:xfrm flipH="1" rot="10800000">
                      <a:off x="6847057" y="3804392"/>
                      <a:ext cx="113419" cy="92425"/>
                    </a:xfrm>
                    <a:prstGeom prst="straightConnector1">
                      <a:avLst/>
                    </a:prstGeom>
                    <a:noFill/>
                    <a:ln cap="flat" cmpd="sng" w="9525">
                      <a:solidFill>
                        <a:schemeClr val="dk1"/>
                      </a:solidFill>
                      <a:prstDash val="solid"/>
                      <a:miter lim="800000"/>
                      <a:headEnd len="sm" w="sm" type="none"/>
                      <a:tailEnd len="sm" w="sm" type="none"/>
                    </a:ln>
                  </p:spPr>
                </p:cxnSp>
                <p:grpSp>
                  <p:nvGrpSpPr>
                    <p:cNvPr id="8539" name="Google Shape;8539;p106"/>
                    <p:cNvGrpSpPr/>
                    <p:nvPr/>
                  </p:nvGrpSpPr>
                  <p:grpSpPr>
                    <a:xfrm>
                      <a:off x="6399350" y="3137050"/>
                      <a:ext cx="561125" cy="92425"/>
                      <a:chOff x="6581076" y="2845711"/>
                      <a:chExt cx="561125" cy="92425"/>
                    </a:xfrm>
                  </p:grpSpPr>
                  <p:cxnSp>
                    <p:nvCxnSpPr>
                      <p:cNvPr id="8540" name="Google Shape;8540;p106"/>
                      <p:cNvCxnSpPr/>
                      <p:nvPr/>
                    </p:nvCxnSpPr>
                    <p:spPr>
                      <a:xfrm flipH="1" rot="10800000">
                        <a:off x="7028782" y="2845711"/>
                        <a:ext cx="113419" cy="92425"/>
                      </a:xfrm>
                      <a:prstGeom prst="straightConnector1">
                        <a:avLst/>
                      </a:prstGeom>
                      <a:noFill/>
                      <a:ln cap="flat" cmpd="sng" w="9525">
                        <a:solidFill>
                          <a:schemeClr val="dk1"/>
                        </a:solidFill>
                        <a:prstDash val="solid"/>
                        <a:miter lim="800000"/>
                        <a:headEnd len="sm" w="sm" type="none"/>
                        <a:tailEnd len="sm" w="sm" type="none"/>
                      </a:ln>
                    </p:spPr>
                  </p:cxnSp>
                  <p:cxnSp>
                    <p:nvCxnSpPr>
                      <p:cNvPr id="8541" name="Google Shape;8541;p106"/>
                      <p:cNvCxnSpPr/>
                      <p:nvPr/>
                    </p:nvCxnSpPr>
                    <p:spPr>
                      <a:xfrm>
                        <a:off x="6581076" y="2938136"/>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8542" name="Google Shape;8542;p106"/>
                    <p:cNvGrpSpPr/>
                    <p:nvPr/>
                  </p:nvGrpSpPr>
                  <p:grpSpPr>
                    <a:xfrm>
                      <a:off x="6399351" y="3202845"/>
                      <a:ext cx="567094" cy="89292"/>
                      <a:chOff x="6581557" y="2845642"/>
                      <a:chExt cx="567094" cy="89292"/>
                    </a:xfrm>
                  </p:grpSpPr>
                  <p:cxnSp>
                    <p:nvCxnSpPr>
                      <p:cNvPr id="8543" name="Google Shape;8543;p106"/>
                      <p:cNvCxnSpPr/>
                      <p:nvPr/>
                    </p:nvCxnSpPr>
                    <p:spPr>
                      <a:xfrm flipH="1" rot="10800000">
                        <a:off x="7029263" y="2845642"/>
                        <a:ext cx="119388" cy="89292"/>
                      </a:xfrm>
                      <a:prstGeom prst="straightConnector1">
                        <a:avLst/>
                      </a:prstGeom>
                      <a:noFill/>
                      <a:ln cap="flat" cmpd="sng" w="9525">
                        <a:solidFill>
                          <a:schemeClr val="dk1"/>
                        </a:solidFill>
                        <a:prstDash val="solid"/>
                        <a:miter lim="800000"/>
                        <a:headEnd len="sm" w="sm" type="none"/>
                        <a:tailEnd len="sm" w="sm" type="none"/>
                      </a:ln>
                    </p:spPr>
                  </p:cxnSp>
                  <p:cxnSp>
                    <p:nvCxnSpPr>
                      <p:cNvPr id="8544" name="Google Shape;8544;p106"/>
                      <p:cNvCxnSpPr/>
                      <p:nvPr/>
                    </p:nvCxnSpPr>
                    <p:spPr>
                      <a:xfrm>
                        <a:off x="6581557" y="2934934"/>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8545" name="Google Shape;8545;p106"/>
                    <p:cNvGrpSpPr/>
                    <p:nvPr/>
                  </p:nvGrpSpPr>
                  <p:grpSpPr>
                    <a:xfrm>
                      <a:off x="6399350" y="3268639"/>
                      <a:ext cx="558142" cy="89292"/>
                      <a:chOff x="6582036" y="2845572"/>
                      <a:chExt cx="558142" cy="89292"/>
                    </a:xfrm>
                  </p:grpSpPr>
                  <p:cxnSp>
                    <p:nvCxnSpPr>
                      <p:cNvPr id="8546" name="Google Shape;8546;p106"/>
                      <p:cNvCxnSpPr/>
                      <p:nvPr/>
                    </p:nvCxnSpPr>
                    <p:spPr>
                      <a:xfrm flipH="1" rot="10800000">
                        <a:off x="7026759" y="2845572"/>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8547" name="Google Shape;8547;p106"/>
                      <p:cNvCxnSpPr/>
                      <p:nvPr/>
                    </p:nvCxnSpPr>
                    <p:spPr>
                      <a:xfrm>
                        <a:off x="6582036" y="293486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8548" name="Google Shape;8548;p106"/>
                    <p:cNvGrpSpPr/>
                    <p:nvPr/>
                  </p:nvGrpSpPr>
                  <p:grpSpPr>
                    <a:xfrm>
                      <a:off x="6399350" y="3334433"/>
                      <a:ext cx="558141" cy="89292"/>
                      <a:chOff x="6582516" y="2845502"/>
                      <a:chExt cx="558141" cy="89292"/>
                    </a:xfrm>
                  </p:grpSpPr>
                  <p:cxnSp>
                    <p:nvCxnSpPr>
                      <p:cNvPr id="8549" name="Google Shape;8549;p106"/>
                      <p:cNvCxnSpPr/>
                      <p:nvPr/>
                    </p:nvCxnSpPr>
                    <p:spPr>
                      <a:xfrm flipH="1" rot="10800000">
                        <a:off x="7027238" y="2845502"/>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8550" name="Google Shape;8550;p106"/>
                      <p:cNvCxnSpPr/>
                      <p:nvPr/>
                    </p:nvCxnSpPr>
                    <p:spPr>
                      <a:xfrm>
                        <a:off x="6582516" y="293479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8551" name="Google Shape;8551;p106"/>
                    <p:cNvGrpSpPr/>
                    <p:nvPr/>
                  </p:nvGrpSpPr>
                  <p:grpSpPr>
                    <a:xfrm>
                      <a:off x="6399349" y="3400228"/>
                      <a:ext cx="558142" cy="89292"/>
                      <a:chOff x="6582995" y="2845433"/>
                      <a:chExt cx="558142" cy="89292"/>
                    </a:xfrm>
                  </p:grpSpPr>
                  <p:cxnSp>
                    <p:nvCxnSpPr>
                      <p:cNvPr id="8552" name="Google Shape;8552;p106"/>
                      <p:cNvCxnSpPr/>
                      <p:nvPr/>
                    </p:nvCxnSpPr>
                    <p:spPr>
                      <a:xfrm flipH="1" rot="10800000">
                        <a:off x="7027718" y="2845433"/>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8553" name="Google Shape;8553;p106"/>
                      <p:cNvCxnSpPr/>
                      <p:nvPr/>
                    </p:nvCxnSpPr>
                    <p:spPr>
                      <a:xfrm>
                        <a:off x="6582995" y="293472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8554" name="Google Shape;8554;p106"/>
                    <p:cNvGrpSpPr/>
                    <p:nvPr/>
                  </p:nvGrpSpPr>
                  <p:grpSpPr>
                    <a:xfrm>
                      <a:off x="6399351" y="3466022"/>
                      <a:ext cx="558141" cy="93992"/>
                      <a:chOff x="6583477" y="2845363"/>
                      <a:chExt cx="558141" cy="93992"/>
                    </a:xfrm>
                  </p:grpSpPr>
                  <p:cxnSp>
                    <p:nvCxnSpPr>
                      <p:cNvPr id="8555" name="Google Shape;8555;p106"/>
                      <p:cNvCxnSpPr/>
                      <p:nvPr/>
                    </p:nvCxnSpPr>
                    <p:spPr>
                      <a:xfrm flipH="1" rot="10800000">
                        <a:off x="7028199" y="2845363"/>
                        <a:ext cx="113419" cy="93992"/>
                      </a:xfrm>
                      <a:prstGeom prst="straightConnector1">
                        <a:avLst/>
                      </a:prstGeom>
                      <a:noFill/>
                      <a:ln cap="flat" cmpd="sng" w="9525">
                        <a:solidFill>
                          <a:schemeClr val="dk1"/>
                        </a:solidFill>
                        <a:prstDash val="solid"/>
                        <a:miter lim="800000"/>
                        <a:headEnd len="sm" w="sm" type="none"/>
                        <a:tailEnd len="sm" w="sm" type="none"/>
                      </a:ln>
                    </p:spPr>
                  </p:cxnSp>
                  <p:cxnSp>
                    <p:nvCxnSpPr>
                      <p:cNvPr id="8556" name="Google Shape;8556;p106"/>
                      <p:cNvCxnSpPr/>
                      <p:nvPr/>
                    </p:nvCxnSpPr>
                    <p:spPr>
                      <a:xfrm>
                        <a:off x="6583477" y="2939355"/>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8557" name="Google Shape;8557;p106"/>
                    <p:cNvGrpSpPr/>
                    <p:nvPr/>
                  </p:nvGrpSpPr>
                  <p:grpSpPr>
                    <a:xfrm>
                      <a:off x="6396366" y="3528683"/>
                      <a:ext cx="561126" cy="97125"/>
                      <a:chOff x="6580972" y="2842160"/>
                      <a:chExt cx="561126" cy="97125"/>
                    </a:xfrm>
                  </p:grpSpPr>
                  <p:cxnSp>
                    <p:nvCxnSpPr>
                      <p:cNvPr id="8558" name="Google Shape;8558;p106"/>
                      <p:cNvCxnSpPr/>
                      <p:nvPr/>
                    </p:nvCxnSpPr>
                    <p:spPr>
                      <a:xfrm flipH="1" rot="10800000">
                        <a:off x="7028679" y="2842160"/>
                        <a:ext cx="113419" cy="97125"/>
                      </a:xfrm>
                      <a:prstGeom prst="straightConnector1">
                        <a:avLst/>
                      </a:prstGeom>
                      <a:noFill/>
                      <a:ln cap="flat" cmpd="sng" w="9525">
                        <a:solidFill>
                          <a:schemeClr val="dk1"/>
                        </a:solidFill>
                        <a:prstDash val="solid"/>
                        <a:miter lim="800000"/>
                        <a:headEnd len="sm" w="sm" type="none"/>
                        <a:tailEnd len="sm" w="sm" type="none"/>
                      </a:ln>
                    </p:spPr>
                  </p:cxnSp>
                  <p:cxnSp>
                    <p:nvCxnSpPr>
                      <p:cNvPr id="8559" name="Google Shape;8559;p106"/>
                      <p:cNvCxnSpPr/>
                      <p:nvPr/>
                    </p:nvCxnSpPr>
                    <p:spPr>
                      <a:xfrm>
                        <a:off x="6580972" y="2939284"/>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8560" name="Google Shape;8560;p106"/>
                    <p:cNvGrpSpPr/>
                    <p:nvPr/>
                  </p:nvGrpSpPr>
                  <p:grpSpPr>
                    <a:xfrm>
                      <a:off x="6396366" y="3594477"/>
                      <a:ext cx="561125" cy="97125"/>
                      <a:chOff x="6581452" y="2842090"/>
                      <a:chExt cx="561125" cy="97125"/>
                    </a:xfrm>
                  </p:grpSpPr>
                  <p:cxnSp>
                    <p:nvCxnSpPr>
                      <p:cNvPr id="8561" name="Google Shape;8561;p106"/>
                      <p:cNvCxnSpPr/>
                      <p:nvPr/>
                    </p:nvCxnSpPr>
                    <p:spPr>
                      <a:xfrm flipH="1" rot="10800000">
                        <a:off x="7029158" y="2842090"/>
                        <a:ext cx="113419" cy="97125"/>
                      </a:xfrm>
                      <a:prstGeom prst="straightConnector1">
                        <a:avLst/>
                      </a:prstGeom>
                      <a:noFill/>
                      <a:ln cap="flat" cmpd="sng" w="9525">
                        <a:solidFill>
                          <a:schemeClr val="dk1"/>
                        </a:solidFill>
                        <a:prstDash val="solid"/>
                        <a:miter lim="800000"/>
                        <a:headEnd len="sm" w="sm" type="none"/>
                        <a:tailEnd len="sm" w="sm" type="none"/>
                      </a:ln>
                    </p:spPr>
                  </p:cxnSp>
                  <p:cxnSp>
                    <p:nvCxnSpPr>
                      <p:cNvPr id="8562" name="Google Shape;8562;p106"/>
                      <p:cNvCxnSpPr/>
                      <p:nvPr/>
                    </p:nvCxnSpPr>
                    <p:spPr>
                      <a:xfrm>
                        <a:off x="6581452" y="2939215"/>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8563" name="Google Shape;8563;p106"/>
                    <p:cNvGrpSpPr/>
                    <p:nvPr/>
                  </p:nvGrpSpPr>
                  <p:grpSpPr>
                    <a:xfrm>
                      <a:off x="6396367" y="3664970"/>
                      <a:ext cx="558140" cy="92426"/>
                      <a:chOff x="6581933" y="2846719"/>
                      <a:chExt cx="558140" cy="92426"/>
                    </a:xfrm>
                  </p:grpSpPr>
                  <p:cxnSp>
                    <p:nvCxnSpPr>
                      <p:cNvPr id="8564" name="Google Shape;8564;p106"/>
                      <p:cNvCxnSpPr/>
                      <p:nvPr/>
                    </p:nvCxnSpPr>
                    <p:spPr>
                      <a:xfrm flipH="1" rot="10800000">
                        <a:off x="7026654" y="2846719"/>
                        <a:ext cx="113419" cy="92426"/>
                      </a:xfrm>
                      <a:prstGeom prst="straightConnector1">
                        <a:avLst/>
                      </a:prstGeom>
                      <a:noFill/>
                      <a:ln cap="flat" cmpd="sng" w="9525">
                        <a:solidFill>
                          <a:schemeClr val="dk1"/>
                        </a:solidFill>
                        <a:prstDash val="solid"/>
                        <a:miter lim="800000"/>
                        <a:headEnd len="sm" w="sm" type="none"/>
                        <a:tailEnd len="sm" w="sm" type="none"/>
                      </a:ln>
                    </p:spPr>
                  </p:cxnSp>
                  <p:cxnSp>
                    <p:nvCxnSpPr>
                      <p:cNvPr id="8565" name="Google Shape;8565;p106"/>
                      <p:cNvCxnSpPr/>
                      <p:nvPr/>
                    </p:nvCxnSpPr>
                    <p:spPr>
                      <a:xfrm>
                        <a:off x="6581933" y="2939145"/>
                        <a:ext cx="450690" cy="0"/>
                      </a:xfrm>
                      <a:prstGeom prst="straightConnector1">
                        <a:avLst/>
                      </a:prstGeom>
                      <a:noFill/>
                      <a:ln cap="flat" cmpd="sng" w="9525">
                        <a:solidFill>
                          <a:schemeClr val="dk1"/>
                        </a:solidFill>
                        <a:prstDash val="solid"/>
                        <a:miter lim="800000"/>
                        <a:headEnd len="sm" w="sm" type="none"/>
                        <a:tailEnd len="sm" w="sm" type="none"/>
                      </a:ln>
                    </p:spPr>
                  </p:cxnSp>
                </p:grpSp>
                <p:grpSp>
                  <p:nvGrpSpPr>
                    <p:cNvPr id="8566" name="Google Shape;8566;p106"/>
                    <p:cNvGrpSpPr/>
                    <p:nvPr/>
                  </p:nvGrpSpPr>
                  <p:grpSpPr>
                    <a:xfrm>
                      <a:off x="6396367" y="3730765"/>
                      <a:ext cx="558139" cy="92426"/>
                      <a:chOff x="6582413" y="2846650"/>
                      <a:chExt cx="558139" cy="92426"/>
                    </a:xfrm>
                  </p:grpSpPr>
                  <p:cxnSp>
                    <p:nvCxnSpPr>
                      <p:cNvPr id="8567" name="Google Shape;8567;p106"/>
                      <p:cNvCxnSpPr/>
                      <p:nvPr/>
                    </p:nvCxnSpPr>
                    <p:spPr>
                      <a:xfrm flipH="1" rot="10800000">
                        <a:off x="7027133" y="2846650"/>
                        <a:ext cx="113419" cy="92426"/>
                      </a:xfrm>
                      <a:prstGeom prst="straightConnector1">
                        <a:avLst/>
                      </a:prstGeom>
                      <a:noFill/>
                      <a:ln cap="flat" cmpd="sng" w="9525">
                        <a:solidFill>
                          <a:schemeClr val="dk1"/>
                        </a:solidFill>
                        <a:prstDash val="solid"/>
                        <a:miter lim="800000"/>
                        <a:headEnd len="sm" w="sm" type="none"/>
                        <a:tailEnd len="sm" w="sm" type="none"/>
                      </a:ln>
                    </p:spPr>
                  </p:cxnSp>
                  <p:cxnSp>
                    <p:nvCxnSpPr>
                      <p:cNvPr id="8568" name="Google Shape;8568;p106"/>
                      <p:cNvCxnSpPr/>
                      <p:nvPr/>
                    </p:nvCxnSpPr>
                    <p:spPr>
                      <a:xfrm>
                        <a:off x="6582413" y="2939076"/>
                        <a:ext cx="450690" cy="0"/>
                      </a:xfrm>
                      <a:prstGeom prst="straightConnector1">
                        <a:avLst/>
                      </a:prstGeom>
                      <a:noFill/>
                      <a:ln cap="flat" cmpd="sng" w="9525">
                        <a:solidFill>
                          <a:schemeClr val="dk1"/>
                        </a:solidFill>
                        <a:prstDash val="solid"/>
                        <a:miter lim="800000"/>
                        <a:headEnd len="sm" w="sm" type="none"/>
                        <a:tailEnd len="sm" w="sm" type="none"/>
                      </a:ln>
                    </p:spPr>
                  </p:cxnSp>
                </p:grpSp>
              </p:grpSp>
              <p:cxnSp>
                <p:nvCxnSpPr>
                  <p:cNvPr id="8569" name="Google Shape;8569;p106"/>
                  <p:cNvCxnSpPr/>
                  <p:nvPr/>
                </p:nvCxnSpPr>
                <p:spPr>
                  <a:xfrm flipH="1">
                    <a:off x="6685171" y="4525377"/>
                    <a:ext cx="4763" cy="855662"/>
                  </a:xfrm>
                  <a:prstGeom prst="straightConnector1">
                    <a:avLst/>
                  </a:prstGeom>
                  <a:noFill/>
                  <a:ln cap="flat" cmpd="sng" w="25400">
                    <a:solidFill>
                      <a:schemeClr val="dk1"/>
                    </a:solidFill>
                    <a:prstDash val="solid"/>
                    <a:miter lim="800000"/>
                    <a:headEnd len="sm" w="sm" type="none"/>
                    <a:tailEnd len="sm" w="sm" type="none"/>
                  </a:ln>
                </p:spPr>
              </p:cxnSp>
              <p:cxnSp>
                <p:nvCxnSpPr>
                  <p:cNvPr id="8570" name="Google Shape;8570;p106"/>
                  <p:cNvCxnSpPr/>
                  <p:nvPr/>
                </p:nvCxnSpPr>
                <p:spPr>
                  <a:xfrm>
                    <a:off x="6632784" y="4706352"/>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571" name="Google Shape;8571;p106"/>
                  <p:cNvCxnSpPr/>
                  <p:nvPr/>
                </p:nvCxnSpPr>
                <p:spPr>
                  <a:xfrm>
                    <a:off x="6631196" y="4771439"/>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572" name="Google Shape;8572;p106"/>
                  <p:cNvCxnSpPr/>
                  <p:nvPr/>
                </p:nvCxnSpPr>
                <p:spPr>
                  <a:xfrm>
                    <a:off x="6631196" y="4849227"/>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573" name="Google Shape;8573;p106"/>
                  <p:cNvCxnSpPr/>
                  <p:nvPr/>
                </p:nvCxnSpPr>
                <p:spPr>
                  <a:xfrm>
                    <a:off x="6629609" y="4914314"/>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574" name="Google Shape;8574;p106"/>
                  <p:cNvCxnSpPr/>
                  <p:nvPr/>
                </p:nvCxnSpPr>
                <p:spPr>
                  <a:xfrm>
                    <a:off x="6628021" y="4976227"/>
                    <a:ext cx="60325" cy="0"/>
                  </a:xfrm>
                  <a:prstGeom prst="straightConnector1">
                    <a:avLst/>
                  </a:prstGeom>
                  <a:noFill/>
                  <a:ln cap="flat" cmpd="sng" w="9525">
                    <a:solidFill>
                      <a:schemeClr val="dk1"/>
                    </a:solidFill>
                    <a:prstDash val="solid"/>
                    <a:miter lim="800000"/>
                    <a:headEnd len="sm" w="sm" type="none"/>
                    <a:tailEnd len="sm" w="sm" type="none"/>
                  </a:ln>
                </p:spPr>
              </p:cxnSp>
              <p:cxnSp>
                <p:nvCxnSpPr>
                  <p:cNvPr id="8575" name="Google Shape;8575;p106"/>
                  <p:cNvCxnSpPr/>
                  <p:nvPr/>
                </p:nvCxnSpPr>
                <p:spPr>
                  <a:xfrm>
                    <a:off x="6628021" y="5044489"/>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576" name="Google Shape;8576;p106"/>
                  <p:cNvCxnSpPr/>
                  <p:nvPr/>
                </p:nvCxnSpPr>
                <p:spPr>
                  <a:xfrm>
                    <a:off x="6626434" y="511433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577" name="Google Shape;8577;p106"/>
                  <p:cNvCxnSpPr/>
                  <p:nvPr/>
                </p:nvCxnSpPr>
                <p:spPr>
                  <a:xfrm>
                    <a:off x="6629609" y="518418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578" name="Google Shape;8578;p106"/>
                  <p:cNvCxnSpPr/>
                  <p:nvPr/>
                </p:nvCxnSpPr>
                <p:spPr>
                  <a:xfrm>
                    <a:off x="6631196" y="5252452"/>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579" name="Google Shape;8579;p106"/>
                  <p:cNvCxnSpPr/>
                  <p:nvPr/>
                </p:nvCxnSpPr>
                <p:spPr>
                  <a:xfrm>
                    <a:off x="6631196" y="5322302"/>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580" name="Google Shape;8580;p106"/>
                  <p:cNvCxnSpPr/>
                  <p:nvPr/>
                </p:nvCxnSpPr>
                <p:spPr>
                  <a:xfrm>
                    <a:off x="6632784" y="538738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581" name="Google Shape;8581;p106"/>
                  <p:cNvCxnSpPr/>
                  <p:nvPr/>
                </p:nvCxnSpPr>
                <p:spPr>
                  <a:xfrm rot="10800000">
                    <a:off x="6632784" y="4531727"/>
                    <a:ext cx="58737" cy="0"/>
                  </a:xfrm>
                  <a:prstGeom prst="straightConnector1">
                    <a:avLst/>
                  </a:prstGeom>
                  <a:noFill/>
                  <a:ln cap="flat" cmpd="sng" w="22225">
                    <a:solidFill>
                      <a:schemeClr val="dk1"/>
                    </a:solidFill>
                    <a:prstDash val="solid"/>
                    <a:miter lim="800000"/>
                    <a:headEnd len="sm" w="sm" type="none"/>
                    <a:tailEnd len="sm" w="sm" type="none"/>
                  </a:ln>
                </p:spPr>
              </p:cxnSp>
              <p:grpSp>
                <p:nvGrpSpPr>
                  <p:cNvPr id="8582" name="Google Shape;8582;p106"/>
                  <p:cNvGrpSpPr/>
                  <p:nvPr/>
                </p:nvGrpSpPr>
                <p:grpSpPr>
                  <a:xfrm>
                    <a:off x="6434171" y="4488570"/>
                    <a:ext cx="224203" cy="179034"/>
                    <a:chOff x="3668110" y="2448910"/>
                    <a:chExt cx="3794234" cy="2165130"/>
                  </a:xfrm>
                </p:grpSpPr>
                <p:sp>
                  <p:nvSpPr>
                    <p:cNvPr id="8583" name="Google Shape;8583;p106"/>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84" name="Google Shape;8584;p106"/>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8585" name="Google Shape;8585;p106"/>
                    <p:cNvGrpSpPr/>
                    <p:nvPr/>
                  </p:nvGrpSpPr>
                  <p:grpSpPr>
                    <a:xfrm>
                      <a:off x="3941378" y="2603243"/>
                      <a:ext cx="3202061" cy="1066110"/>
                      <a:chOff x="7939341" y="3037317"/>
                      <a:chExt cx="897649" cy="353919"/>
                    </a:xfrm>
                  </p:grpSpPr>
                  <p:sp>
                    <p:nvSpPr>
                      <p:cNvPr id="8470" name="Google Shape;8470;p106"/>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86" name="Google Shape;8586;p106"/>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87" name="Google Shape;8587;p106"/>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88" name="Google Shape;8588;p106"/>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nvGrpSpPr>
                <p:cNvPr id="8589" name="Google Shape;8589;p106"/>
                <p:cNvGrpSpPr/>
                <p:nvPr/>
              </p:nvGrpSpPr>
              <p:grpSpPr>
                <a:xfrm>
                  <a:off x="7734734" y="4641605"/>
                  <a:ext cx="267206" cy="997245"/>
                  <a:chOff x="6424315" y="4488570"/>
                  <a:chExt cx="267206" cy="997245"/>
                </a:xfrm>
              </p:grpSpPr>
              <p:grpSp>
                <p:nvGrpSpPr>
                  <p:cNvPr id="8590" name="Google Shape;8590;p106"/>
                  <p:cNvGrpSpPr/>
                  <p:nvPr/>
                </p:nvGrpSpPr>
                <p:grpSpPr>
                  <a:xfrm>
                    <a:off x="6424315" y="4636502"/>
                    <a:ext cx="237939" cy="849312"/>
                    <a:chOff x="6396366" y="3061857"/>
                    <a:chExt cx="570079" cy="838094"/>
                  </a:xfrm>
                </p:grpSpPr>
                <p:sp>
                  <p:nvSpPr>
                    <p:cNvPr id="8591" name="Google Shape;8591;p106"/>
                    <p:cNvSpPr/>
                    <p:nvPr/>
                  </p:nvSpPr>
                  <p:spPr>
                    <a:xfrm>
                      <a:off x="6509786" y="3061857"/>
                      <a:ext cx="447707" cy="742536"/>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8592" name="Google Shape;8592;p106"/>
                    <p:cNvCxnSpPr/>
                    <p:nvPr/>
                  </p:nvCxnSpPr>
                  <p:spPr>
                    <a:xfrm flipH="1" rot="10800000">
                      <a:off x="6847057" y="3061857"/>
                      <a:ext cx="113419" cy="92425"/>
                    </a:xfrm>
                    <a:prstGeom prst="straightConnector1">
                      <a:avLst/>
                    </a:prstGeom>
                    <a:noFill/>
                    <a:ln cap="flat" cmpd="sng" w="9525">
                      <a:solidFill>
                        <a:schemeClr val="dk1"/>
                      </a:solidFill>
                      <a:prstDash val="solid"/>
                      <a:miter lim="800000"/>
                      <a:headEnd len="sm" w="sm" type="none"/>
                      <a:tailEnd len="sm" w="sm" type="none"/>
                    </a:ln>
                  </p:spPr>
                </p:cxnSp>
                <p:sp>
                  <p:nvSpPr>
                    <p:cNvPr id="8593" name="Google Shape;8593;p106"/>
                    <p:cNvSpPr/>
                    <p:nvPr/>
                  </p:nvSpPr>
                  <p:spPr>
                    <a:xfrm>
                      <a:off x="6476953" y="3071256"/>
                      <a:ext cx="131327" cy="1159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8594" name="Google Shape;8594;p106"/>
                    <p:cNvCxnSpPr/>
                    <p:nvPr/>
                  </p:nvCxnSpPr>
                  <p:spPr>
                    <a:xfrm flipH="1" rot="10800000">
                      <a:off x="6396367" y="3061857"/>
                      <a:ext cx="113419" cy="92425"/>
                    </a:xfrm>
                    <a:prstGeom prst="straightConnector1">
                      <a:avLst/>
                    </a:prstGeom>
                    <a:noFill/>
                    <a:ln cap="flat" cmpd="sng" w="9525">
                      <a:solidFill>
                        <a:schemeClr val="dk1"/>
                      </a:solidFill>
                      <a:prstDash val="solid"/>
                      <a:miter lim="800000"/>
                      <a:headEnd len="sm" w="sm" type="none"/>
                      <a:tailEnd len="sm" w="sm" type="none"/>
                    </a:ln>
                  </p:spPr>
                </p:cxnSp>
                <p:sp>
                  <p:nvSpPr>
                    <p:cNvPr id="8595" name="Google Shape;8595;p106"/>
                    <p:cNvSpPr/>
                    <p:nvPr/>
                  </p:nvSpPr>
                  <p:spPr>
                    <a:xfrm>
                      <a:off x="6817210" y="3702567"/>
                      <a:ext cx="131327" cy="1159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sp>
                  <p:nvSpPr>
                    <p:cNvPr id="8596" name="Google Shape;8596;p106"/>
                    <p:cNvSpPr/>
                    <p:nvPr/>
                  </p:nvSpPr>
                  <p:spPr>
                    <a:xfrm>
                      <a:off x="6405320" y="3157415"/>
                      <a:ext cx="444723" cy="742536"/>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8597" name="Google Shape;8597;p106"/>
                    <p:cNvCxnSpPr/>
                    <p:nvPr/>
                  </p:nvCxnSpPr>
                  <p:spPr>
                    <a:xfrm flipH="1" rot="10800000">
                      <a:off x="6847057" y="3804392"/>
                      <a:ext cx="113419" cy="92425"/>
                    </a:xfrm>
                    <a:prstGeom prst="straightConnector1">
                      <a:avLst/>
                    </a:prstGeom>
                    <a:noFill/>
                    <a:ln cap="flat" cmpd="sng" w="9525">
                      <a:solidFill>
                        <a:schemeClr val="dk1"/>
                      </a:solidFill>
                      <a:prstDash val="solid"/>
                      <a:miter lim="800000"/>
                      <a:headEnd len="sm" w="sm" type="none"/>
                      <a:tailEnd len="sm" w="sm" type="none"/>
                    </a:ln>
                  </p:spPr>
                </p:cxnSp>
                <p:grpSp>
                  <p:nvGrpSpPr>
                    <p:cNvPr id="8598" name="Google Shape;8598;p106"/>
                    <p:cNvGrpSpPr/>
                    <p:nvPr/>
                  </p:nvGrpSpPr>
                  <p:grpSpPr>
                    <a:xfrm>
                      <a:off x="6399350" y="3137050"/>
                      <a:ext cx="561125" cy="92425"/>
                      <a:chOff x="6581076" y="2845711"/>
                      <a:chExt cx="561125" cy="92425"/>
                    </a:xfrm>
                  </p:grpSpPr>
                  <p:cxnSp>
                    <p:nvCxnSpPr>
                      <p:cNvPr id="8599" name="Google Shape;8599;p106"/>
                      <p:cNvCxnSpPr/>
                      <p:nvPr/>
                    </p:nvCxnSpPr>
                    <p:spPr>
                      <a:xfrm flipH="1" rot="10800000">
                        <a:off x="7028782" y="2845711"/>
                        <a:ext cx="113419" cy="92425"/>
                      </a:xfrm>
                      <a:prstGeom prst="straightConnector1">
                        <a:avLst/>
                      </a:prstGeom>
                      <a:noFill/>
                      <a:ln cap="flat" cmpd="sng" w="9525">
                        <a:solidFill>
                          <a:schemeClr val="dk1"/>
                        </a:solidFill>
                        <a:prstDash val="solid"/>
                        <a:miter lim="800000"/>
                        <a:headEnd len="sm" w="sm" type="none"/>
                        <a:tailEnd len="sm" w="sm" type="none"/>
                      </a:ln>
                    </p:spPr>
                  </p:cxnSp>
                  <p:cxnSp>
                    <p:nvCxnSpPr>
                      <p:cNvPr id="8600" name="Google Shape;8600;p106"/>
                      <p:cNvCxnSpPr/>
                      <p:nvPr/>
                    </p:nvCxnSpPr>
                    <p:spPr>
                      <a:xfrm>
                        <a:off x="6581076" y="2938136"/>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8601" name="Google Shape;8601;p106"/>
                    <p:cNvGrpSpPr/>
                    <p:nvPr/>
                  </p:nvGrpSpPr>
                  <p:grpSpPr>
                    <a:xfrm>
                      <a:off x="6399351" y="3202845"/>
                      <a:ext cx="567094" cy="89292"/>
                      <a:chOff x="6581557" y="2845642"/>
                      <a:chExt cx="567094" cy="89292"/>
                    </a:xfrm>
                  </p:grpSpPr>
                  <p:cxnSp>
                    <p:nvCxnSpPr>
                      <p:cNvPr id="8602" name="Google Shape;8602;p106"/>
                      <p:cNvCxnSpPr/>
                      <p:nvPr/>
                    </p:nvCxnSpPr>
                    <p:spPr>
                      <a:xfrm flipH="1" rot="10800000">
                        <a:off x="7029263" y="2845642"/>
                        <a:ext cx="119388" cy="89292"/>
                      </a:xfrm>
                      <a:prstGeom prst="straightConnector1">
                        <a:avLst/>
                      </a:prstGeom>
                      <a:noFill/>
                      <a:ln cap="flat" cmpd="sng" w="9525">
                        <a:solidFill>
                          <a:schemeClr val="dk1"/>
                        </a:solidFill>
                        <a:prstDash val="solid"/>
                        <a:miter lim="800000"/>
                        <a:headEnd len="sm" w="sm" type="none"/>
                        <a:tailEnd len="sm" w="sm" type="none"/>
                      </a:ln>
                    </p:spPr>
                  </p:cxnSp>
                  <p:cxnSp>
                    <p:nvCxnSpPr>
                      <p:cNvPr id="8603" name="Google Shape;8603;p106"/>
                      <p:cNvCxnSpPr/>
                      <p:nvPr/>
                    </p:nvCxnSpPr>
                    <p:spPr>
                      <a:xfrm>
                        <a:off x="6581557" y="2934934"/>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8604" name="Google Shape;8604;p106"/>
                    <p:cNvGrpSpPr/>
                    <p:nvPr/>
                  </p:nvGrpSpPr>
                  <p:grpSpPr>
                    <a:xfrm>
                      <a:off x="6399350" y="3268639"/>
                      <a:ext cx="558142" cy="89292"/>
                      <a:chOff x="6582036" y="2845572"/>
                      <a:chExt cx="558142" cy="89292"/>
                    </a:xfrm>
                  </p:grpSpPr>
                  <p:cxnSp>
                    <p:nvCxnSpPr>
                      <p:cNvPr id="8605" name="Google Shape;8605;p106"/>
                      <p:cNvCxnSpPr/>
                      <p:nvPr/>
                    </p:nvCxnSpPr>
                    <p:spPr>
                      <a:xfrm flipH="1" rot="10800000">
                        <a:off x="7026759" y="2845572"/>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8606" name="Google Shape;8606;p106"/>
                      <p:cNvCxnSpPr/>
                      <p:nvPr/>
                    </p:nvCxnSpPr>
                    <p:spPr>
                      <a:xfrm>
                        <a:off x="6582036" y="293486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8607" name="Google Shape;8607;p106"/>
                    <p:cNvGrpSpPr/>
                    <p:nvPr/>
                  </p:nvGrpSpPr>
                  <p:grpSpPr>
                    <a:xfrm>
                      <a:off x="6399350" y="3334433"/>
                      <a:ext cx="558141" cy="89292"/>
                      <a:chOff x="6582516" y="2845502"/>
                      <a:chExt cx="558141" cy="89292"/>
                    </a:xfrm>
                  </p:grpSpPr>
                  <p:cxnSp>
                    <p:nvCxnSpPr>
                      <p:cNvPr id="8608" name="Google Shape;8608;p106"/>
                      <p:cNvCxnSpPr/>
                      <p:nvPr/>
                    </p:nvCxnSpPr>
                    <p:spPr>
                      <a:xfrm flipH="1" rot="10800000">
                        <a:off x="7027238" y="2845502"/>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8609" name="Google Shape;8609;p106"/>
                      <p:cNvCxnSpPr/>
                      <p:nvPr/>
                    </p:nvCxnSpPr>
                    <p:spPr>
                      <a:xfrm>
                        <a:off x="6582516" y="293479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8610" name="Google Shape;8610;p106"/>
                    <p:cNvGrpSpPr/>
                    <p:nvPr/>
                  </p:nvGrpSpPr>
                  <p:grpSpPr>
                    <a:xfrm>
                      <a:off x="6399349" y="3400228"/>
                      <a:ext cx="558142" cy="89292"/>
                      <a:chOff x="6582995" y="2845433"/>
                      <a:chExt cx="558142" cy="89292"/>
                    </a:xfrm>
                  </p:grpSpPr>
                  <p:cxnSp>
                    <p:nvCxnSpPr>
                      <p:cNvPr id="8611" name="Google Shape;8611;p106"/>
                      <p:cNvCxnSpPr/>
                      <p:nvPr/>
                    </p:nvCxnSpPr>
                    <p:spPr>
                      <a:xfrm flipH="1" rot="10800000">
                        <a:off x="7027718" y="2845433"/>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8612" name="Google Shape;8612;p106"/>
                      <p:cNvCxnSpPr/>
                      <p:nvPr/>
                    </p:nvCxnSpPr>
                    <p:spPr>
                      <a:xfrm>
                        <a:off x="6582995" y="293472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8613" name="Google Shape;8613;p106"/>
                    <p:cNvGrpSpPr/>
                    <p:nvPr/>
                  </p:nvGrpSpPr>
                  <p:grpSpPr>
                    <a:xfrm>
                      <a:off x="6399351" y="3466022"/>
                      <a:ext cx="558141" cy="93992"/>
                      <a:chOff x="6583477" y="2845363"/>
                      <a:chExt cx="558141" cy="93992"/>
                    </a:xfrm>
                  </p:grpSpPr>
                  <p:cxnSp>
                    <p:nvCxnSpPr>
                      <p:cNvPr id="8614" name="Google Shape;8614;p106"/>
                      <p:cNvCxnSpPr/>
                      <p:nvPr/>
                    </p:nvCxnSpPr>
                    <p:spPr>
                      <a:xfrm flipH="1" rot="10800000">
                        <a:off x="7028199" y="2845363"/>
                        <a:ext cx="113419" cy="93992"/>
                      </a:xfrm>
                      <a:prstGeom prst="straightConnector1">
                        <a:avLst/>
                      </a:prstGeom>
                      <a:noFill/>
                      <a:ln cap="flat" cmpd="sng" w="9525">
                        <a:solidFill>
                          <a:schemeClr val="dk1"/>
                        </a:solidFill>
                        <a:prstDash val="solid"/>
                        <a:miter lim="800000"/>
                        <a:headEnd len="sm" w="sm" type="none"/>
                        <a:tailEnd len="sm" w="sm" type="none"/>
                      </a:ln>
                    </p:spPr>
                  </p:cxnSp>
                  <p:cxnSp>
                    <p:nvCxnSpPr>
                      <p:cNvPr id="8615" name="Google Shape;8615;p106"/>
                      <p:cNvCxnSpPr/>
                      <p:nvPr/>
                    </p:nvCxnSpPr>
                    <p:spPr>
                      <a:xfrm>
                        <a:off x="6583477" y="2939355"/>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8616" name="Google Shape;8616;p106"/>
                    <p:cNvGrpSpPr/>
                    <p:nvPr/>
                  </p:nvGrpSpPr>
                  <p:grpSpPr>
                    <a:xfrm>
                      <a:off x="6396366" y="3528683"/>
                      <a:ext cx="561126" cy="97125"/>
                      <a:chOff x="6580972" y="2842160"/>
                      <a:chExt cx="561126" cy="97125"/>
                    </a:xfrm>
                  </p:grpSpPr>
                  <p:cxnSp>
                    <p:nvCxnSpPr>
                      <p:cNvPr id="8617" name="Google Shape;8617;p106"/>
                      <p:cNvCxnSpPr/>
                      <p:nvPr/>
                    </p:nvCxnSpPr>
                    <p:spPr>
                      <a:xfrm flipH="1" rot="10800000">
                        <a:off x="7028679" y="2842160"/>
                        <a:ext cx="113419" cy="97125"/>
                      </a:xfrm>
                      <a:prstGeom prst="straightConnector1">
                        <a:avLst/>
                      </a:prstGeom>
                      <a:noFill/>
                      <a:ln cap="flat" cmpd="sng" w="9525">
                        <a:solidFill>
                          <a:schemeClr val="dk1"/>
                        </a:solidFill>
                        <a:prstDash val="solid"/>
                        <a:miter lim="800000"/>
                        <a:headEnd len="sm" w="sm" type="none"/>
                        <a:tailEnd len="sm" w="sm" type="none"/>
                      </a:ln>
                    </p:spPr>
                  </p:cxnSp>
                  <p:cxnSp>
                    <p:nvCxnSpPr>
                      <p:cNvPr id="8618" name="Google Shape;8618;p106"/>
                      <p:cNvCxnSpPr/>
                      <p:nvPr/>
                    </p:nvCxnSpPr>
                    <p:spPr>
                      <a:xfrm>
                        <a:off x="6580972" y="2939284"/>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8619" name="Google Shape;8619;p106"/>
                    <p:cNvGrpSpPr/>
                    <p:nvPr/>
                  </p:nvGrpSpPr>
                  <p:grpSpPr>
                    <a:xfrm>
                      <a:off x="6396366" y="3594477"/>
                      <a:ext cx="561125" cy="97125"/>
                      <a:chOff x="6581452" y="2842090"/>
                      <a:chExt cx="561125" cy="97125"/>
                    </a:xfrm>
                  </p:grpSpPr>
                  <p:cxnSp>
                    <p:nvCxnSpPr>
                      <p:cNvPr id="8620" name="Google Shape;8620;p106"/>
                      <p:cNvCxnSpPr/>
                      <p:nvPr/>
                    </p:nvCxnSpPr>
                    <p:spPr>
                      <a:xfrm flipH="1" rot="10800000">
                        <a:off x="7029158" y="2842090"/>
                        <a:ext cx="113419" cy="97125"/>
                      </a:xfrm>
                      <a:prstGeom prst="straightConnector1">
                        <a:avLst/>
                      </a:prstGeom>
                      <a:noFill/>
                      <a:ln cap="flat" cmpd="sng" w="9525">
                        <a:solidFill>
                          <a:schemeClr val="dk1"/>
                        </a:solidFill>
                        <a:prstDash val="solid"/>
                        <a:miter lim="800000"/>
                        <a:headEnd len="sm" w="sm" type="none"/>
                        <a:tailEnd len="sm" w="sm" type="none"/>
                      </a:ln>
                    </p:spPr>
                  </p:cxnSp>
                  <p:cxnSp>
                    <p:nvCxnSpPr>
                      <p:cNvPr id="8621" name="Google Shape;8621;p106"/>
                      <p:cNvCxnSpPr/>
                      <p:nvPr/>
                    </p:nvCxnSpPr>
                    <p:spPr>
                      <a:xfrm>
                        <a:off x="6581452" y="2939215"/>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8622" name="Google Shape;8622;p106"/>
                    <p:cNvGrpSpPr/>
                    <p:nvPr/>
                  </p:nvGrpSpPr>
                  <p:grpSpPr>
                    <a:xfrm>
                      <a:off x="6396367" y="3664970"/>
                      <a:ext cx="558140" cy="92426"/>
                      <a:chOff x="6581933" y="2846719"/>
                      <a:chExt cx="558140" cy="92426"/>
                    </a:xfrm>
                  </p:grpSpPr>
                  <p:cxnSp>
                    <p:nvCxnSpPr>
                      <p:cNvPr id="8623" name="Google Shape;8623;p106"/>
                      <p:cNvCxnSpPr/>
                      <p:nvPr/>
                    </p:nvCxnSpPr>
                    <p:spPr>
                      <a:xfrm flipH="1" rot="10800000">
                        <a:off x="7026654" y="2846719"/>
                        <a:ext cx="113419" cy="92426"/>
                      </a:xfrm>
                      <a:prstGeom prst="straightConnector1">
                        <a:avLst/>
                      </a:prstGeom>
                      <a:noFill/>
                      <a:ln cap="flat" cmpd="sng" w="9525">
                        <a:solidFill>
                          <a:schemeClr val="dk1"/>
                        </a:solidFill>
                        <a:prstDash val="solid"/>
                        <a:miter lim="800000"/>
                        <a:headEnd len="sm" w="sm" type="none"/>
                        <a:tailEnd len="sm" w="sm" type="none"/>
                      </a:ln>
                    </p:spPr>
                  </p:cxnSp>
                  <p:cxnSp>
                    <p:nvCxnSpPr>
                      <p:cNvPr id="8624" name="Google Shape;8624;p106"/>
                      <p:cNvCxnSpPr/>
                      <p:nvPr/>
                    </p:nvCxnSpPr>
                    <p:spPr>
                      <a:xfrm>
                        <a:off x="6581933" y="2939145"/>
                        <a:ext cx="450690" cy="0"/>
                      </a:xfrm>
                      <a:prstGeom prst="straightConnector1">
                        <a:avLst/>
                      </a:prstGeom>
                      <a:noFill/>
                      <a:ln cap="flat" cmpd="sng" w="9525">
                        <a:solidFill>
                          <a:schemeClr val="dk1"/>
                        </a:solidFill>
                        <a:prstDash val="solid"/>
                        <a:miter lim="800000"/>
                        <a:headEnd len="sm" w="sm" type="none"/>
                        <a:tailEnd len="sm" w="sm" type="none"/>
                      </a:ln>
                    </p:spPr>
                  </p:cxnSp>
                </p:grpSp>
                <p:grpSp>
                  <p:nvGrpSpPr>
                    <p:cNvPr id="8625" name="Google Shape;8625;p106"/>
                    <p:cNvGrpSpPr/>
                    <p:nvPr/>
                  </p:nvGrpSpPr>
                  <p:grpSpPr>
                    <a:xfrm>
                      <a:off x="6396367" y="3730765"/>
                      <a:ext cx="558139" cy="92426"/>
                      <a:chOff x="6582413" y="2846650"/>
                      <a:chExt cx="558139" cy="92426"/>
                    </a:xfrm>
                  </p:grpSpPr>
                  <p:cxnSp>
                    <p:nvCxnSpPr>
                      <p:cNvPr id="8626" name="Google Shape;8626;p106"/>
                      <p:cNvCxnSpPr/>
                      <p:nvPr/>
                    </p:nvCxnSpPr>
                    <p:spPr>
                      <a:xfrm flipH="1" rot="10800000">
                        <a:off x="7027133" y="2846650"/>
                        <a:ext cx="113419" cy="92426"/>
                      </a:xfrm>
                      <a:prstGeom prst="straightConnector1">
                        <a:avLst/>
                      </a:prstGeom>
                      <a:noFill/>
                      <a:ln cap="flat" cmpd="sng" w="9525">
                        <a:solidFill>
                          <a:schemeClr val="dk1"/>
                        </a:solidFill>
                        <a:prstDash val="solid"/>
                        <a:miter lim="800000"/>
                        <a:headEnd len="sm" w="sm" type="none"/>
                        <a:tailEnd len="sm" w="sm" type="none"/>
                      </a:ln>
                    </p:spPr>
                  </p:cxnSp>
                  <p:cxnSp>
                    <p:nvCxnSpPr>
                      <p:cNvPr id="8627" name="Google Shape;8627;p106"/>
                      <p:cNvCxnSpPr/>
                      <p:nvPr/>
                    </p:nvCxnSpPr>
                    <p:spPr>
                      <a:xfrm>
                        <a:off x="6582413" y="2939076"/>
                        <a:ext cx="450690" cy="0"/>
                      </a:xfrm>
                      <a:prstGeom prst="straightConnector1">
                        <a:avLst/>
                      </a:prstGeom>
                      <a:noFill/>
                      <a:ln cap="flat" cmpd="sng" w="9525">
                        <a:solidFill>
                          <a:schemeClr val="dk1"/>
                        </a:solidFill>
                        <a:prstDash val="solid"/>
                        <a:miter lim="800000"/>
                        <a:headEnd len="sm" w="sm" type="none"/>
                        <a:tailEnd len="sm" w="sm" type="none"/>
                      </a:ln>
                    </p:spPr>
                  </p:cxnSp>
                </p:grpSp>
              </p:grpSp>
              <p:cxnSp>
                <p:nvCxnSpPr>
                  <p:cNvPr id="8628" name="Google Shape;8628;p106"/>
                  <p:cNvCxnSpPr/>
                  <p:nvPr/>
                </p:nvCxnSpPr>
                <p:spPr>
                  <a:xfrm flipH="1">
                    <a:off x="6685171" y="4525377"/>
                    <a:ext cx="4763" cy="855662"/>
                  </a:xfrm>
                  <a:prstGeom prst="straightConnector1">
                    <a:avLst/>
                  </a:prstGeom>
                  <a:noFill/>
                  <a:ln cap="flat" cmpd="sng" w="25400">
                    <a:solidFill>
                      <a:schemeClr val="dk1"/>
                    </a:solidFill>
                    <a:prstDash val="solid"/>
                    <a:miter lim="800000"/>
                    <a:headEnd len="sm" w="sm" type="none"/>
                    <a:tailEnd len="sm" w="sm" type="none"/>
                  </a:ln>
                </p:spPr>
              </p:cxnSp>
              <p:cxnSp>
                <p:nvCxnSpPr>
                  <p:cNvPr id="8629" name="Google Shape;8629;p106"/>
                  <p:cNvCxnSpPr/>
                  <p:nvPr/>
                </p:nvCxnSpPr>
                <p:spPr>
                  <a:xfrm>
                    <a:off x="6632784" y="4706352"/>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630" name="Google Shape;8630;p106"/>
                  <p:cNvCxnSpPr/>
                  <p:nvPr/>
                </p:nvCxnSpPr>
                <p:spPr>
                  <a:xfrm>
                    <a:off x="6631196" y="4771439"/>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631" name="Google Shape;8631;p106"/>
                  <p:cNvCxnSpPr/>
                  <p:nvPr/>
                </p:nvCxnSpPr>
                <p:spPr>
                  <a:xfrm>
                    <a:off x="6631196" y="4849227"/>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632" name="Google Shape;8632;p106"/>
                  <p:cNvCxnSpPr/>
                  <p:nvPr/>
                </p:nvCxnSpPr>
                <p:spPr>
                  <a:xfrm>
                    <a:off x="6629609" y="4914314"/>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633" name="Google Shape;8633;p106"/>
                  <p:cNvCxnSpPr/>
                  <p:nvPr/>
                </p:nvCxnSpPr>
                <p:spPr>
                  <a:xfrm>
                    <a:off x="6628021" y="4976227"/>
                    <a:ext cx="60325" cy="0"/>
                  </a:xfrm>
                  <a:prstGeom prst="straightConnector1">
                    <a:avLst/>
                  </a:prstGeom>
                  <a:noFill/>
                  <a:ln cap="flat" cmpd="sng" w="9525">
                    <a:solidFill>
                      <a:schemeClr val="dk1"/>
                    </a:solidFill>
                    <a:prstDash val="solid"/>
                    <a:miter lim="800000"/>
                    <a:headEnd len="sm" w="sm" type="none"/>
                    <a:tailEnd len="sm" w="sm" type="none"/>
                  </a:ln>
                </p:spPr>
              </p:cxnSp>
              <p:cxnSp>
                <p:nvCxnSpPr>
                  <p:cNvPr id="8634" name="Google Shape;8634;p106"/>
                  <p:cNvCxnSpPr/>
                  <p:nvPr/>
                </p:nvCxnSpPr>
                <p:spPr>
                  <a:xfrm>
                    <a:off x="6628021" y="5044489"/>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635" name="Google Shape;8635;p106"/>
                  <p:cNvCxnSpPr/>
                  <p:nvPr/>
                </p:nvCxnSpPr>
                <p:spPr>
                  <a:xfrm>
                    <a:off x="6626434" y="511433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636" name="Google Shape;8636;p106"/>
                  <p:cNvCxnSpPr/>
                  <p:nvPr/>
                </p:nvCxnSpPr>
                <p:spPr>
                  <a:xfrm>
                    <a:off x="6629609" y="518418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637" name="Google Shape;8637;p106"/>
                  <p:cNvCxnSpPr/>
                  <p:nvPr/>
                </p:nvCxnSpPr>
                <p:spPr>
                  <a:xfrm>
                    <a:off x="6631196" y="5252452"/>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638" name="Google Shape;8638;p106"/>
                  <p:cNvCxnSpPr/>
                  <p:nvPr/>
                </p:nvCxnSpPr>
                <p:spPr>
                  <a:xfrm>
                    <a:off x="6631196" y="5322302"/>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639" name="Google Shape;8639;p106"/>
                  <p:cNvCxnSpPr/>
                  <p:nvPr/>
                </p:nvCxnSpPr>
                <p:spPr>
                  <a:xfrm>
                    <a:off x="6632784" y="538738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640" name="Google Shape;8640;p106"/>
                  <p:cNvCxnSpPr/>
                  <p:nvPr/>
                </p:nvCxnSpPr>
                <p:spPr>
                  <a:xfrm rot="10800000">
                    <a:off x="6632784" y="4531727"/>
                    <a:ext cx="58737" cy="0"/>
                  </a:xfrm>
                  <a:prstGeom prst="straightConnector1">
                    <a:avLst/>
                  </a:prstGeom>
                  <a:noFill/>
                  <a:ln cap="flat" cmpd="sng" w="22225">
                    <a:solidFill>
                      <a:schemeClr val="dk1"/>
                    </a:solidFill>
                    <a:prstDash val="solid"/>
                    <a:miter lim="800000"/>
                    <a:headEnd len="sm" w="sm" type="none"/>
                    <a:tailEnd len="sm" w="sm" type="none"/>
                  </a:ln>
                </p:spPr>
              </p:cxnSp>
              <p:grpSp>
                <p:nvGrpSpPr>
                  <p:cNvPr id="8641" name="Google Shape;8641;p106"/>
                  <p:cNvGrpSpPr/>
                  <p:nvPr/>
                </p:nvGrpSpPr>
                <p:grpSpPr>
                  <a:xfrm>
                    <a:off x="6434171" y="4488570"/>
                    <a:ext cx="224203" cy="179034"/>
                    <a:chOff x="3668110" y="2448910"/>
                    <a:chExt cx="3794234" cy="2165130"/>
                  </a:xfrm>
                </p:grpSpPr>
                <p:sp>
                  <p:nvSpPr>
                    <p:cNvPr id="8642" name="Google Shape;8642;p106"/>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43" name="Google Shape;8643;p106"/>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8644" name="Google Shape;8644;p106"/>
                    <p:cNvGrpSpPr/>
                    <p:nvPr/>
                  </p:nvGrpSpPr>
                  <p:grpSpPr>
                    <a:xfrm>
                      <a:off x="3941378" y="2603243"/>
                      <a:ext cx="3202061" cy="1066110"/>
                      <a:chOff x="7939341" y="3037317"/>
                      <a:chExt cx="897649" cy="353919"/>
                    </a:xfrm>
                  </p:grpSpPr>
                  <p:sp>
                    <p:nvSpPr>
                      <p:cNvPr id="8409" name="Google Shape;8409;p106"/>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45" name="Google Shape;8645;p106"/>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46" name="Google Shape;8646;p106"/>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47" name="Google Shape;8647;p106"/>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sp>
              <p:nvSpPr>
                <p:cNvPr id="8648" name="Google Shape;8648;p106"/>
                <p:cNvSpPr txBox="1"/>
                <p:nvPr/>
              </p:nvSpPr>
              <p:spPr>
                <a:xfrm>
                  <a:off x="7327436" y="4173759"/>
                  <a:ext cx="34336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t>
                  </a:r>
                  <a:endParaRPr/>
                </a:p>
              </p:txBody>
            </p:sp>
            <p:sp>
              <p:nvSpPr>
                <p:cNvPr id="8649" name="Google Shape;8649;p106"/>
                <p:cNvSpPr txBox="1"/>
                <p:nvPr/>
              </p:nvSpPr>
              <p:spPr>
                <a:xfrm>
                  <a:off x="7423103" y="4980255"/>
                  <a:ext cx="34336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t>
                  </a:r>
                  <a:endParaRPr/>
                </a:p>
              </p:txBody>
            </p:sp>
          </p:grpSp>
          <p:grpSp>
            <p:nvGrpSpPr>
              <p:cNvPr id="8650" name="Google Shape;8650;p106"/>
              <p:cNvGrpSpPr/>
              <p:nvPr/>
            </p:nvGrpSpPr>
            <p:grpSpPr>
              <a:xfrm>
                <a:off x="628632" y="3951330"/>
                <a:ext cx="1425225" cy="1535120"/>
                <a:chOff x="6576715" y="4111039"/>
                <a:chExt cx="1425225" cy="1535120"/>
              </a:xfrm>
            </p:grpSpPr>
            <p:cxnSp>
              <p:nvCxnSpPr>
                <p:cNvPr id="8651" name="Google Shape;8651;p106"/>
                <p:cNvCxnSpPr>
                  <a:endCxn id="8652" idx="4"/>
                </p:cNvCxnSpPr>
                <p:nvPr/>
              </p:nvCxnSpPr>
              <p:spPr>
                <a:xfrm flipH="1">
                  <a:off x="6696047" y="4111039"/>
                  <a:ext cx="436800" cy="591900"/>
                </a:xfrm>
                <a:prstGeom prst="straightConnector1">
                  <a:avLst/>
                </a:prstGeom>
                <a:noFill/>
                <a:ln cap="flat" cmpd="sng" w="9525">
                  <a:solidFill>
                    <a:schemeClr val="dk1"/>
                  </a:solidFill>
                  <a:prstDash val="solid"/>
                  <a:miter lim="800000"/>
                  <a:headEnd len="sm" w="sm" type="none"/>
                  <a:tailEnd len="sm" w="sm" type="none"/>
                </a:ln>
              </p:spPr>
            </p:cxnSp>
            <p:cxnSp>
              <p:nvCxnSpPr>
                <p:cNvPr id="8653" name="Google Shape;8653;p106"/>
                <p:cNvCxnSpPr>
                  <a:endCxn id="8654" idx="2"/>
                </p:cNvCxnSpPr>
                <p:nvPr/>
              </p:nvCxnSpPr>
              <p:spPr>
                <a:xfrm flipH="1">
                  <a:off x="7005572" y="4120564"/>
                  <a:ext cx="264900" cy="586500"/>
                </a:xfrm>
                <a:prstGeom prst="straightConnector1">
                  <a:avLst/>
                </a:prstGeom>
                <a:noFill/>
                <a:ln cap="flat" cmpd="sng" w="9525">
                  <a:solidFill>
                    <a:schemeClr val="dk1"/>
                  </a:solidFill>
                  <a:prstDash val="solid"/>
                  <a:miter lim="800000"/>
                  <a:headEnd len="sm" w="sm" type="none"/>
                  <a:tailEnd len="sm" w="sm" type="none"/>
                </a:ln>
              </p:spPr>
            </p:cxnSp>
            <p:cxnSp>
              <p:nvCxnSpPr>
                <p:cNvPr id="8655" name="Google Shape;8655;p106"/>
                <p:cNvCxnSpPr>
                  <a:endCxn id="8656" idx="4"/>
                </p:cNvCxnSpPr>
                <p:nvPr/>
              </p:nvCxnSpPr>
              <p:spPr>
                <a:xfrm>
                  <a:off x="7539246" y="4149139"/>
                  <a:ext cx="314700" cy="554700"/>
                </a:xfrm>
                <a:prstGeom prst="straightConnector1">
                  <a:avLst/>
                </a:prstGeom>
                <a:noFill/>
                <a:ln cap="flat" cmpd="sng" w="9525">
                  <a:solidFill>
                    <a:schemeClr val="dk1"/>
                  </a:solidFill>
                  <a:prstDash val="solid"/>
                  <a:miter lim="800000"/>
                  <a:headEnd len="sm" w="sm" type="none"/>
                  <a:tailEnd len="sm" w="sm" type="none"/>
                </a:ln>
              </p:spPr>
            </p:cxnSp>
            <p:grpSp>
              <p:nvGrpSpPr>
                <p:cNvPr id="8657" name="Google Shape;8657;p106"/>
                <p:cNvGrpSpPr/>
                <p:nvPr/>
              </p:nvGrpSpPr>
              <p:grpSpPr>
                <a:xfrm>
                  <a:off x="6576715" y="4640970"/>
                  <a:ext cx="267206" cy="997245"/>
                  <a:chOff x="6424315" y="4488570"/>
                  <a:chExt cx="267206" cy="997245"/>
                </a:xfrm>
              </p:grpSpPr>
              <p:grpSp>
                <p:nvGrpSpPr>
                  <p:cNvPr id="8658" name="Google Shape;8658;p106"/>
                  <p:cNvGrpSpPr/>
                  <p:nvPr/>
                </p:nvGrpSpPr>
                <p:grpSpPr>
                  <a:xfrm>
                    <a:off x="6424315" y="4636502"/>
                    <a:ext cx="237939" cy="849312"/>
                    <a:chOff x="6396366" y="3061857"/>
                    <a:chExt cx="570079" cy="838094"/>
                  </a:xfrm>
                </p:grpSpPr>
                <p:sp>
                  <p:nvSpPr>
                    <p:cNvPr id="8659" name="Google Shape;8659;p106"/>
                    <p:cNvSpPr/>
                    <p:nvPr/>
                  </p:nvSpPr>
                  <p:spPr>
                    <a:xfrm>
                      <a:off x="6509786" y="3061857"/>
                      <a:ext cx="447707" cy="742536"/>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8660" name="Google Shape;8660;p106"/>
                    <p:cNvCxnSpPr/>
                    <p:nvPr/>
                  </p:nvCxnSpPr>
                  <p:spPr>
                    <a:xfrm flipH="1" rot="10800000">
                      <a:off x="6847057" y="3061857"/>
                      <a:ext cx="113419" cy="92425"/>
                    </a:xfrm>
                    <a:prstGeom prst="straightConnector1">
                      <a:avLst/>
                    </a:prstGeom>
                    <a:noFill/>
                    <a:ln cap="flat" cmpd="sng" w="9525">
                      <a:solidFill>
                        <a:schemeClr val="dk1"/>
                      </a:solidFill>
                      <a:prstDash val="solid"/>
                      <a:miter lim="800000"/>
                      <a:headEnd len="sm" w="sm" type="none"/>
                      <a:tailEnd len="sm" w="sm" type="none"/>
                    </a:ln>
                  </p:spPr>
                </p:cxnSp>
                <p:sp>
                  <p:nvSpPr>
                    <p:cNvPr id="8661" name="Google Shape;8661;p106"/>
                    <p:cNvSpPr/>
                    <p:nvPr/>
                  </p:nvSpPr>
                  <p:spPr>
                    <a:xfrm>
                      <a:off x="6476953" y="3071256"/>
                      <a:ext cx="131327" cy="1159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8662" name="Google Shape;8662;p106"/>
                    <p:cNvCxnSpPr/>
                    <p:nvPr/>
                  </p:nvCxnSpPr>
                  <p:spPr>
                    <a:xfrm flipH="1" rot="10800000">
                      <a:off x="6396367" y="3061857"/>
                      <a:ext cx="113419" cy="92425"/>
                    </a:xfrm>
                    <a:prstGeom prst="straightConnector1">
                      <a:avLst/>
                    </a:prstGeom>
                    <a:noFill/>
                    <a:ln cap="flat" cmpd="sng" w="9525">
                      <a:solidFill>
                        <a:schemeClr val="dk1"/>
                      </a:solidFill>
                      <a:prstDash val="solid"/>
                      <a:miter lim="800000"/>
                      <a:headEnd len="sm" w="sm" type="none"/>
                      <a:tailEnd len="sm" w="sm" type="none"/>
                    </a:ln>
                  </p:spPr>
                </p:cxnSp>
                <p:sp>
                  <p:nvSpPr>
                    <p:cNvPr id="8663" name="Google Shape;8663;p106"/>
                    <p:cNvSpPr/>
                    <p:nvPr/>
                  </p:nvSpPr>
                  <p:spPr>
                    <a:xfrm>
                      <a:off x="6817210" y="3702567"/>
                      <a:ext cx="131327" cy="1159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sp>
                  <p:nvSpPr>
                    <p:cNvPr id="8664" name="Google Shape;8664;p106"/>
                    <p:cNvSpPr/>
                    <p:nvPr/>
                  </p:nvSpPr>
                  <p:spPr>
                    <a:xfrm>
                      <a:off x="6405320" y="3157415"/>
                      <a:ext cx="444723" cy="742536"/>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8665" name="Google Shape;8665;p106"/>
                    <p:cNvCxnSpPr/>
                    <p:nvPr/>
                  </p:nvCxnSpPr>
                  <p:spPr>
                    <a:xfrm flipH="1" rot="10800000">
                      <a:off x="6847057" y="3804392"/>
                      <a:ext cx="113419" cy="92425"/>
                    </a:xfrm>
                    <a:prstGeom prst="straightConnector1">
                      <a:avLst/>
                    </a:prstGeom>
                    <a:noFill/>
                    <a:ln cap="flat" cmpd="sng" w="9525">
                      <a:solidFill>
                        <a:schemeClr val="dk1"/>
                      </a:solidFill>
                      <a:prstDash val="solid"/>
                      <a:miter lim="800000"/>
                      <a:headEnd len="sm" w="sm" type="none"/>
                      <a:tailEnd len="sm" w="sm" type="none"/>
                    </a:ln>
                  </p:spPr>
                </p:cxnSp>
                <p:grpSp>
                  <p:nvGrpSpPr>
                    <p:cNvPr id="8666" name="Google Shape;8666;p106"/>
                    <p:cNvGrpSpPr/>
                    <p:nvPr/>
                  </p:nvGrpSpPr>
                  <p:grpSpPr>
                    <a:xfrm>
                      <a:off x="6399350" y="3137050"/>
                      <a:ext cx="561125" cy="92425"/>
                      <a:chOff x="6581076" y="2845711"/>
                      <a:chExt cx="561125" cy="92425"/>
                    </a:xfrm>
                  </p:grpSpPr>
                  <p:cxnSp>
                    <p:nvCxnSpPr>
                      <p:cNvPr id="8667" name="Google Shape;8667;p106"/>
                      <p:cNvCxnSpPr/>
                      <p:nvPr/>
                    </p:nvCxnSpPr>
                    <p:spPr>
                      <a:xfrm flipH="1" rot="10800000">
                        <a:off x="7028782" y="2845711"/>
                        <a:ext cx="113419" cy="92425"/>
                      </a:xfrm>
                      <a:prstGeom prst="straightConnector1">
                        <a:avLst/>
                      </a:prstGeom>
                      <a:noFill/>
                      <a:ln cap="flat" cmpd="sng" w="9525">
                        <a:solidFill>
                          <a:schemeClr val="dk1"/>
                        </a:solidFill>
                        <a:prstDash val="solid"/>
                        <a:miter lim="800000"/>
                        <a:headEnd len="sm" w="sm" type="none"/>
                        <a:tailEnd len="sm" w="sm" type="none"/>
                      </a:ln>
                    </p:spPr>
                  </p:cxnSp>
                  <p:cxnSp>
                    <p:nvCxnSpPr>
                      <p:cNvPr id="8668" name="Google Shape;8668;p106"/>
                      <p:cNvCxnSpPr/>
                      <p:nvPr/>
                    </p:nvCxnSpPr>
                    <p:spPr>
                      <a:xfrm>
                        <a:off x="6581076" y="2938136"/>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8669" name="Google Shape;8669;p106"/>
                    <p:cNvGrpSpPr/>
                    <p:nvPr/>
                  </p:nvGrpSpPr>
                  <p:grpSpPr>
                    <a:xfrm>
                      <a:off x="6399351" y="3202845"/>
                      <a:ext cx="567094" cy="89292"/>
                      <a:chOff x="6581557" y="2845642"/>
                      <a:chExt cx="567094" cy="89292"/>
                    </a:xfrm>
                  </p:grpSpPr>
                  <p:cxnSp>
                    <p:nvCxnSpPr>
                      <p:cNvPr id="8670" name="Google Shape;8670;p106"/>
                      <p:cNvCxnSpPr/>
                      <p:nvPr/>
                    </p:nvCxnSpPr>
                    <p:spPr>
                      <a:xfrm flipH="1" rot="10800000">
                        <a:off x="7029263" y="2845642"/>
                        <a:ext cx="119388" cy="89292"/>
                      </a:xfrm>
                      <a:prstGeom prst="straightConnector1">
                        <a:avLst/>
                      </a:prstGeom>
                      <a:noFill/>
                      <a:ln cap="flat" cmpd="sng" w="9525">
                        <a:solidFill>
                          <a:schemeClr val="dk1"/>
                        </a:solidFill>
                        <a:prstDash val="solid"/>
                        <a:miter lim="800000"/>
                        <a:headEnd len="sm" w="sm" type="none"/>
                        <a:tailEnd len="sm" w="sm" type="none"/>
                      </a:ln>
                    </p:spPr>
                  </p:cxnSp>
                  <p:cxnSp>
                    <p:nvCxnSpPr>
                      <p:cNvPr id="8671" name="Google Shape;8671;p106"/>
                      <p:cNvCxnSpPr/>
                      <p:nvPr/>
                    </p:nvCxnSpPr>
                    <p:spPr>
                      <a:xfrm>
                        <a:off x="6581557" y="2934934"/>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8672" name="Google Shape;8672;p106"/>
                    <p:cNvGrpSpPr/>
                    <p:nvPr/>
                  </p:nvGrpSpPr>
                  <p:grpSpPr>
                    <a:xfrm>
                      <a:off x="6399350" y="3268639"/>
                      <a:ext cx="558142" cy="89292"/>
                      <a:chOff x="6582036" y="2845572"/>
                      <a:chExt cx="558142" cy="89292"/>
                    </a:xfrm>
                  </p:grpSpPr>
                  <p:cxnSp>
                    <p:nvCxnSpPr>
                      <p:cNvPr id="8673" name="Google Shape;8673;p106"/>
                      <p:cNvCxnSpPr/>
                      <p:nvPr/>
                    </p:nvCxnSpPr>
                    <p:spPr>
                      <a:xfrm flipH="1" rot="10800000">
                        <a:off x="7026759" y="2845572"/>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8674" name="Google Shape;8674;p106"/>
                      <p:cNvCxnSpPr/>
                      <p:nvPr/>
                    </p:nvCxnSpPr>
                    <p:spPr>
                      <a:xfrm>
                        <a:off x="6582036" y="293486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8675" name="Google Shape;8675;p106"/>
                    <p:cNvGrpSpPr/>
                    <p:nvPr/>
                  </p:nvGrpSpPr>
                  <p:grpSpPr>
                    <a:xfrm>
                      <a:off x="6399350" y="3334433"/>
                      <a:ext cx="558141" cy="89292"/>
                      <a:chOff x="6582516" y="2845502"/>
                      <a:chExt cx="558141" cy="89292"/>
                    </a:xfrm>
                  </p:grpSpPr>
                  <p:cxnSp>
                    <p:nvCxnSpPr>
                      <p:cNvPr id="8676" name="Google Shape;8676;p106"/>
                      <p:cNvCxnSpPr/>
                      <p:nvPr/>
                    </p:nvCxnSpPr>
                    <p:spPr>
                      <a:xfrm flipH="1" rot="10800000">
                        <a:off x="7027238" y="2845502"/>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8677" name="Google Shape;8677;p106"/>
                      <p:cNvCxnSpPr/>
                      <p:nvPr/>
                    </p:nvCxnSpPr>
                    <p:spPr>
                      <a:xfrm>
                        <a:off x="6582516" y="293479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8678" name="Google Shape;8678;p106"/>
                    <p:cNvGrpSpPr/>
                    <p:nvPr/>
                  </p:nvGrpSpPr>
                  <p:grpSpPr>
                    <a:xfrm>
                      <a:off x="6399349" y="3400228"/>
                      <a:ext cx="558142" cy="89292"/>
                      <a:chOff x="6582995" y="2845433"/>
                      <a:chExt cx="558142" cy="89292"/>
                    </a:xfrm>
                  </p:grpSpPr>
                  <p:cxnSp>
                    <p:nvCxnSpPr>
                      <p:cNvPr id="8679" name="Google Shape;8679;p106"/>
                      <p:cNvCxnSpPr/>
                      <p:nvPr/>
                    </p:nvCxnSpPr>
                    <p:spPr>
                      <a:xfrm flipH="1" rot="10800000">
                        <a:off x="7027718" y="2845433"/>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8680" name="Google Shape;8680;p106"/>
                      <p:cNvCxnSpPr/>
                      <p:nvPr/>
                    </p:nvCxnSpPr>
                    <p:spPr>
                      <a:xfrm>
                        <a:off x="6582995" y="293472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8681" name="Google Shape;8681;p106"/>
                    <p:cNvGrpSpPr/>
                    <p:nvPr/>
                  </p:nvGrpSpPr>
                  <p:grpSpPr>
                    <a:xfrm>
                      <a:off x="6399351" y="3466022"/>
                      <a:ext cx="558141" cy="93992"/>
                      <a:chOff x="6583477" y="2845363"/>
                      <a:chExt cx="558141" cy="93992"/>
                    </a:xfrm>
                  </p:grpSpPr>
                  <p:cxnSp>
                    <p:nvCxnSpPr>
                      <p:cNvPr id="8682" name="Google Shape;8682;p106"/>
                      <p:cNvCxnSpPr/>
                      <p:nvPr/>
                    </p:nvCxnSpPr>
                    <p:spPr>
                      <a:xfrm flipH="1" rot="10800000">
                        <a:off x="7028199" y="2845363"/>
                        <a:ext cx="113419" cy="93992"/>
                      </a:xfrm>
                      <a:prstGeom prst="straightConnector1">
                        <a:avLst/>
                      </a:prstGeom>
                      <a:noFill/>
                      <a:ln cap="flat" cmpd="sng" w="9525">
                        <a:solidFill>
                          <a:schemeClr val="dk1"/>
                        </a:solidFill>
                        <a:prstDash val="solid"/>
                        <a:miter lim="800000"/>
                        <a:headEnd len="sm" w="sm" type="none"/>
                        <a:tailEnd len="sm" w="sm" type="none"/>
                      </a:ln>
                    </p:spPr>
                  </p:cxnSp>
                  <p:cxnSp>
                    <p:nvCxnSpPr>
                      <p:cNvPr id="8683" name="Google Shape;8683;p106"/>
                      <p:cNvCxnSpPr/>
                      <p:nvPr/>
                    </p:nvCxnSpPr>
                    <p:spPr>
                      <a:xfrm>
                        <a:off x="6583477" y="2939355"/>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8684" name="Google Shape;8684;p106"/>
                    <p:cNvGrpSpPr/>
                    <p:nvPr/>
                  </p:nvGrpSpPr>
                  <p:grpSpPr>
                    <a:xfrm>
                      <a:off x="6396366" y="3528683"/>
                      <a:ext cx="561126" cy="97125"/>
                      <a:chOff x="6580972" y="2842160"/>
                      <a:chExt cx="561126" cy="97125"/>
                    </a:xfrm>
                  </p:grpSpPr>
                  <p:cxnSp>
                    <p:nvCxnSpPr>
                      <p:cNvPr id="8685" name="Google Shape;8685;p106"/>
                      <p:cNvCxnSpPr/>
                      <p:nvPr/>
                    </p:nvCxnSpPr>
                    <p:spPr>
                      <a:xfrm flipH="1" rot="10800000">
                        <a:off x="7028679" y="2842160"/>
                        <a:ext cx="113419" cy="97125"/>
                      </a:xfrm>
                      <a:prstGeom prst="straightConnector1">
                        <a:avLst/>
                      </a:prstGeom>
                      <a:noFill/>
                      <a:ln cap="flat" cmpd="sng" w="9525">
                        <a:solidFill>
                          <a:schemeClr val="dk1"/>
                        </a:solidFill>
                        <a:prstDash val="solid"/>
                        <a:miter lim="800000"/>
                        <a:headEnd len="sm" w="sm" type="none"/>
                        <a:tailEnd len="sm" w="sm" type="none"/>
                      </a:ln>
                    </p:spPr>
                  </p:cxnSp>
                  <p:cxnSp>
                    <p:nvCxnSpPr>
                      <p:cNvPr id="8686" name="Google Shape;8686;p106"/>
                      <p:cNvCxnSpPr/>
                      <p:nvPr/>
                    </p:nvCxnSpPr>
                    <p:spPr>
                      <a:xfrm>
                        <a:off x="6580972" y="2939284"/>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8687" name="Google Shape;8687;p106"/>
                    <p:cNvGrpSpPr/>
                    <p:nvPr/>
                  </p:nvGrpSpPr>
                  <p:grpSpPr>
                    <a:xfrm>
                      <a:off x="6396366" y="3594477"/>
                      <a:ext cx="561125" cy="97125"/>
                      <a:chOff x="6581452" y="2842090"/>
                      <a:chExt cx="561125" cy="97125"/>
                    </a:xfrm>
                  </p:grpSpPr>
                  <p:cxnSp>
                    <p:nvCxnSpPr>
                      <p:cNvPr id="8688" name="Google Shape;8688;p106"/>
                      <p:cNvCxnSpPr/>
                      <p:nvPr/>
                    </p:nvCxnSpPr>
                    <p:spPr>
                      <a:xfrm flipH="1" rot="10800000">
                        <a:off x="7029158" y="2842090"/>
                        <a:ext cx="113419" cy="97125"/>
                      </a:xfrm>
                      <a:prstGeom prst="straightConnector1">
                        <a:avLst/>
                      </a:prstGeom>
                      <a:noFill/>
                      <a:ln cap="flat" cmpd="sng" w="9525">
                        <a:solidFill>
                          <a:schemeClr val="dk1"/>
                        </a:solidFill>
                        <a:prstDash val="solid"/>
                        <a:miter lim="800000"/>
                        <a:headEnd len="sm" w="sm" type="none"/>
                        <a:tailEnd len="sm" w="sm" type="none"/>
                      </a:ln>
                    </p:spPr>
                  </p:cxnSp>
                  <p:cxnSp>
                    <p:nvCxnSpPr>
                      <p:cNvPr id="8689" name="Google Shape;8689;p106"/>
                      <p:cNvCxnSpPr/>
                      <p:nvPr/>
                    </p:nvCxnSpPr>
                    <p:spPr>
                      <a:xfrm>
                        <a:off x="6581452" y="2939215"/>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8690" name="Google Shape;8690;p106"/>
                    <p:cNvGrpSpPr/>
                    <p:nvPr/>
                  </p:nvGrpSpPr>
                  <p:grpSpPr>
                    <a:xfrm>
                      <a:off x="6396367" y="3664970"/>
                      <a:ext cx="558140" cy="92426"/>
                      <a:chOff x="6581933" y="2846719"/>
                      <a:chExt cx="558140" cy="92426"/>
                    </a:xfrm>
                  </p:grpSpPr>
                  <p:cxnSp>
                    <p:nvCxnSpPr>
                      <p:cNvPr id="8691" name="Google Shape;8691;p106"/>
                      <p:cNvCxnSpPr/>
                      <p:nvPr/>
                    </p:nvCxnSpPr>
                    <p:spPr>
                      <a:xfrm flipH="1" rot="10800000">
                        <a:off x="7026654" y="2846719"/>
                        <a:ext cx="113419" cy="92426"/>
                      </a:xfrm>
                      <a:prstGeom prst="straightConnector1">
                        <a:avLst/>
                      </a:prstGeom>
                      <a:noFill/>
                      <a:ln cap="flat" cmpd="sng" w="9525">
                        <a:solidFill>
                          <a:schemeClr val="dk1"/>
                        </a:solidFill>
                        <a:prstDash val="solid"/>
                        <a:miter lim="800000"/>
                        <a:headEnd len="sm" w="sm" type="none"/>
                        <a:tailEnd len="sm" w="sm" type="none"/>
                      </a:ln>
                    </p:spPr>
                  </p:cxnSp>
                  <p:cxnSp>
                    <p:nvCxnSpPr>
                      <p:cNvPr id="8692" name="Google Shape;8692;p106"/>
                      <p:cNvCxnSpPr/>
                      <p:nvPr/>
                    </p:nvCxnSpPr>
                    <p:spPr>
                      <a:xfrm>
                        <a:off x="6581933" y="2939145"/>
                        <a:ext cx="450690" cy="0"/>
                      </a:xfrm>
                      <a:prstGeom prst="straightConnector1">
                        <a:avLst/>
                      </a:prstGeom>
                      <a:noFill/>
                      <a:ln cap="flat" cmpd="sng" w="9525">
                        <a:solidFill>
                          <a:schemeClr val="dk1"/>
                        </a:solidFill>
                        <a:prstDash val="solid"/>
                        <a:miter lim="800000"/>
                        <a:headEnd len="sm" w="sm" type="none"/>
                        <a:tailEnd len="sm" w="sm" type="none"/>
                      </a:ln>
                    </p:spPr>
                  </p:cxnSp>
                </p:grpSp>
                <p:grpSp>
                  <p:nvGrpSpPr>
                    <p:cNvPr id="8693" name="Google Shape;8693;p106"/>
                    <p:cNvGrpSpPr/>
                    <p:nvPr/>
                  </p:nvGrpSpPr>
                  <p:grpSpPr>
                    <a:xfrm>
                      <a:off x="6396367" y="3730765"/>
                      <a:ext cx="558139" cy="92426"/>
                      <a:chOff x="6582413" y="2846650"/>
                      <a:chExt cx="558139" cy="92426"/>
                    </a:xfrm>
                  </p:grpSpPr>
                  <p:cxnSp>
                    <p:nvCxnSpPr>
                      <p:cNvPr id="8694" name="Google Shape;8694;p106"/>
                      <p:cNvCxnSpPr/>
                      <p:nvPr/>
                    </p:nvCxnSpPr>
                    <p:spPr>
                      <a:xfrm flipH="1" rot="10800000">
                        <a:off x="7027133" y="2846650"/>
                        <a:ext cx="113419" cy="92426"/>
                      </a:xfrm>
                      <a:prstGeom prst="straightConnector1">
                        <a:avLst/>
                      </a:prstGeom>
                      <a:noFill/>
                      <a:ln cap="flat" cmpd="sng" w="9525">
                        <a:solidFill>
                          <a:schemeClr val="dk1"/>
                        </a:solidFill>
                        <a:prstDash val="solid"/>
                        <a:miter lim="800000"/>
                        <a:headEnd len="sm" w="sm" type="none"/>
                        <a:tailEnd len="sm" w="sm" type="none"/>
                      </a:ln>
                    </p:spPr>
                  </p:cxnSp>
                  <p:cxnSp>
                    <p:nvCxnSpPr>
                      <p:cNvPr id="8695" name="Google Shape;8695;p106"/>
                      <p:cNvCxnSpPr/>
                      <p:nvPr/>
                    </p:nvCxnSpPr>
                    <p:spPr>
                      <a:xfrm>
                        <a:off x="6582413" y="2939076"/>
                        <a:ext cx="450690" cy="0"/>
                      </a:xfrm>
                      <a:prstGeom prst="straightConnector1">
                        <a:avLst/>
                      </a:prstGeom>
                      <a:noFill/>
                      <a:ln cap="flat" cmpd="sng" w="9525">
                        <a:solidFill>
                          <a:schemeClr val="dk1"/>
                        </a:solidFill>
                        <a:prstDash val="solid"/>
                        <a:miter lim="800000"/>
                        <a:headEnd len="sm" w="sm" type="none"/>
                        <a:tailEnd len="sm" w="sm" type="none"/>
                      </a:ln>
                    </p:spPr>
                  </p:cxnSp>
                </p:grpSp>
              </p:grpSp>
              <p:cxnSp>
                <p:nvCxnSpPr>
                  <p:cNvPr id="8696" name="Google Shape;8696;p106"/>
                  <p:cNvCxnSpPr/>
                  <p:nvPr/>
                </p:nvCxnSpPr>
                <p:spPr>
                  <a:xfrm flipH="1">
                    <a:off x="6685171" y="4525377"/>
                    <a:ext cx="4763" cy="855662"/>
                  </a:xfrm>
                  <a:prstGeom prst="straightConnector1">
                    <a:avLst/>
                  </a:prstGeom>
                  <a:noFill/>
                  <a:ln cap="flat" cmpd="sng" w="25400">
                    <a:solidFill>
                      <a:schemeClr val="dk1"/>
                    </a:solidFill>
                    <a:prstDash val="solid"/>
                    <a:miter lim="800000"/>
                    <a:headEnd len="sm" w="sm" type="none"/>
                    <a:tailEnd len="sm" w="sm" type="none"/>
                  </a:ln>
                </p:spPr>
              </p:cxnSp>
              <p:cxnSp>
                <p:nvCxnSpPr>
                  <p:cNvPr id="8697" name="Google Shape;8697;p106"/>
                  <p:cNvCxnSpPr/>
                  <p:nvPr/>
                </p:nvCxnSpPr>
                <p:spPr>
                  <a:xfrm>
                    <a:off x="6632784" y="4706352"/>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698" name="Google Shape;8698;p106"/>
                  <p:cNvCxnSpPr/>
                  <p:nvPr/>
                </p:nvCxnSpPr>
                <p:spPr>
                  <a:xfrm>
                    <a:off x="6631196" y="4771439"/>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699" name="Google Shape;8699;p106"/>
                  <p:cNvCxnSpPr/>
                  <p:nvPr/>
                </p:nvCxnSpPr>
                <p:spPr>
                  <a:xfrm>
                    <a:off x="6631196" y="4849227"/>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700" name="Google Shape;8700;p106"/>
                  <p:cNvCxnSpPr/>
                  <p:nvPr/>
                </p:nvCxnSpPr>
                <p:spPr>
                  <a:xfrm>
                    <a:off x="6629609" y="4914314"/>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701" name="Google Shape;8701;p106"/>
                  <p:cNvCxnSpPr/>
                  <p:nvPr/>
                </p:nvCxnSpPr>
                <p:spPr>
                  <a:xfrm>
                    <a:off x="6628021" y="4976227"/>
                    <a:ext cx="60325" cy="0"/>
                  </a:xfrm>
                  <a:prstGeom prst="straightConnector1">
                    <a:avLst/>
                  </a:prstGeom>
                  <a:noFill/>
                  <a:ln cap="flat" cmpd="sng" w="9525">
                    <a:solidFill>
                      <a:schemeClr val="dk1"/>
                    </a:solidFill>
                    <a:prstDash val="solid"/>
                    <a:miter lim="800000"/>
                    <a:headEnd len="sm" w="sm" type="none"/>
                    <a:tailEnd len="sm" w="sm" type="none"/>
                  </a:ln>
                </p:spPr>
              </p:cxnSp>
              <p:cxnSp>
                <p:nvCxnSpPr>
                  <p:cNvPr id="8702" name="Google Shape;8702;p106"/>
                  <p:cNvCxnSpPr/>
                  <p:nvPr/>
                </p:nvCxnSpPr>
                <p:spPr>
                  <a:xfrm>
                    <a:off x="6628021" y="5044489"/>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703" name="Google Shape;8703;p106"/>
                  <p:cNvCxnSpPr/>
                  <p:nvPr/>
                </p:nvCxnSpPr>
                <p:spPr>
                  <a:xfrm>
                    <a:off x="6626434" y="511433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704" name="Google Shape;8704;p106"/>
                  <p:cNvCxnSpPr/>
                  <p:nvPr/>
                </p:nvCxnSpPr>
                <p:spPr>
                  <a:xfrm>
                    <a:off x="6629609" y="518418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705" name="Google Shape;8705;p106"/>
                  <p:cNvCxnSpPr/>
                  <p:nvPr/>
                </p:nvCxnSpPr>
                <p:spPr>
                  <a:xfrm>
                    <a:off x="6631196" y="5252452"/>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706" name="Google Shape;8706;p106"/>
                  <p:cNvCxnSpPr/>
                  <p:nvPr/>
                </p:nvCxnSpPr>
                <p:spPr>
                  <a:xfrm>
                    <a:off x="6631196" y="5322302"/>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707" name="Google Shape;8707;p106"/>
                  <p:cNvCxnSpPr/>
                  <p:nvPr/>
                </p:nvCxnSpPr>
                <p:spPr>
                  <a:xfrm>
                    <a:off x="6632784" y="538738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708" name="Google Shape;8708;p106"/>
                  <p:cNvCxnSpPr/>
                  <p:nvPr/>
                </p:nvCxnSpPr>
                <p:spPr>
                  <a:xfrm rot="10800000">
                    <a:off x="6632784" y="4531727"/>
                    <a:ext cx="58737" cy="0"/>
                  </a:xfrm>
                  <a:prstGeom prst="straightConnector1">
                    <a:avLst/>
                  </a:prstGeom>
                  <a:noFill/>
                  <a:ln cap="flat" cmpd="sng" w="22225">
                    <a:solidFill>
                      <a:schemeClr val="dk1"/>
                    </a:solidFill>
                    <a:prstDash val="solid"/>
                    <a:miter lim="800000"/>
                    <a:headEnd len="sm" w="sm" type="none"/>
                    <a:tailEnd len="sm" w="sm" type="none"/>
                  </a:ln>
                </p:spPr>
              </p:cxnSp>
              <p:grpSp>
                <p:nvGrpSpPr>
                  <p:cNvPr id="8709" name="Google Shape;8709;p106"/>
                  <p:cNvGrpSpPr/>
                  <p:nvPr/>
                </p:nvGrpSpPr>
                <p:grpSpPr>
                  <a:xfrm>
                    <a:off x="6434171" y="4488570"/>
                    <a:ext cx="224203" cy="179034"/>
                    <a:chOff x="3668110" y="2448910"/>
                    <a:chExt cx="3794234" cy="2165130"/>
                  </a:xfrm>
                </p:grpSpPr>
                <p:sp>
                  <p:nvSpPr>
                    <p:cNvPr id="8710" name="Google Shape;8710;p106"/>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11" name="Google Shape;8711;p106"/>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8712" name="Google Shape;8712;p106"/>
                    <p:cNvGrpSpPr/>
                    <p:nvPr/>
                  </p:nvGrpSpPr>
                  <p:grpSpPr>
                    <a:xfrm>
                      <a:off x="3941378" y="2603243"/>
                      <a:ext cx="3202061" cy="1066110"/>
                      <a:chOff x="7939341" y="3037317"/>
                      <a:chExt cx="897649" cy="353919"/>
                    </a:xfrm>
                  </p:grpSpPr>
                  <p:sp>
                    <p:nvSpPr>
                      <p:cNvPr id="8652" name="Google Shape;8652;p106"/>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13" name="Google Shape;8713;p106"/>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14" name="Google Shape;8714;p106"/>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15" name="Google Shape;8715;p106"/>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cxnSp>
              <p:nvCxnSpPr>
                <p:cNvPr id="8716" name="Google Shape;8716;p106"/>
                <p:cNvCxnSpPr>
                  <a:endCxn id="8717" idx="9"/>
                </p:cNvCxnSpPr>
                <p:nvPr/>
              </p:nvCxnSpPr>
              <p:spPr>
                <a:xfrm>
                  <a:off x="7282802" y="4119099"/>
                  <a:ext cx="32700" cy="571500"/>
                </a:xfrm>
                <a:prstGeom prst="straightConnector1">
                  <a:avLst/>
                </a:prstGeom>
                <a:noFill/>
                <a:ln cap="flat" cmpd="sng" w="9525">
                  <a:solidFill>
                    <a:schemeClr val="dk1"/>
                  </a:solidFill>
                  <a:prstDash val="solid"/>
                  <a:miter lim="800000"/>
                  <a:headEnd len="sm" w="sm" type="none"/>
                  <a:tailEnd len="sm" w="sm" type="none"/>
                </a:ln>
              </p:spPr>
            </p:cxnSp>
            <p:grpSp>
              <p:nvGrpSpPr>
                <p:cNvPr id="8718" name="Google Shape;8718;p106"/>
                <p:cNvGrpSpPr/>
                <p:nvPr/>
              </p:nvGrpSpPr>
              <p:grpSpPr>
                <a:xfrm>
                  <a:off x="6885965" y="4644942"/>
                  <a:ext cx="267206" cy="997245"/>
                  <a:chOff x="6424315" y="4488570"/>
                  <a:chExt cx="267206" cy="997245"/>
                </a:xfrm>
              </p:grpSpPr>
              <p:grpSp>
                <p:nvGrpSpPr>
                  <p:cNvPr id="8719" name="Google Shape;8719;p106"/>
                  <p:cNvGrpSpPr/>
                  <p:nvPr/>
                </p:nvGrpSpPr>
                <p:grpSpPr>
                  <a:xfrm>
                    <a:off x="6424315" y="4636502"/>
                    <a:ext cx="237939" cy="849312"/>
                    <a:chOff x="6396366" y="3061857"/>
                    <a:chExt cx="570079" cy="838094"/>
                  </a:xfrm>
                </p:grpSpPr>
                <p:sp>
                  <p:nvSpPr>
                    <p:cNvPr id="8720" name="Google Shape;8720;p106"/>
                    <p:cNvSpPr/>
                    <p:nvPr/>
                  </p:nvSpPr>
                  <p:spPr>
                    <a:xfrm>
                      <a:off x="6509786" y="3061857"/>
                      <a:ext cx="447707" cy="742536"/>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8721" name="Google Shape;8721;p106"/>
                    <p:cNvCxnSpPr/>
                    <p:nvPr/>
                  </p:nvCxnSpPr>
                  <p:spPr>
                    <a:xfrm flipH="1" rot="10800000">
                      <a:off x="6847057" y="3061857"/>
                      <a:ext cx="113419" cy="92425"/>
                    </a:xfrm>
                    <a:prstGeom prst="straightConnector1">
                      <a:avLst/>
                    </a:prstGeom>
                    <a:noFill/>
                    <a:ln cap="flat" cmpd="sng" w="9525">
                      <a:solidFill>
                        <a:schemeClr val="dk1"/>
                      </a:solidFill>
                      <a:prstDash val="solid"/>
                      <a:miter lim="800000"/>
                      <a:headEnd len="sm" w="sm" type="none"/>
                      <a:tailEnd len="sm" w="sm" type="none"/>
                    </a:ln>
                  </p:spPr>
                </p:cxnSp>
                <p:sp>
                  <p:nvSpPr>
                    <p:cNvPr id="8722" name="Google Shape;8722;p106"/>
                    <p:cNvSpPr/>
                    <p:nvPr/>
                  </p:nvSpPr>
                  <p:spPr>
                    <a:xfrm>
                      <a:off x="6476953" y="3071256"/>
                      <a:ext cx="131327" cy="1159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8723" name="Google Shape;8723;p106"/>
                    <p:cNvCxnSpPr/>
                    <p:nvPr/>
                  </p:nvCxnSpPr>
                  <p:spPr>
                    <a:xfrm flipH="1" rot="10800000">
                      <a:off x="6396367" y="3061857"/>
                      <a:ext cx="113419" cy="92425"/>
                    </a:xfrm>
                    <a:prstGeom prst="straightConnector1">
                      <a:avLst/>
                    </a:prstGeom>
                    <a:noFill/>
                    <a:ln cap="flat" cmpd="sng" w="9525">
                      <a:solidFill>
                        <a:schemeClr val="dk1"/>
                      </a:solidFill>
                      <a:prstDash val="solid"/>
                      <a:miter lim="800000"/>
                      <a:headEnd len="sm" w="sm" type="none"/>
                      <a:tailEnd len="sm" w="sm" type="none"/>
                    </a:ln>
                  </p:spPr>
                </p:cxnSp>
                <p:sp>
                  <p:nvSpPr>
                    <p:cNvPr id="8724" name="Google Shape;8724;p106"/>
                    <p:cNvSpPr/>
                    <p:nvPr/>
                  </p:nvSpPr>
                  <p:spPr>
                    <a:xfrm>
                      <a:off x="6817210" y="3702567"/>
                      <a:ext cx="131327" cy="1159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sp>
                  <p:nvSpPr>
                    <p:cNvPr id="8725" name="Google Shape;8725;p106"/>
                    <p:cNvSpPr/>
                    <p:nvPr/>
                  </p:nvSpPr>
                  <p:spPr>
                    <a:xfrm>
                      <a:off x="6405320" y="3157415"/>
                      <a:ext cx="444723" cy="742536"/>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8726" name="Google Shape;8726;p106"/>
                    <p:cNvCxnSpPr/>
                    <p:nvPr/>
                  </p:nvCxnSpPr>
                  <p:spPr>
                    <a:xfrm flipH="1" rot="10800000">
                      <a:off x="6847057" y="3804392"/>
                      <a:ext cx="113419" cy="92425"/>
                    </a:xfrm>
                    <a:prstGeom prst="straightConnector1">
                      <a:avLst/>
                    </a:prstGeom>
                    <a:noFill/>
                    <a:ln cap="flat" cmpd="sng" w="9525">
                      <a:solidFill>
                        <a:schemeClr val="dk1"/>
                      </a:solidFill>
                      <a:prstDash val="solid"/>
                      <a:miter lim="800000"/>
                      <a:headEnd len="sm" w="sm" type="none"/>
                      <a:tailEnd len="sm" w="sm" type="none"/>
                    </a:ln>
                  </p:spPr>
                </p:cxnSp>
                <p:grpSp>
                  <p:nvGrpSpPr>
                    <p:cNvPr id="8727" name="Google Shape;8727;p106"/>
                    <p:cNvGrpSpPr/>
                    <p:nvPr/>
                  </p:nvGrpSpPr>
                  <p:grpSpPr>
                    <a:xfrm>
                      <a:off x="6399350" y="3137050"/>
                      <a:ext cx="561125" cy="92425"/>
                      <a:chOff x="6581076" y="2845711"/>
                      <a:chExt cx="561125" cy="92425"/>
                    </a:xfrm>
                  </p:grpSpPr>
                  <p:cxnSp>
                    <p:nvCxnSpPr>
                      <p:cNvPr id="8728" name="Google Shape;8728;p106"/>
                      <p:cNvCxnSpPr/>
                      <p:nvPr/>
                    </p:nvCxnSpPr>
                    <p:spPr>
                      <a:xfrm flipH="1" rot="10800000">
                        <a:off x="7028782" y="2845711"/>
                        <a:ext cx="113419" cy="92425"/>
                      </a:xfrm>
                      <a:prstGeom prst="straightConnector1">
                        <a:avLst/>
                      </a:prstGeom>
                      <a:noFill/>
                      <a:ln cap="flat" cmpd="sng" w="9525">
                        <a:solidFill>
                          <a:schemeClr val="dk1"/>
                        </a:solidFill>
                        <a:prstDash val="solid"/>
                        <a:miter lim="800000"/>
                        <a:headEnd len="sm" w="sm" type="none"/>
                        <a:tailEnd len="sm" w="sm" type="none"/>
                      </a:ln>
                    </p:spPr>
                  </p:cxnSp>
                  <p:cxnSp>
                    <p:nvCxnSpPr>
                      <p:cNvPr id="8729" name="Google Shape;8729;p106"/>
                      <p:cNvCxnSpPr/>
                      <p:nvPr/>
                    </p:nvCxnSpPr>
                    <p:spPr>
                      <a:xfrm>
                        <a:off x="6581076" y="2938136"/>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8730" name="Google Shape;8730;p106"/>
                    <p:cNvGrpSpPr/>
                    <p:nvPr/>
                  </p:nvGrpSpPr>
                  <p:grpSpPr>
                    <a:xfrm>
                      <a:off x="6399351" y="3202845"/>
                      <a:ext cx="567094" cy="89292"/>
                      <a:chOff x="6581557" y="2845642"/>
                      <a:chExt cx="567094" cy="89292"/>
                    </a:xfrm>
                  </p:grpSpPr>
                  <p:cxnSp>
                    <p:nvCxnSpPr>
                      <p:cNvPr id="8731" name="Google Shape;8731;p106"/>
                      <p:cNvCxnSpPr/>
                      <p:nvPr/>
                    </p:nvCxnSpPr>
                    <p:spPr>
                      <a:xfrm flipH="1" rot="10800000">
                        <a:off x="7029263" y="2845642"/>
                        <a:ext cx="119388" cy="89292"/>
                      </a:xfrm>
                      <a:prstGeom prst="straightConnector1">
                        <a:avLst/>
                      </a:prstGeom>
                      <a:noFill/>
                      <a:ln cap="flat" cmpd="sng" w="9525">
                        <a:solidFill>
                          <a:schemeClr val="dk1"/>
                        </a:solidFill>
                        <a:prstDash val="solid"/>
                        <a:miter lim="800000"/>
                        <a:headEnd len="sm" w="sm" type="none"/>
                        <a:tailEnd len="sm" w="sm" type="none"/>
                      </a:ln>
                    </p:spPr>
                  </p:cxnSp>
                  <p:cxnSp>
                    <p:nvCxnSpPr>
                      <p:cNvPr id="8732" name="Google Shape;8732;p106"/>
                      <p:cNvCxnSpPr/>
                      <p:nvPr/>
                    </p:nvCxnSpPr>
                    <p:spPr>
                      <a:xfrm>
                        <a:off x="6581557" y="2934934"/>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8733" name="Google Shape;8733;p106"/>
                    <p:cNvGrpSpPr/>
                    <p:nvPr/>
                  </p:nvGrpSpPr>
                  <p:grpSpPr>
                    <a:xfrm>
                      <a:off x="6399350" y="3268639"/>
                      <a:ext cx="558142" cy="89292"/>
                      <a:chOff x="6582036" y="2845572"/>
                      <a:chExt cx="558142" cy="89292"/>
                    </a:xfrm>
                  </p:grpSpPr>
                  <p:cxnSp>
                    <p:nvCxnSpPr>
                      <p:cNvPr id="8734" name="Google Shape;8734;p106"/>
                      <p:cNvCxnSpPr/>
                      <p:nvPr/>
                    </p:nvCxnSpPr>
                    <p:spPr>
                      <a:xfrm flipH="1" rot="10800000">
                        <a:off x="7026759" y="2845572"/>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8735" name="Google Shape;8735;p106"/>
                      <p:cNvCxnSpPr/>
                      <p:nvPr/>
                    </p:nvCxnSpPr>
                    <p:spPr>
                      <a:xfrm>
                        <a:off x="6582036" y="293486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8736" name="Google Shape;8736;p106"/>
                    <p:cNvGrpSpPr/>
                    <p:nvPr/>
                  </p:nvGrpSpPr>
                  <p:grpSpPr>
                    <a:xfrm>
                      <a:off x="6399350" y="3334433"/>
                      <a:ext cx="558141" cy="89292"/>
                      <a:chOff x="6582516" y="2845502"/>
                      <a:chExt cx="558141" cy="89292"/>
                    </a:xfrm>
                  </p:grpSpPr>
                  <p:cxnSp>
                    <p:nvCxnSpPr>
                      <p:cNvPr id="8737" name="Google Shape;8737;p106"/>
                      <p:cNvCxnSpPr/>
                      <p:nvPr/>
                    </p:nvCxnSpPr>
                    <p:spPr>
                      <a:xfrm flipH="1" rot="10800000">
                        <a:off x="7027238" y="2845502"/>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8738" name="Google Shape;8738;p106"/>
                      <p:cNvCxnSpPr/>
                      <p:nvPr/>
                    </p:nvCxnSpPr>
                    <p:spPr>
                      <a:xfrm>
                        <a:off x="6582516" y="293479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8739" name="Google Shape;8739;p106"/>
                    <p:cNvGrpSpPr/>
                    <p:nvPr/>
                  </p:nvGrpSpPr>
                  <p:grpSpPr>
                    <a:xfrm>
                      <a:off x="6399349" y="3400228"/>
                      <a:ext cx="558142" cy="89292"/>
                      <a:chOff x="6582995" y="2845433"/>
                      <a:chExt cx="558142" cy="89292"/>
                    </a:xfrm>
                  </p:grpSpPr>
                  <p:cxnSp>
                    <p:nvCxnSpPr>
                      <p:cNvPr id="8740" name="Google Shape;8740;p106"/>
                      <p:cNvCxnSpPr/>
                      <p:nvPr/>
                    </p:nvCxnSpPr>
                    <p:spPr>
                      <a:xfrm flipH="1" rot="10800000">
                        <a:off x="7027718" y="2845433"/>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8741" name="Google Shape;8741;p106"/>
                      <p:cNvCxnSpPr/>
                      <p:nvPr/>
                    </p:nvCxnSpPr>
                    <p:spPr>
                      <a:xfrm>
                        <a:off x="6582995" y="293472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8742" name="Google Shape;8742;p106"/>
                    <p:cNvGrpSpPr/>
                    <p:nvPr/>
                  </p:nvGrpSpPr>
                  <p:grpSpPr>
                    <a:xfrm>
                      <a:off x="6399351" y="3466022"/>
                      <a:ext cx="558141" cy="93992"/>
                      <a:chOff x="6583477" y="2845363"/>
                      <a:chExt cx="558141" cy="93992"/>
                    </a:xfrm>
                  </p:grpSpPr>
                  <p:cxnSp>
                    <p:nvCxnSpPr>
                      <p:cNvPr id="8743" name="Google Shape;8743;p106"/>
                      <p:cNvCxnSpPr/>
                      <p:nvPr/>
                    </p:nvCxnSpPr>
                    <p:spPr>
                      <a:xfrm flipH="1" rot="10800000">
                        <a:off x="7028199" y="2845363"/>
                        <a:ext cx="113419" cy="93992"/>
                      </a:xfrm>
                      <a:prstGeom prst="straightConnector1">
                        <a:avLst/>
                      </a:prstGeom>
                      <a:noFill/>
                      <a:ln cap="flat" cmpd="sng" w="9525">
                        <a:solidFill>
                          <a:schemeClr val="dk1"/>
                        </a:solidFill>
                        <a:prstDash val="solid"/>
                        <a:miter lim="800000"/>
                        <a:headEnd len="sm" w="sm" type="none"/>
                        <a:tailEnd len="sm" w="sm" type="none"/>
                      </a:ln>
                    </p:spPr>
                  </p:cxnSp>
                  <p:cxnSp>
                    <p:nvCxnSpPr>
                      <p:cNvPr id="8744" name="Google Shape;8744;p106"/>
                      <p:cNvCxnSpPr/>
                      <p:nvPr/>
                    </p:nvCxnSpPr>
                    <p:spPr>
                      <a:xfrm>
                        <a:off x="6583477" y="2939355"/>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8745" name="Google Shape;8745;p106"/>
                    <p:cNvGrpSpPr/>
                    <p:nvPr/>
                  </p:nvGrpSpPr>
                  <p:grpSpPr>
                    <a:xfrm>
                      <a:off x="6396366" y="3528683"/>
                      <a:ext cx="561126" cy="97125"/>
                      <a:chOff x="6580972" y="2842160"/>
                      <a:chExt cx="561126" cy="97125"/>
                    </a:xfrm>
                  </p:grpSpPr>
                  <p:cxnSp>
                    <p:nvCxnSpPr>
                      <p:cNvPr id="8746" name="Google Shape;8746;p106"/>
                      <p:cNvCxnSpPr/>
                      <p:nvPr/>
                    </p:nvCxnSpPr>
                    <p:spPr>
                      <a:xfrm flipH="1" rot="10800000">
                        <a:off x="7028679" y="2842160"/>
                        <a:ext cx="113419" cy="97125"/>
                      </a:xfrm>
                      <a:prstGeom prst="straightConnector1">
                        <a:avLst/>
                      </a:prstGeom>
                      <a:noFill/>
                      <a:ln cap="flat" cmpd="sng" w="9525">
                        <a:solidFill>
                          <a:schemeClr val="dk1"/>
                        </a:solidFill>
                        <a:prstDash val="solid"/>
                        <a:miter lim="800000"/>
                        <a:headEnd len="sm" w="sm" type="none"/>
                        <a:tailEnd len="sm" w="sm" type="none"/>
                      </a:ln>
                    </p:spPr>
                  </p:cxnSp>
                  <p:cxnSp>
                    <p:nvCxnSpPr>
                      <p:cNvPr id="8747" name="Google Shape;8747;p106"/>
                      <p:cNvCxnSpPr/>
                      <p:nvPr/>
                    </p:nvCxnSpPr>
                    <p:spPr>
                      <a:xfrm>
                        <a:off x="6580972" y="2939284"/>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8748" name="Google Shape;8748;p106"/>
                    <p:cNvGrpSpPr/>
                    <p:nvPr/>
                  </p:nvGrpSpPr>
                  <p:grpSpPr>
                    <a:xfrm>
                      <a:off x="6396366" y="3594477"/>
                      <a:ext cx="561125" cy="97125"/>
                      <a:chOff x="6581452" y="2842090"/>
                      <a:chExt cx="561125" cy="97125"/>
                    </a:xfrm>
                  </p:grpSpPr>
                  <p:cxnSp>
                    <p:nvCxnSpPr>
                      <p:cNvPr id="8749" name="Google Shape;8749;p106"/>
                      <p:cNvCxnSpPr/>
                      <p:nvPr/>
                    </p:nvCxnSpPr>
                    <p:spPr>
                      <a:xfrm flipH="1" rot="10800000">
                        <a:off x="7029158" y="2842090"/>
                        <a:ext cx="113419" cy="97125"/>
                      </a:xfrm>
                      <a:prstGeom prst="straightConnector1">
                        <a:avLst/>
                      </a:prstGeom>
                      <a:noFill/>
                      <a:ln cap="flat" cmpd="sng" w="9525">
                        <a:solidFill>
                          <a:schemeClr val="dk1"/>
                        </a:solidFill>
                        <a:prstDash val="solid"/>
                        <a:miter lim="800000"/>
                        <a:headEnd len="sm" w="sm" type="none"/>
                        <a:tailEnd len="sm" w="sm" type="none"/>
                      </a:ln>
                    </p:spPr>
                  </p:cxnSp>
                  <p:cxnSp>
                    <p:nvCxnSpPr>
                      <p:cNvPr id="8750" name="Google Shape;8750;p106"/>
                      <p:cNvCxnSpPr/>
                      <p:nvPr/>
                    </p:nvCxnSpPr>
                    <p:spPr>
                      <a:xfrm>
                        <a:off x="6581452" y="2939215"/>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8751" name="Google Shape;8751;p106"/>
                    <p:cNvGrpSpPr/>
                    <p:nvPr/>
                  </p:nvGrpSpPr>
                  <p:grpSpPr>
                    <a:xfrm>
                      <a:off x="6396367" y="3664970"/>
                      <a:ext cx="558140" cy="92426"/>
                      <a:chOff x="6581933" y="2846719"/>
                      <a:chExt cx="558140" cy="92426"/>
                    </a:xfrm>
                  </p:grpSpPr>
                  <p:cxnSp>
                    <p:nvCxnSpPr>
                      <p:cNvPr id="8752" name="Google Shape;8752;p106"/>
                      <p:cNvCxnSpPr/>
                      <p:nvPr/>
                    </p:nvCxnSpPr>
                    <p:spPr>
                      <a:xfrm flipH="1" rot="10800000">
                        <a:off x="7026654" y="2846719"/>
                        <a:ext cx="113419" cy="92426"/>
                      </a:xfrm>
                      <a:prstGeom prst="straightConnector1">
                        <a:avLst/>
                      </a:prstGeom>
                      <a:noFill/>
                      <a:ln cap="flat" cmpd="sng" w="9525">
                        <a:solidFill>
                          <a:schemeClr val="dk1"/>
                        </a:solidFill>
                        <a:prstDash val="solid"/>
                        <a:miter lim="800000"/>
                        <a:headEnd len="sm" w="sm" type="none"/>
                        <a:tailEnd len="sm" w="sm" type="none"/>
                      </a:ln>
                    </p:spPr>
                  </p:cxnSp>
                  <p:cxnSp>
                    <p:nvCxnSpPr>
                      <p:cNvPr id="8753" name="Google Shape;8753;p106"/>
                      <p:cNvCxnSpPr/>
                      <p:nvPr/>
                    </p:nvCxnSpPr>
                    <p:spPr>
                      <a:xfrm>
                        <a:off x="6581933" y="2939145"/>
                        <a:ext cx="450690" cy="0"/>
                      </a:xfrm>
                      <a:prstGeom prst="straightConnector1">
                        <a:avLst/>
                      </a:prstGeom>
                      <a:noFill/>
                      <a:ln cap="flat" cmpd="sng" w="9525">
                        <a:solidFill>
                          <a:schemeClr val="dk1"/>
                        </a:solidFill>
                        <a:prstDash val="solid"/>
                        <a:miter lim="800000"/>
                        <a:headEnd len="sm" w="sm" type="none"/>
                        <a:tailEnd len="sm" w="sm" type="none"/>
                      </a:ln>
                    </p:spPr>
                  </p:cxnSp>
                </p:grpSp>
                <p:grpSp>
                  <p:nvGrpSpPr>
                    <p:cNvPr id="8754" name="Google Shape;8754;p106"/>
                    <p:cNvGrpSpPr/>
                    <p:nvPr/>
                  </p:nvGrpSpPr>
                  <p:grpSpPr>
                    <a:xfrm>
                      <a:off x="6396367" y="3730765"/>
                      <a:ext cx="558139" cy="92426"/>
                      <a:chOff x="6582413" y="2846650"/>
                      <a:chExt cx="558139" cy="92426"/>
                    </a:xfrm>
                  </p:grpSpPr>
                  <p:cxnSp>
                    <p:nvCxnSpPr>
                      <p:cNvPr id="8755" name="Google Shape;8755;p106"/>
                      <p:cNvCxnSpPr/>
                      <p:nvPr/>
                    </p:nvCxnSpPr>
                    <p:spPr>
                      <a:xfrm flipH="1" rot="10800000">
                        <a:off x="7027133" y="2846650"/>
                        <a:ext cx="113419" cy="92426"/>
                      </a:xfrm>
                      <a:prstGeom prst="straightConnector1">
                        <a:avLst/>
                      </a:prstGeom>
                      <a:noFill/>
                      <a:ln cap="flat" cmpd="sng" w="9525">
                        <a:solidFill>
                          <a:schemeClr val="dk1"/>
                        </a:solidFill>
                        <a:prstDash val="solid"/>
                        <a:miter lim="800000"/>
                        <a:headEnd len="sm" w="sm" type="none"/>
                        <a:tailEnd len="sm" w="sm" type="none"/>
                      </a:ln>
                    </p:spPr>
                  </p:cxnSp>
                  <p:cxnSp>
                    <p:nvCxnSpPr>
                      <p:cNvPr id="8756" name="Google Shape;8756;p106"/>
                      <p:cNvCxnSpPr/>
                      <p:nvPr/>
                    </p:nvCxnSpPr>
                    <p:spPr>
                      <a:xfrm>
                        <a:off x="6582413" y="2939076"/>
                        <a:ext cx="450690" cy="0"/>
                      </a:xfrm>
                      <a:prstGeom prst="straightConnector1">
                        <a:avLst/>
                      </a:prstGeom>
                      <a:noFill/>
                      <a:ln cap="flat" cmpd="sng" w="9525">
                        <a:solidFill>
                          <a:schemeClr val="dk1"/>
                        </a:solidFill>
                        <a:prstDash val="solid"/>
                        <a:miter lim="800000"/>
                        <a:headEnd len="sm" w="sm" type="none"/>
                        <a:tailEnd len="sm" w="sm" type="none"/>
                      </a:ln>
                    </p:spPr>
                  </p:cxnSp>
                </p:grpSp>
              </p:grpSp>
              <p:cxnSp>
                <p:nvCxnSpPr>
                  <p:cNvPr id="8757" name="Google Shape;8757;p106"/>
                  <p:cNvCxnSpPr/>
                  <p:nvPr/>
                </p:nvCxnSpPr>
                <p:spPr>
                  <a:xfrm flipH="1">
                    <a:off x="6685171" y="4525377"/>
                    <a:ext cx="4763" cy="855662"/>
                  </a:xfrm>
                  <a:prstGeom prst="straightConnector1">
                    <a:avLst/>
                  </a:prstGeom>
                  <a:noFill/>
                  <a:ln cap="flat" cmpd="sng" w="25400">
                    <a:solidFill>
                      <a:schemeClr val="dk1"/>
                    </a:solidFill>
                    <a:prstDash val="solid"/>
                    <a:miter lim="800000"/>
                    <a:headEnd len="sm" w="sm" type="none"/>
                    <a:tailEnd len="sm" w="sm" type="none"/>
                  </a:ln>
                </p:spPr>
              </p:cxnSp>
              <p:cxnSp>
                <p:nvCxnSpPr>
                  <p:cNvPr id="8758" name="Google Shape;8758;p106"/>
                  <p:cNvCxnSpPr/>
                  <p:nvPr/>
                </p:nvCxnSpPr>
                <p:spPr>
                  <a:xfrm>
                    <a:off x="6632784" y="4706352"/>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759" name="Google Shape;8759;p106"/>
                  <p:cNvCxnSpPr/>
                  <p:nvPr/>
                </p:nvCxnSpPr>
                <p:spPr>
                  <a:xfrm>
                    <a:off x="6631196" y="4771439"/>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760" name="Google Shape;8760;p106"/>
                  <p:cNvCxnSpPr/>
                  <p:nvPr/>
                </p:nvCxnSpPr>
                <p:spPr>
                  <a:xfrm>
                    <a:off x="6631196" y="4849227"/>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761" name="Google Shape;8761;p106"/>
                  <p:cNvCxnSpPr/>
                  <p:nvPr/>
                </p:nvCxnSpPr>
                <p:spPr>
                  <a:xfrm>
                    <a:off x="6629609" y="4914314"/>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762" name="Google Shape;8762;p106"/>
                  <p:cNvCxnSpPr/>
                  <p:nvPr/>
                </p:nvCxnSpPr>
                <p:spPr>
                  <a:xfrm>
                    <a:off x="6628021" y="4976227"/>
                    <a:ext cx="60325" cy="0"/>
                  </a:xfrm>
                  <a:prstGeom prst="straightConnector1">
                    <a:avLst/>
                  </a:prstGeom>
                  <a:noFill/>
                  <a:ln cap="flat" cmpd="sng" w="9525">
                    <a:solidFill>
                      <a:schemeClr val="dk1"/>
                    </a:solidFill>
                    <a:prstDash val="solid"/>
                    <a:miter lim="800000"/>
                    <a:headEnd len="sm" w="sm" type="none"/>
                    <a:tailEnd len="sm" w="sm" type="none"/>
                  </a:ln>
                </p:spPr>
              </p:cxnSp>
              <p:cxnSp>
                <p:nvCxnSpPr>
                  <p:cNvPr id="8763" name="Google Shape;8763;p106"/>
                  <p:cNvCxnSpPr/>
                  <p:nvPr/>
                </p:nvCxnSpPr>
                <p:spPr>
                  <a:xfrm>
                    <a:off x="6628021" y="5044489"/>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764" name="Google Shape;8764;p106"/>
                  <p:cNvCxnSpPr/>
                  <p:nvPr/>
                </p:nvCxnSpPr>
                <p:spPr>
                  <a:xfrm>
                    <a:off x="6626434" y="511433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765" name="Google Shape;8765;p106"/>
                  <p:cNvCxnSpPr/>
                  <p:nvPr/>
                </p:nvCxnSpPr>
                <p:spPr>
                  <a:xfrm>
                    <a:off x="6629609" y="518418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766" name="Google Shape;8766;p106"/>
                  <p:cNvCxnSpPr/>
                  <p:nvPr/>
                </p:nvCxnSpPr>
                <p:spPr>
                  <a:xfrm>
                    <a:off x="6631196" y="5252452"/>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767" name="Google Shape;8767;p106"/>
                  <p:cNvCxnSpPr/>
                  <p:nvPr/>
                </p:nvCxnSpPr>
                <p:spPr>
                  <a:xfrm>
                    <a:off x="6631196" y="5322302"/>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768" name="Google Shape;8768;p106"/>
                  <p:cNvCxnSpPr/>
                  <p:nvPr/>
                </p:nvCxnSpPr>
                <p:spPr>
                  <a:xfrm>
                    <a:off x="6632784" y="538738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769" name="Google Shape;8769;p106"/>
                  <p:cNvCxnSpPr/>
                  <p:nvPr/>
                </p:nvCxnSpPr>
                <p:spPr>
                  <a:xfrm rot="10800000">
                    <a:off x="6632784" y="4531727"/>
                    <a:ext cx="58737" cy="0"/>
                  </a:xfrm>
                  <a:prstGeom prst="straightConnector1">
                    <a:avLst/>
                  </a:prstGeom>
                  <a:noFill/>
                  <a:ln cap="flat" cmpd="sng" w="22225">
                    <a:solidFill>
                      <a:schemeClr val="dk1"/>
                    </a:solidFill>
                    <a:prstDash val="solid"/>
                    <a:miter lim="800000"/>
                    <a:headEnd len="sm" w="sm" type="none"/>
                    <a:tailEnd len="sm" w="sm" type="none"/>
                  </a:ln>
                </p:spPr>
              </p:cxnSp>
              <p:grpSp>
                <p:nvGrpSpPr>
                  <p:cNvPr id="8770" name="Google Shape;8770;p106"/>
                  <p:cNvGrpSpPr/>
                  <p:nvPr/>
                </p:nvGrpSpPr>
                <p:grpSpPr>
                  <a:xfrm>
                    <a:off x="6434171" y="4488570"/>
                    <a:ext cx="224203" cy="179034"/>
                    <a:chOff x="3668110" y="2448910"/>
                    <a:chExt cx="3794234" cy="2165130"/>
                  </a:xfrm>
                </p:grpSpPr>
                <p:sp>
                  <p:nvSpPr>
                    <p:cNvPr id="8771" name="Google Shape;8771;p106"/>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72" name="Google Shape;8772;p106"/>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8773" name="Google Shape;8773;p106"/>
                    <p:cNvGrpSpPr/>
                    <p:nvPr/>
                  </p:nvGrpSpPr>
                  <p:grpSpPr>
                    <a:xfrm>
                      <a:off x="3941378" y="2603243"/>
                      <a:ext cx="3202061" cy="1066110"/>
                      <a:chOff x="7939341" y="3037317"/>
                      <a:chExt cx="897649" cy="353919"/>
                    </a:xfrm>
                  </p:grpSpPr>
                  <p:sp>
                    <p:nvSpPr>
                      <p:cNvPr id="8774" name="Google Shape;8774;p106"/>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75" name="Google Shape;8775;p106"/>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76" name="Google Shape;8776;p106"/>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54" name="Google Shape;8654;p106"/>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nvGrpSpPr>
                <p:cNvPr id="8777" name="Google Shape;8777;p106"/>
                <p:cNvGrpSpPr/>
                <p:nvPr/>
              </p:nvGrpSpPr>
              <p:grpSpPr>
                <a:xfrm>
                  <a:off x="7195215" y="4648914"/>
                  <a:ext cx="267206" cy="997245"/>
                  <a:chOff x="6424315" y="4488570"/>
                  <a:chExt cx="267206" cy="997245"/>
                </a:xfrm>
              </p:grpSpPr>
              <p:grpSp>
                <p:nvGrpSpPr>
                  <p:cNvPr id="8778" name="Google Shape;8778;p106"/>
                  <p:cNvGrpSpPr/>
                  <p:nvPr/>
                </p:nvGrpSpPr>
                <p:grpSpPr>
                  <a:xfrm>
                    <a:off x="6424315" y="4636502"/>
                    <a:ext cx="237939" cy="849312"/>
                    <a:chOff x="6396366" y="3061857"/>
                    <a:chExt cx="570079" cy="838094"/>
                  </a:xfrm>
                </p:grpSpPr>
                <p:sp>
                  <p:nvSpPr>
                    <p:cNvPr id="8779" name="Google Shape;8779;p106"/>
                    <p:cNvSpPr/>
                    <p:nvPr/>
                  </p:nvSpPr>
                  <p:spPr>
                    <a:xfrm>
                      <a:off x="6509786" y="3061857"/>
                      <a:ext cx="447707" cy="742536"/>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8780" name="Google Shape;8780;p106"/>
                    <p:cNvCxnSpPr/>
                    <p:nvPr/>
                  </p:nvCxnSpPr>
                  <p:spPr>
                    <a:xfrm flipH="1" rot="10800000">
                      <a:off x="6847057" y="3061857"/>
                      <a:ext cx="113419" cy="92425"/>
                    </a:xfrm>
                    <a:prstGeom prst="straightConnector1">
                      <a:avLst/>
                    </a:prstGeom>
                    <a:noFill/>
                    <a:ln cap="flat" cmpd="sng" w="9525">
                      <a:solidFill>
                        <a:schemeClr val="dk1"/>
                      </a:solidFill>
                      <a:prstDash val="solid"/>
                      <a:miter lim="800000"/>
                      <a:headEnd len="sm" w="sm" type="none"/>
                      <a:tailEnd len="sm" w="sm" type="none"/>
                    </a:ln>
                  </p:spPr>
                </p:cxnSp>
                <p:sp>
                  <p:nvSpPr>
                    <p:cNvPr id="8781" name="Google Shape;8781;p106"/>
                    <p:cNvSpPr/>
                    <p:nvPr/>
                  </p:nvSpPr>
                  <p:spPr>
                    <a:xfrm>
                      <a:off x="6476953" y="3071256"/>
                      <a:ext cx="131327" cy="1159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8782" name="Google Shape;8782;p106"/>
                    <p:cNvCxnSpPr/>
                    <p:nvPr/>
                  </p:nvCxnSpPr>
                  <p:spPr>
                    <a:xfrm flipH="1" rot="10800000">
                      <a:off x="6396367" y="3061857"/>
                      <a:ext cx="113419" cy="92425"/>
                    </a:xfrm>
                    <a:prstGeom prst="straightConnector1">
                      <a:avLst/>
                    </a:prstGeom>
                    <a:noFill/>
                    <a:ln cap="flat" cmpd="sng" w="9525">
                      <a:solidFill>
                        <a:schemeClr val="dk1"/>
                      </a:solidFill>
                      <a:prstDash val="solid"/>
                      <a:miter lim="800000"/>
                      <a:headEnd len="sm" w="sm" type="none"/>
                      <a:tailEnd len="sm" w="sm" type="none"/>
                    </a:ln>
                  </p:spPr>
                </p:cxnSp>
                <p:sp>
                  <p:nvSpPr>
                    <p:cNvPr id="8783" name="Google Shape;8783;p106"/>
                    <p:cNvSpPr/>
                    <p:nvPr/>
                  </p:nvSpPr>
                  <p:spPr>
                    <a:xfrm>
                      <a:off x="6817210" y="3702567"/>
                      <a:ext cx="131327" cy="1159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sp>
                  <p:nvSpPr>
                    <p:cNvPr id="8784" name="Google Shape;8784;p106"/>
                    <p:cNvSpPr/>
                    <p:nvPr/>
                  </p:nvSpPr>
                  <p:spPr>
                    <a:xfrm>
                      <a:off x="6405320" y="3157415"/>
                      <a:ext cx="444723" cy="742536"/>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8785" name="Google Shape;8785;p106"/>
                    <p:cNvCxnSpPr/>
                    <p:nvPr/>
                  </p:nvCxnSpPr>
                  <p:spPr>
                    <a:xfrm flipH="1" rot="10800000">
                      <a:off x="6847057" y="3804392"/>
                      <a:ext cx="113419" cy="92425"/>
                    </a:xfrm>
                    <a:prstGeom prst="straightConnector1">
                      <a:avLst/>
                    </a:prstGeom>
                    <a:noFill/>
                    <a:ln cap="flat" cmpd="sng" w="9525">
                      <a:solidFill>
                        <a:schemeClr val="dk1"/>
                      </a:solidFill>
                      <a:prstDash val="solid"/>
                      <a:miter lim="800000"/>
                      <a:headEnd len="sm" w="sm" type="none"/>
                      <a:tailEnd len="sm" w="sm" type="none"/>
                    </a:ln>
                  </p:spPr>
                </p:cxnSp>
                <p:grpSp>
                  <p:nvGrpSpPr>
                    <p:cNvPr id="8786" name="Google Shape;8786;p106"/>
                    <p:cNvGrpSpPr/>
                    <p:nvPr/>
                  </p:nvGrpSpPr>
                  <p:grpSpPr>
                    <a:xfrm>
                      <a:off x="6399350" y="3137050"/>
                      <a:ext cx="561125" cy="92425"/>
                      <a:chOff x="6581076" y="2845711"/>
                      <a:chExt cx="561125" cy="92425"/>
                    </a:xfrm>
                  </p:grpSpPr>
                  <p:cxnSp>
                    <p:nvCxnSpPr>
                      <p:cNvPr id="8787" name="Google Shape;8787;p106"/>
                      <p:cNvCxnSpPr/>
                      <p:nvPr/>
                    </p:nvCxnSpPr>
                    <p:spPr>
                      <a:xfrm flipH="1" rot="10800000">
                        <a:off x="7028782" y="2845711"/>
                        <a:ext cx="113419" cy="92425"/>
                      </a:xfrm>
                      <a:prstGeom prst="straightConnector1">
                        <a:avLst/>
                      </a:prstGeom>
                      <a:noFill/>
                      <a:ln cap="flat" cmpd="sng" w="9525">
                        <a:solidFill>
                          <a:schemeClr val="dk1"/>
                        </a:solidFill>
                        <a:prstDash val="solid"/>
                        <a:miter lim="800000"/>
                        <a:headEnd len="sm" w="sm" type="none"/>
                        <a:tailEnd len="sm" w="sm" type="none"/>
                      </a:ln>
                    </p:spPr>
                  </p:cxnSp>
                  <p:cxnSp>
                    <p:nvCxnSpPr>
                      <p:cNvPr id="8788" name="Google Shape;8788;p106"/>
                      <p:cNvCxnSpPr/>
                      <p:nvPr/>
                    </p:nvCxnSpPr>
                    <p:spPr>
                      <a:xfrm>
                        <a:off x="6581076" y="2938136"/>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8789" name="Google Shape;8789;p106"/>
                    <p:cNvGrpSpPr/>
                    <p:nvPr/>
                  </p:nvGrpSpPr>
                  <p:grpSpPr>
                    <a:xfrm>
                      <a:off x="6399351" y="3202845"/>
                      <a:ext cx="567094" cy="89292"/>
                      <a:chOff x="6581557" y="2845642"/>
                      <a:chExt cx="567094" cy="89292"/>
                    </a:xfrm>
                  </p:grpSpPr>
                  <p:cxnSp>
                    <p:nvCxnSpPr>
                      <p:cNvPr id="8790" name="Google Shape;8790;p106"/>
                      <p:cNvCxnSpPr/>
                      <p:nvPr/>
                    </p:nvCxnSpPr>
                    <p:spPr>
                      <a:xfrm flipH="1" rot="10800000">
                        <a:off x="7029263" y="2845642"/>
                        <a:ext cx="119388" cy="89292"/>
                      </a:xfrm>
                      <a:prstGeom prst="straightConnector1">
                        <a:avLst/>
                      </a:prstGeom>
                      <a:noFill/>
                      <a:ln cap="flat" cmpd="sng" w="9525">
                        <a:solidFill>
                          <a:schemeClr val="dk1"/>
                        </a:solidFill>
                        <a:prstDash val="solid"/>
                        <a:miter lim="800000"/>
                        <a:headEnd len="sm" w="sm" type="none"/>
                        <a:tailEnd len="sm" w="sm" type="none"/>
                      </a:ln>
                    </p:spPr>
                  </p:cxnSp>
                  <p:cxnSp>
                    <p:nvCxnSpPr>
                      <p:cNvPr id="8791" name="Google Shape;8791;p106"/>
                      <p:cNvCxnSpPr/>
                      <p:nvPr/>
                    </p:nvCxnSpPr>
                    <p:spPr>
                      <a:xfrm>
                        <a:off x="6581557" y="2934934"/>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8792" name="Google Shape;8792;p106"/>
                    <p:cNvGrpSpPr/>
                    <p:nvPr/>
                  </p:nvGrpSpPr>
                  <p:grpSpPr>
                    <a:xfrm>
                      <a:off x="6399350" y="3268639"/>
                      <a:ext cx="558142" cy="89292"/>
                      <a:chOff x="6582036" y="2845572"/>
                      <a:chExt cx="558142" cy="89292"/>
                    </a:xfrm>
                  </p:grpSpPr>
                  <p:cxnSp>
                    <p:nvCxnSpPr>
                      <p:cNvPr id="8793" name="Google Shape;8793;p106"/>
                      <p:cNvCxnSpPr/>
                      <p:nvPr/>
                    </p:nvCxnSpPr>
                    <p:spPr>
                      <a:xfrm flipH="1" rot="10800000">
                        <a:off x="7026759" y="2845572"/>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8794" name="Google Shape;8794;p106"/>
                      <p:cNvCxnSpPr/>
                      <p:nvPr/>
                    </p:nvCxnSpPr>
                    <p:spPr>
                      <a:xfrm>
                        <a:off x="6582036" y="293486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8795" name="Google Shape;8795;p106"/>
                    <p:cNvGrpSpPr/>
                    <p:nvPr/>
                  </p:nvGrpSpPr>
                  <p:grpSpPr>
                    <a:xfrm>
                      <a:off x="6399350" y="3334433"/>
                      <a:ext cx="558141" cy="89292"/>
                      <a:chOff x="6582516" y="2845502"/>
                      <a:chExt cx="558141" cy="89292"/>
                    </a:xfrm>
                  </p:grpSpPr>
                  <p:cxnSp>
                    <p:nvCxnSpPr>
                      <p:cNvPr id="8796" name="Google Shape;8796;p106"/>
                      <p:cNvCxnSpPr/>
                      <p:nvPr/>
                    </p:nvCxnSpPr>
                    <p:spPr>
                      <a:xfrm flipH="1" rot="10800000">
                        <a:off x="7027238" y="2845502"/>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8797" name="Google Shape;8797;p106"/>
                      <p:cNvCxnSpPr/>
                      <p:nvPr/>
                    </p:nvCxnSpPr>
                    <p:spPr>
                      <a:xfrm>
                        <a:off x="6582516" y="293479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8798" name="Google Shape;8798;p106"/>
                    <p:cNvGrpSpPr/>
                    <p:nvPr/>
                  </p:nvGrpSpPr>
                  <p:grpSpPr>
                    <a:xfrm>
                      <a:off x="6399349" y="3400228"/>
                      <a:ext cx="558142" cy="89292"/>
                      <a:chOff x="6582995" y="2845433"/>
                      <a:chExt cx="558142" cy="89292"/>
                    </a:xfrm>
                  </p:grpSpPr>
                  <p:cxnSp>
                    <p:nvCxnSpPr>
                      <p:cNvPr id="8799" name="Google Shape;8799;p106"/>
                      <p:cNvCxnSpPr/>
                      <p:nvPr/>
                    </p:nvCxnSpPr>
                    <p:spPr>
                      <a:xfrm flipH="1" rot="10800000">
                        <a:off x="7027718" y="2845433"/>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8800" name="Google Shape;8800;p106"/>
                      <p:cNvCxnSpPr/>
                      <p:nvPr/>
                    </p:nvCxnSpPr>
                    <p:spPr>
                      <a:xfrm>
                        <a:off x="6582995" y="293472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8801" name="Google Shape;8801;p106"/>
                    <p:cNvGrpSpPr/>
                    <p:nvPr/>
                  </p:nvGrpSpPr>
                  <p:grpSpPr>
                    <a:xfrm>
                      <a:off x="6399351" y="3466022"/>
                      <a:ext cx="558141" cy="93992"/>
                      <a:chOff x="6583477" y="2845363"/>
                      <a:chExt cx="558141" cy="93992"/>
                    </a:xfrm>
                  </p:grpSpPr>
                  <p:cxnSp>
                    <p:nvCxnSpPr>
                      <p:cNvPr id="8802" name="Google Shape;8802;p106"/>
                      <p:cNvCxnSpPr/>
                      <p:nvPr/>
                    </p:nvCxnSpPr>
                    <p:spPr>
                      <a:xfrm flipH="1" rot="10800000">
                        <a:off x="7028199" y="2845363"/>
                        <a:ext cx="113419" cy="93992"/>
                      </a:xfrm>
                      <a:prstGeom prst="straightConnector1">
                        <a:avLst/>
                      </a:prstGeom>
                      <a:noFill/>
                      <a:ln cap="flat" cmpd="sng" w="9525">
                        <a:solidFill>
                          <a:schemeClr val="dk1"/>
                        </a:solidFill>
                        <a:prstDash val="solid"/>
                        <a:miter lim="800000"/>
                        <a:headEnd len="sm" w="sm" type="none"/>
                        <a:tailEnd len="sm" w="sm" type="none"/>
                      </a:ln>
                    </p:spPr>
                  </p:cxnSp>
                  <p:cxnSp>
                    <p:nvCxnSpPr>
                      <p:cNvPr id="8803" name="Google Shape;8803;p106"/>
                      <p:cNvCxnSpPr/>
                      <p:nvPr/>
                    </p:nvCxnSpPr>
                    <p:spPr>
                      <a:xfrm>
                        <a:off x="6583477" y="2939355"/>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8804" name="Google Shape;8804;p106"/>
                    <p:cNvGrpSpPr/>
                    <p:nvPr/>
                  </p:nvGrpSpPr>
                  <p:grpSpPr>
                    <a:xfrm>
                      <a:off x="6396366" y="3528683"/>
                      <a:ext cx="561126" cy="97125"/>
                      <a:chOff x="6580972" y="2842160"/>
                      <a:chExt cx="561126" cy="97125"/>
                    </a:xfrm>
                  </p:grpSpPr>
                  <p:cxnSp>
                    <p:nvCxnSpPr>
                      <p:cNvPr id="8805" name="Google Shape;8805;p106"/>
                      <p:cNvCxnSpPr/>
                      <p:nvPr/>
                    </p:nvCxnSpPr>
                    <p:spPr>
                      <a:xfrm flipH="1" rot="10800000">
                        <a:off x="7028679" y="2842160"/>
                        <a:ext cx="113419" cy="97125"/>
                      </a:xfrm>
                      <a:prstGeom prst="straightConnector1">
                        <a:avLst/>
                      </a:prstGeom>
                      <a:noFill/>
                      <a:ln cap="flat" cmpd="sng" w="9525">
                        <a:solidFill>
                          <a:schemeClr val="dk1"/>
                        </a:solidFill>
                        <a:prstDash val="solid"/>
                        <a:miter lim="800000"/>
                        <a:headEnd len="sm" w="sm" type="none"/>
                        <a:tailEnd len="sm" w="sm" type="none"/>
                      </a:ln>
                    </p:spPr>
                  </p:cxnSp>
                  <p:cxnSp>
                    <p:nvCxnSpPr>
                      <p:cNvPr id="8806" name="Google Shape;8806;p106"/>
                      <p:cNvCxnSpPr/>
                      <p:nvPr/>
                    </p:nvCxnSpPr>
                    <p:spPr>
                      <a:xfrm>
                        <a:off x="6580972" y="2939284"/>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8807" name="Google Shape;8807;p106"/>
                    <p:cNvGrpSpPr/>
                    <p:nvPr/>
                  </p:nvGrpSpPr>
                  <p:grpSpPr>
                    <a:xfrm>
                      <a:off x="6396366" y="3594477"/>
                      <a:ext cx="561125" cy="97125"/>
                      <a:chOff x="6581452" y="2842090"/>
                      <a:chExt cx="561125" cy="97125"/>
                    </a:xfrm>
                  </p:grpSpPr>
                  <p:cxnSp>
                    <p:nvCxnSpPr>
                      <p:cNvPr id="8808" name="Google Shape;8808;p106"/>
                      <p:cNvCxnSpPr/>
                      <p:nvPr/>
                    </p:nvCxnSpPr>
                    <p:spPr>
                      <a:xfrm flipH="1" rot="10800000">
                        <a:off x="7029158" y="2842090"/>
                        <a:ext cx="113419" cy="97125"/>
                      </a:xfrm>
                      <a:prstGeom prst="straightConnector1">
                        <a:avLst/>
                      </a:prstGeom>
                      <a:noFill/>
                      <a:ln cap="flat" cmpd="sng" w="9525">
                        <a:solidFill>
                          <a:schemeClr val="dk1"/>
                        </a:solidFill>
                        <a:prstDash val="solid"/>
                        <a:miter lim="800000"/>
                        <a:headEnd len="sm" w="sm" type="none"/>
                        <a:tailEnd len="sm" w="sm" type="none"/>
                      </a:ln>
                    </p:spPr>
                  </p:cxnSp>
                  <p:cxnSp>
                    <p:nvCxnSpPr>
                      <p:cNvPr id="8809" name="Google Shape;8809;p106"/>
                      <p:cNvCxnSpPr/>
                      <p:nvPr/>
                    </p:nvCxnSpPr>
                    <p:spPr>
                      <a:xfrm>
                        <a:off x="6581452" y="2939215"/>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8810" name="Google Shape;8810;p106"/>
                    <p:cNvGrpSpPr/>
                    <p:nvPr/>
                  </p:nvGrpSpPr>
                  <p:grpSpPr>
                    <a:xfrm>
                      <a:off x="6396367" y="3664970"/>
                      <a:ext cx="558140" cy="92426"/>
                      <a:chOff x="6581933" y="2846719"/>
                      <a:chExt cx="558140" cy="92426"/>
                    </a:xfrm>
                  </p:grpSpPr>
                  <p:cxnSp>
                    <p:nvCxnSpPr>
                      <p:cNvPr id="8811" name="Google Shape;8811;p106"/>
                      <p:cNvCxnSpPr/>
                      <p:nvPr/>
                    </p:nvCxnSpPr>
                    <p:spPr>
                      <a:xfrm flipH="1" rot="10800000">
                        <a:off x="7026654" y="2846719"/>
                        <a:ext cx="113419" cy="92426"/>
                      </a:xfrm>
                      <a:prstGeom prst="straightConnector1">
                        <a:avLst/>
                      </a:prstGeom>
                      <a:noFill/>
                      <a:ln cap="flat" cmpd="sng" w="9525">
                        <a:solidFill>
                          <a:schemeClr val="dk1"/>
                        </a:solidFill>
                        <a:prstDash val="solid"/>
                        <a:miter lim="800000"/>
                        <a:headEnd len="sm" w="sm" type="none"/>
                        <a:tailEnd len="sm" w="sm" type="none"/>
                      </a:ln>
                    </p:spPr>
                  </p:cxnSp>
                  <p:cxnSp>
                    <p:nvCxnSpPr>
                      <p:cNvPr id="8812" name="Google Shape;8812;p106"/>
                      <p:cNvCxnSpPr/>
                      <p:nvPr/>
                    </p:nvCxnSpPr>
                    <p:spPr>
                      <a:xfrm>
                        <a:off x="6581933" y="2939145"/>
                        <a:ext cx="450690" cy="0"/>
                      </a:xfrm>
                      <a:prstGeom prst="straightConnector1">
                        <a:avLst/>
                      </a:prstGeom>
                      <a:noFill/>
                      <a:ln cap="flat" cmpd="sng" w="9525">
                        <a:solidFill>
                          <a:schemeClr val="dk1"/>
                        </a:solidFill>
                        <a:prstDash val="solid"/>
                        <a:miter lim="800000"/>
                        <a:headEnd len="sm" w="sm" type="none"/>
                        <a:tailEnd len="sm" w="sm" type="none"/>
                      </a:ln>
                    </p:spPr>
                  </p:cxnSp>
                </p:grpSp>
                <p:grpSp>
                  <p:nvGrpSpPr>
                    <p:cNvPr id="8813" name="Google Shape;8813;p106"/>
                    <p:cNvGrpSpPr/>
                    <p:nvPr/>
                  </p:nvGrpSpPr>
                  <p:grpSpPr>
                    <a:xfrm>
                      <a:off x="6396367" y="3730765"/>
                      <a:ext cx="558139" cy="92426"/>
                      <a:chOff x="6582413" y="2846650"/>
                      <a:chExt cx="558139" cy="92426"/>
                    </a:xfrm>
                  </p:grpSpPr>
                  <p:cxnSp>
                    <p:nvCxnSpPr>
                      <p:cNvPr id="8814" name="Google Shape;8814;p106"/>
                      <p:cNvCxnSpPr/>
                      <p:nvPr/>
                    </p:nvCxnSpPr>
                    <p:spPr>
                      <a:xfrm flipH="1" rot="10800000">
                        <a:off x="7027133" y="2846650"/>
                        <a:ext cx="113419" cy="92426"/>
                      </a:xfrm>
                      <a:prstGeom prst="straightConnector1">
                        <a:avLst/>
                      </a:prstGeom>
                      <a:noFill/>
                      <a:ln cap="flat" cmpd="sng" w="9525">
                        <a:solidFill>
                          <a:schemeClr val="dk1"/>
                        </a:solidFill>
                        <a:prstDash val="solid"/>
                        <a:miter lim="800000"/>
                        <a:headEnd len="sm" w="sm" type="none"/>
                        <a:tailEnd len="sm" w="sm" type="none"/>
                      </a:ln>
                    </p:spPr>
                  </p:cxnSp>
                  <p:cxnSp>
                    <p:nvCxnSpPr>
                      <p:cNvPr id="8815" name="Google Shape;8815;p106"/>
                      <p:cNvCxnSpPr/>
                      <p:nvPr/>
                    </p:nvCxnSpPr>
                    <p:spPr>
                      <a:xfrm>
                        <a:off x="6582413" y="2939076"/>
                        <a:ext cx="450690" cy="0"/>
                      </a:xfrm>
                      <a:prstGeom prst="straightConnector1">
                        <a:avLst/>
                      </a:prstGeom>
                      <a:noFill/>
                      <a:ln cap="flat" cmpd="sng" w="9525">
                        <a:solidFill>
                          <a:schemeClr val="dk1"/>
                        </a:solidFill>
                        <a:prstDash val="solid"/>
                        <a:miter lim="800000"/>
                        <a:headEnd len="sm" w="sm" type="none"/>
                        <a:tailEnd len="sm" w="sm" type="none"/>
                      </a:ln>
                    </p:spPr>
                  </p:cxnSp>
                </p:grpSp>
              </p:grpSp>
              <p:cxnSp>
                <p:nvCxnSpPr>
                  <p:cNvPr id="8816" name="Google Shape;8816;p106"/>
                  <p:cNvCxnSpPr/>
                  <p:nvPr/>
                </p:nvCxnSpPr>
                <p:spPr>
                  <a:xfrm flipH="1">
                    <a:off x="6685171" y="4525377"/>
                    <a:ext cx="4763" cy="855662"/>
                  </a:xfrm>
                  <a:prstGeom prst="straightConnector1">
                    <a:avLst/>
                  </a:prstGeom>
                  <a:noFill/>
                  <a:ln cap="flat" cmpd="sng" w="25400">
                    <a:solidFill>
                      <a:schemeClr val="dk1"/>
                    </a:solidFill>
                    <a:prstDash val="solid"/>
                    <a:miter lim="800000"/>
                    <a:headEnd len="sm" w="sm" type="none"/>
                    <a:tailEnd len="sm" w="sm" type="none"/>
                  </a:ln>
                </p:spPr>
              </p:cxnSp>
              <p:cxnSp>
                <p:nvCxnSpPr>
                  <p:cNvPr id="8817" name="Google Shape;8817;p106"/>
                  <p:cNvCxnSpPr/>
                  <p:nvPr/>
                </p:nvCxnSpPr>
                <p:spPr>
                  <a:xfrm>
                    <a:off x="6632784" y="4706352"/>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818" name="Google Shape;8818;p106"/>
                  <p:cNvCxnSpPr/>
                  <p:nvPr/>
                </p:nvCxnSpPr>
                <p:spPr>
                  <a:xfrm>
                    <a:off x="6631196" y="4771439"/>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819" name="Google Shape;8819;p106"/>
                  <p:cNvCxnSpPr/>
                  <p:nvPr/>
                </p:nvCxnSpPr>
                <p:spPr>
                  <a:xfrm>
                    <a:off x="6631196" y="4849227"/>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820" name="Google Shape;8820;p106"/>
                  <p:cNvCxnSpPr/>
                  <p:nvPr/>
                </p:nvCxnSpPr>
                <p:spPr>
                  <a:xfrm>
                    <a:off x="6629609" y="4914314"/>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821" name="Google Shape;8821;p106"/>
                  <p:cNvCxnSpPr/>
                  <p:nvPr/>
                </p:nvCxnSpPr>
                <p:spPr>
                  <a:xfrm>
                    <a:off x="6628021" y="4976227"/>
                    <a:ext cx="60325" cy="0"/>
                  </a:xfrm>
                  <a:prstGeom prst="straightConnector1">
                    <a:avLst/>
                  </a:prstGeom>
                  <a:noFill/>
                  <a:ln cap="flat" cmpd="sng" w="9525">
                    <a:solidFill>
                      <a:schemeClr val="dk1"/>
                    </a:solidFill>
                    <a:prstDash val="solid"/>
                    <a:miter lim="800000"/>
                    <a:headEnd len="sm" w="sm" type="none"/>
                    <a:tailEnd len="sm" w="sm" type="none"/>
                  </a:ln>
                </p:spPr>
              </p:cxnSp>
              <p:cxnSp>
                <p:nvCxnSpPr>
                  <p:cNvPr id="8822" name="Google Shape;8822;p106"/>
                  <p:cNvCxnSpPr/>
                  <p:nvPr/>
                </p:nvCxnSpPr>
                <p:spPr>
                  <a:xfrm>
                    <a:off x="6628021" y="5044489"/>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823" name="Google Shape;8823;p106"/>
                  <p:cNvCxnSpPr/>
                  <p:nvPr/>
                </p:nvCxnSpPr>
                <p:spPr>
                  <a:xfrm>
                    <a:off x="6626434" y="511433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824" name="Google Shape;8824;p106"/>
                  <p:cNvCxnSpPr/>
                  <p:nvPr/>
                </p:nvCxnSpPr>
                <p:spPr>
                  <a:xfrm>
                    <a:off x="6629609" y="518418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825" name="Google Shape;8825;p106"/>
                  <p:cNvCxnSpPr/>
                  <p:nvPr/>
                </p:nvCxnSpPr>
                <p:spPr>
                  <a:xfrm>
                    <a:off x="6631196" y="5252452"/>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826" name="Google Shape;8826;p106"/>
                  <p:cNvCxnSpPr/>
                  <p:nvPr/>
                </p:nvCxnSpPr>
                <p:spPr>
                  <a:xfrm>
                    <a:off x="6631196" y="5322302"/>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827" name="Google Shape;8827;p106"/>
                  <p:cNvCxnSpPr/>
                  <p:nvPr/>
                </p:nvCxnSpPr>
                <p:spPr>
                  <a:xfrm>
                    <a:off x="6632784" y="538738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828" name="Google Shape;8828;p106"/>
                  <p:cNvCxnSpPr/>
                  <p:nvPr/>
                </p:nvCxnSpPr>
                <p:spPr>
                  <a:xfrm rot="10800000">
                    <a:off x="6632784" y="4531727"/>
                    <a:ext cx="58737" cy="0"/>
                  </a:xfrm>
                  <a:prstGeom prst="straightConnector1">
                    <a:avLst/>
                  </a:prstGeom>
                  <a:noFill/>
                  <a:ln cap="flat" cmpd="sng" w="22225">
                    <a:solidFill>
                      <a:schemeClr val="dk1"/>
                    </a:solidFill>
                    <a:prstDash val="solid"/>
                    <a:miter lim="800000"/>
                    <a:headEnd len="sm" w="sm" type="none"/>
                    <a:tailEnd len="sm" w="sm" type="none"/>
                  </a:ln>
                </p:spPr>
              </p:cxnSp>
              <p:grpSp>
                <p:nvGrpSpPr>
                  <p:cNvPr id="8829" name="Google Shape;8829;p106"/>
                  <p:cNvGrpSpPr/>
                  <p:nvPr/>
                </p:nvGrpSpPr>
                <p:grpSpPr>
                  <a:xfrm>
                    <a:off x="6434171" y="4488570"/>
                    <a:ext cx="224203" cy="179034"/>
                    <a:chOff x="3668110" y="2448910"/>
                    <a:chExt cx="3794234" cy="2165130"/>
                  </a:xfrm>
                </p:grpSpPr>
                <p:sp>
                  <p:nvSpPr>
                    <p:cNvPr id="8830" name="Google Shape;8830;p106"/>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31" name="Google Shape;8831;p106"/>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8832" name="Google Shape;8832;p106"/>
                    <p:cNvGrpSpPr/>
                    <p:nvPr/>
                  </p:nvGrpSpPr>
                  <p:grpSpPr>
                    <a:xfrm>
                      <a:off x="3941378" y="2603243"/>
                      <a:ext cx="3202061" cy="1066110"/>
                      <a:chOff x="7939341" y="3037317"/>
                      <a:chExt cx="897649" cy="353919"/>
                    </a:xfrm>
                  </p:grpSpPr>
                  <p:sp>
                    <p:nvSpPr>
                      <p:cNvPr id="8717" name="Google Shape;8717;p106"/>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33" name="Google Shape;8833;p106"/>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34" name="Google Shape;8834;p106"/>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35" name="Google Shape;8835;p106"/>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nvGrpSpPr>
                <p:cNvPr id="8836" name="Google Shape;8836;p106"/>
                <p:cNvGrpSpPr/>
                <p:nvPr/>
              </p:nvGrpSpPr>
              <p:grpSpPr>
                <a:xfrm>
                  <a:off x="7734734" y="4641605"/>
                  <a:ext cx="267206" cy="997245"/>
                  <a:chOff x="6424315" y="4488570"/>
                  <a:chExt cx="267206" cy="997245"/>
                </a:xfrm>
              </p:grpSpPr>
              <p:grpSp>
                <p:nvGrpSpPr>
                  <p:cNvPr id="8837" name="Google Shape;8837;p106"/>
                  <p:cNvGrpSpPr/>
                  <p:nvPr/>
                </p:nvGrpSpPr>
                <p:grpSpPr>
                  <a:xfrm>
                    <a:off x="6424315" y="4636502"/>
                    <a:ext cx="237939" cy="849312"/>
                    <a:chOff x="6396366" y="3061857"/>
                    <a:chExt cx="570079" cy="838094"/>
                  </a:xfrm>
                </p:grpSpPr>
                <p:sp>
                  <p:nvSpPr>
                    <p:cNvPr id="8838" name="Google Shape;8838;p106"/>
                    <p:cNvSpPr/>
                    <p:nvPr/>
                  </p:nvSpPr>
                  <p:spPr>
                    <a:xfrm>
                      <a:off x="6509786" y="3061857"/>
                      <a:ext cx="447707" cy="742536"/>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8839" name="Google Shape;8839;p106"/>
                    <p:cNvCxnSpPr/>
                    <p:nvPr/>
                  </p:nvCxnSpPr>
                  <p:spPr>
                    <a:xfrm flipH="1" rot="10800000">
                      <a:off x="6847057" y="3061857"/>
                      <a:ext cx="113419" cy="92425"/>
                    </a:xfrm>
                    <a:prstGeom prst="straightConnector1">
                      <a:avLst/>
                    </a:prstGeom>
                    <a:noFill/>
                    <a:ln cap="flat" cmpd="sng" w="9525">
                      <a:solidFill>
                        <a:schemeClr val="dk1"/>
                      </a:solidFill>
                      <a:prstDash val="solid"/>
                      <a:miter lim="800000"/>
                      <a:headEnd len="sm" w="sm" type="none"/>
                      <a:tailEnd len="sm" w="sm" type="none"/>
                    </a:ln>
                  </p:spPr>
                </p:cxnSp>
                <p:sp>
                  <p:nvSpPr>
                    <p:cNvPr id="8840" name="Google Shape;8840;p106"/>
                    <p:cNvSpPr/>
                    <p:nvPr/>
                  </p:nvSpPr>
                  <p:spPr>
                    <a:xfrm>
                      <a:off x="6476953" y="3071256"/>
                      <a:ext cx="131327" cy="1159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8841" name="Google Shape;8841;p106"/>
                    <p:cNvCxnSpPr/>
                    <p:nvPr/>
                  </p:nvCxnSpPr>
                  <p:spPr>
                    <a:xfrm flipH="1" rot="10800000">
                      <a:off x="6396367" y="3061857"/>
                      <a:ext cx="113419" cy="92425"/>
                    </a:xfrm>
                    <a:prstGeom prst="straightConnector1">
                      <a:avLst/>
                    </a:prstGeom>
                    <a:noFill/>
                    <a:ln cap="flat" cmpd="sng" w="9525">
                      <a:solidFill>
                        <a:schemeClr val="dk1"/>
                      </a:solidFill>
                      <a:prstDash val="solid"/>
                      <a:miter lim="800000"/>
                      <a:headEnd len="sm" w="sm" type="none"/>
                      <a:tailEnd len="sm" w="sm" type="none"/>
                    </a:ln>
                  </p:spPr>
                </p:cxnSp>
                <p:sp>
                  <p:nvSpPr>
                    <p:cNvPr id="8842" name="Google Shape;8842;p106"/>
                    <p:cNvSpPr/>
                    <p:nvPr/>
                  </p:nvSpPr>
                  <p:spPr>
                    <a:xfrm>
                      <a:off x="6817210" y="3702567"/>
                      <a:ext cx="131327" cy="1159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sp>
                  <p:nvSpPr>
                    <p:cNvPr id="8843" name="Google Shape;8843;p106"/>
                    <p:cNvSpPr/>
                    <p:nvPr/>
                  </p:nvSpPr>
                  <p:spPr>
                    <a:xfrm>
                      <a:off x="6405320" y="3157415"/>
                      <a:ext cx="444723" cy="742536"/>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a:solidFill>
                          <a:srgbClr val="FFFFFF"/>
                        </a:solidFill>
                        <a:latin typeface="Calibri"/>
                        <a:ea typeface="Calibri"/>
                        <a:cs typeface="Calibri"/>
                        <a:sym typeface="Calibri"/>
                      </a:endParaRPr>
                    </a:p>
                  </p:txBody>
                </p:sp>
                <p:cxnSp>
                  <p:nvCxnSpPr>
                    <p:cNvPr id="8844" name="Google Shape;8844;p106"/>
                    <p:cNvCxnSpPr/>
                    <p:nvPr/>
                  </p:nvCxnSpPr>
                  <p:spPr>
                    <a:xfrm flipH="1" rot="10800000">
                      <a:off x="6847057" y="3804392"/>
                      <a:ext cx="113419" cy="92425"/>
                    </a:xfrm>
                    <a:prstGeom prst="straightConnector1">
                      <a:avLst/>
                    </a:prstGeom>
                    <a:noFill/>
                    <a:ln cap="flat" cmpd="sng" w="9525">
                      <a:solidFill>
                        <a:schemeClr val="dk1"/>
                      </a:solidFill>
                      <a:prstDash val="solid"/>
                      <a:miter lim="800000"/>
                      <a:headEnd len="sm" w="sm" type="none"/>
                      <a:tailEnd len="sm" w="sm" type="none"/>
                    </a:ln>
                  </p:spPr>
                </p:cxnSp>
                <p:grpSp>
                  <p:nvGrpSpPr>
                    <p:cNvPr id="8845" name="Google Shape;8845;p106"/>
                    <p:cNvGrpSpPr/>
                    <p:nvPr/>
                  </p:nvGrpSpPr>
                  <p:grpSpPr>
                    <a:xfrm>
                      <a:off x="6399350" y="3137050"/>
                      <a:ext cx="561125" cy="92425"/>
                      <a:chOff x="6581076" y="2845711"/>
                      <a:chExt cx="561125" cy="92425"/>
                    </a:xfrm>
                  </p:grpSpPr>
                  <p:cxnSp>
                    <p:nvCxnSpPr>
                      <p:cNvPr id="8846" name="Google Shape;8846;p106"/>
                      <p:cNvCxnSpPr/>
                      <p:nvPr/>
                    </p:nvCxnSpPr>
                    <p:spPr>
                      <a:xfrm flipH="1" rot="10800000">
                        <a:off x="7028782" y="2845711"/>
                        <a:ext cx="113419" cy="92425"/>
                      </a:xfrm>
                      <a:prstGeom prst="straightConnector1">
                        <a:avLst/>
                      </a:prstGeom>
                      <a:noFill/>
                      <a:ln cap="flat" cmpd="sng" w="9525">
                        <a:solidFill>
                          <a:schemeClr val="dk1"/>
                        </a:solidFill>
                        <a:prstDash val="solid"/>
                        <a:miter lim="800000"/>
                        <a:headEnd len="sm" w="sm" type="none"/>
                        <a:tailEnd len="sm" w="sm" type="none"/>
                      </a:ln>
                    </p:spPr>
                  </p:cxnSp>
                  <p:cxnSp>
                    <p:nvCxnSpPr>
                      <p:cNvPr id="8847" name="Google Shape;8847;p106"/>
                      <p:cNvCxnSpPr/>
                      <p:nvPr/>
                    </p:nvCxnSpPr>
                    <p:spPr>
                      <a:xfrm>
                        <a:off x="6581076" y="2938136"/>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8848" name="Google Shape;8848;p106"/>
                    <p:cNvGrpSpPr/>
                    <p:nvPr/>
                  </p:nvGrpSpPr>
                  <p:grpSpPr>
                    <a:xfrm>
                      <a:off x="6399351" y="3202845"/>
                      <a:ext cx="567094" cy="89292"/>
                      <a:chOff x="6581557" y="2845642"/>
                      <a:chExt cx="567094" cy="89292"/>
                    </a:xfrm>
                  </p:grpSpPr>
                  <p:cxnSp>
                    <p:nvCxnSpPr>
                      <p:cNvPr id="8849" name="Google Shape;8849;p106"/>
                      <p:cNvCxnSpPr/>
                      <p:nvPr/>
                    </p:nvCxnSpPr>
                    <p:spPr>
                      <a:xfrm flipH="1" rot="10800000">
                        <a:off x="7029263" y="2845642"/>
                        <a:ext cx="119388" cy="89292"/>
                      </a:xfrm>
                      <a:prstGeom prst="straightConnector1">
                        <a:avLst/>
                      </a:prstGeom>
                      <a:noFill/>
                      <a:ln cap="flat" cmpd="sng" w="9525">
                        <a:solidFill>
                          <a:schemeClr val="dk1"/>
                        </a:solidFill>
                        <a:prstDash val="solid"/>
                        <a:miter lim="800000"/>
                        <a:headEnd len="sm" w="sm" type="none"/>
                        <a:tailEnd len="sm" w="sm" type="none"/>
                      </a:ln>
                    </p:spPr>
                  </p:cxnSp>
                  <p:cxnSp>
                    <p:nvCxnSpPr>
                      <p:cNvPr id="8850" name="Google Shape;8850;p106"/>
                      <p:cNvCxnSpPr/>
                      <p:nvPr/>
                    </p:nvCxnSpPr>
                    <p:spPr>
                      <a:xfrm>
                        <a:off x="6581557" y="2934934"/>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8851" name="Google Shape;8851;p106"/>
                    <p:cNvGrpSpPr/>
                    <p:nvPr/>
                  </p:nvGrpSpPr>
                  <p:grpSpPr>
                    <a:xfrm>
                      <a:off x="6399350" y="3268639"/>
                      <a:ext cx="558142" cy="89292"/>
                      <a:chOff x="6582036" y="2845572"/>
                      <a:chExt cx="558142" cy="89292"/>
                    </a:xfrm>
                  </p:grpSpPr>
                  <p:cxnSp>
                    <p:nvCxnSpPr>
                      <p:cNvPr id="8852" name="Google Shape;8852;p106"/>
                      <p:cNvCxnSpPr/>
                      <p:nvPr/>
                    </p:nvCxnSpPr>
                    <p:spPr>
                      <a:xfrm flipH="1" rot="10800000">
                        <a:off x="7026759" y="2845572"/>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8853" name="Google Shape;8853;p106"/>
                      <p:cNvCxnSpPr/>
                      <p:nvPr/>
                    </p:nvCxnSpPr>
                    <p:spPr>
                      <a:xfrm>
                        <a:off x="6582036" y="293486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8854" name="Google Shape;8854;p106"/>
                    <p:cNvGrpSpPr/>
                    <p:nvPr/>
                  </p:nvGrpSpPr>
                  <p:grpSpPr>
                    <a:xfrm>
                      <a:off x="6399350" y="3334433"/>
                      <a:ext cx="558141" cy="89292"/>
                      <a:chOff x="6582516" y="2845502"/>
                      <a:chExt cx="558141" cy="89292"/>
                    </a:xfrm>
                  </p:grpSpPr>
                  <p:cxnSp>
                    <p:nvCxnSpPr>
                      <p:cNvPr id="8855" name="Google Shape;8855;p106"/>
                      <p:cNvCxnSpPr/>
                      <p:nvPr/>
                    </p:nvCxnSpPr>
                    <p:spPr>
                      <a:xfrm flipH="1" rot="10800000">
                        <a:off x="7027238" y="2845502"/>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8856" name="Google Shape;8856;p106"/>
                      <p:cNvCxnSpPr/>
                      <p:nvPr/>
                    </p:nvCxnSpPr>
                    <p:spPr>
                      <a:xfrm>
                        <a:off x="6582516" y="293479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8857" name="Google Shape;8857;p106"/>
                    <p:cNvGrpSpPr/>
                    <p:nvPr/>
                  </p:nvGrpSpPr>
                  <p:grpSpPr>
                    <a:xfrm>
                      <a:off x="6399349" y="3400228"/>
                      <a:ext cx="558142" cy="89292"/>
                      <a:chOff x="6582995" y="2845433"/>
                      <a:chExt cx="558142" cy="89292"/>
                    </a:xfrm>
                  </p:grpSpPr>
                  <p:cxnSp>
                    <p:nvCxnSpPr>
                      <p:cNvPr id="8858" name="Google Shape;8858;p106"/>
                      <p:cNvCxnSpPr/>
                      <p:nvPr/>
                    </p:nvCxnSpPr>
                    <p:spPr>
                      <a:xfrm flipH="1" rot="10800000">
                        <a:off x="7027718" y="2845433"/>
                        <a:ext cx="113419" cy="89292"/>
                      </a:xfrm>
                      <a:prstGeom prst="straightConnector1">
                        <a:avLst/>
                      </a:prstGeom>
                      <a:noFill/>
                      <a:ln cap="flat" cmpd="sng" w="9525">
                        <a:solidFill>
                          <a:schemeClr val="dk1"/>
                        </a:solidFill>
                        <a:prstDash val="solid"/>
                        <a:miter lim="800000"/>
                        <a:headEnd len="sm" w="sm" type="none"/>
                        <a:tailEnd len="sm" w="sm" type="none"/>
                      </a:ln>
                    </p:spPr>
                  </p:cxnSp>
                  <p:cxnSp>
                    <p:nvCxnSpPr>
                      <p:cNvPr id="8859" name="Google Shape;8859;p106"/>
                      <p:cNvCxnSpPr/>
                      <p:nvPr/>
                    </p:nvCxnSpPr>
                    <p:spPr>
                      <a:xfrm>
                        <a:off x="6582995" y="2934724"/>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8860" name="Google Shape;8860;p106"/>
                    <p:cNvGrpSpPr/>
                    <p:nvPr/>
                  </p:nvGrpSpPr>
                  <p:grpSpPr>
                    <a:xfrm>
                      <a:off x="6399351" y="3466022"/>
                      <a:ext cx="558141" cy="93992"/>
                      <a:chOff x="6583477" y="2845363"/>
                      <a:chExt cx="558141" cy="93992"/>
                    </a:xfrm>
                  </p:grpSpPr>
                  <p:cxnSp>
                    <p:nvCxnSpPr>
                      <p:cNvPr id="8861" name="Google Shape;8861;p106"/>
                      <p:cNvCxnSpPr/>
                      <p:nvPr/>
                    </p:nvCxnSpPr>
                    <p:spPr>
                      <a:xfrm flipH="1" rot="10800000">
                        <a:off x="7028199" y="2845363"/>
                        <a:ext cx="113419" cy="93992"/>
                      </a:xfrm>
                      <a:prstGeom prst="straightConnector1">
                        <a:avLst/>
                      </a:prstGeom>
                      <a:noFill/>
                      <a:ln cap="flat" cmpd="sng" w="9525">
                        <a:solidFill>
                          <a:schemeClr val="dk1"/>
                        </a:solidFill>
                        <a:prstDash val="solid"/>
                        <a:miter lim="800000"/>
                        <a:headEnd len="sm" w="sm" type="none"/>
                        <a:tailEnd len="sm" w="sm" type="none"/>
                      </a:ln>
                    </p:spPr>
                  </p:cxnSp>
                  <p:cxnSp>
                    <p:nvCxnSpPr>
                      <p:cNvPr id="8862" name="Google Shape;8862;p106"/>
                      <p:cNvCxnSpPr/>
                      <p:nvPr/>
                    </p:nvCxnSpPr>
                    <p:spPr>
                      <a:xfrm>
                        <a:off x="6583477" y="2939355"/>
                        <a:ext cx="450692" cy="0"/>
                      </a:xfrm>
                      <a:prstGeom prst="straightConnector1">
                        <a:avLst/>
                      </a:prstGeom>
                      <a:noFill/>
                      <a:ln cap="flat" cmpd="sng" w="9525">
                        <a:solidFill>
                          <a:schemeClr val="dk1"/>
                        </a:solidFill>
                        <a:prstDash val="solid"/>
                        <a:miter lim="800000"/>
                        <a:headEnd len="sm" w="sm" type="none"/>
                        <a:tailEnd len="sm" w="sm" type="none"/>
                      </a:ln>
                    </p:spPr>
                  </p:cxnSp>
                </p:grpSp>
                <p:grpSp>
                  <p:nvGrpSpPr>
                    <p:cNvPr id="8863" name="Google Shape;8863;p106"/>
                    <p:cNvGrpSpPr/>
                    <p:nvPr/>
                  </p:nvGrpSpPr>
                  <p:grpSpPr>
                    <a:xfrm>
                      <a:off x="6396366" y="3528683"/>
                      <a:ext cx="561126" cy="97125"/>
                      <a:chOff x="6580972" y="2842160"/>
                      <a:chExt cx="561126" cy="97125"/>
                    </a:xfrm>
                  </p:grpSpPr>
                  <p:cxnSp>
                    <p:nvCxnSpPr>
                      <p:cNvPr id="8864" name="Google Shape;8864;p106"/>
                      <p:cNvCxnSpPr/>
                      <p:nvPr/>
                    </p:nvCxnSpPr>
                    <p:spPr>
                      <a:xfrm flipH="1" rot="10800000">
                        <a:off x="7028679" y="2842160"/>
                        <a:ext cx="113419" cy="97125"/>
                      </a:xfrm>
                      <a:prstGeom prst="straightConnector1">
                        <a:avLst/>
                      </a:prstGeom>
                      <a:noFill/>
                      <a:ln cap="flat" cmpd="sng" w="9525">
                        <a:solidFill>
                          <a:schemeClr val="dk1"/>
                        </a:solidFill>
                        <a:prstDash val="solid"/>
                        <a:miter lim="800000"/>
                        <a:headEnd len="sm" w="sm" type="none"/>
                        <a:tailEnd len="sm" w="sm" type="none"/>
                      </a:ln>
                    </p:spPr>
                  </p:cxnSp>
                  <p:cxnSp>
                    <p:nvCxnSpPr>
                      <p:cNvPr id="8865" name="Google Shape;8865;p106"/>
                      <p:cNvCxnSpPr/>
                      <p:nvPr/>
                    </p:nvCxnSpPr>
                    <p:spPr>
                      <a:xfrm>
                        <a:off x="6580972" y="2939284"/>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8866" name="Google Shape;8866;p106"/>
                    <p:cNvGrpSpPr/>
                    <p:nvPr/>
                  </p:nvGrpSpPr>
                  <p:grpSpPr>
                    <a:xfrm>
                      <a:off x="6396366" y="3594477"/>
                      <a:ext cx="561125" cy="97125"/>
                      <a:chOff x="6581452" y="2842090"/>
                      <a:chExt cx="561125" cy="97125"/>
                    </a:xfrm>
                  </p:grpSpPr>
                  <p:cxnSp>
                    <p:nvCxnSpPr>
                      <p:cNvPr id="8867" name="Google Shape;8867;p106"/>
                      <p:cNvCxnSpPr/>
                      <p:nvPr/>
                    </p:nvCxnSpPr>
                    <p:spPr>
                      <a:xfrm flipH="1" rot="10800000">
                        <a:off x="7029158" y="2842090"/>
                        <a:ext cx="113419" cy="97125"/>
                      </a:xfrm>
                      <a:prstGeom prst="straightConnector1">
                        <a:avLst/>
                      </a:prstGeom>
                      <a:noFill/>
                      <a:ln cap="flat" cmpd="sng" w="9525">
                        <a:solidFill>
                          <a:schemeClr val="dk1"/>
                        </a:solidFill>
                        <a:prstDash val="solid"/>
                        <a:miter lim="800000"/>
                        <a:headEnd len="sm" w="sm" type="none"/>
                        <a:tailEnd len="sm" w="sm" type="none"/>
                      </a:ln>
                    </p:spPr>
                  </p:cxnSp>
                  <p:cxnSp>
                    <p:nvCxnSpPr>
                      <p:cNvPr id="8868" name="Google Shape;8868;p106"/>
                      <p:cNvCxnSpPr/>
                      <p:nvPr/>
                    </p:nvCxnSpPr>
                    <p:spPr>
                      <a:xfrm>
                        <a:off x="6581452" y="2939215"/>
                        <a:ext cx="453676" cy="0"/>
                      </a:xfrm>
                      <a:prstGeom prst="straightConnector1">
                        <a:avLst/>
                      </a:prstGeom>
                      <a:noFill/>
                      <a:ln cap="flat" cmpd="sng" w="9525">
                        <a:solidFill>
                          <a:schemeClr val="dk1"/>
                        </a:solidFill>
                        <a:prstDash val="solid"/>
                        <a:miter lim="800000"/>
                        <a:headEnd len="sm" w="sm" type="none"/>
                        <a:tailEnd len="sm" w="sm" type="none"/>
                      </a:ln>
                    </p:spPr>
                  </p:cxnSp>
                </p:grpSp>
                <p:grpSp>
                  <p:nvGrpSpPr>
                    <p:cNvPr id="8869" name="Google Shape;8869;p106"/>
                    <p:cNvGrpSpPr/>
                    <p:nvPr/>
                  </p:nvGrpSpPr>
                  <p:grpSpPr>
                    <a:xfrm>
                      <a:off x="6396367" y="3664970"/>
                      <a:ext cx="558140" cy="92426"/>
                      <a:chOff x="6581933" y="2846719"/>
                      <a:chExt cx="558140" cy="92426"/>
                    </a:xfrm>
                  </p:grpSpPr>
                  <p:cxnSp>
                    <p:nvCxnSpPr>
                      <p:cNvPr id="8870" name="Google Shape;8870;p106"/>
                      <p:cNvCxnSpPr/>
                      <p:nvPr/>
                    </p:nvCxnSpPr>
                    <p:spPr>
                      <a:xfrm flipH="1" rot="10800000">
                        <a:off x="7026654" y="2846719"/>
                        <a:ext cx="113419" cy="92426"/>
                      </a:xfrm>
                      <a:prstGeom prst="straightConnector1">
                        <a:avLst/>
                      </a:prstGeom>
                      <a:noFill/>
                      <a:ln cap="flat" cmpd="sng" w="9525">
                        <a:solidFill>
                          <a:schemeClr val="dk1"/>
                        </a:solidFill>
                        <a:prstDash val="solid"/>
                        <a:miter lim="800000"/>
                        <a:headEnd len="sm" w="sm" type="none"/>
                        <a:tailEnd len="sm" w="sm" type="none"/>
                      </a:ln>
                    </p:spPr>
                  </p:cxnSp>
                  <p:cxnSp>
                    <p:nvCxnSpPr>
                      <p:cNvPr id="8871" name="Google Shape;8871;p106"/>
                      <p:cNvCxnSpPr/>
                      <p:nvPr/>
                    </p:nvCxnSpPr>
                    <p:spPr>
                      <a:xfrm>
                        <a:off x="6581933" y="2939145"/>
                        <a:ext cx="450690" cy="0"/>
                      </a:xfrm>
                      <a:prstGeom prst="straightConnector1">
                        <a:avLst/>
                      </a:prstGeom>
                      <a:noFill/>
                      <a:ln cap="flat" cmpd="sng" w="9525">
                        <a:solidFill>
                          <a:schemeClr val="dk1"/>
                        </a:solidFill>
                        <a:prstDash val="solid"/>
                        <a:miter lim="800000"/>
                        <a:headEnd len="sm" w="sm" type="none"/>
                        <a:tailEnd len="sm" w="sm" type="none"/>
                      </a:ln>
                    </p:spPr>
                  </p:cxnSp>
                </p:grpSp>
                <p:grpSp>
                  <p:nvGrpSpPr>
                    <p:cNvPr id="8872" name="Google Shape;8872;p106"/>
                    <p:cNvGrpSpPr/>
                    <p:nvPr/>
                  </p:nvGrpSpPr>
                  <p:grpSpPr>
                    <a:xfrm>
                      <a:off x="6396367" y="3730765"/>
                      <a:ext cx="558139" cy="92426"/>
                      <a:chOff x="6582413" y="2846650"/>
                      <a:chExt cx="558139" cy="92426"/>
                    </a:xfrm>
                  </p:grpSpPr>
                  <p:cxnSp>
                    <p:nvCxnSpPr>
                      <p:cNvPr id="8873" name="Google Shape;8873;p106"/>
                      <p:cNvCxnSpPr/>
                      <p:nvPr/>
                    </p:nvCxnSpPr>
                    <p:spPr>
                      <a:xfrm flipH="1" rot="10800000">
                        <a:off x="7027133" y="2846650"/>
                        <a:ext cx="113419" cy="92426"/>
                      </a:xfrm>
                      <a:prstGeom prst="straightConnector1">
                        <a:avLst/>
                      </a:prstGeom>
                      <a:noFill/>
                      <a:ln cap="flat" cmpd="sng" w="9525">
                        <a:solidFill>
                          <a:schemeClr val="dk1"/>
                        </a:solidFill>
                        <a:prstDash val="solid"/>
                        <a:miter lim="800000"/>
                        <a:headEnd len="sm" w="sm" type="none"/>
                        <a:tailEnd len="sm" w="sm" type="none"/>
                      </a:ln>
                    </p:spPr>
                  </p:cxnSp>
                  <p:cxnSp>
                    <p:nvCxnSpPr>
                      <p:cNvPr id="8874" name="Google Shape;8874;p106"/>
                      <p:cNvCxnSpPr/>
                      <p:nvPr/>
                    </p:nvCxnSpPr>
                    <p:spPr>
                      <a:xfrm>
                        <a:off x="6582413" y="2939076"/>
                        <a:ext cx="450690" cy="0"/>
                      </a:xfrm>
                      <a:prstGeom prst="straightConnector1">
                        <a:avLst/>
                      </a:prstGeom>
                      <a:noFill/>
                      <a:ln cap="flat" cmpd="sng" w="9525">
                        <a:solidFill>
                          <a:schemeClr val="dk1"/>
                        </a:solidFill>
                        <a:prstDash val="solid"/>
                        <a:miter lim="800000"/>
                        <a:headEnd len="sm" w="sm" type="none"/>
                        <a:tailEnd len="sm" w="sm" type="none"/>
                      </a:ln>
                    </p:spPr>
                  </p:cxnSp>
                </p:grpSp>
              </p:grpSp>
              <p:cxnSp>
                <p:nvCxnSpPr>
                  <p:cNvPr id="8875" name="Google Shape;8875;p106"/>
                  <p:cNvCxnSpPr/>
                  <p:nvPr/>
                </p:nvCxnSpPr>
                <p:spPr>
                  <a:xfrm flipH="1">
                    <a:off x="6685171" y="4525377"/>
                    <a:ext cx="4763" cy="855662"/>
                  </a:xfrm>
                  <a:prstGeom prst="straightConnector1">
                    <a:avLst/>
                  </a:prstGeom>
                  <a:noFill/>
                  <a:ln cap="flat" cmpd="sng" w="25400">
                    <a:solidFill>
                      <a:schemeClr val="dk1"/>
                    </a:solidFill>
                    <a:prstDash val="solid"/>
                    <a:miter lim="800000"/>
                    <a:headEnd len="sm" w="sm" type="none"/>
                    <a:tailEnd len="sm" w="sm" type="none"/>
                  </a:ln>
                </p:spPr>
              </p:cxnSp>
              <p:cxnSp>
                <p:nvCxnSpPr>
                  <p:cNvPr id="8876" name="Google Shape;8876;p106"/>
                  <p:cNvCxnSpPr/>
                  <p:nvPr/>
                </p:nvCxnSpPr>
                <p:spPr>
                  <a:xfrm>
                    <a:off x="6632784" y="4706352"/>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877" name="Google Shape;8877;p106"/>
                  <p:cNvCxnSpPr/>
                  <p:nvPr/>
                </p:nvCxnSpPr>
                <p:spPr>
                  <a:xfrm>
                    <a:off x="6631196" y="4771439"/>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878" name="Google Shape;8878;p106"/>
                  <p:cNvCxnSpPr/>
                  <p:nvPr/>
                </p:nvCxnSpPr>
                <p:spPr>
                  <a:xfrm>
                    <a:off x="6631196" y="4849227"/>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879" name="Google Shape;8879;p106"/>
                  <p:cNvCxnSpPr/>
                  <p:nvPr/>
                </p:nvCxnSpPr>
                <p:spPr>
                  <a:xfrm>
                    <a:off x="6629609" y="4914314"/>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880" name="Google Shape;8880;p106"/>
                  <p:cNvCxnSpPr/>
                  <p:nvPr/>
                </p:nvCxnSpPr>
                <p:spPr>
                  <a:xfrm>
                    <a:off x="6628021" y="4976227"/>
                    <a:ext cx="60325" cy="0"/>
                  </a:xfrm>
                  <a:prstGeom prst="straightConnector1">
                    <a:avLst/>
                  </a:prstGeom>
                  <a:noFill/>
                  <a:ln cap="flat" cmpd="sng" w="9525">
                    <a:solidFill>
                      <a:schemeClr val="dk1"/>
                    </a:solidFill>
                    <a:prstDash val="solid"/>
                    <a:miter lim="800000"/>
                    <a:headEnd len="sm" w="sm" type="none"/>
                    <a:tailEnd len="sm" w="sm" type="none"/>
                  </a:ln>
                </p:spPr>
              </p:cxnSp>
              <p:cxnSp>
                <p:nvCxnSpPr>
                  <p:cNvPr id="8881" name="Google Shape;8881;p106"/>
                  <p:cNvCxnSpPr/>
                  <p:nvPr/>
                </p:nvCxnSpPr>
                <p:spPr>
                  <a:xfrm>
                    <a:off x="6628021" y="5044489"/>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882" name="Google Shape;8882;p106"/>
                  <p:cNvCxnSpPr/>
                  <p:nvPr/>
                </p:nvCxnSpPr>
                <p:spPr>
                  <a:xfrm>
                    <a:off x="6626434" y="511433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883" name="Google Shape;8883;p106"/>
                  <p:cNvCxnSpPr/>
                  <p:nvPr/>
                </p:nvCxnSpPr>
                <p:spPr>
                  <a:xfrm>
                    <a:off x="6629609" y="518418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884" name="Google Shape;8884;p106"/>
                  <p:cNvCxnSpPr/>
                  <p:nvPr/>
                </p:nvCxnSpPr>
                <p:spPr>
                  <a:xfrm>
                    <a:off x="6631196" y="5252452"/>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885" name="Google Shape;8885;p106"/>
                  <p:cNvCxnSpPr/>
                  <p:nvPr/>
                </p:nvCxnSpPr>
                <p:spPr>
                  <a:xfrm>
                    <a:off x="6631196" y="5322302"/>
                    <a:ext cx="58738" cy="0"/>
                  </a:xfrm>
                  <a:prstGeom prst="straightConnector1">
                    <a:avLst/>
                  </a:prstGeom>
                  <a:noFill/>
                  <a:ln cap="flat" cmpd="sng" w="9525">
                    <a:solidFill>
                      <a:schemeClr val="dk1"/>
                    </a:solidFill>
                    <a:prstDash val="solid"/>
                    <a:miter lim="800000"/>
                    <a:headEnd len="sm" w="sm" type="none"/>
                    <a:tailEnd len="sm" w="sm" type="none"/>
                  </a:ln>
                </p:spPr>
              </p:cxnSp>
              <p:cxnSp>
                <p:nvCxnSpPr>
                  <p:cNvPr id="8886" name="Google Shape;8886;p106"/>
                  <p:cNvCxnSpPr/>
                  <p:nvPr/>
                </p:nvCxnSpPr>
                <p:spPr>
                  <a:xfrm>
                    <a:off x="6632784" y="5387389"/>
                    <a:ext cx="58737" cy="0"/>
                  </a:xfrm>
                  <a:prstGeom prst="straightConnector1">
                    <a:avLst/>
                  </a:prstGeom>
                  <a:noFill/>
                  <a:ln cap="flat" cmpd="sng" w="9525">
                    <a:solidFill>
                      <a:schemeClr val="dk1"/>
                    </a:solidFill>
                    <a:prstDash val="solid"/>
                    <a:miter lim="800000"/>
                    <a:headEnd len="sm" w="sm" type="none"/>
                    <a:tailEnd len="sm" w="sm" type="none"/>
                  </a:ln>
                </p:spPr>
              </p:cxnSp>
              <p:cxnSp>
                <p:nvCxnSpPr>
                  <p:cNvPr id="8887" name="Google Shape;8887;p106"/>
                  <p:cNvCxnSpPr/>
                  <p:nvPr/>
                </p:nvCxnSpPr>
                <p:spPr>
                  <a:xfrm rot="10800000">
                    <a:off x="6632784" y="4531727"/>
                    <a:ext cx="58737" cy="0"/>
                  </a:xfrm>
                  <a:prstGeom prst="straightConnector1">
                    <a:avLst/>
                  </a:prstGeom>
                  <a:noFill/>
                  <a:ln cap="flat" cmpd="sng" w="22225">
                    <a:solidFill>
                      <a:schemeClr val="dk1"/>
                    </a:solidFill>
                    <a:prstDash val="solid"/>
                    <a:miter lim="800000"/>
                    <a:headEnd len="sm" w="sm" type="none"/>
                    <a:tailEnd len="sm" w="sm" type="none"/>
                  </a:ln>
                </p:spPr>
              </p:cxnSp>
              <p:grpSp>
                <p:nvGrpSpPr>
                  <p:cNvPr id="8888" name="Google Shape;8888;p106"/>
                  <p:cNvGrpSpPr/>
                  <p:nvPr/>
                </p:nvGrpSpPr>
                <p:grpSpPr>
                  <a:xfrm>
                    <a:off x="6434171" y="4488570"/>
                    <a:ext cx="224203" cy="179034"/>
                    <a:chOff x="3668110" y="2448910"/>
                    <a:chExt cx="3794234" cy="2165130"/>
                  </a:xfrm>
                </p:grpSpPr>
                <p:sp>
                  <p:nvSpPr>
                    <p:cNvPr id="8889" name="Google Shape;8889;p106"/>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90" name="Google Shape;8890;p106"/>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8891" name="Google Shape;8891;p106"/>
                    <p:cNvGrpSpPr/>
                    <p:nvPr/>
                  </p:nvGrpSpPr>
                  <p:grpSpPr>
                    <a:xfrm>
                      <a:off x="3941378" y="2603243"/>
                      <a:ext cx="3202061" cy="1066110"/>
                      <a:chOff x="7939341" y="3037317"/>
                      <a:chExt cx="897649" cy="353919"/>
                    </a:xfrm>
                  </p:grpSpPr>
                  <p:sp>
                    <p:nvSpPr>
                      <p:cNvPr id="8656" name="Google Shape;8656;p106"/>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92" name="Google Shape;8892;p106"/>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93" name="Google Shape;8893;p106"/>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94" name="Google Shape;8894;p106"/>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sp>
              <p:nvSpPr>
                <p:cNvPr id="8895" name="Google Shape;8895;p106"/>
                <p:cNvSpPr txBox="1"/>
                <p:nvPr/>
              </p:nvSpPr>
              <p:spPr>
                <a:xfrm>
                  <a:off x="7327436" y="4173759"/>
                  <a:ext cx="34336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t>
                  </a:r>
                  <a:endParaRPr/>
                </a:p>
              </p:txBody>
            </p:sp>
            <p:sp>
              <p:nvSpPr>
                <p:cNvPr id="8896" name="Google Shape;8896;p106"/>
                <p:cNvSpPr txBox="1"/>
                <p:nvPr/>
              </p:nvSpPr>
              <p:spPr>
                <a:xfrm>
                  <a:off x="7423103" y="4980255"/>
                  <a:ext cx="34336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t>
                  </a:r>
                  <a:endParaRPr/>
                </a:p>
              </p:txBody>
            </p:sp>
          </p:grpSp>
          <p:grpSp>
            <p:nvGrpSpPr>
              <p:cNvPr id="8897" name="Google Shape;8897;p106"/>
              <p:cNvGrpSpPr/>
              <p:nvPr/>
            </p:nvGrpSpPr>
            <p:grpSpPr>
              <a:xfrm>
                <a:off x="977155" y="3550503"/>
                <a:ext cx="914400" cy="479686"/>
                <a:chOff x="3668110" y="2448910"/>
                <a:chExt cx="3794234" cy="2165130"/>
              </a:xfrm>
            </p:grpSpPr>
            <p:sp>
              <p:nvSpPr>
                <p:cNvPr id="8898" name="Google Shape;8898;p106"/>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25" name="Google Shape;8125;p106"/>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8899" name="Google Shape;8899;p106"/>
                <p:cNvGrpSpPr/>
                <p:nvPr/>
              </p:nvGrpSpPr>
              <p:grpSpPr>
                <a:xfrm>
                  <a:off x="3941378" y="2603243"/>
                  <a:ext cx="3202061" cy="1066110"/>
                  <a:chOff x="7939341" y="3037317"/>
                  <a:chExt cx="897649" cy="353919"/>
                </a:xfrm>
              </p:grpSpPr>
              <p:sp>
                <p:nvSpPr>
                  <p:cNvPr id="8900" name="Google Shape;8900;p106"/>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901" name="Google Shape;8901;p106"/>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902" name="Google Shape;8902;p106"/>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903" name="Google Shape;8903;p106"/>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904" name="Google Shape;8904;p106"/>
              <p:cNvGrpSpPr/>
              <p:nvPr/>
            </p:nvGrpSpPr>
            <p:grpSpPr>
              <a:xfrm>
                <a:off x="2554943" y="3564953"/>
                <a:ext cx="914400" cy="479686"/>
                <a:chOff x="3668110" y="2448910"/>
                <a:chExt cx="3794234" cy="2165130"/>
              </a:xfrm>
            </p:grpSpPr>
            <p:sp>
              <p:nvSpPr>
                <p:cNvPr id="8905" name="Google Shape;8905;p106"/>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906" name="Google Shape;8906;p106"/>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8907" name="Google Shape;8907;p106"/>
                <p:cNvGrpSpPr/>
                <p:nvPr/>
              </p:nvGrpSpPr>
              <p:grpSpPr>
                <a:xfrm>
                  <a:off x="3941378" y="2603243"/>
                  <a:ext cx="3202061" cy="1066110"/>
                  <a:chOff x="7939341" y="3037317"/>
                  <a:chExt cx="897649" cy="353919"/>
                </a:xfrm>
              </p:grpSpPr>
              <p:sp>
                <p:nvSpPr>
                  <p:cNvPr id="8908" name="Google Shape;8908;p106"/>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909" name="Google Shape;8909;p106"/>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910" name="Google Shape;8910;p106"/>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911" name="Google Shape;8911;p106"/>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912" name="Google Shape;8912;p106"/>
              <p:cNvGrpSpPr/>
              <p:nvPr/>
            </p:nvGrpSpPr>
            <p:grpSpPr>
              <a:xfrm>
                <a:off x="4132731" y="3579403"/>
                <a:ext cx="914400" cy="479686"/>
                <a:chOff x="3668110" y="2448910"/>
                <a:chExt cx="3794234" cy="2165130"/>
              </a:xfrm>
            </p:grpSpPr>
            <p:sp>
              <p:nvSpPr>
                <p:cNvPr id="8913" name="Google Shape;8913;p106"/>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914" name="Google Shape;8914;p106"/>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8915" name="Google Shape;8915;p106"/>
                <p:cNvGrpSpPr/>
                <p:nvPr/>
              </p:nvGrpSpPr>
              <p:grpSpPr>
                <a:xfrm>
                  <a:off x="3941378" y="2603243"/>
                  <a:ext cx="3202061" cy="1066110"/>
                  <a:chOff x="7939341" y="3037317"/>
                  <a:chExt cx="897649" cy="353919"/>
                </a:xfrm>
              </p:grpSpPr>
              <p:sp>
                <p:nvSpPr>
                  <p:cNvPr id="8916" name="Google Shape;8916;p106"/>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917" name="Google Shape;8917;p106"/>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918" name="Google Shape;8918;p106"/>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919" name="Google Shape;8919;p106"/>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sp>
        <p:nvSpPr>
          <p:cNvPr id="8920" name="Google Shape;8920;p106"/>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00A3"/>
              </a:buClr>
              <a:buSzPct val="100000"/>
              <a:buFont typeface="Calibri"/>
              <a:buNone/>
            </a:pPr>
            <a:r>
              <a:rPr b="0" lang="en-US">
                <a:latin typeface="Calibri"/>
                <a:ea typeface="Calibri"/>
                <a:cs typeface="Calibri"/>
                <a:sym typeface="Calibri"/>
              </a:rPr>
              <a:t>Datacenter networks: application-layer routing</a:t>
            </a:r>
            <a:endParaRPr b="0" sz="4400">
              <a:latin typeface="Calibri"/>
              <a:ea typeface="Calibri"/>
              <a:cs typeface="Calibri"/>
              <a:sym typeface="Calibri"/>
            </a:endParaRPr>
          </a:p>
        </p:txBody>
      </p:sp>
      <p:sp>
        <p:nvSpPr>
          <p:cNvPr id="8921" name="Google Shape;8921;p106"/>
          <p:cNvSpPr txBox="1"/>
          <p:nvPr>
            <p:ph idx="12" type="sldNum"/>
          </p:nvPr>
        </p:nvSpPr>
        <p:spPr>
          <a:xfrm>
            <a:off x="9206737" y="6492875"/>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Link Layer: 6-</a:t>
            </a:r>
            <a:fld id="{00000000-1234-1234-1234-123412341234}" type="slidenum">
              <a:rPr lang="en-US"/>
              <a:t>‹#›</a:t>
            </a:fld>
            <a:endParaRPr/>
          </a:p>
        </p:txBody>
      </p:sp>
      <p:grpSp>
        <p:nvGrpSpPr>
          <p:cNvPr id="8922" name="Google Shape;8922;p106"/>
          <p:cNvGrpSpPr/>
          <p:nvPr/>
        </p:nvGrpSpPr>
        <p:grpSpPr>
          <a:xfrm>
            <a:off x="7891541" y="2857967"/>
            <a:ext cx="381267" cy="609600"/>
            <a:chOff x="4140" y="429"/>
            <a:chExt cx="1426" cy="2396"/>
          </a:xfrm>
        </p:grpSpPr>
        <p:sp>
          <p:nvSpPr>
            <p:cNvPr id="8923" name="Google Shape;8923;p106"/>
            <p:cNvSpPr/>
            <p:nvPr/>
          </p:nvSpPr>
          <p:spPr>
            <a:xfrm>
              <a:off x="5268" y="435"/>
              <a:ext cx="285" cy="2284"/>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924" name="Google Shape;8924;p106"/>
            <p:cNvSpPr/>
            <p:nvPr/>
          </p:nvSpPr>
          <p:spPr>
            <a:xfrm>
              <a:off x="4205" y="429"/>
              <a:ext cx="1045"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925" name="Google Shape;8925;p106"/>
            <p:cNvSpPr/>
            <p:nvPr/>
          </p:nvSpPr>
          <p:spPr>
            <a:xfrm>
              <a:off x="5322" y="573"/>
              <a:ext cx="166"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926" name="Google Shape;8926;p106"/>
            <p:cNvSpPr/>
            <p:nvPr/>
          </p:nvSpPr>
          <p:spPr>
            <a:xfrm>
              <a:off x="5286" y="1639"/>
              <a:ext cx="261" cy="187"/>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927" name="Google Shape;8927;p106"/>
            <p:cNvSpPr/>
            <p:nvPr/>
          </p:nvSpPr>
          <p:spPr>
            <a:xfrm>
              <a:off x="4211" y="691"/>
              <a:ext cx="600" cy="50"/>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8928" name="Google Shape;8928;p106"/>
            <p:cNvGrpSpPr/>
            <p:nvPr/>
          </p:nvGrpSpPr>
          <p:grpSpPr>
            <a:xfrm>
              <a:off x="4751" y="666"/>
              <a:ext cx="576" cy="163"/>
              <a:chOff x="617" y="2566"/>
              <a:chExt cx="719" cy="156"/>
            </a:xfrm>
          </p:grpSpPr>
          <p:sp>
            <p:nvSpPr>
              <p:cNvPr id="8929" name="Google Shape;8929;p106"/>
              <p:cNvSpPr/>
              <p:nvPr/>
            </p:nvSpPr>
            <p:spPr>
              <a:xfrm>
                <a:off x="617" y="2566"/>
                <a:ext cx="719" cy="156"/>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930" name="Google Shape;8930;p106"/>
              <p:cNvSpPr/>
              <p:nvPr/>
            </p:nvSpPr>
            <p:spPr>
              <a:xfrm>
                <a:off x="632" y="2584"/>
                <a:ext cx="689"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8931" name="Google Shape;8931;p106"/>
            <p:cNvSpPr/>
            <p:nvPr/>
          </p:nvSpPr>
          <p:spPr>
            <a:xfrm>
              <a:off x="4223" y="1022"/>
              <a:ext cx="600" cy="44"/>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8932" name="Google Shape;8932;p106"/>
            <p:cNvGrpSpPr/>
            <p:nvPr/>
          </p:nvGrpSpPr>
          <p:grpSpPr>
            <a:xfrm>
              <a:off x="4745" y="997"/>
              <a:ext cx="582" cy="131"/>
              <a:chOff x="612" y="2571"/>
              <a:chExt cx="726" cy="136"/>
            </a:xfrm>
          </p:grpSpPr>
          <p:sp>
            <p:nvSpPr>
              <p:cNvPr id="8933" name="Google Shape;8933;p106"/>
              <p:cNvSpPr/>
              <p:nvPr/>
            </p:nvSpPr>
            <p:spPr>
              <a:xfrm>
                <a:off x="612" y="2571"/>
                <a:ext cx="726" cy="136"/>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934" name="Google Shape;8934;p106"/>
              <p:cNvSpPr/>
              <p:nvPr/>
            </p:nvSpPr>
            <p:spPr>
              <a:xfrm>
                <a:off x="627" y="2584"/>
                <a:ext cx="696"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8935" name="Google Shape;8935;p106"/>
            <p:cNvSpPr/>
            <p:nvPr/>
          </p:nvSpPr>
          <p:spPr>
            <a:xfrm>
              <a:off x="4217" y="1359"/>
              <a:ext cx="594" cy="44"/>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936" name="Google Shape;8936;p106"/>
            <p:cNvSpPr/>
            <p:nvPr/>
          </p:nvSpPr>
          <p:spPr>
            <a:xfrm>
              <a:off x="4229" y="1652"/>
              <a:ext cx="594" cy="50"/>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8937" name="Google Shape;8937;p106"/>
            <p:cNvGrpSpPr/>
            <p:nvPr/>
          </p:nvGrpSpPr>
          <p:grpSpPr>
            <a:xfrm>
              <a:off x="4733" y="1627"/>
              <a:ext cx="582" cy="150"/>
              <a:chOff x="612" y="2568"/>
              <a:chExt cx="725" cy="138"/>
            </a:xfrm>
          </p:grpSpPr>
          <p:sp>
            <p:nvSpPr>
              <p:cNvPr id="8938" name="Google Shape;8938;p106"/>
              <p:cNvSpPr/>
              <p:nvPr/>
            </p:nvSpPr>
            <p:spPr>
              <a:xfrm>
                <a:off x="612" y="2568"/>
                <a:ext cx="725"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939" name="Google Shape;8939;p106"/>
              <p:cNvSpPr/>
              <p:nvPr/>
            </p:nvSpPr>
            <p:spPr>
              <a:xfrm>
                <a:off x="627" y="2585"/>
                <a:ext cx="69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8940" name="Google Shape;8940;p106"/>
            <p:cNvSpPr/>
            <p:nvPr/>
          </p:nvSpPr>
          <p:spPr>
            <a:xfrm>
              <a:off x="5286" y="1352"/>
              <a:ext cx="267" cy="187"/>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8941" name="Google Shape;8941;p106"/>
            <p:cNvGrpSpPr/>
            <p:nvPr/>
          </p:nvGrpSpPr>
          <p:grpSpPr>
            <a:xfrm>
              <a:off x="4740" y="1327"/>
              <a:ext cx="582" cy="137"/>
              <a:chOff x="615" y="2568"/>
              <a:chExt cx="725" cy="137"/>
            </a:xfrm>
          </p:grpSpPr>
          <p:sp>
            <p:nvSpPr>
              <p:cNvPr id="8942" name="Google Shape;8942;p106"/>
              <p:cNvSpPr/>
              <p:nvPr/>
            </p:nvSpPr>
            <p:spPr>
              <a:xfrm>
                <a:off x="615" y="2568"/>
                <a:ext cx="725"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943" name="Google Shape;8943;p106"/>
              <p:cNvSpPr/>
              <p:nvPr/>
            </p:nvSpPr>
            <p:spPr>
              <a:xfrm>
                <a:off x="630" y="2587"/>
                <a:ext cx="695" cy="10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8944" name="Google Shape;8944;p106"/>
            <p:cNvSpPr/>
            <p:nvPr/>
          </p:nvSpPr>
          <p:spPr>
            <a:xfrm>
              <a:off x="5250" y="429"/>
              <a:ext cx="65" cy="2290"/>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945" name="Google Shape;8945;p106"/>
            <p:cNvSpPr/>
            <p:nvPr/>
          </p:nvSpPr>
          <p:spPr>
            <a:xfrm>
              <a:off x="5310" y="1009"/>
              <a:ext cx="238" cy="212"/>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946" name="Google Shape;8946;p106"/>
            <p:cNvSpPr/>
            <p:nvPr/>
          </p:nvSpPr>
          <p:spPr>
            <a:xfrm>
              <a:off x="5316" y="679"/>
              <a:ext cx="243" cy="243"/>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947" name="Google Shape;8947;p106"/>
            <p:cNvSpPr/>
            <p:nvPr/>
          </p:nvSpPr>
          <p:spPr>
            <a:xfrm>
              <a:off x="5518" y="2613"/>
              <a:ext cx="48" cy="94"/>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948" name="Google Shape;8948;p106"/>
            <p:cNvSpPr/>
            <p:nvPr/>
          </p:nvSpPr>
          <p:spPr>
            <a:xfrm>
              <a:off x="5304" y="2613"/>
              <a:ext cx="243"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949" name="Google Shape;8949;p106"/>
            <p:cNvSpPr/>
            <p:nvPr/>
          </p:nvSpPr>
          <p:spPr>
            <a:xfrm>
              <a:off x="4140" y="2675"/>
              <a:ext cx="1199" cy="150"/>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950" name="Google Shape;8950;p106"/>
            <p:cNvSpPr/>
            <p:nvPr/>
          </p:nvSpPr>
          <p:spPr>
            <a:xfrm>
              <a:off x="4205" y="2713"/>
              <a:ext cx="1069"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951" name="Google Shape;8951;p106"/>
            <p:cNvSpPr/>
            <p:nvPr/>
          </p:nvSpPr>
          <p:spPr>
            <a:xfrm>
              <a:off x="4306" y="2382"/>
              <a:ext cx="160"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952" name="Google Shape;8952;p106"/>
            <p:cNvSpPr/>
            <p:nvPr/>
          </p:nvSpPr>
          <p:spPr>
            <a:xfrm>
              <a:off x="4484" y="2382"/>
              <a:ext cx="160" cy="144"/>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Calibri"/>
                <a:ea typeface="Calibri"/>
                <a:cs typeface="Calibri"/>
                <a:sym typeface="Calibri"/>
              </a:endParaRPr>
            </a:p>
          </p:txBody>
        </p:sp>
        <p:sp>
          <p:nvSpPr>
            <p:cNvPr id="8953" name="Google Shape;8953;p106"/>
            <p:cNvSpPr/>
            <p:nvPr/>
          </p:nvSpPr>
          <p:spPr>
            <a:xfrm>
              <a:off x="4663" y="2382"/>
              <a:ext cx="160" cy="13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954" name="Google Shape;8954;p106"/>
            <p:cNvSpPr/>
            <p:nvPr/>
          </p:nvSpPr>
          <p:spPr>
            <a:xfrm>
              <a:off x="5060" y="1833"/>
              <a:ext cx="89"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8955" name="Google Shape;8955;p106"/>
          <p:cNvSpPr txBox="1"/>
          <p:nvPr/>
        </p:nvSpPr>
        <p:spPr>
          <a:xfrm>
            <a:off x="7774253" y="3492967"/>
            <a:ext cx="1592263" cy="523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000000"/>
                </a:solidFill>
                <a:latin typeface="Calibri"/>
                <a:ea typeface="Calibri"/>
                <a:cs typeface="Calibri"/>
                <a:sym typeface="Calibri"/>
              </a:rPr>
              <a:t>Load </a:t>
            </a:r>
            <a:endParaRPr/>
          </a:p>
          <a:p>
            <a:pPr indent="0" lvl="0" marL="0" marR="0" rtl="0" algn="l">
              <a:spcBef>
                <a:spcPts val="0"/>
              </a:spcBef>
              <a:spcAft>
                <a:spcPts val="0"/>
              </a:spcAft>
              <a:buNone/>
            </a:pPr>
            <a:r>
              <a:rPr lang="en-US" sz="1400">
                <a:solidFill>
                  <a:srgbClr val="000000"/>
                </a:solidFill>
                <a:latin typeface="Calibri"/>
                <a:ea typeface="Calibri"/>
                <a:cs typeface="Calibri"/>
                <a:sym typeface="Calibri"/>
              </a:rPr>
              <a:t>balancer</a:t>
            </a:r>
            <a:endParaRPr/>
          </a:p>
        </p:txBody>
      </p:sp>
      <p:sp>
        <p:nvSpPr>
          <p:cNvPr id="8956" name="Google Shape;8956;p106"/>
          <p:cNvSpPr/>
          <p:nvPr/>
        </p:nvSpPr>
        <p:spPr>
          <a:xfrm>
            <a:off x="6407215" y="3615204"/>
            <a:ext cx="1154125" cy="1366816"/>
          </a:xfrm>
          <a:custGeom>
            <a:rect b="b" l="l" r="r" t="t"/>
            <a:pathLst>
              <a:path extrusionOk="0" h="1366192" w="1350356">
                <a:moveTo>
                  <a:pt x="1350356" y="1359734"/>
                </a:moveTo>
                <a:lnTo>
                  <a:pt x="1350356" y="564418"/>
                </a:lnTo>
                <a:lnTo>
                  <a:pt x="895526" y="178"/>
                </a:lnTo>
                <a:lnTo>
                  <a:pt x="516459" y="0"/>
                </a:lnTo>
                <a:lnTo>
                  <a:pt x="16121" y="615729"/>
                </a:lnTo>
                <a:cubicBezTo>
                  <a:pt x="3292" y="868007"/>
                  <a:pt x="12829" y="1113914"/>
                  <a:pt x="0" y="1366192"/>
                </a:cubicBezTo>
              </a:path>
            </a:pathLst>
          </a:custGeom>
          <a:noFill/>
          <a:ln cap="flat" cmpd="sng" w="63500">
            <a:solidFill>
              <a:srgbClr val="33CC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Gill Sans"/>
              <a:ea typeface="Gill Sans"/>
              <a:cs typeface="Gill Sans"/>
              <a:sym typeface="Gill Sans"/>
            </a:endParaRPr>
          </a:p>
        </p:txBody>
      </p:sp>
      <p:sp>
        <p:nvSpPr>
          <p:cNvPr id="8957" name="Google Shape;8957;p106"/>
          <p:cNvSpPr/>
          <p:nvPr/>
        </p:nvSpPr>
        <p:spPr>
          <a:xfrm>
            <a:off x="1519518" y="1397561"/>
            <a:ext cx="3321423" cy="603250"/>
          </a:xfrm>
          <a:custGeom>
            <a:rect b="b" l="l" r="r" t="t"/>
            <a:pathLst>
              <a:path extrusionOk="0" h="1255" w="1292">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000000"/>
                </a:solidFill>
                <a:latin typeface="Calibri"/>
                <a:ea typeface="Calibri"/>
                <a:cs typeface="Calibri"/>
                <a:sym typeface="Calibri"/>
              </a:rPr>
              <a:t>Internet</a:t>
            </a:r>
            <a:endParaRPr/>
          </a:p>
        </p:txBody>
      </p:sp>
      <p:sp>
        <p:nvSpPr>
          <p:cNvPr id="8958" name="Google Shape;8958;p106"/>
          <p:cNvSpPr/>
          <p:nvPr/>
        </p:nvSpPr>
        <p:spPr>
          <a:xfrm>
            <a:off x="4084716" y="1597492"/>
            <a:ext cx="3976688" cy="3333750"/>
          </a:xfrm>
          <a:custGeom>
            <a:rect b="b" l="l" r="r" t="t"/>
            <a:pathLst>
              <a:path extrusionOk="0" h="3333910" w="3975437">
                <a:moveTo>
                  <a:pt x="3691005" y="3333910"/>
                </a:moveTo>
                <a:lnTo>
                  <a:pt x="3704234" y="2533507"/>
                </a:lnTo>
                <a:lnTo>
                  <a:pt x="3261049" y="1997700"/>
                </a:lnTo>
                <a:lnTo>
                  <a:pt x="3975437" y="1653725"/>
                </a:lnTo>
                <a:lnTo>
                  <a:pt x="3955593" y="1316365"/>
                </a:lnTo>
                <a:lnTo>
                  <a:pt x="3069223" y="1733104"/>
                </a:lnTo>
                <a:lnTo>
                  <a:pt x="3049378" y="1303135"/>
                </a:lnTo>
                <a:lnTo>
                  <a:pt x="0" y="0"/>
                </a:lnTo>
              </a:path>
            </a:pathLst>
          </a:custGeom>
          <a:noFill/>
          <a:ln cap="flat" cmpd="sng" w="57150">
            <a:solidFill>
              <a:srgbClr val="0000FF"/>
            </a:solidFill>
            <a:prstDash val="solid"/>
            <a:round/>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Gill Sans"/>
              <a:ea typeface="Gill Sans"/>
              <a:cs typeface="Gill Sans"/>
              <a:sym typeface="Gill Sans"/>
            </a:endParaRPr>
          </a:p>
        </p:txBody>
      </p:sp>
      <p:sp>
        <p:nvSpPr>
          <p:cNvPr id="8959" name="Google Shape;8959;p106"/>
          <p:cNvSpPr/>
          <p:nvPr/>
        </p:nvSpPr>
        <p:spPr>
          <a:xfrm>
            <a:off x="3637041" y="1570504"/>
            <a:ext cx="4329113" cy="3430588"/>
          </a:xfrm>
          <a:custGeom>
            <a:rect b="b" l="l" r="r" t="t"/>
            <a:pathLst>
              <a:path extrusionOk="0" h="3430803" w="4329650">
                <a:moveTo>
                  <a:pt x="0" y="0"/>
                </a:moveTo>
                <a:lnTo>
                  <a:pt x="3351218" y="1413056"/>
                </a:lnTo>
                <a:lnTo>
                  <a:pt x="3370261" y="1933583"/>
                </a:lnTo>
                <a:lnTo>
                  <a:pt x="4329650" y="1478400"/>
                </a:lnTo>
                <a:lnTo>
                  <a:pt x="4323035" y="1626924"/>
                </a:lnTo>
                <a:lnTo>
                  <a:pt x="3554085" y="1989096"/>
                </a:lnTo>
                <a:lnTo>
                  <a:pt x="4054422" y="2622658"/>
                </a:lnTo>
                <a:lnTo>
                  <a:pt x="4041594" y="3430803"/>
                </a:lnTo>
              </a:path>
            </a:pathLst>
          </a:custGeom>
          <a:noFill/>
          <a:ln cap="flat" cmpd="sng" w="47625">
            <a:solidFill>
              <a:srgbClr val="CC0000"/>
            </a:solidFill>
            <a:prstDash val="solid"/>
            <a:round/>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Gill Sans"/>
              <a:ea typeface="Gill Sans"/>
              <a:cs typeface="Gill Sans"/>
              <a:sym typeface="Gill Sans"/>
            </a:endParaRPr>
          </a:p>
        </p:txBody>
      </p:sp>
      <p:sp>
        <p:nvSpPr>
          <p:cNvPr id="8960" name="Google Shape;8960;p106"/>
          <p:cNvSpPr txBox="1"/>
          <p:nvPr/>
        </p:nvSpPr>
        <p:spPr>
          <a:xfrm>
            <a:off x="8861612" y="1906215"/>
            <a:ext cx="3065929" cy="2668423"/>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None/>
            </a:pPr>
            <a:r>
              <a:rPr lang="en-US" sz="2800">
                <a:solidFill>
                  <a:srgbClr val="000099"/>
                </a:solidFill>
                <a:latin typeface="Calibri"/>
                <a:ea typeface="Calibri"/>
                <a:cs typeface="Calibri"/>
                <a:sym typeface="Calibri"/>
              </a:rPr>
              <a:t>load balancer: application-layer routing</a:t>
            </a:r>
            <a:endParaRPr/>
          </a:p>
          <a:p>
            <a:pPr indent="-256032" lvl="0" marL="342900" marR="0" rtl="0" algn="l">
              <a:spcBef>
                <a:spcPts val="0"/>
              </a:spcBef>
              <a:spcAft>
                <a:spcPts val="0"/>
              </a:spcAft>
              <a:buClr>
                <a:srgbClr val="000099"/>
              </a:buClr>
              <a:buSzPts val="2400"/>
              <a:buFont typeface="Noto Sans Symbols"/>
              <a:buChar char="▪"/>
            </a:pPr>
            <a:r>
              <a:rPr i="0" lang="en-US" sz="2400">
                <a:solidFill>
                  <a:schemeClr val="dk1"/>
                </a:solidFill>
                <a:latin typeface="Calibri"/>
                <a:ea typeface="Calibri"/>
                <a:cs typeface="Calibri"/>
                <a:sym typeface="Calibri"/>
              </a:rPr>
              <a:t>receives external client requests</a:t>
            </a:r>
            <a:endParaRPr/>
          </a:p>
          <a:p>
            <a:pPr indent="-256032" lvl="0" marL="342900" marR="0" rtl="0" algn="l">
              <a:spcBef>
                <a:spcPts val="0"/>
              </a:spcBef>
              <a:spcAft>
                <a:spcPts val="0"/>
              </a:spcAft>
              <a:buClr>
                <a:srgbClr val="000099"/>
              </a:buClr>
              <a:buSzPts val="2400"/>
              <a:buFont typeface="Noto Sans Symbols"/>
              <a:buChar char="▪"/>
            </a:pPr>
            <a:r>
              <a:rPr i="0" lang="en-US" sz="2400">
                <a:solidFill>
                  <a:schemeClr val="dk1"/>
                </a:solidFill>
                <a:latin typeface="Calibri"/>
                <a:ea typeface="Calibri"/>
                <a:cs typeface="Calibri"/>
                <a:sym typeface="Calibri"/>
              </a:rPr>
              <a:t>directs workload within data center</a:t>
            </a:r>
            <a:endParaRPr/>
          </a:p>
        </p:txBody>
      </p:sp>
      <p:sp>
        <p:nvSpPr>
          <p:cNvPr id="8961" name="Google Shape;8961;p106"/>
          <p:cNvSpPr txBox="1"/>
          <p:nvPr/>
        </p:nvSpPr>
        <p:spPr>
          <a:xfrm>
            <a:off x="8874312" y="4509125"/>
            <a:ext cx="3065929" cy="1446550"/>
          </a:xfrm>
          <a:prstGeom prst="rect">
            <a:avLst/>
          </a:prstGeom>
          <a:noFill/>
          <a:ln>
            <a:noFill/>
          </a:ln>
        </p:spPr>
        <p:txBody>
          <a:bodyPr anchorCtr="0" anchor="t" bIns="45700" lIns="91425" spcFirstLastPara="1" rIns="91425" wrap="square" tIns="45700">
            <a:spAutoFit/>
          </a:bodyPr>
          <a:lstStyle/>
          <a:p>
            <a:pPr indent="-256032" lvl="0" marL="342900" marR="0" rtl="0" algn="l">
              <a:spcBef>
                <a:spcPts val="0"/>
              </a:spcBef>
              <a:spcAft>
                <a:spcPts val="0"/>
              </a:spcAft>
              <a:buClr>
                <a:srgbClr val="000099"/>
              </a:buClr>
              <a:buSzPts val="2400"/>
              <a:buFont typeface="Noto Sans Symbols"/>
              <a:buChar char="▪"/>
            </a:pPr>
            <a:r>
              <a:rPr i="0" lang="en-US" sz="2400">
                <a:solidFill>
                  <a:schemeClr val="dk1"/>
                </a:solidFill>
                <a:latin typeface="Calibri"/>
                <a:ea typeface="Calibri"/>
                <a:cs typeface="Calibri"/>
                <a:sym typeface="Calibri"/>
              </a:rPr>
              <a:t>returns results to external client </a:t>
            </a:r>
            <a:r>
              <a:rPr i="0" lang="en-US" sz="2000">
                <a:solidFill>
                  <a:schemeClr val="dk1"/>
                </a:solidFill>
                <a:latin typeface="Calibri"/>
                <a:ea typeface="Calibri"/>
                <a:cs typeface="Calibri"/>
                <a:sym typeface="Calibri"/>
              </a:rPr>
              <a:t>(hiding data center internals from client)</a:t>
            </a:r>
            <a:endParaRPr i="0" sz="2400">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59"/>
                                        </p:tgtEl>
                                        <p:attrNameLst>
                                          <p:attrName>style.visibility</p:attrName>
                                        </p:attrNameLst>
                                      </p:cBhvr>
                                      <p:to>
                                        <p:strVal val="visible"/>
                                      </p:to>
                                    </p:set>
                                    <p:animEffect filter="fade" transition="in">
                                      <p:cBhvr>
                                        <p:cTn dur="2000"/>
                                        <p:tgtEl>
                                          <p:spTgt spid="89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56"/>
                                        </p:tgtEl>
                                        <p:attrNameLst>
                                          <p:attrName>style.visibility</p:attrName>
                                        </p:attrNameLst>
                                      </p:cBhvr>
                                      <p:to>
                                        <p:strVal val="visible"/>
                                      </p:to>
                                    </p:set>
                                    <p:animEffect filter="fade" transition="in">
                                      <p:cBhvr>
                                        <p:cTn dur="1000"/>
                                        <p:tgtEl>
                                          <p:spTgt spid="8956"/>
                                        </p:tgtEl>
                                      </p:cBhvr>
                                    </p:animEffec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500"/>
                                        <p:tgtEl>
                                          <p:spTgt spid="8956"/>
                                        </p:tgtEl>
                                      </p:cBhvr>
                                    </p:animEffect>
                                    <p:set>
                                      <p:cBhvr>
                                        <p:cTn dur="1" fill="hold">
                                          <p:stCondLst>
                                            <p:cond delay="500"/>
                                          </p:stCondLst>
                                        </p:cTn>
                                        <p:tgtEl>
                                          <p:spTgt spid="8956"/>
                                        </p:tgtEl>
                                        <p:attrNameLst>
                                          <p:attrName>style.visibility</p:attrName>
                                        </p:attrNameLst>
                                      </p:cBhvr>
                                      <p:to>
                                        <p:strVal val="hidden"/>
                                      </p:to>
                                    </p:se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8956"/>
                                        </p:tgtEl>
                                        <p:attrNameLst>
                                          <p:attrName>style.visibility</p:attrName>
                                        </p:attrNameLst>
                                      </p:cBhvr>
                                      <p:to>
                                        <p:strVal val="visible"/>
                                      </p:to>
                                    </p:set>
                                    <p:animEffect filter="fade" transition="in">
                                      <p:cBhvr>
                                        <p:cTn dur="1000"/>
                                        <p:tgtEl>
                                          <p:spTgt spid="8956"/>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8958"/>
                                        </p:tgtEl>
                                        <p:attrNameLst>
                                          <p:attrName>style.visibility</p:attrName>
                                        </p:attrNameLst>
                                      </p:cBhvr>
                                      <p:to>
                                        <p:strVal val="visible"/>
                                      </p:to>
                                    </p:set>
                                    <p:animEffect filter="fade" transition="in">
                                      <p:cBhvr>
                                        <p:cTn dur="2000"/>
                                        <p:tgtEl>
                                          <p:spTgt spid="8958"/>
                                        </p:tgtEl>
                                      </p:cBhvr>
                                    </p:animEffect>
                                  </p:childTnLst>
                                </p:cTn>
                              </p:par>
                              <p:par>
                                <p:cTn fill="hold" nodeType="withEffect" presetClass="entr" presetID="10" presetSubtype="0">
                                  <p:stCondLst>
                                    <p:cond delay="0"/>
                                  </p:stCondLst>
                                  <p:childTnLst>
                                    <p:set>
                                      <p:cBhvr>
                                        <p:cTn dur="1" fill="hold">
                                          <p:stCondLst>
                                            <p:cond delay="0"/>
                                          </p:stCondLst>
                                        </p:cTn>
                                        <p:tgtEl>
                                          <p:spTgt spid="8961"/>
                                        </p:tgtEl>
                                        <p:attrNameLst>
                                          <p:attrName>style.visibility</p:attrName>
                                        </p:attrNameLst>
                                      </p:cBhvr>
                                      <p:to>
                                        <p:strVal val="visible"/>
                                      </p:to>
                                    </p:set>
                                    <p:animEffect filter="fade" transition="in">
                                      <p:cBhvr>
                                        <p:cTn dur="500"/>
                                        <p:tgtEl>
                                          <p:spTgt spid="89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966" name="Shape 8966"/>
        <p:cNvGrpSpPr/>
        <p:nvPr/>
      </p:nvGrpSpPr>
      <p:grpSpPr>
        <a:xfrm>
          <a:off x="0" y="0"/>
          <a:ext cx="0" cy="0"/>
          <a:chOff x="0" y="0"/>
          <a:chExt cx="0" cy="0"/>
        </a:xfrm>
      </p:grpSpPr>
      <p:sp>
        <p:nvSpPr>
          <p:cNvPr id="8967" name="Google Shape;8967;p107"/>
          <p:cNvSpPr txBox="1"/>
          <p:nvPr>
            <p:ph idx="1" type="body"/>
          </p:nvPr>
        </p:nvSpPr>
        <p:spPr>
          <a:xfrm>
            <a:off x="838200" y="1539059"/>
            <a:ext cx="10515600" cy="4351338"/>
          </a:xfrm>
          <a:prstGeom prst="rect">
            <a:avLst/>
          </a:prstGeom>
          <a:noFill/>
          <a:ln>
            <a:noFill/>
          </a:ln>
        </p:spPr>
        <p:txBody>
          <a:bodyPr anchorCtr="0" anchor="t" bIns="45700" lIns="91425" spcFirstLastPara="1" rIns="91425" wrap="square" tIns="45700">
            <a:normAutofit/>
          </a:bodyPr>
          <a:lstStyle/>
          <a:p>
            <a:pPr indent="-301625" lvl="0" marL="352425" rtl="0" algn="l">
              <a:lnSpc>
                <a:spcPct val="90000"/>
              </a:lnSpc>
              <a:spcBef>
                <a:spcPts val="0"/>
              </a:spcBef>
              <a:spcAft>
                <a:spcPts val="0"/>
              </a:spcAft>
              <a:buSzPts val="3200"/>
              <a:buChar char="▪"/>
            </a:pPr>
            <a:r>
              <a:rPr lang="en-US" sz="3200">
                <a:solidFill>
                  <a:srgbClr val="0000A8"/>
                </a:solidFill>
              </a:rPr>
              <a:t>link layer: </a:t>
            </a:r>
            <a:endParaRPr/>
          </a:p>
          <a:p>
            <a:pPr indent="-231775" lvl="1" marL="695325" rtl="0" algn="l">
              <a:lnSpc>
                <a:spcPct val="90000"/>
              </a:lnSpc>
              <a:spcBef>
                <a:spcPts val="500"/>
              </a:spcBef>
              <a:spcAft>
                <a:spcPts val="0"/>
              </a:spcAft>
              <a:buSzPts val="2400"/>
              <a:buChar char="•"/>
            </a:pPr>
            <a:r>
              <a:rPr lang="en-US"/>
              <a:t>RoCE: remote DMA (RDMA) over Converged Ethernet</a:t>
            </a:r>
            <a:endParaRPr/>
          </a:p>
          <a:p>
            <a:pPr indent="-301625" lvl="0" marL="352425" rtl="0" algn="l">
              <a:lnSpc>
                <a:spcPct val="90000"/>
              </a:lnSpc>
              <a:spcBef>
                <a:spcPts val="1000"/>
              </a:spcBef>
              <a:spcAft>
                <a:spcPts val="0"/>
              </a:spcAft>
              <a:buSzPts val="3200"/>
              <a:buChar char="▪"/>
            </a:pPr>
            <a:r>
              <a:rPr lang="en-US" sz="3200">
                <a:solidFill>
                  <a:srgbClr val="0000A8"/>
                </a:solidFill>
              </a:rPr>
              <a:t>transport layer: </a:t>
            </a:r>
            <a:endParaRPr/>
          </a:p>
          <a:p>
            <a:pPr indent="-187325" lvl="1" marL="695325" rtl="0" algn="l">
              <a:lnSpc>
                <a:spcPct val="90000"/>
              </a:lnSpc>
              <a:spcBef>
                <a:spcPts val="500"/>
              </a:spcBef>
              <a:spcAft>
                <a:spcPts val="0"/>
              </a:spcAft>
              <a:buSzPts val="2400"/>
              <a:buChar char="•"/>
            </a:pPr>
            <a:r>
              <a:rPr lang="en-US"/>
              <a:t>ECN (explicit congestion notification) used in transport-layer congestion control (DCTCP, DCQCN)</a:t>
            </a:r>
            <a:endParaRPr/>
          </a:p>
          <a:p>
            <a:pPr indent="-187325" lvl="1" marL="695325" rtl="0" algn="l">
              <a:lnSpc>
                <a:spcPct val="90000"/>
              </a:lnSpc>
              <a:spcBef>
                <a:spcPts val="500"/>
              </a:spcBef>
              <a:spcAft>
                <a:spcPts val="0"/>
              </a:spcAft>
              <a:buSzPts val="2400"/>
              <a:buChar char="•"/>
            </a:pPr>
            <a:r>
              <a:rPr lang="en-US"/>
              <a:t>experimentation with hop-by-hop (backpressure) congestion control</a:t>
            </a:r>
            <a:endParaRPr/>
          </a:p>
          <a:p>
            <a:pPr indent="-301625" lvl="0" marL="352425" rtl="0" algn="l">
              <a:lnSpc>
                <a:spcPct val="90000"/>
              </a:lnSpc>
              <a:spcBef>
                <a:spcPts val="1000"/>
              </a:spcBef>
              <a:spcAft>
                <a:spcPts val="0"/>
              </a:spcAft>
              <a:buSzPts val="3200"/>
              <a:buChar char="▪"/>
            </a:pPr>
            <a:r>
              <a:rPr lang="en-US" sz="3200">
                <a:solidFill>
                  <a:srgbClr val="0000A8"/>
                </a:solidFill>
              </a:rPr>
              <a:t>routing, management</a:t>
            </a:r>
            <a:r>
              <a:rPr lang="en-US" sz="3200"/>
              <a:t>:</a:t>
            </a:r>
            <a:endParaRPr/>
          </a:p>
          <a:p>
            <a:pPr indent="-228600" lvl="1" marL="736600" rtl="0" algn="l">
              <a:lnSpc>
                <a:spcPct val="90000"/>
              </a:lnSpc>
              <a:spcBef>
                <a:spcPts val="500"/>
              </a:spcBef>
              <a:spcAft>
                <a:spcPts val="0"/>
              </a:spcAft>
              <a:buSzPts val="2400"/>
              <a:buChar char="•"/>
            </a:pPr>
            <a:r>
              <a:rPr lang="en-US"/>
              <a:t>SDN widely used within/among organizations’ datacenters</a:t>
            </a:r>
            <a:endParaRPr/>
          </a:p>
          <a:p>
            <a:pPr indent="-228600" lvl="1" marL="736600" rtl="0" algn="l">
              <a:lnSpc>
                <a:spcPct val="90000"/>
              </a:lnSpc>
              <a:spcBef>
                <a:spcPts val="500"/>
              </a:spcBef>
              <a:spcAft>
                <a:spcPts val="0"/>
              </a:spcAft>
              <a:buSzPts val="2400"/>
              <a:buChar char="•"/>
            </a:pPr>
            <a:r>
              <a:rPr lang="en-US"/>
              <a:t>place related services, data as close as possible (e.g., in same rack or nearby rack) to minimize tier-2, tier-1 communication</a:t>
            </a:r>
            <a:endParaRPr/>
          </a:p>
          <a:p>
            <a:pPr indent="-44450" lvl="0" marL="352425" rtl="0" algn="l">
              <a:lnSpc>
                <a:spcPct val="90000"/>
              </a:lnSpc>
              <a:spcBef>
                <a:spcPts val="1000"/>
              </a:spcBef>
              <a:spcAft>
                <a:spcPts val="0"/>
              </a:spcAft>
              <a:buSzPts val="2800"/>
              <a:buNone/>
            </a:pPr>
            <a:r>
              <a:t/>
            </a:r>
            <a:endParaRPr/>
          </a:p>
        </p:txBody>
      </p:sp>
      <p:sp>
        <p:nvSpPr>
          <p:cNvPr id="8968" name="Google Shape;8968;p107"/>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b="0" lang="en-US">
                <a:latin typeface="Calibri"/>
                <a:ea typeface="Calibri"/>
                <a:cs typeface="Calibri"/>
                <a:sym typeface="Calibri"/>
              </a:rPr>
              <a:t>Datacenter networks: protocol innovations</a:t>
            </a:r>
            <a:endParaRPr b="0" sz="4400">
              <a:latin typeface="Calibri"/>
              <a:ea typeface="Calibri"/>
              <a:cs typeface="Calibri"/>
              <a:sym typeface="Calibri"/>
            </a:endParaRPr>
          </a:p>
        </p:txBody>
      </p:sp>
      <p:sp>
        <p:nvSpPr>
          <p:cNvPr id="8969" name="Google Shape;8969;p10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Link Layer: 6-</a:t>
            </a:r>
            <a:fld id="{00000000-1234-1234-1234-123412341234}" type="slidenum">
              <a:rPr lang="en-US"/>
              <a:t>‹#›</a:t>
            </a:fld>
            <a:endParaRPr/>
          </a:p>
        </p:txBody>
      </p:sp>
      <p:sp>
        <p:nvSpPr>
          <p:cNvPr id="8970" name="Google Shape;8970;p107"/>
          <p:cNvSpPr txBox="1"/>
          <p:nvPr/>
        </p:nvSpPr>
        <p:spPr>
          <a:xfrm>
            <a:off x="389467" y="6083013"/>
            <a:ext cx="9838266"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C0C0C"/>
                </a:solidFill>
                <a:latin typeface="Calibri"/>
                <a:ea typeface="Calibri"/>
                <a:cs typeface="Calibri"/>
                <a:sym typeface="Calibri"/>
              </a:rPr>
              <a:t>Google Networking: Infrastructure and Selected Challenges (Slides: https://networkingchannel.eu/google-networking-infrastructure-and-selected-challenges/ </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67">
                                            <p:txEl>
                                              <p:pRg end="0" st="0"/>
                                            </p:txEl>
                                          </p:spTgt>
                                        </p:tgtEl>
                                        <p:attrNameLst>
                                          <p:attrName>style.visibility</p:attrName>
                                        </p:attrNameLst>
                                      </p:cBhvr>
                                      <p:to>
                                        <p:strVal val="visible"/>
                                      </p:to>
                                    </p:set>
                                    <p:animEffect filter="fade" transition="in">
                                      <p:cBhvr>
                                        <p:cTn dur="500"/>
                                        <p:tgtEl>
                                          <p:spTgt spid="896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67">
                                            <p:txEl>
                                              <p:pRg end="1" st="1"/>
                                            </p:txEl>
                                          </p:spTgt>
                                        </p:tgtEl>
                                        <p:attrNameLst>
                                          <p:attrName>style.visibility</p:attrName>
                                        </p:attrNameLst>
                                      </p:cBhvr>
                                      <p:to>
                                        <p:strVal val="visible"/>
                                      </p:to>
                                    </p:set>
                                    <p:animEffect filter="fade" transition="in">
                                      <p:cBhvr>
                                        <p:cTn dur="500"/>
                                        <p:tgtEl>
                                          <p:spTgt spid="896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67">
                                            <p:txEl>
                                              <p:pRg end="2" st="2"/>
                                            </p:txEl>
                                          </p:spTgt>
                                        </p:tgtEl>
                                        <p:attrNameLst>
                                          <p:attrName>style.visibility</p:attrName>
                                        </p:attrNameLst>
                                      </p:cBhvr>
                                      <p:to>
                                        <p:strVal val="visible"/>
                                      </p:to>
                                    </p:set>
                                    <p:animEffect filter="fade" transition="in">
                                      <p:cBhvr>
                                        <p:cTn dur="500"/>
                                        <p:tgtEl>
                                          <p:spTgt spid="896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67">
                                            <p:txEl>
                                              <p:pRg end="3" st="3"/>
                                            </p:txEl>
                                          </p:spTgt>
                                        </p:tgtEl>
                                        <p:attrNameLst>
                                          <p:attrName>style.visibility</p:attrName>
                                        </p:attrNameLst>
                                      </p:cBhvr>
                                      <p:to>
                                        <p:strVal val="visible"/>
                                      </p:to>
                                    </p:set>
                                    <p:animEffect filter="fade" transition="in">
                                      <p:cBhvr>
                                        <p:cTn dur="500"/>
                                        <p:tgtEl>
                                          <p:spTgt spid="896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67">
                                            <p:txEl>
                                              <p:pRg end="4" st="4"/>
                                            </p:txEl>
                                          </p:spTgt>
                                        </p:tgtEl>
                                        <p:attrNameLst>
                                          <p:attrName>style.visibility</p:attrName>
                                        </p:attrNameLst>
                                      </p:cBhvr>
                                      <p:to>
                                        <p:strVal val="visible"/>
                                      </p:to>
                                    </p:set>
                                    <p:animEffect filter="fade" transition="in">
                                      <p:cBhvr>
                                        <p:cTn dur="500"/>
                                        <p:tgtEl>
                                          <p:spTgt spid="896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67">
                                            <p:txEl>
                                              <p:pRg end="5" st="5"/>
                                            </p:txEl>
                                          </p:spTgt>
                                        </p:tgtEl>
                                        <p:attrNameLst>
                                          <p:attrName>style.visibility</p:attrName>
                                        </p:attrNameLst>
                                      </p:cBhvr>
                                      <p:to>
                                        <p:strVal val="visible"/>
                                      </p:to>
                                    </p:set>
                                    <p:animEffect filter="fade" transition="in">
                                      <p:cBhvr>
                                        <p:cTn dur="500"/>
                                        <p:tgtEl>
                                          <p:spTgt spid="896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67">
                                            <p:txEl>
                                              <p:pRg end="6" st="6"/>
                                            </p:txEl>
                                          </p:spTgt>
                                        </p:tgtEl>
                                        <p:attrNameLst>
                                          <p:attrName>style.visibility</p:attrName>
                                        </p:attrNameLst>
                                      </p:cBhvr>
                                      <p:to>
                                        <p:strVal val="visible"/>
                                      </p:to>
                                    </p:set>
                                    <p:animEffect filter="fade" transition="in">
                                      <p:cBhvr>
                                        <p:cTn dur="500"/>
                                        <p:tgtEl>
                                          <p:spTgt spid="896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67">
                                            <p:txEl>
                                              <p:pRg end="7" st="7"/>
                                            </p:txEl>
                                          </p:spTgt>
                                        </p:tgtEl>
                                        <p:attrNameLst>
                                          <p:attrName>style.visibility</p:attrName>
                                        </p:attrNameLst>
                                      </p:cBhvr>
                                      <p:to>
                                        <p:strVal val="visible"/>
                                      </p:to>
                                    </p:set>
                                    <p:animEffect filter="fade" transition="in">
                                      <p:cBhvr>
                                        <p:cTn dur="500"/>
                                        <p:tgtEl>
                                          <p:spTgt spid="896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67">
                                            <p:txEl>
                                              <p:pRg end="8" st="8"/>
                                            </p:txEl>
                                          </p:spTgt>
                                        </p:tgtEl>
                                        <p:attrNameLst>
                                          <p:attrName>style.visibility</p:attrName>
                                        </p:attrNameLst>
                                      </p:cBhvr>
                                      <p:to>
                                        <p:strVal val="visible"/>
                                      </p:to>
                                    </p:set>
                                    <p:animEffect filter="fade" transition="in">
                                      <p:cBhvr>
                                        <p:cTn dur="500"/>
                                        <p:tgtEl>
                                          <p:spTgt spid="8967">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975" name="Shape 8975"/>
        <p:cNvGrpSpPr/>
        <p:nvPr/>
      </p:nvGrpSpPr>
      <p:grpSpPr>
        <a:xfrm>
          <a:off x="0" y="0"/>
          <a:ext cx="0" cy="0"/>
          <a:chOff x="0" y="0"/>
          <a:chExt cx="0" cy="0"/>
        </a:xfrm>
      </p:grpSpPr>
      <p:sp>
        <p:nvSpPr>
          <p:cNvPr id="8976" name="Google Shape;8976;p108"/>
          <p:cNvSpPr txBox="1"/>
          <p:nvPr>
            <p:ph type="title"/>
          </p:nvPr>
        </p:nvSpPr>
        <p:spPr>
          <a:xfrm>
            <a:off x="349624" y="274638"/>
            <a:ext cx="11842376" cy="11430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00A3"/>
              </a:buClr>
              <a:buSzPts val="4400"/>
              <a:buFont typeface="Calibri"/>
              <a:buNone/>
            </a:pPr>
            <a:r>
              <a:rPr lang="en-US">
                <a:latin typeface="Calibri"/>
                <a:ea typeface="Calibri"/>
                <a:cs typeface="Calibri"/>
                <a:sym typeface="Calibri"/>
              </a:rPr>
              <a:t>ORION: </a:t>
            </a:r>
            <a:r>
              <a:rPr b="0" lang="en-US" sz="4000">
                <a:latin typeface="Calibri"/>
                <a:ea typeface="Calibri"/>
                <a:cs typeface="Calibri"/>
                <a:sym typeface="Calibri"/>
              </a:rPr>
              <a:t>Google’s new SDN control plane for internal datacenter (Jupiter) + wide area (B4) network</a:t>
            </a:r>
            <a:endParaRPr b="0">
              <a:latin typeface="Calibri"/>
              <a:ea typeface="Calibri"/>
              <a:cs typeface="Calibri"/>
              <a:sym typeface="Calibri"/>
            </a:endParaRPr>
          </a:p>
        </p:txBody>
      </p:sp>
      <p:pic>
        <p:nvPicPr>
          <p:cNvPr id="8977" name="Google Shape;8977;p108"/>
          <p:cNvPicPr preferRelativeResize="0"/>
          <p:nvPr/>
        </p:nvPicPr>
        <p:blipFill rotWithShape="1">
          <a:blip r:embed="rId3">
            <a:alphaModFix/>
          </a:blip>
          <a:srcRect b="0" l="0" r="0" t="0"/>
          <a:stretch/>
        </p:blipFill>
        <p:spPr>
          <a:xfrm>
            <a:off x="6627057" y="2091836"/>
            <a:ext cx="5137845" cy="2936631"/>
          </a:xfrm>
          <a:prstGeom prst="rect">
            <a:avLst/>
          </a:prstGeom>
          <a:noFill/>
          <a:ln>
            <a:noFill/>
          </a:ln>
        </p:spPr>
      </p:pic>
      <p:sp>
        <p:nvSpPr>
          <p:cNvPr id="8978" name="Google Shape;8978;p108"/>
          <p:cNvSpPr txBox="1"/>
          <p:nvPr/>
        </p:nvSpPr>
        <p:spPr>
          <a:xfrm>
            <a:off x="7322839" y="1764893"/>
            <a:ext cx="372191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Orion SDN architecture and core apps</a:t>
            </a:r>
            <a:endParaRPr/>
          </a:p>
        </p:txBody>
      </p:sp>
      <p:sp>
        <p:nvSpPr>
          <p:cNvPr id="8979" name="Google Shape;8979;p108"/>
          <p:cNvSpPr txBox="1"/>
          <p:nvPr/>
        </p:nvSpPr>
        <p:spPr>
          <a:xfrm>
            <a:off x="574507" y="1667879"/>
            <a:ext cx="5744307" cy="3328396"/>
          </a:xfrm>
          <a:prstGeom prst="rect">
            <a:avLst/>
          </a:prstGeom>
          <a:noFill/>
          <a:ln>
            <a:noFill/>
          </a:ln>
        </p:spPr>
        <p:txBody>
          <a:bodyPr anchorCtr="0" anchor="t" bIns="45700" lIns="91425" spcFirstLastPara="1" rIns="91425" wrap="square" tIns="45700">
            <a:normAutofit/>
          </a:bodyPr>
          <a:lstStyle/>
          <a:p>
            <a:pPr indent="-239713" lvl="0" marL="239713" marR="0" rtl="0" algn="l">
              <a:spcBef>
                <a:spcPts val="0"/>
              </a:spcBef>
              <a:spcAft>
                <a:spcPts val="0"/>
              </a:spcAft>
              <a:buClr>
                <a:srgbClr val="000090"/>
              </a:buClr>
              <a:buSzPts val="2400"/>
              <a:buFont typeface="Noto Sans Symbols"/>
              <a:buChar char="▪"/>
            </a:pPr>
            <a:r>
              <a:rPr lang="en-US" sz="2400">
                <a:solidFill>
                  <a:srgbClr val="880510"/>
                </a:solidFill>
                <a:latin typeface="Calibri"/>
                <a:ea typeface="Calibri"/>
                <a:cs typeface="Calibri"/>
                <a:sym typeface="Calibri"/>
              </a:rPr>
              <a:t>routing</a:t>
            </a:r>
            <a:r>
              <a:rPr lang="en-US" sz="2400">
                <a:solidFill>
                  <a:schemeClr val="dk1"/>
                </a:solidFill>
                <a:latin typeface="Calibri"/>
                <a:ea typeface="Calibri"/>
                <a:cs typeface="Calibri"/>
                <a:sym typeface="Calibri"/>
              </a:rPr>
              <a:t> (intradomain, iBGP), traffic engineering: implemented in </a:t>
            </a:r>
            <a:r>
              <a:rPr i="1" lang="en-US" sz="2400">
                <a:solidFill>
                  <a:schemeClr val="dk1"/>
                </a:solidFill>
                <a:latin typeface="Calibri"/>
                <a:ea typeface="Calibri"/>
                <a:cs typeface="Calibri"/>
                <a:sym typeface="Calibri"/>
              </a:rPr>
              <a:t>applications</a:t>
            </a:r>
            <a:r>
              <a:rPr lang="en-US" sz="2400">
                <a:solidFill>
                  <a:schemeClr val="dk1"/>
                </a:solidFill>
                <a:latin typeface="Calibri"/>
                <a:ea typeface="Calibri"/>
                <a:cs typeface="Calibri"/>
                <a:sym typeface="Calibri"/>
              </a:rPr>
              <a:t> on top of ORION core</a:t>
            </a:r>
            <a:endParaRPr/>
          </a:p>
          <a:p>
            <a:pPr indent="-239713" lvl="0" marL="239713" marR="0" rtl="0" algn="l">
              <a:spcBef>
                <a:spcPts val="480"/>
              </a:spcBef>
              <a:spcAft>
                <a:spcPts val="0"/>
              </a:spcAft>
              <a:buClr>
                <a:srgbClr val="000090"/>
              </a:buClr>
              <a:buSzPts val="2400"/>
              <a:buFont typeface="Noto Sans Symbols"/>
              <a:buChar char="▪"/>
            </a:pPr>
            <a:r>
              <a:rPr lang="en-US" sz="2400">
                <a:solidFill>
                  <a:srgbClr val="880510"/>
                </a:solidFill>
                <a:latin typeface="Calibri"/>
                <a:ea typeface="Calibri"/>
                <a:cs typeface="Calibri"/>
                <a:sym typeface="Calibri"/>
              </a:rPr>
              <a:t>edge-edge flow-based</a:t>
            </a:r>
            <a:r>
              <a:rPr lang="en-US" sz="2400">
                <a:solidFill>
                  <a:schemeClr val="dk1"/>
                </a:solidFill>
                <a:latin typeface="Calibri"/>
                <a:ea typeface="Calibri"/>
                <a:cs typeface="Calibri"/>
                <a:sym typeface="Calibri"/>
              </a:rPr>
              <a:t> controls (e.g., CoFlow scheduling) to meet contract SLAs</a:t>
            </a:r>
            <a:endParaRPr/>
          </a:p>
          <a:p>
            <a:pPr indent="-239713" lvl="0" marL="239713" marR="0" rtl="0" algn="l">
              <a:spcBef>
                <a:spcPts val="480"/>
              </a:spcBef>
              <a:spcAft>
                <a:spcPts val="0"/>
              </a:spcAft>
              <a:buClr>
                <a:srgbClr val="000090"/>
              </a:buClr>
              <a:buSzPts val="2400"/>
              <a:buFont typeface="Noto Sans Symbols"/>
              <a:buChar char="▪"/>
            </a:pPr>
            <a:r>
              <a:rPr lang="en-US" sz="2400">
                <a:solidFill>
                  <a:srgbClr val="880510"/>
                </a:solidFill>
                <a:latin typeface="Calibri"/>
                <a:ea typeface="Calibri"/>
                <a:cs typeface="Calibri"/>
                <a:sym typeface="Calibri"/>
              </a:rPr>
              <a:t>management: </a:t>
            </a:r>
            <a:r>
              <a:rPr lang="en-US" sz="2400">
                <a:solidFill>
                  <a:schemeClr val="dk1"/>
                </a:solidFill>
                <a:latin typeface="Calibri"/>
                <a:ea typeface="Calibri"/>
                <a:cs typeface="Calibri"/>
                <a:sym typeface="Calibri"/>
              </a:rPr>
              <a:t>pub-sub distributed microservices in Orion core, OpenFlow for switch signaling/monitoring </a:t>
            </a:r>
            <a:endParaRPr/>
          </a:p>
        </p:txBody>
      </p:sp>
      <p:sp>
        <p:nvSpPr>
          <p:cNvPr id="8980" name="Google Shape;8980;p108"/>
          <p:cNvSpPr/>
          <p:nvPr/>
        </p:nvSpPr>
        <p:spPr>
          <a:xfrm>
            <a:off x="9367213" y="2087128"/>
            <a:ext cx="1490134" cy="643467"/>
          </a:xfrm>
          <a:prstGeom prst="ellipse">
            <a:avLst/>
          </a:prstGeom>
          <a:noFill/>
          <a:ln cap="flat" cmpd="sng" w="47625">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981" name="Google Shape;8981;p108"/>
          <p:cNvSpPr/>
          <p:nvPr/>
        </p:nvSpPr>
        <p:spPr>
          <a:xfrm>
            <a:off x="10552546" y="2171794"/>
            <a:ext cx="1032934" cy="575733"/>
          </a:xfrm>
          <a:prstGeom prst="ellipse">
            <a:avLst/>
          </a:prstGeom>
          <a:noFill/>
          <a:ln cap="flat" cmpd="sng" w="47625">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982" name="Google Shape;8982;p108"/>
          <p:cNvSpPr/>
          <p:nvPr/>
        </p:nvSpPr>
        <p:spPr>
          <a:xfrm>
            <a:off x="6979613" y="3086194"/>
            <a:ext cx="1490134" cy="643467"/>
          </a:xfrm>
          <a:prstGeom prst="ellipse">
            <a:avLst/>
          </a:prstGeom>
          <a:noFill/>
          <a:ln cap="flat" cmpd="sng" w="47625">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983" name="Google Shape;8983;p108"/>
          <p:cNvSpPr txBox="1"/>
          <p:nvPr/>
        </p:nvSpPr>
        <p:spPr>
          <a:xfrm>
            <a:off x="574507" y="5011341"/>
            <a:ext cx="10621813" cy="184665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880510"/>
                </a:solidFill>
                <a:latin typeface="Calibri"/>
                <a:ea typeface="Calibri"/>
                <a:cs typeface="Calibri"/>
                <a:sym typeface="Calibri"/>
              </a:rPr>
              <a:t>Note: </a:t>
            </a:r>
            <a:endParaRPr/>
          </a:p>
          <a:p>
            <a:pPr indent="-220662" lvl="0" marL="342900" marR="0" rtl="0" algn="l">
              <a:spcBef>
                <a:spcPts val="0"/>
              </a:spcBef>
              <a:spcAft>
                <a:spcPts val="0"/>
              </a:spcAft>
              <a:buClr>
                <a:srgbClr val="0013A3"/>
              </a:buClr>
              <a:buSzPts val="2400"/>
              <a:buFont typeface="Noto Sans Symbols"/>
              <a:buChar char="▪"/>
            </a:pPr>
            <a:r>
              <a:rPr lang="en-US" sz="2400">
                <a:solidFill>
                  <a:schemeClr val="dk1"/>
                </a:solidFill>
                <a:latin typeface="Calibri"/>
                <a:ea typeface="Calibri"/>
                <a:cs typeface="Calibri"/>
                <a:sym typeface="Calibri"/>
              </a:rPr>
              <a:t>no routing protocols, congestion control (partially) also managed by SDN rather than by protocol</a:t>
            </a:r>
            <a:endParaRPr/>
          </a:p>
          <a:p>
            <a:pPr indent="-220662" lvl="0" marL="342900" marR="0" rtl="0" algn="l">
              <a:spcBef>
                <a:spcPts val="0"/>
              </a:spcBef>
              <a:spcAft>
                <a:spcPts val="0"/>
              </a:spcAft>
              <a:buClr>
                <a:srgbClr val="0013A3"/>
              </a:buClr>
              <a:buSzPts val="2400"/>
              <a:buFont typeface="Noto Sans Symbols"/>
              <a:buChar char="▪"/>
            </a:pPr>
            <a:r>
              <a:rPr lang="en-US" sz="2400">
                <a:solidFill>
                  <a:schemeClr val="dk1"/>
                </a:solidFill>
                <a:latin typeface="Calibri"/>
                <a:ea typeface="Calibri"/>
                <a:cs typeface="Calibri"/>
                <a:sym typeface="Calibri"/>
              </a:rPr>
              <a:t>are protocols dying?</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84" name="Google Shape;8984;p10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Control Plane: 5-</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79">
                                            <p:txEl>
                                              <p:pRg end="0" st="0"/>
                                            </p:txEl>
                                          </p:spTgt>
                                        </p:tgtEl>
                                        <p:attrNameLst>
                                          <p:attrName>style.visibility</p:attrName>
                                        </p:attrNameLst>
                                      </p:cBhvr>
                                      <p:to>
                                        <p:strVal val="visible"/>
                                      </p:to>
                                    </p:set>
                                    <p:animEffect filter="fade" transition="in">
                                      <p:cBhvr>
                                        <p:cTn dur="500"/>
                                        <p:tgtEl>
                                          <p:spTgt spid="897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79">
                                            <p:txEl>
                                              <p:pRg end="1" st="1"/>
                                            </p:txEl>
                                          </p:spTgt>
                                        </p:tgtEl>
                                        <p:attrNameLst>
                                          <p:attrName>style.visibility</p:attrName>
                                        </p:attrNameLst>
                                      </p:cBhvr>
                                      <p:to>
                                        <p:strVal val="visible"/>
                                      </p:to>
                                    </p:set>
                                    <p:animEffect filter="fade" transition="in">
                                      <p:cBhvr>
                                        <p:cTn dur="500"/>
                                        <p:tgtEl>
                                          <p:spTgt spid="897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79">
                                            <p:txEl>
                                              <p:pRg end="2" st="2"/>
                                            </p:txEl>
                                          </p:spTgt>
                                        </p:tgtEl>
                                        <p:attrNameLst>
                                          <p:attrName>style.visibility</p:attrName>
                                        </p:attrNameLst>
                                      </p:cBhvr>
                                      <p:to>
                                        <p:strVal val="visible"/>
                                      </p:to>
                                    </p:set>
                                    <p:animEffect filter="fade" transition="in">
                                      <p:cBhvr>
                                        <p:cTn dur="500"/>
                                        <p:tgtEl>
                                          <p:spTgt spid="8979">
                                            <p:txEl>
                                              <p:pRg end="2" st="2"/>
                                            </p:txEl>
                                          </p:spTgt>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980"/>
                                        </p:tgtEl>
                                        <p:attrNameLst>
                                          <p:attrName>style.visibility</p:attrName>
                                        </p:attrNameLst>
                                      </p:cBhvr>
                                      <p:to>
                                        <p:strVal val="visible"/>
                                      </p:to>
                                    </p:set>
                                    <p:animEffect filter="fade" transition="in">
                                      <p:cBhvr>
                                        <p:cTn dur="500"/>
                                        <p:tgtEl>
                                          <p:spTgt spid="898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981"/>
                                        </p:tgtEl>
                                        <p:attrNameLst>
                                          <p:attrName>style.visibility</p:attrName>
                                        </p:attrNameLst>
                                      </p:cBhvr>
                                      <p:to>
                                        <p:strVal val="visible"/>
                                      </p:to>
                                    </p:set>
                                    <p:animEffect filter="fade" transition="in">
                                      <p:cBhvr>
                                        <p:cTn dur="500"/>
                                        <p:tgtEl>
                                          <p:spTgt spid="8981"/>
                                        </p:tgtEl>
                                      </p:cBhvr>
                                    </p:animEffect>
                                  </p:childTnLst>
                                </p:cTn>
                              </p:par>
                              <p:par>
                                <p:cTn fill="hold" nodeType="withEffect" presetClass="entr" presetID="10" presetSubtype="0">
                                  <p:stCondLst>
                                    <p:cond delay="0"/>
                                  </p:stCondLst>
                                  <p:childTnLst>
                                    <p:set>
                                      <p:cBhvr>
                                        <p:cTn dur="1" fill="hold">
                                          <p:stCondLst>
                                            <p:cond delay="0"/>
                                          </p:stCondLst>
                                        </p:cTn>
                                        <p:tgtEl>
                                          <p:spTgt spid="8982"/>
                                        </p:tgtEl>
                                        <p:attrNameLst>
                                          <p:attrName>style.visibility</p:attrName>
                                        </p:attrNameLst>
                                      </p:cBhvr>
                                      <p:to>
                                        <p:strVal val="visible"/>
                                      </p:to>
                                    </p:set>
                                    <p:animEffect filter="fade" transition="in">
                                      <p:cBhvr>
                                        <p:cTn dur="500"/>
                                        <p:tgtEl>
                                          <p:spTgt spid="89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83"/>
                                        </p:tgtEl>
                                        <p:attrNameLst>
                                          <p:attrName>style.visibility</p:attrName>
                                        </p:attrNameLst>
                                      </p:cBhvr>
                                      <p:to>
                                        <p:strVal val="visible"/>
                                      </p:to>
                                    </p:set>
                                    <p:animEffect filter="fade" transition="in">
                                      <p:cBhvr>
                                        <p:cTn dur="500"/>
                                        <p:tgtEl>
                                          <p:spTgt spid="89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89" name="Shape 8989"/>
        <p:cNvGrpSpPr/>
        <p:nvPr/>
      </p:nvGrpSpPr>
      <p:grpSpPr>
        <a:xfrm>
          <a:off x="0" y="0"/>
          <a:ext cx="0" cy="0"/>
          <a:chOff x="0" y="0"/>
          <a:chExt cx="0" cy="0"/>
        </a:xfrm>
      </p:grpSpPr>
      <p:sp>
        <p:nvSpPr>
          <p:cNvPr id="8990" name="Google Shape;8990;p109"/>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Link layer, LANs: roadmap</a:t>
            </a:r>
            <a:endParaRPr sz="4400"/>
          </a:p>
        </p:txBody>
      </p:sp>
      <p:pic>
        <p:nvPicPr>
          <p:cNvPr descr="A train crossing a bridge over a body of water&#10;&#10;Description automatically generated" id="8991" name="Google Shape;8991;p109"/>
          <p:cNvPicPr preferRelativeResize="0"/>
          <p:nvPr/>
        </p:nvPicPr>
        <p:blipFill rotWithShape="1">
          <a:blip r:embed="rId3">
            <a:alphaModFix/>
          </a:blip>
          <a:srcRect b="0" l="0" r="0" t="0"/>
          <a:stretch/>
        </p:blipFill>
        <p:spPr>
          <a:xfrm>
            <a:off x="7239434" y="1891814"/>
            <a:ext cx="3102316" cy="2326737"/>
          </a:xfrm>
          <a:prstGeom prst="rect">
            <a:avLst/>
          </a:prstGeom>
          <a:noFill/>
          <a:ln>
            <a:noFill/>
          </a:ln>
          <a:effectLst>
            <a:outerShdw blurRad="50800" rotWithShape="0" algn="bl" dir="18900000" dist="38100">
              <a:srgbClr val="000000">
                <a:alpha val="40000"/>
              </a:srgbClr>
            </a:outerShdw>
          </a:effectLst>
        </p:spPr>
      </p:pic>
      <p:sp>
        <p:nvSpPr>
          <p:cNvPr id="8992" name="Google Shape;8992;p109"/>
          <p:cNvSpPr txBox="1"/>
          <p:nvPr/>
        </p:nvSpPr>
        <p:spPr>
          <a:xfrm>
            <a:off x="6553857" y="4906563"/>
            <a:ext cx="5066531" cy="981619"/>
          </a:xfrm>
          <a:prstGeom prst="rect">
            <a:avLst/>
          </a:prstGeom>
          <a:noFill/>
          <a:ln>
            <a:noFill/>
          </a:ln>
        </p:spPr>
        <p:txBody>
          <a:bodyPr anchorCtr="0" anchor="t" bIns="45700" lIns="91425" spcFirstLastPara="1" rIns="91425" wrap="square" tIns="45700">
            <a:normAutofit/>
          </a:bodyPr>
          <a:lstStyle/>
          <a:p>
            <a:pPr indent="-333375" lvl="0" marL="457200" marR="0" rtl="0" algn="l">
              <a:lnSpc>
                <a:spcPct val="90000"/>
              </a:lnSpc>
              <a:spcBef>
                <a:spcPts val="0"/>
              </a:spcBef>
              <a:spcAft>
                <a:spcPts val="0"/>
              </a:spcAft>
              <a:buClr>
                <a:srgbClr val="0000A8"/>
              </a:buClr>
              <a:buSzPts val="2800"/>
              <a:buFont typeface="Noto Sans Symbols"/>
              <a:buChar char="▪"/>
            </a:pPr>
            <a:r>
              <a:rPr lang="en-US" sz="2800">
                <a:solidFill>
                  <a:schemeClr val="dk1"/>
                </a:solidFill>
                <a:latin typeface="Calibri"/>
                <a:ea typeface="Calibri"/>
                <a:cs typeface="Calibri"/>
                <a:sym typeface="Calibri"/>
              </a:rPr>
              <a:t>a day in the life of a web request</a:t>
            </a:r>
            <a:endParaRPr/>
          </a:p>
          <a:p>
            <a:pPr indent="-79375" lvl="1" marL="695325" marR="0" rtl="0" algn="l">
              <a:lnSpc>
                <a:spcPct val="90000"/>
              </a:lnSpc>
              <a:spcBef>
                <a:spcPts val="500"/>
              </a:spcBef>
              <a:spcAft>
                <a:spcPts val="0"/>
              </a:spcAft>
              <a:buClr>
                <a:srgbClr val="0000A8"/>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8993" name="Google Shape;8993;p109"/>
          <p:cNvSpPr txBox="1"/>
          <p:nvPr/>
        </p:nvSpPr>
        <p:spPr>
          <a:xfrm>
            <a:off x="1006769" y="1374867"/>
            <a:ext cx="5571867" cy="5039185"/>
          </a:xfrm>
          <a:prstGeom prst="rect">
            <a:avLst/>
          </a:prstGeom>
          <a:noFill/>
          <a:ln>
            <a:noFill/>
          </a:ln>
        </p:spPr>
        <p:txBody>
          <a:bodyPr anchorCtr="0" anchor="t" bIns="45700" lIns="91425" spcFirstLastPara="1" rIns="91425" wrap="square" tIns="45700">
            <a:noAutofit/>
          </a:bodyPr>
          <a:lstStyle/>
          <a:p>
            <a:pPr indent="-274638" lvl="0" marL="285750" marR="0" rtl="0" algn="l">
              <a:lnSpc>
                <a:spcPct val="90000"/>
              </a:lnSpc>
              <a:spcBef>
                <a:spcPts val="0"/>
              </a:spcBef>
              <a:spcAft>
                <a:spcPts val="0"/>
              </a:spcAft>
              <a:buClr>
                <a:srgbClr val="BFBFBF"/>
              </a:buClr>
              <a:buSzPts val="2800"/>
              <a:buFont typeface="Noto Sans Symbols"/>
              <a:buChar char="▪"/>
            </a:pPr>
            <a:r>
              <a:rPr lang="en-US" sz="2800">
                <a:solidFill>
                  <a:srgbClr val="BFBFBF"/>
                </a:solidFill>
                <a:latin typeface="Calibri"/>
                <a:ea typeface="Calibri"/>
                <a:cs typeface="Calibri"/>
                <a:sym typeface="Calibri"/>
              </a:rPr>
              <a:t>introduction</a:t>
            </a:r>
            <a:endParaRPr/>
          </a:p>
          <a:p>
            <a:pPr indent="-274638" lvl="0" marL="285750" marR="0" rtl="0" algn="l">
              <a:lnSpc>
                <a:spcPct val="90000"/>
              </a:lnSpc>
              <a:spcBef>
                <a:spcPts val="600"/>
              </a:spcBef>
              <a:spcAft>
                <a:spcPts val="0"/>
              </a:spcAft>
              <a:buClr>
                <a:srgbClr val="BFBFBF"/>
              </a:buClr>
              <a:buSzPts val="2800"/>
              <a:buFont typeface="Noto Sans Symbols"/>
              <a:buChar char="▪"/>
            </a:pPr>
            <a:r>
              <a:rPr lang="en-US" sz="2800">
                <a:solidFill>
                  <a:srgbClr val="BFBFBF"/>
                </a:solidFill>
                <a:latin typeface="Calibri"/>
                <a:ea typeface="Calibri"/>
                <a:cs typeface="Calibri"/>
                <a:sym typeface="Calibri"/>
              </a:rPr>
              <a:t>error detection, correction </a:t>
            </a:r>
            <a:endParaRPr/>
          </a:p>
          <a:p>
            <a:pPr indent="-274638" lvl="0" marL="285750" marR="0" rtl="0" algn="l">
              <a:lnSpc>
                <a:spcPct val="90000"/>
              </a:lnSpc>
              <a:spcBef>
                <a:spcPts val="600"/>
              </a:spcBef>
              <a:spcAft>
                <a:spcPts val="0"/>
              </a:spcAft>
              <a:buClr>
                <a:srgbClr val="BFBFBF"/>
              </a:buClr>
              <a:buSzPts val="2800"/>
              <a:buFont typeface="Noto Sans Symbols"/>
              <a:buChar char="▪"/>
            </a:pPr>
            <a:r>
              <a:rPr lang="en-US" sz="2800">
                <a:solidFill>
                  <a:srgbClr val="BFBFBF"/>
                </a:solidFill>
                <a:latin typeface="Calibri"/>
                <a:ea typeface="Calibri"/>
                <a:cs typeface="Calibri"/>
                <a:sym typeface="Calibri"/>
              </a:rPr>
              <a:t>multiple access protocols</a:t>
            </a:r>
            <a:endParaRPr/>
          </a:p>
          <a:p>
            <a:pPr indent="-274638" lvl="0" marL="285750" marR="0" rtl="0" algn="l">
              <a:lnSpc>
                <a:spcPct val="90000"/>
              </a:lnSpc>
              <a:spcBef>
                <a:spcPts val="600"/>
              </a:spcBef>
              <a:spcAft>
                <a:spcPts val="0"/>
              </a:spcAft>
              <a:buClr>
                <a:srgbClr val="BFBFBF"/>
              </a:buClr>
              <a:buSzPts val="3200"/>
              <a:buFont typeface="Noto Sans Symbols"/>
              <a:buChar char="▪"/>
            </a:pPr>
            <a:r>
              <a:rPr lang="en-US" sz="3200">
                <a:solidFill>
                  <a:srgbClr val="BFBFBF"/>
                </a:solidFill>
                <a:latin typeface="Calibri"/>
                <a:ea typeface="Calibri"/>
                <a:cs typeface="Calibri"/>
                <a:sym typeface="Calibri"/>
              </a:rPr>
              <a:t>LANs</a:t>
            </a:r>
            <a:endParaRPr/>
          </a:p>
          <a:p>
            <a:pPr indent="-274638" lvl="1" marL="628650" marR="0" rtl="0" algn="l">
              <a:lnSpc>
                <a:spcPct val="90000"/>
              </a:lnSpc>
              <a:spcBef>
                <a:spcPts val="600"/>
              </a:spcBef>
              <a:spcAft>
                <a:spcPts val="0"/>
              </a:spcAft>
              <a:buClr>
                <a:srgbClr val="BFBFBF"/>
              </a:buClr>
              <a:buSzPts val="2800"/>
              <a:buFont typeface="Arial"/>
              <a:buChar char="•"/>
            </a:pPr>
            <a:r>
              <a:rPr b="0" i="0" lang="en-US" sz="2800" u="none" cap="none" strike="noStrike">
                <a:solidFill>
                  <a:srgbClr val="BFBFBF"/>
                </a:solidFill>
                <a:latin typeface="Calibri"/>
                <a:ea typeface="Calibri"/>
                <a:cs typeface="Calibri"/>
                <a:sym typeface="Calibri"/>
              </a:rPr>
              <a:t>addressing, ARP</a:t>
            </a:r>
            <a:endParaRPr/>
          </a:p>
          <a:p>
            <a:pPr indent="-274638" lvl="1" marL="628650" marR="0" rtl="0" algn="l">
              <a:lnSpc>
                <a:spcPct val="90000"/>
              </a:lnSpc>
              <a:spcBef>
                <a:spcPts val="600"/>
              </a:spcBef>
              <a:spcAft>
                <a:spcPts val="0"/>
              </a:spcAft>
              <a:buClr>
                <a:srgbClr val="BFBFBF"/>
              </a:buClr>
              <a:buSzPts val="2800"/>
              <a:buFont typeface="Arial"/>
              <a:buChar char="•"/>
            </a:pPr>
            <a:r>
              <a:rPr b="0" i="0" lang="en-US" sz="2800" u="none" cap="none" strike="noStrike">
                <a:solidFill>
                  <a:srgbClr val="BFBFBF"/>
                </a:solidFill>
                <a:latin typeface="Calibri"/>
                <a:ea typeface="Calibri"/>
                <a:cs typeface="Calibri"/>
                <a:sym typeface="Calibri"/>
              </a:rPr>
              <a:t>Ethernet</a:t>
            </a:r>
            <a:endParaRPr/>
          </a:p>
          <a:p>
            <a:pPr indent="-274638" lvl="1" marL="628650" marR="0" rtl="0" algn="l">
              <a:lnSpc>
                <a:spcPct val="90000"/>
              </a:lnSpc>
              <a:spcBef>
                <a:spcPts val="600"/>
              </a:spcBef>
              <a:spcAft>
                <a:spcPts val="0"/>
              </a:spcAft>
              <a:buClr>
                <a:srgbClr val="BFBFBF"/>
              </a:buClr>
              <a:buSzPts val="2800"/>
              <a:buFont typeface="Arial"/>
              <a:buChar char="•"/>
            </a:pPr>
            <a:r>
              <a:rPr b="0" i="0" lang="en-US" sz="2800" u="none" cap="none" strike="noStrike">
                <a:solidFill>
                  <a:srgbClr val="BFBFBF"/>
                </a:solidFill>
                <a:latin typeface="Calibri"/>
                <a:ea typeface="Calibri"/>
                <a:cs typeface="Calibri"/>
                <a:sym typeface="Calibri"/>
              </a:rPr>
              <a:t>switches</a:t>
            </a:r>
            <a:endParaRPr/>
          </a:p>
          <a:p>
            <a:pPr indent="-274638" lvl="1" marL="628650" marR="0" rtl="0" algn="l">
              <a:lnSpc>
                <a:spcPct val="90000"/>
              </a:lnSpc>
              <a:spcBef>
                <a:spcPts val="600"/>
              </a:spcBef>
              <a:spcAft>
                <a:spcPts val="0"/>
              </a:spcAft>
              <a:buClr>
                <a:srgbClr val="BFBFBF"/>
              </a:buClr>
              <a:buSzPts val="2800"/>
              <a:buFont typeface="Arial"/>
              <a:buChar char="•"/>
            </a:pPr>
            <a:r>
              <a:rPr b="0" i="0" lang="en-US" sz="2800" u="none" cap="none" strike="noStrike">
                <a:solidFill>
                  <a:srgbClr val="BFBFBF"/>
                </a:solidFill>
                <a:latin typeface="Calibri"/>
                <a:ea typeface="Calibri"/>
                <a:cs typeface="Calibri"/>
                <a:sym typeface="Calibri"/>
              </a:rPr>
              <a:t>VLANs</a:t>
            </a:r>
            <a:endParaRPr/>
          </a:p>
          <a:p>
            <a:pPr indent="-274638" lvl="0" marL="285750" marR="0" rtl="0" algn="l">
              <a:lnSpc>
                <a:spcPct val="90000"/>
              </a:lnSpc>
              <a:spcBef>
                <a:spcPts val="600"/>
              </a:spcBef>
              <a:spcAft>
                <a:spcPts val="0"/>
              </a:spcAft>
              <a:buClr>
                <a:srgbClr val="BFBFBF"/>
              </a:buClr>
              <a:buSzPts val="2800"/>
              <a:buFont typeface="Noto Sans Symbols"/>
              <a:buChar char="▪"/>
            </a:pPr>
            <a:r>
              <a:rPr lang="en-US" sz="2800">
                <a:solidFill>
                  <a:srgbClr val="BFBFBF"/>
                </a:solidFill>
                <a:latin typeface="Calibri"/>
                <a:ea typeface="Calibri"/>
                <a:cs typeface="Calibri"/>
                <a:sym typeface="Calibri"/>
              </a:rPr>
              <a:t>link virtualization: MPLS</a:t>
            </a:r>
            <a:endParaRPr/>
          </a:p>
          <a:p>
            <a:pPr indent="-274638" lvl="0" marL="285750" marR="0" rtl="0" algn="l">
              <a:lnSpc>
                <a:spcPct val="90000"/>
              </a:lnSpc>
              <a:spcBef>
                <a:spcPts val="600"/>
              </a:spcBef>
              <a:spcAft>
                <a:spcPts val="0"/>
              </a:spcAft>
              <a:buClr>
                <a:srgbClr val="BFBFBF"/>
              </a:buClr>
              <a:buSzPts val="2800"/>
              <a:buFont typeface="Noto Sans Symbols"/>
              <a:buChar char="▪"/>
            </a:pPr>
            <a:r>
              <a:rPr lang="en-US" sz="2800">
                <a:solidFill>
                  <a:srgbClr val="BFBFBF"/>
                </a:solidFill>
                <a:latin typeface="Calibri"/>
                <a:ea typeface="Calibri"/>
                <a:cs typeface="Calibri"/>
                <a:sym typeface="Calibri"/>
              </a:rPr>
              <a:t>data center networking</a:t>
            </a:r>
            <a:endParaRPr/>
          </a:p>
          <a:p>
            <a:pPr indent="-71438" lvl="0" marL="285750" marR="0" rtl="0" algn="l">
              <a:lnSpc>
                <a:spcPct val="90000"/>
              </a:lnSpc>
              <a:spcBef>
                <a:spcPts val="600"/>
              </a:spcBef>
              <a:spcAft>
                <a:spcPts val="0"/>
              </a:spcAft>
              <a:buClr>
                <a:srgbClr val="0000A3"/>
              </a:buClr>
              <a:buSzPts val="3200"/>
              <a:buFont typeface="Noto Sans Symbols"/>
              <a:buNone/>
            </a:pPr>
            <a:r>
              <a:t/>
            </a:r>
            <a:endParaRPr sz="3200">
              <a:solidFill>
                <a:schemeClr val="dk1"/>
              </a:solidFill>
              <a:latin typeface="Calibri"/>
              <a:ea typeface="Calibri"/>
              <a:cs typeface="Calibri"/>
              <a:sym typeface="Calibri"/>
            </a:endParaRPr>
          </a:p>
          <a:p>
            <a:pPr indent="-96837" lvl="1" marL="628650" marR="0" rtl="0" algn="l">
              <a:lnSpc>
                <a:spcPct val="90000"/>
              </a:lnSpc>
              <a:spcBef>
                <a:spcPts val="600"/>
              </a:spcBef>
              <a:spcAft>
                <a:spcPts val="0"/>
              </a:spcAft>
              <a:buClr>
                <a:srgbClr val="0000A8"/>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8994" name="Google Shape;8994;p10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Link Layer: 6-</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9" name="Shape 8999"/>
        <p:cNvGrpSpPr/>
        <p:nvPr/>
      </p:nvGrpSpPr>
      <p:grpSpPr>
        <a:xfrm>
          <a:off x="0" y="0"/>
          <a:ext cx="0" cy="0"/>
          <a:chOff x="0" y="0"/>
          <a:chExt cx="0" cy="0"/>
        </a:xfrm>
      </p:grpSpPr>
      <p:sp>
        <p:nvSpPr>
          <p:cNvPr id="9000" name="Google Shape;9000;p110"/>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b="0" lang="en-US">
                <a:latin typeface="Calibri"/>
                <a:ea typeface="Calibri"/>
                <a:cs typeface="Calibri"/>
                <a:sym typeface="Calibri"/>
              </a:rPr>
              <a:t>Synthesis: a day in the life of a web request</a:t>
            </a:r>
            <a:endParaRPr b="0" sz="4400">
              <a:latin typeface="Calibri"/>
              <a:ea typeface="Calibri"/>
              <a:cs typeface="Calibri"/>
              <a:sym typeface="Calibri"/>
            </a:endParaRPr>
          </a:p>
        </p:txBody>
      </p:sp>
      <p:sp>
        <p:nvSpPr>
          <p:cNvPr id="9001" name="Google Shape;9001;p110"/>
          <p:cNvSpPr txBox="1"/>
          <p:nvPr>
            <p:ph idx="12" type="sldNum"/>
          </p:nvPr>
        </p:nvSpPr>
        <p:spPr>
          <a:xfrm>
            <a:off x="9206737" y="6492875"/>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Link Layer: 6-</a:t>
            </a:r>
            <a:fld id="{00000000-1234-1234-1234-123412341234}" type="slidenum">
              <a:rPr lang="en-US"/>
              <a:t>‹#›</a:t>
            </a:fld>
            <a:endParaRPr/>
          </a:p>
        </p:txBody>
      </p:sp>
      <p:sp>
        <p:nvSpPr>
          <p:cNvPr id="9002" name="Google Shape;9002;p110"/>
          <p:cNvSpPr txBox="1"/>
          <p:nvPr/>
        </p:nvSpPr>
        <p:spPr>
          <a:xfrm>
            <a:off x="533400" y="1338263"/>
            <a:ext cx="11273118" cy="4648200"/>
          </a:xfrm>
          <a:prstGeom prst="rect">
            <a:avLst/>
          </a:prstGeom>
          <a:noFill/>
          <a:ln>
            <a:noFill/>
          </a:ln>
        </p:spPr>
        <p:txBody>
          <a:bodyPr anchorCtr="0" anchor="t" bIns="45700" lIns="91425" spcFirstLastPara="1" rIns="91425" wrap="square" tIns="45700">
            <a:normAutofit/>
          </a:bodyPr>
          <a:lstStyle/>
          <a:p>
            <a:pPr indent="-269875" lvl="0" marL="400050" marR="0" rtl="0" algn="l">
              <a:lnSpc>
                <a:spcPct val="90000"/>
              </a:lnSpc>
              <a:spcBef>
                <a:spcPts val="0"/>
              </a:spcBef>
              <a:spcAft>
                <a:spcPts val="0"/>
              </a:spcAft>
              <a:buClr>
                <a:srgbClr val="0000A3"/>
              </a:buClr>
              <a:buSzPts val="3200"/>
              <a:buFont typeface="Noto Sans Symbols"/>
              <a:buChar char="▪"/>
            </a:pPr>
            <a:r>
              <a:rPr lang="en-US" sz="3200">
                <a:solidFill>
                  <a:schemeClr val="dk1"/>
                </a:solidFill>
                <a:latin typeface="Calibri"/>
                <a:ea typeface="Calibri"/>
                <a:cs typeface="Calibri"/>
                <a:sym typeface="Calibri"/>
              </a:rPr>
              <a:t>our journey down the protocol stack is now complete!</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application, transport, network, link</a:t>
            </a:r>
            <a:endParaRPr/>
          </a:p>
          <a:p>
            <a:pPr indent="-269875" lvl="0" marL="400050" marR="0" rtl="0" algn="l">
              <a:lnSpc>
                <a:spcPct val="90000"/>
              </a:lnSpc>
              <a:spcBef>
                <a:spcPts val="1000"/>
              </a:spcBef>
              <a:spcAft>
                <a:spcPts val="0"/>
              </a:spcAft>
              <a:buClr>
                <a:srgbClr val="0000A3"/>
              </a:buClr>
              <a:buSzPts val="3200"/>
              <a:buFont typeface="Noto Sans Symbols"/>
              <a:buChar char="▪"/>
            </a:pPr>
            <a:r>
              <a:rPr lang="en-US" sz="3200">
                <a:solidFill>
                  <a:schemeClr val="dk1"/>
                </a:solidFill>
                <a:latin typeface="Calibri"/>
                <a:ea typeface="Calibri"/>
                <a:cs typeface="Calibri"/>
                <a:sym typeface="Calibri"/>
              </a:rPr>
              <a:t>putting-it-all-together: synthesis!</a:t>
            </a:r>
            <a:endParaRPr/>
          </a:p>
          <a:p>
            <a:pPr indent="-231775" lvl="1" marL="695325" marR="0" rtl="0" algn="l">
              <a:lnSpc>
                <a:spcPct val="90000"/>
              </a:lnSpc>
              <a:spcBef>
                <a:spcPts val="500"/>
              </a:spcBef>
              <a:spcAft>
                <a:spcPts val="0"/>
              </a:spcAft>
              <a:buClr>
                <a:srgbClr val="0000A8"/>
              </a:buClr>
              <a:buSzPts val="2800"/>
              <a:buFont typeface="Arial"/>
              <a:buChar char="•"/>
            </a:pPr>
            <a:r>
              <a:rPr b="0" i="1" lang="en-US" sz="2800" u="none" cap="none" strike="noStrike">
                <a:solidFill>
                  <a:srgbClr val="C00000"/>
                </a:solidFill>
                <a:latin typeface="Calibri"/>
                <a:ea typeface="Calibri"/>
                <a:cs typeface="Calibri"/>
                <a:sym typeface="Calibri"/>
              </a:rPr>
              <a:t>goal:</a:t>
            </a:r>
            <a:r>
              <a:rPr b="0" i="0" lang="en-US" sz="2800" u="none" cap="none" strike="noStrike">
                <a:solidFill>
                  <a:srgbClr val="C00000"/>
                </a:solidFill>
                <a:latin typeface="Calibri"/>
                <a:ea typeface="Calibri"/>
                <a:cs typeface="Calibri"/>
                <a:sym typeface="Calibri"/>
              </a:rPr>
              <a:t> </a:t>
            </a:r>
            <a:r>
              <a:rPr b="0" i="0" lang="en-US" sz="2800" u="none" cap="none" strike="noStrike">
                <a:solidFill>
                  <a:schemeClr val="dk1"/>
                </a:solidFill>
                <a:latin typeface="Calibri"/>
                <a:ea typeface="Calibri"/>
                <a:cs typeface="Calibri"/>
                <a:sym typeface="Calibri"/>
              </a:rPr>
              <a:t>identify, review, understand protocols (at all layers) involved in seemingly simple scenario: requesting www page</a:t>
            </a:r>
            <a:endParaRPr/>
          </a:p>
          <a:p>
            <a:pPr indent="-231775" lvl="1" marL="695325" marR="0" rtl="0" algn="l">
              <a:lnSpc>
                <a:spcPct val="90000"/>
              </a:lnSpc>
              <a:spcBef>
                <a:spcPts val="500"/>
              </a:spcBef>
              <a:spcAft>
                <a:spcPts val="0"/>
              </a:spcAft>
              <a:buClr>
                <a:srgbClr val="0000A8"/>
              </a:buClr>
              <a:buSzPts val="2800"/>
              <a:buFont typeface="Arial"/>
              <a:buChar char="•"/>
            </a:pPr>
            <a:r>
              <a:rPr b="0" i="1" lang="en-US" sz="2800" u="none" cap="none" strike="noStrike">
                <a:solidFill>
                  <a:srgbClr val="C00000"/>
                </a:solidFill>
                <a:latin typeface="Calibri"/>
                <a:ea typeface="Calibri"/>
                <a:cs typeface="Calibri"/>
                <a:sym typeface="Calibri"/>
              </a:rPr>
              <a:t>scenario:</a:t>
            </a:r>
            <a:r>
              <a:rPr b="0" i="0" lang="en-US" sz="2800" u="none" cap="none" strike="noStrike">
                <a:solidFill>
                  <a:srgbClr val="C00000"/>
                </a:solidFill>
                <a:latin typeface="Calibri"/>
                <a:ea typeface="Calibri"/>
                <a:cs typeface="Calibri"/>
                <a:sym typeface="Calibri"/>
              </a:rPr>
              <a:t> </a:t>
            </a:r>
            <a:r>
              <a:rPr b="0" i="0" lang="en-US" sz="2800" u="none" cap="none" strike="noStrike">
                <a:solidFill>
                  <a:schemeClr val="dk1"/>
                </a:solidFill>
                <a:latin typeface="Calibri"/>
                <a:ea typeface="Calibri"/>
                <a:cs typeface="Calibri"/>
                <a:sym typeface="Calibri"/>
              </a:rPr>
              <a:t>student attaches laptop to campus network, requests/receives www.google.com </a:t>
            </a:r>
            <a:endParaRPr/>
          </a:p>
          <a:p>
            <a:pPr indent="-19050" lvl="0" marL="352425" marR="0" rtl="0" algn="l">
              <a:lnSpc>
                <a:spcPct val="90000"/>
              </a:lnSpc>
              <a:spcBef>
                <a:spcPts val="1000"/>
              </a:spcBef>
              <a:spcAft>
                <a:spcPts val="0"/>
              </a:spcAft>
              <a:buClr>
                <a:srgbClr val="0000A3"/>
              </a:buClr>
              <a:buSzPts val="3200"/>
              <a:buFont typeface="Noto Sans Symbols"/>
              <a:buNone/>
            </a:pPr>
            <a:r>
              <a:t/>
            </a:r>
            <a:endParaRPr sz="3200">
              <a:solidFill>
                <a:schemeClr val="dk1"/>
              </a:solidFill>
              <a:latin typeface="Calibri"/>
              <a:ea typeface="Calibri"/>
              <a:cs typeface="Calibri"/>
              <a:sym typeface="Calibri"/>
            </a:endParaRPr>
          </a:p>
          <a:p>
            <a:pPr indent="-44450" lvl="0" marL="352425" marR="0" rtl="0" algn="l">
              <a:lnSpc>
                <a:spcPct val="90000"/>
              </a:lnSpc>
              <a:spcBef>
                <a:spcPts val="1000"/>
              </a:spcBef>
              <a:spcAft>
                <a:spcPts val="0"/>
              </a:spcAft>
              <a:buClr>
                <a:srgbClr val="0000A3"/>
              </a:buClr>
              <a:buSzPts val="2800"/>
              <a:buFont typeface="Noto Sans Symbols"/>
              <a:buNone/>
            </a:pPr>
            <a:r>
              <a:t/>
            </a:r>
            <a:endParaRPr sz="2800">
              <a:solidFill>
                <a:schemeClr val="dk1"/>
              </a:solidFill>
              <a:latin typeface="Gill Sans"/>
              <a:ea typeface="Gill Sans"/>
              <a:cs typeface="Gill Sans"/>
              <a:sym typeface="Gill Sans"/>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02">
                                            <p:txEl>
                                              <p:pRg end="0" st="0"/>
                                            </p:txEl>
                                          </p:spTgt>
                                        </p:tgtEl>
                                        <p:attrNameLst>
                                          <p:attrName>style.visibility</p:attrName>
                                        </p:attrNameLst>
                                      </p:cBhvr>
                                      <p:to>
                                        <p:strVal val="visible"/>
                                      </p:to>
                                    </p:set>
                                    <p:animEffect filter="fade" transition="in">
                                      <p:cBhvr>
                                        <p:cTn dur="500"/>
                                        <p:tgtEl>
                                          <p:spTgt spid="900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02">
                                            <p:txEl>
                                              <p:pRg end="1" st="1"/>
                                            </p:txEl>
                                          </p:spTgt>
                                        </p:tgtEl>
                                        <p:attrNameLst>
                                          <p:attrName>style.visibility</p:attrName>
                                        </p:attrNameLst>
                                      </p:cBhvr>
                                      <p:to>
                                        <p:strVal val="visible"/>
                                      </p:to>
                                    </p:set>
                                    <p:animEffect filter="fade" transition="in">
                                      <p:cBhvr>
                                        <p:cTn dur="500"/>
                                        <p:tgtEl>
                                          <p:spTgt spid="900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02">
                                            <p:txEl>
                                              <p:pRg end="2" st="2"/>
                                            </p:txEl>
                                          </p:spTgt>
                                        </p:tgtEl>
                                        <p:attrNameLst>
                                          <p:attrName>style.visibility</p:attrName>
                                        </p:attrNameLst>
                                      </p:cBhvr>
                                      <p:to>
                                        <p:strVal val="visible"/>
                                      </p:to>
                                    </p:set>
                                    <p:animEffect filter="fade" transition="in">
                                      <p:cBhvr>
                                        <p:cTn dur="500"/>
                                        <p:tgtEl>
                                          <p:spTgt spid="900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02">
                                            <p:txEl>
                                              <p:pRg end="3" st="3"/>
                                            </p:txEl>
                                          </p:spTgt>
                                        </p:tgtEl>
                                        <p:attrNameLst>
                                          <p:attrName>style.visibility</p:attrName>
                                        </p:attrNameLst>
                                      </p:cBhvr>
                                      <p:to>
                                        <p:strVal val="visible"/>
                                      </p:to>
                                    </p:set>
                                    <p:animEffect filter="fade" transition="in">
                                      <p:cBhvr>
                                        <p:cTn dur="500"/>
                                        <p:tgtEl>
                                          <p:spTgt spid="900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02">
                                            <p:txEl>
                                              <p:pRg end="4" st="4"/>
                                            </p:txEl>
                                          </p:spTgt>
                                        </p:tgtEl>
                                        <p:attrNameLst>
                                          <p:attrName>style.visibility</p:attrName>
                                        </p:attrNameLst>
                                      </p:cBhvr>
                                      <p:to>
                                        <p:strVal val="visible"/>
                                      </p:to>
                                    </p:set>
                                    <p:animEffect filter="fade" transition="in">
                                      <p:cBhvr>
                                        <p:cTn dur="500"/>
                                        <p:tgtEl>
                                          <p:spTgt spid="900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02">
                                            <p:txEl>
                                              <p:pRg end="5" st="5"/>
                                            </p:txEl>
                                          </p:spTgt>
                                        </p:tgtEl>
                                        <p:attrNameLst>
                                          <p:attrName>style.visibility</p:attrName>
                                        </p:attrNameLst>
                                      </p:cBhvr>
                                      <p:to>
                                        <p:strVal val="visible"/>
                                      </p:to>
                                    </p:set>
                                    <p:animEffect filter="fade" transition="in">
                                      <p:cBhvr>
                                        <p:cTn dur="500"/>
                                        <p:tgtEl>
                                          <p:spTgt spid="900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02">
                                            <p:txEl>
                                              <p:pRg end="6" st="6"/>
                                            </p:txEl>
                                          </p:spTgt>
                                        </p:tgtEl>
                                        <p:attrNameLst>
                                          <p:attrName>style.visibility</p:attrName>
                                        </p:attrNameLst>
                                      </p:cBhvr>
                                      <p:to>
                                        <p:strVal val="visible"/>
                                      </p:to>
                                    </p:set>
                                    <p:animEffect filter="fade" transition="in">
                                      <p:cBhvr>
                                        <p:cTn dur="500"/>
                                        <p:tgtEl>
                                          <p:spTgt spid="9002">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06" name="Shape 9006"/>
        <p:cNvGrpSpPr/>
        <p:nvPr/>
      </p:nvGrpSpPr>
      <p:grpSpPr>
        <a:xfrm>
          <a:off x="0" y="0"/>
          <a:ext cx="0" cy="0"/>
          <a:chOff x="0" y="0"/>
          <a:chExt cx="0" cy="0"/>
        </a:xfrm>
      </p:grpSpPr>
      <p:sp>
        <p:nvSpPr>
          <p:cNvPr id="9007" name="Google Shape;9007;p111"/>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A day in the life: scenario</a:t>
            </a:r>
            <a:endParaRPr/>
          </a:p>
        </p:txBody>
      </p:sp>
      <p:sp>
        <p:nvSpPr>
          <p:cNvPr id="9008" name="Google Shape;9008;p11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Link Layer: 6-</a:t>
            </a:r>
            <a:fld id="{00000000-1234-1234-1234-123412341234}" type="slidenum">
              <a:rPr lang="en-US"/>
              <a:t>‹#›</a:t>
            </a:fld>
            <a:endParaRPr/>
          </a:p>
        </p:txBody>
      </p:sp>
      <p:sp>
        <p:nvSpPr>
          <p:cNvPr id="9009" name="Google Shape;9009;p111"/>
          <p:cNvSpPr/>
          <p:nvPr/>
        </p:nvSpPr>
        <p:spPr>
          <a:xfrm>
            <a:off x="5037166" y="1832733"/>
            <a:ext cx="3494531" cy="2590938"/>
          </a:xfrm>
          <a:custGeom>
            <a:rect b="b" l="l" r="r" t="t"/>
            <a:pathLst>
              <a:path extrusionOk="0" h="9973" w="10000">
                <a:moveTo>
                  <a:pt x="334" y="2010"/>
                </a:moveTo>
                <a:cubicBezTo>
                  <a:pt x="-90" y="2671"/>
                  <a:pt x="-7" y="4166"/>
                  <a:pt x="38" y="4952"/>
                </a:cubicBezTo>
                <a:cubicBezTo>
                  <a:pt x="83" y="5738"/>
                  <a:pt x="308" y="6246"/>
                  <a:pt x="608" y="6726"/>
                </a:cubicBezTo>
                <a:cubicBezTo>
                  <a:pt x="906" y="7207"/>
                  <a:pt x="1176" y="7528"/>
                  <a:pt x="1830" y="7834"/>
                </a:cubicBezTo>
                <a:cubicBezTo>
                  <a:pt x="2484" y="8140"/>
                  <a:pt x="3678" y="8218"/>
                  <a:pt x="4532" y="8562"/>
                </a:cubicBezTo>
                <a:cubicBezTo>
                  <a:pt x="5384" y="8905"/>
                  <a:pt x="6078" y="9738"/>
                  <a:pt x="6946" y="9897"/>
                </a:cubicBezTo>
                <a:cubicBezTo>
                  <a:pt x="7814" y="10056"/>
                  <a:pt x="9200" y="9984"/>
                  <a:pt x="9743" y="9519"/>
                </a:cubicBezTo>
                <a:cubicBezTo>
                  <a:pt x="10214" y="8840"/>
                  <a:pt x="9709" y="6896"/>
                  <a:pt x="9752" y="5816"/>
                </a:cubicBezTo>
                <a:cubicBezTo>
                  <a:pt x="9796" y="4736"/>
                  <a:pt x="9959" y="3695"/>
                  <a:pt x="10000" y="3042"/>
                </a:cubicBezTo>
                <a:cubicBezTo>
                  <a:pt x="9911" y="2184"/>
                  <a:pt x="9932" y="1181"/>
                  <a:pt x="9226" y="676"/>
                </a:cubicBezTo>
                <a:cubicBezTo>
                  <a:pt x="8522" y="170"/>
                  <a:pt x="6876" y="-44"/>
                  <a:pt x="5768" y="7"/>
                </a:cubicBezTo>
                <a:cubicBezTo>
                  <a:pt x="4662" y="58"/>
                  <a:pt x="3493" y="270"/>
                  <a:pt x="2580" y="982"/>
                </a:cubicBezTo>
                <a:cubicBezTo>
                  <a:pt x="1535" y="1383"/>
                  <a:pt x="757" y="1348"/>
                  <a:pt x="334" y="2010"/>
                </a:cubicBezTo>
                <a:close/>
              </a:path>
            </a:pathLst>
          </a:custGeom>
          <a:solidFill>
            <a:srgbClr val="9CE0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9010" name="Google Shape;9010;p111"/>
          <p:cNvSpPr/>
          <p:nvPr/>
        </p:nvSpPr>
        <p:spPr>
          <a:xfrm>
            <a:off x="691870" y="1878292"/>
            <a:ext cx="3554412" cy="2754313"/>
          </a:xfrm>
          <a:custGeom>
            <a:rect b="b" l="l" r="r" t="t"/>
            <a:pathLst>
              <a:path extrusionOk="0" h="958" w="2406">
                <a:moveTo>
                  <a:pt x="2192" y="274"/>
                </a:moveTo>
                <a:cubicBezTo>
                  <a:pt x="1978" y="94"/>
                  <a:pt x="1990" y="122"/>
                  <a:pt x="1857" y="77"/>
                </a:cubicBezTo>
                <a:cubicBezTo>
                  <a:pt x="1724" y="32"/>
                  <a:pt x="1584" y="0"/>
                  <a:pt x="1393" y="7"/>
                </a:cubicBezTo>
                <a:cubicBezTo>
                  <a:pt x="1202" y="14"/>
                  <a:pt x="898" y="84"/>
                  <a:pt x="713" y="122"/>
                </a:cubicBezTo>
                <a:cubicBezTo>
                  <a:pt x="528" y="160"/>
                  <a:pt x="395" y="168"/>
                  <a:pt x="280" y="234"/>
                </a:cubicBezTo>
                <a:cubicBezTo>
                  <a:pt x="166" y="301"/>
                  <a:pt x="52" y="432"/>
                  <a:pt x="26" y="522"/>
                </a:cubicBezTo>
                <a:cubicBezTo>
                  <a:pt x="0" y="612"/>
                  <a:pt x="81" y="711"/>
                  <a:pt x="122" y="773"/>
                </a:cubicBezTo>
                <a:cubicBezTo>
                  <a:pt x="163" y="835"/>
                  <a:pt x="99" y="877"/>
                  <a:pt x="273" y="894"/>
                </a:cubicBezTo>
                <a:cubicBezTo>
                  <a:pt x="447" y="911"/>
                  <a:pt x="938" y="866"/>
                  <a:pt x="1169" y="876"/>
                </a:cubicBezTo>
                <a:cubicBezTo>
                  <a:pt x="1400" y="886"/>
                  <a:pt x="1499" y="950"/>
                  <a:pt x="1659" y="954"/>
                </a:cubicBezTo>
                <a:cubicBezTo>
                  <a:pt x="1819" y="958"/>
                  <a:pt x="2014" y="958"/>
                  <a:pt x="2129" y="897"/>
                </a:cubicBezTo>
                <a:cubicBezTo>
                  <a:pt x="2244" y="836"/>
                  <a:pt x="2327" y="856"/>
                  <a:pt x="2350" y="591"/>
                </a:cubicBezTo>
                <a:cubicBezTo>
                  <a:pt x="2373" y="326"/>
                  <a:pt x="2406" y="454"/>
                  <a:pt x="2192" y="274"/>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9011" name="Google Shape;9011;p111"/>
          <p:cNvSpPr txBox="1"/>
          <p:nvPr/>
        </p:nvSpPr>
        <p:spPr>
          <a:xfrm>
            <a:off x="5108669" y="2394135"/>
            <a:ext cx="1811337" cy="5810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600">
                <a:solidFill>
                  <a:srgbClr val="000000"/>
                </a:solidFill>
                <a:latin typeface="Arial"/>
                <a:ea typeface="Arial"/>
                <a:cs typeface="Arial"/>
                <a:sym typeface="Arial"/>
              </a:rPr>
              <a:t>Comcast network </a:t>
            </a:r>
            <a:endParaRPr/>
          </a:p>
          <a:p>
            <a:pPr indent="0" lvl="0" marL="0" marR="0" rtl="0" algn="l">
              <a:spcBef>
                <a:spcPts val="0"/>
              </a:spcBef>
              <a:spcAft>
                <a:spcPts val="0"/>
              </a:spcAft>
              <a:buNone/>
            </a:pPr>
            <a:r>
              <a:rPr i="0" lang="en-US" sz="1600">
                <a:solidFill>
                  <a:srgbClr val="000000"/>
                </a:solidFill>
                <a:latin typeface="Arial"/>
                <a:ea typeface="Arial"/>
                <a:cs typeface="Arial"/>
                <a:sym typeface="Arial"/>
              </a:rPr>
              <a:t>68.80.0.0/13</a:t>
            </a:r>
            <a:endParaRPr/>
          </a:p>
        </p:txBody>
      </p:sp>
      <p:cxnSp>
        <p:nvCxnSpPr>
          <p:cNvPr id="9012" name="Google Shape;9012;p111"/>
          <p:cNvCxnSpPr/>
          <p:nvPr/>
        </p:nvCxnSpPr>
        <p:spPr>
          <a:xfrm flipH="1" rot="10800000">
            <a:off x="3693832" y="2949855"/>
            <a:ext cx="155575" cy="142875"/>
          </a:xfrm>
          <a:prstGeom prst="straightConnector1">
            <a:avLst/>
          </a:prstGeom>
          <a:noFill/>
          <a:ln cap="flat" cmpd="sng" w="9525">
            <a:solidFill>
              <a:srgbClr val="000000"/>
            </a:solidFill>
            <a:prstDash val="solid"/>
            <a:round/>
            <a:headEnd len="med" w="med" type="none"/>
            <a:tailEnd len="med" w="med" type="none"/>
          </a:ln>
        </p:spPr>
      </p:cxnSp>
      <p:cxnSp>
        <p:nvCxnSpPr>
          <p:cNvPr id="9013" name="Google Shape;9013;p111"/>
          <p:cNvCxnSpPr/>
          <p:nvPr/>
        </p:nvCxnSpPr>
        <p:spPr>
          <a:xfrm>
            <a:off x="2584170" y="3122892"/>
            <a:ext cx="695325" cy="0"/>
          </a:xfrm>
          <a:prstGeom prst="straightConnector1">
            <a:avLst/>
          </a:prstGeom>
          <a:noFill/>
          <a:ln cap="flat" cmpd="sng" w="9525">
            <a:solidFill>
              <a:srgbClr val="000000"/>
            </a:solidFill>
            <a:prstDash val="solid"/>
            <a:round/>
            <a:headEnd len="med" w="med" type="none"/>
            <a:tailEnd len="med" w="med" type="none"/>
          </a:ln>
        </p:spPr>
      </p:cxnSp>
      <p:cxnSp>
        <p:nvCxnSpPr>
          <p:cNvPr id="9014" name="Google Shape;9014;p111"/>
          <p:cNvCxnSpPr/>
          <p:nvPr/>
        </p:nvCxnSpPr>
        <p:spPr>
          <a:xfrm flipH="1" rot="10800000">
            <a:off x="3843057" y="2806980"/>
            <a:ext cx="138113" cy="142875"/>
          </a:xfrm>
          <a:prstGeom prst="straightConnector1">
            <a:avLst/>
          </a:prstGeom>
          <a:noFill/>
          <a:ln cap="flat" cmpd="sng" w="9525">
            <a:solidFill>
              <a:srgbClr val="000000"/>
            </a:solidFill>
            <a:prstDash val="dash"/>
            <a:round/>
            <a:headEnd len="med" w="med" type="none"/>
            <a:tailEnd len="med" w="med" type="none"/>
          </a:ln>
        </p:spPr>
      </p:cxnSp>
      <p:cxnSp>
        <p:nvCxnSpPr>
          <p:cNvPr id="9015" name="Google Shape;9015;p111"/>
          <p:cNvCxnSpPr/>
          <p:nvPr/>
        </p:nvCxnSpPr>
        <p:spPr>
          <a:xfrm flipH="1" rot="10800000">
            <a:off x="3198532" y="3341967"/>
            <a:ext cx="512763" cy="612775"/>
          </a:xfrm>
          <a:prstGeom prst="straightConnector1">
            <a:avLst/>
          </a:prstGeom>
          <a:noFill/>
          <a:ln cap="flat" cmpd="sng" w="9525">
            <a:solidFill>
              <a:srgbClr val="000000"/>
            </a:solidFill>
            <a:prstDash val="solid"/>
            <a:round/>
            <a:headEnd len="med" w="med" type="none"/>
            <a:tailEnd len="med" w="med" type="none"/>
          </a:ln>
        </p:spPr>
      </p:cxnSp>
      <p:cxnSp>
        <p:nvCxnSpPr>
          <p:cNvPr id="9016" name="Google Shape;9016;p111"/>
          <p:cNvCxnSpPr/>
          <p:nvPr/>
        </p:nvCxnSpPr>
        <p:spPr>
          <a:xfrm flipH="1" rot="10800000">
            <a:off x="3670020" y="3535642"/>
            <a:ext cx="1819275" cy="733425"/>
          </a:xfrm>
          <a:prstGeom prst="straightConnector1">
            <a:avLst/>
          </a:prstGeom>
          <a:noFill/>
          <a:ln cap="flat" cmpd="sng" w="9525">
            <a:solidFill>
              <a:srgbClr val="000000"/>
            </a:solidFill>
            <a:prstDash val="solid"/>
            <a:round/>
            <a:headEnd len="med" w="med" type="none"/>
            <a:tailEnd len="med" w="med" type="none"/>
          </a:ln>
        </p:spPr>
      </p:cxnSp>
      <p:cxnSp>
        <p:nvCxnSpPr>
          <p:cNvPr id="9017" name="Google Shape;9017;p111"/>
          <p:cNvCxnSpPr/>
          <p:nvPr/>
        </p:nvCxnSpPr>
        <p:spPr>
          <a:xfrm flipH="1">
            <a:off x="7205382" y="2772055"/>
            <a:ext cx="260350" cy="258762"/>
          </a:xfrm>
          <a:prstGeom prst="straightConnector1">
            <a:avLst/>
          </a:prstGeom>
          <a:noFill/>
          <a:ln cap="flat" cmpd="sng" w="9525">
            <a:solidFill>
              <a:srgbClr val="000000"/>
            </a:solidFill>
            <a:prstDash val="solid"/>
            <a:round/>
            <a:headEnd len="med" w="med" type="none"/>
            <a:tailEnd len="med" w="med" type="none"/>
          </a:ln>
        </p:spPr>
      </p:cxnSp>
      <p:sp>
        <p:nvSpPr>
          <p:cNvPr id="9018" name="Google Shape;9018;p111"/>
          <p:cNvSpPr/>
          <p:nvPr/>
        </p:nvSpPr>
        <p:spPr>
          <a:xfrm>
            <a:off x="1169707" y="4751667"/>
            <a:ext cx="6419850" cy="1620838"/>
          </a:xfrm>
          <a:custGeom>
            <a:rect b="b" l="l" r="r" t="t"/>
            <a:pathLst>
              <a:path extrusionOk="0" h="958" w="2406">
                <a:moveTo>
                  <a:pt x="2192" y="274"/>
                </a:moveTo>
                <a:cubicBezTo>
                  <a:pt x="1978" y="94"/>
                  <a:pt x="1990" y="122"/>
                  <a:pt x="1857" y="77"/>
                </a:cubicBezTo>
                <a:cubicBezTo>
                  <a:pt x="1724" y="32"/>
                  <a:pt x="1584" y="0"/>
                  <a:pt x="1393" y="7"/>
                </a:cubicBezTo>
                <a:cubicBezTo>
                  <a:pt x="1202" y="14"/>
                  <a:pt x="898" y="84"/>
                  <a:pt x="713" y="122"/>
                </a:cubicBezTo>
                <a:cubicBezTo>
                  <a:pt x="528" y="160"/>
                  <a:pt x="395" y="168"/>
                  <a:pt x="280" y="234"/>
                </a:cubicBezTo>
                <a:cubicBezTo>
                  <a:pt x="166" y="301"/>
                  <a:pt x="52" y="432"/>
                  <a:pt x="26" y="522"/>
                </a:cubicBezTo>
                <a:cubicBezTo>
                  <a:pt x="0" y="612"/>
                  <a:pt x="81" y="711"/>
                  <a:pt x="122" y="773"/>
                </a:cubicBezTo>
                <a:cubicBezTo>
                  <a:pt x="163" y="835"/>
                  <a:pt x="99" y="877"/>
                  <a:pt x="273" y="894"/>
                </a:cubicBezTo>
                <a:cubicBezTo>
                  <a:pt x="447" y="911"/>
                  <a:pt x="938" y="866"/>
                  <a:pt x="1169" y="876"/>
                </a:cubicBezTo>
                <a:cubicBezTo>
                  <a:pt x="1400" y="886"/>
                  <a:pt x="1499" y="950"/>
                  <a:pt x="1659" y="954"/>
                </a:cubicBezTo>
                <a:cubicBezTo>
                  <a:pt x="1819" y="958"/>
                  <a:pt x="2014" y="958"/>
                  <a:pt x="2129" y="897"/>
                </a:cubicBezTo>
                <a:cubicBezTo>
                  <a:pt x="2244" y="836"/>
                  <a:pt x="2327" y="856"/>
                  <a:pt x="2350" y="591"/>
                </a:cubicBezTo>
                <a:cubicBezTo>
                  <a:pt x="2373" y="326"/>
                  <a:pt x="2406" y="454"/>
                  <a:pt x="2192" y="274"/>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9019" name="Google Shape;9019;p111"/>
          <p:cNvCxnSpPr/>
          <p:nvPr/>
        </p:nvCxnSpPr>
        <p:spPr>
          <a:xfrm flipH="1" rot="10800000">
            <a:off x="4560607" y="3680105"/>
            <a:ext cx="1174750" cy="1651000"/>
          </a:xfrm>
          <a:prstGeom prst="straightConnector1">
            <a:avLst/>
          </a:prstGeom>
          <a:noFill/>
          <a:ln cap="flat" cmpd="sng" w="9525">
            <a:solidFill>
              <a:srgbClr val="000000"/>
            </a:solidFill>
            <a:prstDash val="solid"/>
            <a:round/>
            <a:headEnd len="med" w="med" type="none"/>
            <a:tailEnd len="med" w="med" type="none"/>
          </a:ln>
        </p:spPr>
      </p:cxnSp>
      <p:sp>
        <p:nvSpPr>
          <p:cNvPr id="9020" name="Google Shape;9020;p111"/>
          <p:cNvSpPr txBox="1"/>
          <p:nvPr/>
        </p:nvSpPr>
        <p:spPr>
          <a:xfrm>
            <a:off x="5438495" y="5623205"/>
            <a:ext cx="1809750" cy="5810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600">
                <a:solidFill>
                  <a:srgbClr val="000000"/>
                </a:solidFill>
                <a:latin typeface="Arial"/>
                <a:ea typeface="Arial"/>
                <a:cs typeface="Arial"/>
                <a:sym typeface="Arial"/>
              </a:rPr>
              <a:t>Google’s network </a:t>
            </a:r>
            <a:endParaRPr/>
          </a:p>
          <a:p>
            <a:pPr indent="0" lvl="0" marL="0" marR="0" rtl="0" algn="l">
              <a:spcBef>
                <a:spcPts val="0"/>
              </a:spcBef>
              <a:spcAft>
                <a:spcPts val="0"/>
              </a:spcAft>
              <a:buNone/>
            </a:pPr>
            <a:r>
              <a:rPr i="0" lang="en-US" sz="1600">
                <a:solidFill>
                  <a:srgbClr val="000000"/>
                </a:solidFill>
                <a:latin typeface="Arial"/>
                <a:ea typeface="Arial"/>
                <a:cs typeface="Arial"/>
                <a:sym typeface="Arial"/>
              </a:rPr>
              <a:t>64.233.160.0/19 </a:t>
            </a:r>
            <a:endParaRPr/>
          </a:p>
        </p:txBody>
      </p:sp>
      <p:cxnSp>
        <p:nvCxnSpPr>
          <p:cNvPr id="9021" name="Google Shape;9021;p111"/>
          <p:cNvCxnSpPr/>
          <p:nvPr/>
        </p:nvCxnSpPr>
        <p:spPr>
          <a:xfrm flipH="1" rot="10800000">
            <a:off x="3139795" y="5499380"/>
            <a:ext cx="942975" cy="1587"/>
          </a:xfrm>
          <a:prstGeom prst="straightConnector1">
            <a:avLst/>
          </a:prstGeom>
          <a:noFill/>
          <a:ln cap="flat" cmpd="sng" w="9525">
            <a:solidFill>
              <a:srgbClr val="000000"/>
            </a:solidFill>
            <a:prstDash val="solid"/>
            <a:round/>
            <a:headEnd len="med" w="med" type="none"/>
            <a:tailEnd len="med" w="med" type="none"/>
          </a:ln>
        </p:spPr>
      </p:cxnSp>
      <p:sp>
        <p:nvSpPr>
          <p:cNvPr id="9022" name="Google Shape;9022;p111"/>
          <p:cNvSpPr txBox="1"/>
          <p:nvPr/>
        </p:nvSpPr>
        <p:spPr>
          <a:xfrm>
            <a:off x="2052357" y="5891492"/>
            <a:ext cx="1595438"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600">
                <a:solidFill>
                  <a:srgbClr val="000000"/>
                </a:solidFill>
                <a:latin typeface="Arial"/>
                <a:ea typeface="Arial"/>
                <a:cs typeface="Arial"/>
                <a:sym typeface="Arial"/>
              </a:rPr>
              <a:t>64.233.169.105</a:t>
            </a:r>
            <a:endParaRPr/>
          </a:p>
        </p:txBody>
      </p:sp>
      <p:sp>
        <p:nvSpPr>
          <p:cNvPr id="9023" name="Google Shape;9023;p111"/>
          <p:cNvSpPr txBox="1"/>
          <p:nvPr/>
        </p:nvSpPr>
        <p:spPr>
          <a:xfrm>
            <a:off x="2020607" y="5597805"/>
            <a:ext cx="1177925"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600">
                <a:solidFill>
                  <a:srgbClr val="000000"/>
                </a:solidFill>
                <a:latin typeface="Arial"/>
                <a:ea typeface="Arial"/>
                <a:cs typeface="Arial"/>
                <a:sym typeface="Arial"/>
              </a:rPr>
              <a:t>web server</a:t>
            </a:r>
            <a:endParaRPr/>
          </a:p>
        </p:txBody>
      </p:sp>
      <p:sp>
        <p:nvSpPr>
          <p:cNvPr id="9024" name="Google Shape;9024;p111"/>
          <p:cNvSpPr txBox="1"/>
          <p:nvPr/>
        </p:nvSpPr>
        <p:spPr>
          <a:xfrm>
            <a:off x="6124855" y="1962523"/>
            <a:ext cx="1233487" cy="5810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600">
                <a:solidFill>
                  <a:srgbClr val="000000"/>
                </a:solidFill>
                <a:latin typeface="Arial"/>
                <a:ea typeface="Arial"/>
                <a:cs typeface="Arial"/>
                <a:sym typeface="Arial"/>
              </a:rPr>
              <a:t>DNS server</a:t>
            </a:r>
            <a:endParaRPr/>
          </a:p>
          <a:p>
            <a:pPr indent="0" lvl="0" marL="0" marR="0" rtl="0" algn="l">
              <a:spcBef>
                <a:spcPts val="0"/>
              </a:spcBef>
              <a:spcAft>
                <a:spcPts val="0"/>
              </a:spcAft>
              <a:buNone/>
            </a:pPr>
            <a:r>
              <a:t/>
            </a:r>
            <a:endParaRPr i="0" sz="1600">
              <a:solidFill>
                <a:srgbClr val="000000"/>
              </a:solidFill>
              <a:latin typeface="Arial"/>
              <a:ea typeface="Arial"/>
              <a:cs typeface="Arial"/>
              <a:sym typeface="Arial"/>
            </a:endParaRPr>
          </a:p>
        </p:txBody>
      </p:sp>
      <p:grpSp>
        <p:nvGrpSpPr>
          <p:cNvPr id="9025" name="Google Shape;9025;p111"/>
          <p:cNvGrpSpPr/>
          <p:nvPr/>
        </p:nvGrpSpPr>
        <p:grpSpPr>
          <a:xfrm flipH="1">
            <a:off x="5890932" y="3667405"/>
            <a:ext cx="400050" cy="152400"/>
            <a:chOff x="3228" y="1776"/>
            <a:chExt cx="252" cy="96"/>
          </a:xfrm>
        </p:grpSpPr>
        <p:cxnSp>
          <p:nvCxnSpPr>
            <p:cNvPr id="9026" name="Google Shape;9026;p111"/>
            <p:cNvCxnSpPr/>
            <p:nvPr/>
          </p:nvCxnSpPr>
          <p:spPr>
            <a:xfrm flipH="1" rot="10800000">
              <a:off x="3339" y="1776"/>
              <a:ext cx="141" cy="51"/>
            </a:xfrm>
            <a:prstGeom prst="straightConnector1">
              <a:avLst/>
            </a:prstGeom>
            <a:noFill/>
            <a:ln cap="flat" cmpd="sng" w="9525">
              <a:solidFill>
                <a:srgbClr val="000000"/>
              </a:solidFill>
              <a:prstDash val="solid"/>
              <a:round/>
              <a:headEnd len="med" w="med" type="none"/>
              <a:tailEnd len="med" w="med" type="none"/>
            </a:ln>
          </p:spPr>
        </p:cxnSp>
        <p:cxnSp>
          <p:nvCxnSpPr>
            <p:cNvPr id="9027" name="Google Shape;9027;p111"/>
            <p:cNvCxnSpPr/>
            <p:nvPr/>
          </p:nvCxnSpPr>
          <p:spPr>
            <a:xfrm flipH="1" rot="10800000">
              <a:off x="3228" y="1833"/>
              <a:ext cx="102" cy="39"/>
            </a:xfrm>
            <a:prstGeom prst="straightConnector1">
              <a:avLst/>
            </a:prstGeom>
            <a:noFill/>
            <a:ln cap="flat" cmpd="sng" w="9525">
              <a:solidFill>
                <a:srgbClr val="000000"/>
              </a:solidFill>
              <a:prstDash val="dash"/>
              <a:round/>
              <a:headEnd len="med" w="med" type="none"/>
              <a:tailEnd len="med" w="med" type="none"/>
            </a:ln>
          </p:spPr>
        </p:cxnSp>
      </p:grpSp>
      <p:grpSp>
        <p:nvGrpSpPr>
          <p:cNvPr id="9028" name="Google Shape;9028;p111"/>
          <p:cNvGrpSpPr/>
          <p:nvPr/>
        </p:nvGrpSpPr>
        <p:grpSpPr>
          <a:xfrm rot="10800000">
            <a:off x="6043332" y="3143530"/>
            <a:ext cx="400050" cy="152400"/>
            <a:chOff x="3228" y="1776"/>
            <a:chExt cx="252" cy="96"/>
          </a:xfrm>
        </p:grpSpPr>
        <p:cxnSp>
          <p:nvCxnSpPr>
            <p:cNvPr id="9029" name="Google Shape;9029;p111"/>
            <p:cNvCxnSpPr/>
            <p:nvPr/>
          </p:nvCxnSpPr>
          <p:spPr>
            <a:xfrm flipH="1" rot="10800000">
              <a:off x="3339" y="1776"/>
              <a:ext cx="141" cy="51"/>
            </a:xfrm>
            <a:prstGeom prst="straightConnector1">
              <a:avLst/>
            </a:prstGeom>
            <a:noFill/>
            <a:ln cap="flat" cmpd="sng" w="9525">
              <a:solidFill>
                <a:srgbClr val="000000"/>
              </a:solidFill>
              <a:prstDash val="solid"/>
              <a:round/>
              <a:headEnd len="med" w="med" type="none"/>
              <a:tailEnd len="med" w="med" type="none"/>
            </a:ln>
          </p:spPr>
        </p:cxnSp>
        <p:cxnSp>
          <p:nvCxnSpPr>
            <p:cNvPr id="9030" name="Google Shape;9030;p111"/>
            <p:cNvCxnSpPr/>
            <p:nvPr/>
          </p:nvCxnSpPr>
          <p:spPr>
            <a:xfrm flipH="1" rot="10800000">
              <a:off x="3228" y="1833"/>
              <a:ext cx="102" cy="39"/>
            </a:xfrm>
            <a:prstGeom prst="straightConnector1">
              <a:avLst/>
            </a:prstGeom>
            <a:noFill/>
            <a:ln cap="flat" cmpd="sng" w="9525">
              <a:solidFill>
                <a:srgbClr val="000000"/>
              </a:solidFill>
              <a:prstDash val="dash"/>
              <a:round/>
              <a:headEnd len="med" w="med" type="none"/>
              <a:tailEnd len="med" w="med" type="none"/>
            </a:ln>
          </p:spPr>
        </p:cxnSp>
      </p:grpSp>
      <p:grpSp>
        <p:nvGrpSpPr>
          <p:cNvPr id="9031" name="Google Shape;9031;p111"/>
          <p:cNvGrpSpPr/>
          <p:nvPr/>
        </p:nvGrpSpPr>
        <p:grpSpPr>
          <a:xfrm rot="10800000">
            <a:off x="8143595" y="3834092"/>
            <a:ext cx="400050" cy="152400"/>
            <a:chOff x="3228" y="1776"/>
            <a:chExt cx="252" cy="96"/>
          </a:xfrm>
        </p:grpSpPr>
        <p:cxnSp>
          <p:nvCxnSpPr>
            <p:cNvPr id="9032" name="Google Shape;9032;p111"/>
            <p:cNvCxnSpPr/>
            <p:nvPr/>
          </p:nvCxnSpPr>
          <p:spPr>
            <a:xfrm flipH="1" rot="10800000">
              <a:off x="3339" y="1776"/>
              <a:ext cx="141" cy="51"/>
            </a:xfrm>
            <a:prstGeom prst="straightConnector1">
              <a:avLst/>
            </a:prstGeom>
            <a:noFill/>
            <a:ln cap="flat" cmpd="sng" w="9525">
              <a:solidFill>
                <a:srgbClr val="000000"/>
              </a:solidFill>
              <a:prstDash val="solid"/>
              <a:round/>
              <a:headEnd len="med" w="med" type="none"/>
              <a:tailEnd len="med" w="med" type="none"/>
            </a:ln>
          </p:spPr>
        </p:cxnSp>
        <p:cxnSp>
          <p:nvCxnSpPr>
            <p:cNvPr id="9033" name="Google Shape;9033;p111"/>
            <p:cNvCxnSpPr/>
            <p:nvPr/>
          </p:nvCxnSpPr>
          <p:spPr>
            <a:xfrm flipH="1" rot="10800000">
              <a:off x="3228" y="1833"/>
              <a:ext cx="102" cy="39"/>
            </a:xfrm>
            <a:prstGeom prst="straightConnector1">
              <a:avLst/>
            </a:prstGeom>
            <a:noFill/>
            <a:ln cap="flat" cmpd="sng" w="9525">
              <a:solidFill>
                <a:srgbClr val="000000"/>
              </a:solidFill>
              <a:prstDash val="dash"/>
              <a:round/>
              <a:headEnd len="med" w="med" type="none"/>
              <a:tailEnd len="med" w="med" type="none"/>
            </a:ln>
          </p:spPr>
        </p:cxnSp>
      </p:grpSp>
      <p:grpSp>
        <p:nvGrpSpPr>
          <p:cNvPr id="9034" name="Google Shape;9034;p111"/>
          <p:cNvGrpSpPr/>
          <p:nvPr/>
        </p:nvGrpSpPr>
        <p:grpSpPr>
          <a:xfrm flipH="1" rot="10800000">
            <a:off x="7319682" y="3853142"/>
            <a:ext cx="295275" cy="114300"/>
            <a:chOff x="3228" y="1776"/>
            <a:chExt cx="252" cy="96"/>
          </a:xfrm>
        </p:grpSpPr>
        <p:cxnSp>
          <p:nvCxnSpPr>
            <p:cNvPr id="9035" name="Google Shape;9035;p111"/>
            <p:cNvCxnSpPr/>
            <p:nvPr/>
          </p:nvCxnSpPr>
          <p:spPr>
            <a:xfrm flipH="1" rot="10800000">
              <a:off x="3339" y="1776"/>
              <a:ext cx="141" cy="51"/>
            </a:xfrm>
            <a:prstGeom prst="straightConnector1">
              <a:avLst/>
            </a:prstGeom>
            <a:noFill/>
            <a:ln cap="flat" cmpd="sng" w="9525">
              <a:solidFill>
                <a:srgbClr val="000000"/>
              </a:solidFill>
              <a:prstDash val="solid"/>
              <a:round/>
              <a:headEnd len="med" w="med" type="none"/>
              <a:tailEnd len="med" w="med" type="none"/>
            </a:ln>
          </p:spPr>
        </p:cxnSp>
        <p:cxnSp>
          <p:nvCxnSpPr>
            <p:cNvPr id="9036" name="Google Shape;9036;p111"/>
            <p:cNvCxnSpPr/>
            <p:nvPr/>
          </p:nvCxnSpPr>
          <p:spPr>
            <a:xfrm flipH="1" rot="10800000">
              <a:off x="3228" y="1833"/>
              <a:ext cx="102" cy="39"/>
            </a:xfrm>
            <a:prstGeom prst="straightConnector1">
              <a:avLst/>
            </a:prstGeom>
            <a:noFill/>
            <a:ln cap="flat" cmpd="sng" w="9525">
              <a:solidFill>
                <a:srgbClr val="000000"/>
              </a:solidFill>
              <a:prstDash val="dash"/>
              <a:round/>
              <a:headEnd len="med" w="med" type="none"/>
              <a:tailEnd len="med" w="med" type="none"/>
            </a:ln>
          </p:spPr>
        </p:cxnSp>
      </p:grpSp>
      <p:grpSp>
        <p:nvGrpSpPr>
          <p:cNvPr id="9037" name="Google Shape;9037;p111"/>
          <p:cNvGrpSpPr/>
          <p:nvPr/>
        </p:nvGrpSpPr>
        <p:grpSpPr>
          <a:xfrm rot="-10390311">
            <a:off x="7591145" y="3195917"/>
            <a:ext cx="452437" cy="57150"/>
            <a:chOff x="3228" y="1776"/>
            <a:chExt cx="252" cy="96"/>
          </a:xfrm>
        </p:grpSpPr>
        <p:cxnSp>
          <p:nvCxnSpPr>
            <p:cNvPr id="9038" name="Google Shape;9038;p111"/>
            <p:cNvCxnSpPr/>
            <p:nvPr/>
          </p:nvCxnSpPr>
          <p:spPr>
            <a:xfrm flipH="1" rot="10800000">
              <a:off x="3339" y="1776"/>
              <a:ext cx="141" cy="51"/>
            </a:xfrm>
            <a:prstGeom prst="straightConnector1">
              <a:avLst/>
            </a:prstGeom>
            <a:noFill/>
            <a:ln cap="flat" cmpd="sng" w="9525">
              <a:solidFill>
                <a:srgbClr val="000000"/>
              </a:solidFill>
              <a:prstDash val="solid"/>
              <a:round/>
              <a:headEnd len="med" w="med" type="none"/>
              <a:tailEnd len="med" w="med" type="none"/>
            </a:ln>
          </p:spPr>
        </p:cxnSp>
        <p:cxnSp>
          <p:nvCxnSpPr>
            <p:cNvPr id="9039" name="Google Shape;9039;p111"/>
            <p:cNvCxnSpPr/>
            <p:nvPr/>
          </p:nvCxnSpPr>
          <p:spPr>
            <a:xfrm flipH="1" rot="10800000">
              <a:off x="3228" y="1833"/>
              <a:ext cx="102" cy="39"/>
            </a:xfrm>
            <a:prstGeom prst="straightConnector1">
              <a:avLst/>
            </a:prstGeom>
            <a:noFill/>
            <a:ln cap="flat" cmpd="sng" w="9525">
              <a:solidFill>
                <a:srgbClr val="000000"/>
              </a:solidFill>
              <a:prstDash val="dash"/>
              <a:round/>
              <a:headEnd len="med" w="med" type="none"/>
              <a:tailEnd len="med" w="med" type="none"/>
            </a:ln>
          </p:spPr>
        </p:cxnSp>
      </p:grpSp>
      <p:grpSp>
        <p:nvGrpSpPr>
          <p:cNvPr id="9040" name="Google Shape;9040;p111"/>
          <p:cNvGrpSpPr/>
          <p:nvPr/>
        </p:nvGrpSpPr>
        <p:grpSpPr>
          <a:xfrm>
            <a:off x="6733895" y="3400705"/>
            <a:ext cx="295275" cy="114300"/>
            <a:chOff x="3228" y="1776"/>
            <a:chExt cx="252" cy="96"/>
          </a:xfrm>
        </p:grpSpPr>
        <p:cxnSp>
          <p:nvCxnSpPr>
            <p:cNvPr id="9041" name="Google Shape;9041;p111"/>
            <p:cNvCxnSpPr/>
            <p:nvPr/>
          </p:nvCxnSpPr>
          <p:spPr>
            <a:xfrm flipH="1" rot="10800000">
              <a:off x="3339" y="1776"/>
              <a:ext cx="141" cy="51"/>
            </a:xfrm>
            <a:prstGeom prst="straightConnector1">
              <a:avLst/>
            </a:prstGeom>
            <a:noFill/>
            <a:ln cap="flat" cmpd="sng" w="9525">
              <a:solidFill>
                <a:srgbClr val="000000"/>
              </a:solidFill>
              <a:prstDash val="solid"/>
              <a:round/>
              <a:headEnd len="med" w="med" type="none"/>
              <a:tailEnd len="med" w="med" type="none"/>
            </a:ln>
          </p:spPr>
        </p:cxnSp>
        <p:cxnSp>
          <p:nvCxnSpPr>
            <p:cNvPr id="9042" name="Google Shape;9042;p111"/>
            <p:cNvCxnSpPr/>
            <p:nvPr/>
          </p:nvCxnSpPr>
          <p:spPr>
            <a:xfrm flipH="1" rot="10800000">
              <a:off x="3228" y="1833"/>
              <a:ext cx="102" cy="39"/>
            </a:xfrm>
            <a:prstGeom prst="straightConnector1">
              <a:avLst/>
            </a:prstGeom>
            <a:noFill/>
            <a:ln cap="flat" cmpd="sng" w="9525">
              <a:solidFill>
                <a:srgbClr val="000000"/>
              </a:solidFill>
              <a:prstDash val="dash"/>
              <a:round/>
              <a:headEnd len="med" w="med" type="none"/>
              <a:tailEnd len="med" w="med" type="none"/>
            </a:ln>
          </p:spPr>
        </p:cxnSp>
      </p:grpSp>
      <p:grpSp>
        <p:nvGrpSpPr>
          <p:cNvPr id="9043" name="Google Shape;9043;p111"/>
          <p:cNvGrpSpPr/>
          <p:nvPr/>
        </p:nvGrpSpPr>
        <p:grpSpPr>
          <a:xfrm flipH="1">
            <a:off x="7372070" y="3400705"/>
            <a:ext cx="295275" cy="114300"/>
            <a:chOff x="3228" y="1776"/>
            <a:chExt cx="252" cy="96"/>
          </a:xfrm>
        </p:grpSpPr>
        <p:cxnSp>
          <p:nvCxnSpPr>
            <p:cNvPr id="9044" name="Google Shape;9044;p111"/>
            <p:cNvCxnSpPr/>
            <p:nvPr/>
          </p:nvCxnSpPr>
          <p:spPr>
            <a:xfrm flipH="1" rot="10800000">
              <a:off x="3339" y="1776"/>
              <a:ext cx="141" cy="51"/>
            </a:xfrm>
            <a:prstGeom prst="straightConnector1">
              <a:avLst/>
            </a:prstGeom>
            <a:noFill/>
            <a:ln cap="flat" cmpd="sng" w="9525">
              <a:solidFill>
                <a:srgbClr val="000000"/>
              </a:solidFill>
              <a:prstDash val="solid"/>
              <a:round/>
              <a:headEnd len="med" w="med" type="none"/>
              <a:tailEnd len="med" w="med" type="none"/>
            </a:ln>
          </p:spPr>
        </p:cxnSp>
        <p:cxnSp>
          <p:nvCxnSpPr>
            <p:cNvPr id="9045" name="Google Shape;9045;p111"/>
            <p:cNvCxnSpPr/>
            <p:nvPr/>
          </p:nvCxnSpPr>
          <p:spPr>
            <a:xfrm flipH="1" rot="10800000">
              <a:off x="3228" y="1833"/>
              <a:ext cx="102" cy="39"/>
            </a:xfrm>
            <a:prstGeom prst="straightConnector1">
              <a:avLst/>
            </a:prstGeom>
            <a:noFill/>
            <a:ln cap="flat" cmpd="sng" w="9525">
              <a:solidFill>
                <a:srgbClr val="000000"/>
              </a:solidFill>
              <a:prstDash val="dash"/>
              <a:round/>
              <a:headEnd len="med" w="med" type="none"/>
              <a:tailEnd len="med" w="med" type="none"/>
            </a:ln>
          </p:spPr>
        </p:cxnSp>
      </p:grpSp>
      <p:grpSp>
        <p:nvGrpSpPr>
          <p:cNvPr id="9046" name="Google Shape;9046;p111"/>
          <p:cNvGrpSpPr/>
          <p:nvPr/>
        </p:nvGrpSpPr>
        <p:grpSpPr>
          <a:xfrm>
            <a:off x="5786157" y="5348567"/>
            <a:ext cx="295275" cy="114300"/>
            <a:chOff x="3228" y="1776"/>
            <a:chExt cx="252" cy="96"/>
          </a:xfrm>
        </p:grpSpPr>
        <p:cxnSp>
          <p:nvCxnSpPr>
            <p:cNvPr id="9047" name="Google Shape;9047;p111"/>
            <p:cNvCxnSpPr/>
            <p:nvPr/>
          </p:nvCxnSpPr>
          <p:spPr>
            <a:xfrm flipH="1" rot="10800000">
              <a:off x="3339" y="1776"/>
              <a:ext cx="141" cy="51"/>
            </a:xfrm>
            <a:prstGeom prst="straightConnector1">
              <a:avLst/>
            </a:prstGeom>
            <a:noFill/>
            <a:ln cap="flat" cmpd="sng" w="9525">
              <a:solidFill>
                <a:srgbClr val="000000"/>
              </a:solidFill>
              <a:prstDash val="solid"/>
              <a:round/>
              <a:headEnd len="med" w="med" type="none"/>
              <a:tailEnd len="med" w="med" type="none"/>
            </a:ln>
          </p:spPr>
        </p:cxnSp>
        <p:cxnSp>
          <p:nvCxnSpPr>
            <p:cNvPr id="9048" name="Google Shape;9048;p111"/>
            <p:cNvCxnSpPr/>
            <p:nvPr/>
          </p:nvCxnSpPr>
          <p:spPr>
            <a:xfrm flipH="1" rot="10800000">
              <a:off x="3228" y="1833"/>
              <a:ext cx="102" cy="39"/>
            </a:xfrm>
            <a:prstGeom prst="straightConnector1">
              <a:avLst/>
            </a:prstGeom>
            <a:noFill/>
            <a:ln cap="flat" cmpd="sng" w="9525">
              <a:solidFill>
                <a:srgbClr val="000000"/>
              </a:solidFill>
              <a:prstDash val="dash"/>
              <a:round/>
              <a:headEnd len="med" w="med" type="none"/>
              <a:tailEnd len="med" w="med" type="none"/>
            </a:ln>
          </p:spPr>
        </p:cxnSp>
      </p:grpSp>
      <p:grpSp>
        <p:nvGrpSpPr>
          <p:cNvPr id="9049" name="Google Shape;9049;p111"/>
          <p:cNvGrpSpPr/>
          <p:nvPr/>
        </p:nvGrpSpPr>
        <p:grpSpPr>
          <a:xfrm flipH="1">
            <a:off x="6424332" y="5348567"/>
            <a:ext cx="295275" cy="114300"/>
            <a:chOff x="3228" y="1776"/>
            <a:chExt cx="252" cy="96"/>
          </a:xfrm>
        </p:grpSpPr>
        <p:cxnSp>
          <p:nvCxnSpPr>
            <p:cNvPr id="9050" name="Google Shape;9050;p111"/>
            <p:cNvCxnSpPr/>
            <p:nvPr/>
          </p:nvCxnSpPr>
          <p:spPr>
            <a:xfrm flipH="1" rot="10800000">
              <a:off x="3339" y="1776"/>
              <a:ext cx="141" cy="51"/>
            </a:xfrm>
            <a:prstGeom prst="straightConnector1">
              <a:avLst/>
            </a:prstGeom>
            <a:noFill/>
            <a:ln cap="flat" cmpd="sng" w="9525">
              <a:solidFill>
                <a:srgbClr val="000000"/>
              </a:solidFill>
              <a:prstDash val="solid"/>
              <a:round/>
              <a:headEnd len="med" w="med" type="none"/>
              <a:tailEnd len="med" w="med" type="none"/>
            </a:ln>
          </p:spPr>
        </p:cxnSp>
        <p:cxnSp>
          <p:nvCxnSpPr>
            <p:cNvPr id="9051" name="Google Shape;9051;p111"/>
            <p:cNvCxnSpPr/>
            <p:nvPr/>
          </p:nvCxnSpPr>
          <p:spPr>
            <a:xfrm flipH="1" rot="10800000">
              <a:off x="3228" y="1833"/>
              <a:ext cx="102" cy="39"/>
            </a:xfrm>
            <a:prstGeom prst="straightConnector1">
              <a:avLst/>
            </a:prstGeom>
            <a:noFill/>
            <a:ln cap="flat" cmpd="sng" w="9525">
              <a:solidFill>
                <a:srgbClr val="000000"/>
              </a:solidFill>
              <a:prstDash val="dash"/>
              <a:round/>
              <a:headEnd len="med" w="med" type="none"/>
              <a:tailEnd len="med" w="med" type="none"/>
            </a:ln>
          </p:spPr>
        </p:cxnSp>
      </p:grpSp>
      <p:grpSp>
        <p:nvGrpSpPr>
          <p:cNvPr id="9052" name="Google Shape;9052;p111"/>
          <p:cNvGrpSpPr/>
          <p:nvPr/>
        </p:nvGrpSpPr>
        <p:grpSpPr>
          <a:xfrm>
            <a:off x="4019270" y="5705755"/>
            <a:ext cx="295275" cy="114300"/>
            <a:chOff x="3228" y="1776"/>
            <a:chExt cx="252" cy="96"/>
          </a:xfrm>
        </p:grpSpPr>
        <p:cxnSp>
          <p:nvCxnSpPr>
            <p:cNvPr id="9053" name="Google Shape;9053;p111"/>
            <p:cNvCxnSpPr/>
            <p:nvPr/>
          </p:nvCxnSpPr>
          <p:spPr>
            <a:xfrm flipH="1" rot="10800000">
              <a:off x="3339" y="1776"/>
              <a:ext cx="141" cy="51"/>
            </a:xfrm>
            <a:prstGeom prst="straightConnector1">
              <a:avLst/>
            </a:prstGeom>
            <a:noFill/>
            <a:ln cap="flat" cmpd="sng" w="9525">
              <a:solidFill>
                <a:srgbClr val="000000"/>
              </a:solidFill>
              <a:prstDash val="solid"/>
              <a:round/>
              <a:headEnd len="med" w="med" type="none"/>
              <a:tailEnd len="med" w="med" type="none"/>
            </a:ln>
          </p:spPr>
        </p:cxnSp>
        <p:cxnSp>
          <p:nvCxnSpPr>
            <p:cNvPr id="9054" name="Google Shape;9054;p111"/>
            <p:cNvCxnSpPr/>
            <p:nvPr/>
          </p:nvCxnSpPr>
          <p:spPr>
            <a:xfrm flipH="1" rot="10800000">
              <a:off x="3228" y="1833"/>
              <a:ext cx="102" cy="39"/>
            </a:xfrm>
            <a:prstGeom prst="straightConnector1">
              <a:avLst/>
            </a:prstGeom>
            <a:noFill/>
            <a:ln cap="flat" cmpd="sng" w="9525">
              <a:solidFill>
                <a:srgbClr val="000000"/>
              </a:solidFill>
              <a:prstDash val="dash"/>
              <a:round/>
              <a:headEnd len="med" w="med" type="none"/>
              <a:tailEnd len="med" w="med" type="none"/>
            </a:ln>
          </p:spPr>
        </p:cxnSp>
      </p:grpSp>
      <p:grpSp>
        <p:nvGrpSpPr>
          <p:cNvPr id="9055" name="Google Shape;9055;p111"/>
          <p:cNvGrpSpPr/>
          <p:nvPr/>
        </p:nvGrpSpPr>
        <p:grpSpPr>
          <a:xfrm flipH="1">
            <a:off x="4657445" y="5705755"/>
            <a:ext cx="295275" cy="114300"/>
            <a:chOff x="3228" y="1776"/>
            <a:chExt cx="252" cy="96"/>
          </a:xfrm>
        </p:grpSpPr>
        <p:cxnSp>
          <p:nvCxnSpPr>
            <p:cNvPr id="9056" name="Google Shape;9056;p111"/>
            <p:cNvCxnSpPr/>
            <p:nvPr/>
          </p:nvCxnSpPr>
          <p:spPr>
            <a:xfrm flipH="1" rot="10800000">
              <a:off x="3339" y="1776"/>
              <a:ext cx="141" cy="51"/>
            </a:xfrm>
            <a:prstGeom prst="straightConnector1">
              <a:avLst/>
            </a:prstGeom>
            <a:noFill/>
            <a:ln cap="flat" cmpd="sng" w="9525">
              <a:solidFill>
                <a:srgbClr val="000000"/>
              </a:solidFill>
              <a:prstDash val="solid"/>
              <a:round/>
              <a:headEnd len="med" w="med" type="none"/>
              <a:tailEnd len="med" w="med" type="none"/>
            </a:ln>
          </p:spPr>
        </p:cxnSp>
        <p:cxnSp>
          <p:nvCxnSpPr>
            <p:cNvPr id="9057" name="Google Shape;9057;p111"/>
            <p:cNvCxnSpPr/>
            <p:nvPr/>
          </p:nvCxnSpPr>
          <p:spPr>
            <a:xfrm flipH="1" rot="10800000">
              <a:off x="3228" y="1833"/>
              <a:ext cx="102" cy="39"/>
            </a:xfrm>
            <a:prstGeom prst="straightConnector1">
              <a:avLst/>
            </a:prstGeom>
            <a:noFill/>
            <a:ln cap="flat" cmpd="sng" w="9525">
              <a:solidFill>
                <a:srgbClr val="000000"/>
              </a:solidFill>
              <a:prstDash val="dash"/>
              <a:round/>
              <a:headEnd len="med" w="med" type="none"/>
              <a:tailEnd len="med" w="med" type="none"/>
            </a:ln>
          </p:spPr>
        </p:cxnSp>
      </p:grpSp>
      <p:grpSp>
        <p:nvGrpSpPr>
          <p:cNvPr id="9058" name="Google Shape;9058;p111"/>
          <p:cNvGrpSpPr/>
          <p:nvPr/>
        </p:nvGrpSpPr>
        <p:grpSpPr>
          <a:xfrm rot="10800000">
            <a:off x="4862232" y="5410480"/>
            <a:ext cx="295275" cy="114300"/>
            <a:chOff x="3228" y="1776"/>
            <a:chExt cx="252" cy="96"/>
          </a:xfrm>
        </p:grpSpPr>
        <p:cxnSp>
          <p:nvCxnSpPr>
            <p:cNvPr id="9059" name="Google Shape;9059;p111"/>
            <p:cNvCxnSpPr/>
            <p:nvPr/>
          </p:nvCxnSpPr>
          <p:spPr>
            <a:xfrm flipH="1" rot="10800000">
              <a:off x="3339" y="1776"/>
              <a:ext cx="141" cy="51"/>
            </a:xfrm>
            <a:prstGeom prst="straightConnector1">
              <a:avLst/>
            </a:prstGeom>
            <a:noFill/>
            <a:ln cap="flat" cmpd="sng" w="9525">
              <a:solidFill>
                <a:srgbClr val="000000"/>
              </a:solidFill>
              <a:prstDash val="solid"/>
              <a:round/>
              <a:headEnd len="med" w="med" type="none"/>
              <a:tailEnd len="med" w="med" type="none"/>
            </a:ln>
          </p:spPr>
        </p:cxnSp>
        <p:cxnSp>
          <p:nvCxnSpPr>
            <p:cNvPr id="9060" name="Google Shape;9060;p111"/>
            <p:cNvCxnSpPr/>
            <p:nvPr/>
          </p:nvCxnSpPr>
          <p:spPr>
            <a:xfrm flipH="1" rot="10800000">
              <a:off x="3228" y="1833"/>
              <a:ext cx="102" cy="39"/>
            </a:xfrm>
            <a:prstGeom prst="straightConnector1">
              <a:avLst/>
            </a:prstGeom>
            <a:noFill/>
            <a:ln cap="flat" cmpd="sng" w="9525">
              <a:solidFill>
                <a:srgbClr val="000000"/>
              </a:solidFill>
              <a:prstDash val="dash"/>
              <a:round/>
              <a:headEnd len="med" w="med" type="none"/>
              <a:tailEnd len="med" w="med" type="none"/>
            </a:ln>
          </p:spPr>
        </p:cxnSp>
      </p:grpSp>
      <p:sp>
        <p:nvSpPr>
          <p:cNvPr id="9061" name="Google Shape;9061;p111"/>
          <p:cNvSpPr txBox="1"/>
          <p:nvPr/>
        </p:nvSpPr>
        <p:spPr>
          <a:xfrm>
            <a:off x="881342" y="3666845"/>
            <a:ext cx="1595438" cy="5810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600">
                <a:solidFill>
                  <a:srgbClr val="000000"/>
                </a:solidFill>
                <a:latin typeface="Arial"/>
                <a:ea typeface="Arial"/>
                <a:cs typeface="Arial"/>
                <a:sym typeface="Arial"/>
              </a:rPr>
              <a:t>school network </a:t>
            </a:r>
            <a:endParaRPr/>
          </a:p>
          <a:p>
            <a:pPr indent="0" lvl="0" marL="0" marR="0" rtl="0" algn="l">
              <a:spcBef>
                <a:spcPts val="0"/>
              </a:spcBef>
              <a:spcAft>
                <a:spcPts val="0"/>
              </a:spcAft>
              <a:buNone/>
            </a:pPr>
            <a:r>
              <a:rPr i="0" lang="en-US" sz="1600">
                <a:solidFill>
                  <a:srgbClr val="000000"/>
                </a:solidFill>
                <a:latin typeface="Arial"/>
                <a:ea typeface="Arial"/>
                <a:cs typeface="Arial"/>
                <a:sym typeface="Arial"/>
              </a:rPr>
              <a:t>68.80.2.0/24</a:t>
            </a:r>
            <a:endParaRPr/>
          </a:p>
        </p:txBody>
      </p:sp>
      <p:grpSp>
        <p:nvGrpSpPr>
          <p:cNvPr id="9062" name="Google Shape;9062;p111"/>
          <p:cNvGrpSpPr/>
          <p:nvPr/>
        </p:nvGrpSpPr>
        <p:grpSpPr>
          <a:xfrm>
            <a:off x="849686" y="1873155"/>
            <a:ext cx="1473201" cy="1119188"/>
            <a:chOff x="135" y="833"/>
            <a:chExt cx="928" cy="705"/>
          </a:xfrm>
        </p:grpSpPr>
        <p:grpSp>
          <p:nvGrpSpPr>
            <p:cNvPr id="9063" name="Google Shape;9063;p111"/>
            <p:cNvGrpSpPr/>
            <p:nvPr/>
          </p:nvGrpSpPr>
          <p:grpSpPr>
            <a:xfrm>
              <a:off x="135" y="833"/>
              <a:ext cx="928" cy="705"/>
              <a:chOff x="135" y="833"/>
              <a:chExt cx="928" cy="705"/>
            </a:xfrm>
          </p:grpSpPr>
          <p:sp>
            <p:nvSpPr>
              <p:cNvPr id="9064" name="Google Shape;9064;p111"/>
              <p:cNvSpPr/>
              <p:nvPr/>
            </p:nvSpPr>
            <p:spPr>
              <a:xfrm>
                <a:off x="135" y="836"/>
                <a:ext cx="928" cy="702"/>
              </a:xfrm>
              <a:custGeom>
                <a:rect b="b" l="l" r="r" t="t"/>
                <a:pathLst>
                  <a:path extrusionOk="0" h="10000" w="10000">
                    <a:moveTo>
                      <a:pt x="9330" y="10000"/>
                    </a:moveTo>
                    <a:cubicBezTo>
                      <a:pt x="6768" y="8563"/>
                      <a:pt x="6152" y="7769"/>
                      <a:pt x="0" y="6170"/>
                    </a:cubicBezTo>
                    <a:lnTo>
                      <a:pt x="7582" y="6096"/>
                    </a:lnTo>
                    <a:cubicBezTo>
                      <a:pt x="7547" y="3488"/>
                      <a:pt x="7633" y="2608"/>
                      <a:pt x="7597" y="0"/>
                    </a:cubicBezTo>
                    <a:cubicBezTo>
                      <a:pt x="8698" y="5472"/>
                      <a:pt x="8887" y="5795"/>
                      <a:pt x="9987" y="7243"/>
                    </a:cubicBezTo>
                    <a:cubicBezTo>
                      <a:pt x="10122" y="8001"/>
                      <a:pt x="9194" y="9242"/>
                      <a:pt x="9330" y="10000"/>
                    </a:cubicBezTo>
                    <a:close/>
                  </a:path>
                </a:pathLst>
              </a:custGeom>
              <a:gradFill>
                <a:gsLst>
                  <a:gs pos="0">
                    <a:srgbClr val="FFFFFF"/>
                  </a:gs>
                  <a:gs pos="100000">
                    <a:srgbClr val="BFBFBF"/>
                  </a:gs>
                </a:gsLst>
                <a:lin ang="12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9065" name="Google Shape;9065;p111"/>
              <p:cNvGrpSpPr/>
              <p:nvPr/>
            </p:nvGrpSpPr>
            <p:grpSpPr>
              <a:xfrm>
                <a:off x="148" y="840"/>
                <a:ext cx="694" cy="432"/>
                <a:chOff x="2579" y="1533"/>
                <a:chExt cx="1078" cy="507"/>
              </a:xfrm>
            </p:grpSpPr>
            <p:pic>
              <p:nvPicPr>
                <p:cNvPr id="9066" name="Google Shape;9066;p111"/>
                <p:cNvPicPr preferRelativeResize="0"/>
                <p:nvPr/>
              </p:nvPicPr>
              <p:blipFill rotWithShape="1">
                <a:blip r:embed="rId3">
                  <a:alphaModFix/>
                </a:blip>
                <a:srcRect b="0" l="0" r="0" t="0"/>
                <a:stretch/>
              </p:blipFill>
              <p:spPr>
                <a:xfrm>
                  <a:off x="2579" y="1533"/>
                  <a:ext cx="1078" cy="507"/>
                </a:xfrm>
                <a:prstGeom prst="rect">
                  <a:avLst/>
                </a:prstGeom>
                <a:noFill/>
                <a:ln>
                  <a:noFill/>
                </a:ln>
              </p:spPr>
            </p:pic>
            <p:sp>
              <p:nvSpPr>
                <p:cNvPr id="9067" name="Google Shape;9067;p111"/>
                <p:cNvSpPr/>
                <p:nvPr/>
              </p:nvSpPr>
              <p:spPr>
                <a:xfrm>
                  <a:off x="2633" y="1580"/>
                  <a:ext cx="957" cy="41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9068" name="Google Shape;9068;p111"/>
              <p:cNvSpPr/>
              <p:nvPr/>
            </p:nvSpPr>
            <p:spPr>
              <a:xfrm>
                <a:off x="146" y="833"/>
                <a:ext cx="696" cy="439"/>
              </a:xfrm>
              <a:prstGeom prst="rect">
                <a:avLst/>
              </a:prstGeom>
              <a:noFill/>
              <a:ln cap="flat" cmpd="sng" w="19050">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9069" name="Google Shape;9069;p111"/>
            <p:cNvSpPr txBox="1"/>
            <p:nvPr/>
          </p:nvSpPr>
          <p:spPr>
            <a:xfrm>
              <a:off x="233" y="938"/>
              <a:ext cx="513" cy="1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400"/>
                <a:buFont typeface="Calibri"/>
                <a:buNone/>
              </a:pPr>
              <a:r>
                <a:rPr b="0" i="0" lang="en-US" sz="1400" u="none" cap="none" strike="noStrike">
                  <a:solidFill>
                    <a:srgbClr val="C00000"/>
                  </a:solidFill>
                  <a:latin typeface="Calibri"/>
                  <a:ea typeface="Calibri"/>
                  <a:cs typeface="Calibri"/>
                  <a:sym typeface="Calibri"/>
                </a:rPr>
                <a:t>browser</a:t>
              </a:r>
              <a:endParaRPr/>
            </a:p>
          </p:txBody>
        </p:sp>
      </p:grpSp>
      <p:grpSp>
        <p:nvGrpSpPr>
          <p:cNvPr id="9070" name="Google Shape;9070;p111"/>
          <p:cNvGrpSpPr/>
          <p:nvPr/>
        </p:nvGrpSpPr>
        <p:grpSpPr>
          <a:xfrm>
            <a:off x="7299045" y="2164042"/>
            <a:ext cx="358775" cy="623888"/>
            <a:chOff x="4140" y="429"/>
            <a:chExt cx="1425" cy="2396"/>
          </a:xfrm>
        </p:grpSpPr>
        <p:sp>
          <p:nvSpPr>
            <p:cNvPr id="9071" name="Google Shape;9071;p111"/>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072" name="Google Shape;9072;p111"/>
            <p:cNvSpPr/>
            <p:nvPr/>
          </p:nvSpPr>
          <p:spPr>
            <a:xfrm>
              <a:off x="4203" y="429"/>
              <a:ext cx="1053" cy="2286"/>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073" name="Google Shape;9073;p111"/>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074" name="Google Shape;9074;p111"/>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075" name="Google Shape;9075;p111"/>
            <p:cNvSpPr/>
            <p:nvPr/>
          </p:nvSpPr>
          <p:spPr>
            <a:xfrm>
              <a:off x="4209" y="691"/>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9076" name="Google Shape;9076;p111"/>
            <p:cNvGrpSpPr/>
            <p:nvPr/>
          </p:nvGrpSpPr>
          <p:grpSpPr>
            <a:xfrm>
              <a:off x="4751" y="667"/>
              <a:ext cx="580" cy="146"/>
              <a:chOff x="617" y="2567"/>
              <a:chExt cx="724" cy="140"/>
            </a:xfrm>
          </p:grpSpPr>
          <p:sp>
            <p:nvSpPr>
              <p:cNvPr id="9077" name="Google Shape;9077;p111"/>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078" name="Google Shape;9078;p111"/>
              <p:cNvSpPr/>
              <p:nvPr/>
            </p:nvSpPr>
            <p:spPr>
              <a:xfrm>
                <a:off x="633" y="2584"/>
                <a:ext cx="692"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9079" name="Google Shape;9079;p111"/>
            <p:cNvSpPr/>
            <p:nvPr/>
          </p:nvSpPr>
          <p:spPr>
            <a:xfrm>
              <a:off x="4222" y="1020"/>
              <a:ext cx="599"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9080" name="Google Shape;9080;p111"/>
            <p:cNvGrpSpPr/>
            <p:nvPr/>
          </p:nvGrpSpPr>
          <p:grpSpPr>
            <a:xfrm>
              <a:off x="4745" y="996"/>
              <a:ext cx="580" cy="134"/>
              <a:chOff x="612" y="2570"/>
              <a:chExt cx="724" cy="139"/>
            </a:xfrm>
          </p:grpSpPr>
          <p:sp>
            <p:nvSpPr>
              <p:cNvPr id="9081" name="Google Shape;9081;p111"/>
              <p:cNvSpPr/>
              <p:nvPr/>
            </p:nvSpPr>
            <p:spPr>
              <a:xfrm>
                <a:off x="612" y="2570"/>
                <a:ext cx="724"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082" name="Google Shape;9082;p111"/>
              <p:cNvSpPr/>
              <p:nvPr/>
            </p:nvSpPr>
            <p:spPr>
              <a:xfrm>
                <a:off x="628" y="2589"/>
                <a:ext cx="692"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9083" name="Google Shape;9083;p111"/>
            <p:cNvSpPr/>
            <p:nvPr/>
          </p:nvSpPr>
          <p:spPr>
            <a:xfrm>
              <a:off x="4216" y="1356"/>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084" name="Google Shape;9084;p111"/>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9085" name="Google Shape;9085;p111"/>
            <p:cNvGrpSpPr/>
            <p:nvPr/>
          </p:nvGrpSpPr>
          <p:grpSpPr>
            <a:xfrm>
              <a:off x="4733" y="1636"/>
              <a:ext cx="586" cy="140"/>
              <a:chOff x="611" y="2576"/>
              <a:chExt cx="730" cy="129"/>
            </a:xfrm>
          </p:grpSpPr>
          <p:sp>
            <p:nvSpPr>
              <p:cNvPr id="9086" name="Google Shape;9086;p111"/>
              <p:cNvSpPr/>
              <p:nvPr/>
            </p:nvSpPr>
            <p:spPr>
              <a:xfrm>
                <a:off x="611" y="2576"/>
                <a:ext cx="730" cy="12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087" name="Google Shape;9087;p111"/>
              <p:cNvSpPr/>
              <p:nvPr/>
            </p:nvSpPr>
            <p:spPr>
              <a:xfrm>
                <a:off x="627" y="2588"/>
                <a:ext cx="699"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9088" name="Google Shape;9088;p111"/>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9089" name="Google Shape;9089;p111"/>
            <p:cNvGrpSpPr/>
            <p:nvPr/>
          </p:nvGrpSpPr>
          <p:grpSpPr>
            <a:xfrm>
              <a:off x="4739" y="1325"/>
              <a:ext cx="580" cy="140"/>
              <a:chOff x="614" y="2566"/>
              <a:chExt cx="723" cy="140"/>
            </a:xfrm>
          </p:grpSpPr>
          <p:sp>
            <p:nvSpPr>
              <p:cNvPr id="9090" name="Google Shape;9090;p111"/>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091" name="Google Shape;9091;p111"/>
              <p:cNvSpPr/>
              <p:nvPr/>
            </p:nvSpPr>
            <p:spPr>
              <a:xfrm>
                <a:off x="630" y="2585"/>
                <a:ext cx="691"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9092" name="Google Shape;9092;p111"/>
            <p:cNvSpPr/>
            <p:nvPr/>
          </p:nvSpPr>
          <p:spPr>
            <a:xfrm>
              <a:off x="5250" y="429"/>
              <a:ext cx="69" cy="2286"/>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093" name="Google Shape;9093;p111"/>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094" name="Google Shape;9094;p111"/>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095" name="Google Shape;9095;p111"/>
            <p:cNvSpPr/>
            <p:nvPr/>
          </p:nvSpPr>
          <p:spPr>
            <a:xfrm>
              <a:off x="5515" y="2612"/>
              <a:ext cx="50" cy="98"/>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096" name="Google Shape;9096;p111"/>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097" name="Google Shape;9097;p111"/>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098" name="Google Shape;9098;p111"/>
            <p:cNvSpPr/>
            <p:nvPr/>
          </p:nvSpPr>
          <p:spPr>
            <a:xfrm>
              <a:off x="4203" y="2709"/>
              <a:ext cx="1072" cy="85"/>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099" name="Google Shape;9099;p111"/>
            <p:cNvSpPr/>
            <p:nvPr/>
          </p:nvSpPr>
          <p:spPr>
            <a:xfrm>
              <a:off x="4310" y="2386"/>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100" name="Google Shape;9100;p111"/>
            <p:cNvSpPr/>
            <p:nvPr/>
          </p:nvSpPr>
          <p:spPr>
            <a:xfrm>
              <a:off x="4487" y="2386"/>
              <a:ext cx="158" cy="14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9101" name="Google Shape;9101;p111"/>
            <p:cNvSpPr/>
            <p:nvPr/>
          </p:nvSpPr>
          <p:spPr>
            <a:xfrm>
              <a:off x="4663" y="2380"/>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102" name="Google Shape;9102;p111"/>
            <p:cNvSpPr/>
            <p:nvPr/>
          </p:nvSpPr>
          <p:spPr>
            <a:xfrm>
              <a:off x="5061" y="1837"/>
              <a:ext cx="88" cy="756"/>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9103" name="Google Shape;9103;p111"/>
          <p:cNvGrpSpPr/>
          <p:nvPr/>
        </p:nvGrpSpPr>
        <p:grpSpPr>
          <a:xfrm>
            <a:off x="3087416" y="2965438"/>
            <a:ext cx="960147" cy="436668"/>
            <a:chOff x="3668110" y="2448910"/>
            <a:chExt cx="3794234" cy="2165130"/>
          </a:xfrm>
        </p:grpSpPr>
        <p:sp>
          <p:nvSpPr>
            <p:cNvPr id="9104" name="Google Shape;9104;p111"/>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105" name="Google Shape;9105;p111"/>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9106" name="Google Shape;9106;p111"/>
            <p:cNvGrpSpPr/>
            <p:nvPr/>
          </p:nvGrpSpPr>
          <p:grpSpPr>
            <a:xfrm>
              <a:off x="3941378" y="2603243"/>
              <a:ext cx="3202061" cy="1066110"/>
              <a:chOff x="7939341" y="3037317"/>
              <a:chExt cx="897649" cy="353919"/>
            </a:xfrm>
          </p:grpSpPr>
          <p:sp>
            <p:nvSpPr>
              <p:cNvPr id="9107" name="Google Shape;9107;p111"/>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108" name="Google Shape;9108;p111"/>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109" name="Google Shape;9109;p111"/>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110" name="Google Shape;9110;p111"/>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9111" name="Google Shape;9111;p111"/>
          <p:cNvGrpSpPr/>
          <p:nvPr/>
        </p:nvGrpSpPr>
        <p:grpSpPr>
          <a:xfrm>
            <a:off x="5430426" y="3270309"/>
            <a:ext cx="853832" cy="472456"/>
            <a:chOff x="7493876" y="2774731"/>
            <a:chExt cx="1481958" cy="894622"/>
          </a:xfrm>
        </p:grpSpPr>
        <p:sp>
          <p:nvSpPr>
            <p:cNvPr id="9112" name="Google Shape;9112;p11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9113" name="Google Shape;9113;p11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9114" name="Google Shape;9114;p111"/>
            <p:cNvGrpSpPr/>
            <p:nvPr/>
          </p:nvGrpSpPr>
          <p:grpSpPr>
            <a:xfrm>
              <a:off x="7713663" y="2848339"/>
              <a:ext cx="1042107" cy="425543"/>
              <a:chOff x="7786941" y="2884917"/>
              <a:chExt cx="897649" cy="353919"/>
            </a:xfrm>
          </p:grpSpPr>
          <p:sp>
            <p:nvSpPr>
              <p:cNvPr id="9115" name="Google Shape;9115;p11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116" name="Google Shape;9116;p11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117" name="Google Shape;9117;p11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118" name="Google Shape;9118;p11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9119" name="Google Shape;9119;p111"/>
          <p:cNvGrpSpPr/>
          <p:nvPr/>
        </p:nvGrpSpPr>
        <p:grpSpPr>
          <a:xfrm>
            <a:off x="6752719" y="3019298"/>
            <a:ext cx="853832" cy="472456"/>
            <a:chOff x="7493876" y="2774731"/>
            <a:chExt cx="1481958" cy="894622"/>
          </a:xfrm>
        </p:grpSpPr>
        <p:sp>
          <p:nvSpPr>
            <p:cNvPr id="9120" name="Google Shape;9120;p11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9121" name="Google Shape;9121;p11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9122" name="Google Shape;9122;p111"/>
            <p:cNvGrpSpPr/>
            <p:nvPr/>
          </p:nvGrpSpPr>
          <p:grpSpPr>
            <a:xfrm>
              <a:off x="7713663" y="2848339"/>
              <a:ext cx="1042107" cy="425543"/>
              <a:chOff x="7786941" y="2884917"/>
              <a:chExt cx="897649" cy="353919"/>
            </a:xfrm>
          </p:grpSpPr>
          <p:sp>
            <p:nvSpPr>
              <p:cNvPr id="9123" name="Google Shape;9123;p11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124" name="Google Shape;9124;p11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125" name="Google Shape;9125;p11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126" name="Google Shape;9126;p11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9127" name="Google Shape;9127;p111"/>
          <p:cNvGrpSpPr/>
          <p:nvPr/>
        </p:nvGrpSpPr>
        <p:grpSpPr>
          <a:xfrm>
            <a:off x="7496789" y="3749923"/>
            <a:ext cx="853832" cy="472456"/>
            <a:chOff x="7493876" y="2774731"/>
            <a:chExt cx="1481958" cy="894622"/>
          </a:xfrm>
        </p:grpSpPr>
        <p:sp>
          <p:nvSpPr>
            <p:cNvPr id="9128" name="Google Shape;9128;p11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9129" name="Google Shape;9129;p11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9130" name="Google Shape;9130;p111"/>
            <p:cNvGrpSpPr/>
            <p:nvPr/>
          </p:nvGrpSpPr>
          <p:grpSpPr>
            <a:xfrm>
              <a:off x="7713663" y="2848339"/>
              <a:ext cx="1042107" cy="425543"/>
              <a:chOff x="7786941" y="2884917"/>
              <a:chExt cx="897649" cy="353919"/>
            </a:xfrm>
          </p:grpSpPr>
          <p:sp>
            <p:nvSpPr>
              <p:cNvPr id="9131" name="Google Shape;9131;p11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132" name="Google Shape;9132;p11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133" name="Google Shape;9133;p11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134" name="Google Shape;9134;p11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9135" name="Google Shape;9135;p111"/>
          <p:cNvGrpSpPr/>
          <p:nvPr/>
        </p:nvGrpSpPr>
        <p:grpSpPr>
          <a:xfrm>
            <a:off x="4139507" y="5298141"/>
            <a:ext cx="809010" cy="502026"/>
            <a:chOff x="7493876" y="2774731"/>
            <a:chExt cx="1481958" cy="894622"/>
          </a:xfrm>
        </p:grpSpPr>
        <p:sp>
          <p:nvSpPr>
            <p:cNvPr id="9136" name="Google Shape;9136;p11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9137" name="Google Shape;9137;p11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9138" name="Google Shape;9138;p111"/>
            <p:cNvGrpSpPr/>
            <p:nvPr/>
          </p:nvGrpSpPr>
          <p:grpSpPr>
            <a:xfrm>
              <a:off x="7713663" y="2848339"/>
              <a:ext cx="1042107" cy="425543"/>
              <a:chOff x="7786941" y="2884917"/>
              <a:chExt cx="897649" cy="353919"/>
            </a:xfrm>
          </p:grpSpPr>
          <p:sp>
            <p:nvSpPr>
              <p:cNvPr id="9139" name="Google Shape;9139;p11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140" name="Google Shape;9140;p11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141" name="Google Shape;9141;p11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142" name="Google Shape;9142;p11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9143" name="Google Shape;9143;p111"/>
          <p:cNvGrpSpPr/>
          <p:nvPr/>
        </p:nvGrpSpPr>
        <p:grpSpPr>
          <a:xfrm>
            <a:off x="5872016" y="4978459"/>
            <a:ext cx="809010" cy="502026"/>
            <a:chOff x="7493876" y="2774731"/>
            <a:chExt cx="1481958" cy="894622"/>
          </a:xfrm>
        </p:grpSpPr>
        <p:sp>
          <p:nvSpPr>
            <p:cNvPr id="9144" name="Google Shape;9144;p11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9145" name="Google Shape;9145;p11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9146" name="Google Shape;9146;p111"/>
            <p:cNvGrpSpPr/>
            <p:nvPr/>
          </p:nvGrpSpPr>
          <p:grpSpPr>
            <a:xfrm>
              <a:off x="7713663" y="2848339"/>
              <a:ext cx="1042107" cy="425543"/>
              <a:chOff x="7786941" y="2884917"/>
              <a:chExt cx="897649" cy="353919"/>
            </a:xfrm>
          </p:grpSpPr>
          <p:sp>
            <p:nvSpPr>
              <p:cNvPr id="9147" name="Google Shape;9147;p11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148" name="Google Shape;9148;p11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149" name="Google Shape;9149;p11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150" name="Google Shape;9150;p11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9151" name="Google Shape;9151;p111"/>
          <p:cNvSpPr/>
          <p:nvPr/>
        </p:nvSpPr>
        <p:spPr>
          <a:xfrm rot="5400000">
            <a:off x="2648281" y="3003260"/>
            <a:ext cx="134168" cy="25558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sp>
        <p:nvSpPr>
          <p:cNvPr id="9152" name="Google Shape;9152;p111"/>
          <p:cNvSpPr/>
          <p:nvPr/>
        </p:nvSpPr>
        <p:spPr>
          <a:xfrm rot="5400000">
            <a:off x="3522564" y="4176324"/>
            <a:ext cx="140795" cy="179874"/>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grpSp>
        <p:nvGrpSpPr>
          <p:cNvPr id="9153" name="Google Shape;9153;p111"/>
          <p:cNvGrpSpPr/>
          <p:nvPr/>
        </p:nvGrpSpPr>
        <p:grpSpPr>
          <a:xfrm>
            <a:off x="1946552" y="2678242"/>
            <a:ext cx="913139" cy="665131"/>
            <a:chOff x="7455987" y="2414528"/>
            <a:chExt cx="511700" cy="327647"/>
          </a:xfrm>
        </p:grpSpPr>
        <p:pic>
          <p:nvPicPr>
            <p:cNvPr descr="laptop_keyboard" id="9154" name="Google Shape;9154;p111"/>
            <p:cNvPicPr preferRelativeResize="0"/>
            <p:nvPr/>
          </p:nvPicPr>
          <p:blipFill rotWithShape="1">
            <a:blip r:embed="rId4">
              <a:alphaModFix/>
            </a:blip>
            <a:srcRect b="0" l="0" r="0" t="0"/>
            <a:stretch/>
          </p:blipFill>
          <p:spPr>
            <a:xfrm flipH="1" rot="109064">
              <a:off x="7458407" y="2575770"/>
              <a:ext cx="437221" cy="159511"/>
            </a:xfrm>
            <a:prstGeom prst="rect">
              <a:avLst/>
            </a:prstGeom>
            <a:noFill/>
            <a:ln>
              <a:noFill/>
            </a:ln>
          </p:spPr>
        </p:pic>
        <p:sp>
          <p:nvSpPr>
            <p:cNvPr id="9155" name="Google Shape;9155;p111"/>
            <p:cNvSpPr/>
            <p:nvPr/>
          </p:nvSpPr>
          <p:spPr>
            <a:xfrm>
              <a:off x="7603304" y="242098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9156" name="Google Shape;9156;p111"/>
            <p:cNvPicPr preferRelativeResize="0"/>
            <p:nvPr/>
          </p:nvPicPr>
          <p:blipFill rotWithShape="1">
            <a:blip r:embed="rId5">
              <a:alphaModFix/>
            </a:blip>
            <a:srcRect b="0" l="0" r="0" t="0"/>
            <a:stretch/>
          </p:blipFill>
          <p:spPr>
            <a:xfrm>
              <a:off x="7620637" y="2426338"/>
              <a:ext cx="319785" cy="189429"/>
            </a:xfrm>
            <a:prstGeom prst="rect">
              <a:avLst/>
            </a:prstGeom>
            <a:noFill/>
            <a:ln>
              <a:noFill/>
            </a:ln>
          </p:spPr>
        </p:pic>
        <p:sp>
          <p:nvSpPr>
            <p:cNvPr id="9157" name="Google Shape;9157;p111"/>
            <p:cNvSpPr/>
            <p:nvPr/>
          </p:nvSpPr>
          <p:spPr>
            <a:xfrm>
              <a:off x="7667378" y="241484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158" name="Google Shape;9158;p111"/>
            <p:cNvSpPr/>
            <p:nvPr/>
          </p:nvSpPr>
          <p:spPr>
            <a:xfrm>
              <a:off x="7600188" y="241452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159" name="Google Shape;9159;p111"/>
            <p:cNvSpPr/>
            <p:nvPr/>
          </p:nvSpPr>
          <p:spPr>
            <a:xfrm>
              <a:off x="7874205" y="244334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160" name="Google Shape;9160;p111"/>
            <p:cNvSpPr/>
            <p:nvPr/>
          </p:nvSpPr>
          <p:spPr>
            <a:xfrm>
              <a:off x="7599214" y="256758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161" name="Google Shape;9161;p111"/>
            <p:cNvSpPr/>
            <p:nvPr/>
          </p:nvSpPr>
          <p:spPr>
            <a:xfrm>
              <a:off x="7884138" y="244491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162" name="Google Shape;9162;p111"/>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9163" name="Google Shape;9163;p111"/>
            <p:cNvGrpSpPr/>
            <p:nvPr/>
          </p:nvGrpSpPr>
          <p:grpSpPr>
            <a:xfrm>
              <a:off x="7594735" y="2642220"/>
              <a:ext cx="98740" cy="36846"/>
              <a:chOff x="1740" y="2642"/>
              <a:chExt cx="752" cy="327"/>
            </a:xfrm>
          </p:grpSpPr>
          <p:sp>
            <p:nvSpPr>
              <p:cNvPr id="9164" name="Google Shape;9164;p111"/>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165" name="Google Shape;9165;p111"/>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166" name="Google Shape;9166;p111"/>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167" name="Google Shape;9167;p111"/>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168" name="Google Shape;9168;p111"/>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169" name="Google Shape;9169;p111"/>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9170" name="Google Shape;9170;p111"/>
            <p:cNvSpPr/>
            <p:nvPr/>
          </p:nvSpPr>
          <p:spPr>
            <a:xfrm>
              <a:off x="7763780" y="264773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171" name="Google Shape;9171;p111"/>
            <p:cNvSpPr/>
            <p:nvPr/>
          </p:nvSpPr>
          <p:spPr>
            <a:xfrm>
              <a:off x="7458602" y="265418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172" name="Google Shape;9172;p111"/>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173" name="Google Shape;9173;p111"/>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174" name="Google Shape;9174;p111"/>
            <p:cNvSpPr/>
            <p:nvPr/>
          </p:nvSpPr>
          <p:spPr>
            <a:xfrm>
              <a:off x="7468535" y="264379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175" name="Google Shape;9175;p111"/>
            <p:cNvSpPr/>
            <p:nvPr/>
          </p:nvSpPr>
          <p:spPr>
            <a:xfrm flipH="1" rot="10800000">
              <a:off x="7758327" y="263875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9176" name="Google Shape;9176;p111"/>
          <p:cNvSpPr/>
          <p:nvPr/>
        </p:nvSpPr>
        <p:spPr>
          <a:xfrm rot="2603620">
            <a:off x="3123075" y="3881648"/>
            <a:ext cx="140795" cy="23552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grpSp>
        <p:nvGrpSpPr>
          <p:cNvPr id="9177" name="Google Shape;9177;p111"/>
          <p:cNvGrpSpPr/>
          <p:nvPr/>
        </p:nvGrpSpPr>
        <p:grpSpPr>
          <a:xfrm>
            <a:off x="2647027" y="4019872"/>
            <a:ext cx="853832" cy="472456"/>
            <a:chOff x="7493876" y="2774731"/>
            <a:chExt cx="1481958" cy="894622"/>
          </a:xfrm>
        </p:grpSpPr>
        <p:sp>
          <p:nvSpPr>
            <p:cNvPr id="9178" name="Google Shape;9178;p11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9179" name="Google Shape;9179;p11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9180" name="Google Shape;9180;p111"/>
            <p:cNvGrpSpPr/>
            <p:nvPr/>
          </p:nvGrpSpPr>
          <p:grpSpPr>
            <a:xfrm>
              <a:off x="7713663" y="2848339"/>
              <a:ext cx="1042107" cy="425543"/>
              <a:chOff x="7786941" y="2884917"/>
              <a:chExt cx="897649" cy="353919"/>
            </a:xfrm>
          </p:grpSpPr>
          <p:sp>
            <p:nvSpPr>
              <p:cNvPr id="9181" name="Google Shape;9181;p11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182" name="Google Shape;9182;p11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183" name="Google Shape;9183;p11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184" name="Google Shape;9184;p11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9185" name="Google Shape;9185;p111"/>
          <p:cNvSpPr/>
          <p:nvPr/>
        </p:nvSpPr>
        <p:spPr>
          <a:xfrm>
            <a:off x="685800" y="2756646"/>
            <a:ext cx="1313330" cy="511526"/>
          </a:xfrm>
          <a:prstGeom prst="rightArrow">
            <a:avLst>
              <a:gd fmla="val 50000" name="adj1"/>
              <a:gd fmla="val 50000" name="adj2"/>
            </a:avLst>
          </a:prstGeom>
          <a:gradFill>
            <a:gsLst>
              <a:gs pos="0">
                <a:srgbClr val="FFFFFF">
                  <a:alpha val="66666"/>
                </a:srgbClr>
              </a:gs>
              <a:gs pos="100000">
                <a:srgbClr val="0000A8"/>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9186" name="Google Shape;9186;p111"/>
          <p:cNvGrpSpPr/>
          <p:nvPr/>
        </p:nvGrpSpPr>
        <p:grpSpPr>
          <a:xfrm>
            <a:off x="1373964" y="4541734"/>
            <a:ext cx="1607995" cy="1127080"/>
            <a:chOff x="1373964" y="4541734"/>
            <a:chExt cx="1607995" cy="1127080"/>
          </a:xfrm>
        </p:grpSpPr>
        <p:sp>
          <p:nvSpPr>
            <p:cNvPr id="9187" name="Google Shape;9187;p111"/>
            <p:cNvSpPr txBox="1"/>
            <p:nvPr/>
          </p:nvSpPr>
          <p:spPr>
            <a:xfrm>
              <a:off x="1373964" y="4541734"/>
              <a:ext cx="890115"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400">
                  <a:solidFill>
                    <a:srgbClr val="C00000"/>
                  </a:solidFill>
                  <a:latin typeface="Calibri"/>
                  <a:ea typeface="Calibri"/>
                  <a:cs typeface="Calibri"/>
                  <a:sym typeface="Calibri"/>
                </a:rPr>
                <a:t>web page</a:t>
              </a:r>
              <a:endParaRPr/>
            </a:p>
          </p:txBody>
        </p:sp>
        <p:sp>
          <p:nvSpPr>
            <p:cNvPr id="9188" name="Google Shape;9188;p111"/>
            <p:cNvSpPr/>
            <p:nvPr/>
          </p:nvSpPr>
          <p:spPr>
            <a:xfrm>
              <a:off x="1450329" y="4799922"/>
              <a:ext cx="1531630" cy="868892"/>
            </a:xfrm>
            <a:custGeom>
              <a:rect b="b" l="l" r="r" t="t"/>
              <a:pathLst>
                <a:path extrusionOk="0" h="10000" w="10000">
                  <a:moveTo>
                    <a:pt x="9927" y="10000"/>
                  </a:moveTo>
                  <a:cubicBezTo>
                    <a:pt x="7231" y="9836"/>
                    <a:pt x="6474" y="9595"/>
                    <a:pt x="0" y="9182"/>
                  </a:cubicBezTo>
                  <a:lnTo>
                    <a:pt x="8245" y="8883"/>
                  </a:lnTo>
                  <a:cubicBezTo>
                    <a:pt x="8212" y="5538"/>
                    <a:pt x="8387" y="3345"/>
                    <a:pt x="8352" y="0"/>
                  </a:cubicBezTo>
                  <a:cubicBezTo>
                    <a:pt x="8852" y="3416"/>
                    <a:pt x="8942" y="4239"/>
                    <a:pt x="10000" y="6096"/>
                  </a:cubicBezTo>
                  <a:cubicBezTo>
                    <a:pt x="9991" y="7928"/>
                    <a:pt x="9934" y="8700"/>
                    <a:pt x="9927" y="10000"/>
                  </a:cubicBezTo>
                  <a:close/>
                </a:path>
              </a:pathLst>
            </a:custGeom>
            <a:gradFill>
              <a:gsLst>
                <a:gs pos="0">
                  <a:srgbClr val="FFFFFF"/>
                </a:gs>
                <a:gs pos="100000">
                  <a:srgbClr val="BFBFBF"/>
                </a:gs>
              </a:gsLst>
              <a:lin ang="12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pic>
          <p:nvPicPr>
            <p:cNvPr id="9189" name="Google Shape;9189;p111"/>
            <p:cNvPicPr preferRelativeResize="0"/>
            <p:nvPr/>
          </p:nvPicPr>
          <p:blipFill rotWithShape="1">
            <a:blip r:embed="rId6">
              <a:alphaModFix/>
            </a:blip>
            <a:srcRect b="0" l="0" r="0" t="0"/>
            <a:stretch/>
          </p:blipFill>
          <p:spPr>
            <a:xfrm>
              <a:off x="1484743" y="4817138"/>
              <a:ext cx="1243012" cy="768350"/>
            </a:xfrm>
            <a:prstGeom prst="rect">
              <a:avLst/>
            </a:prstGeom>
            <a:noFill/>
            <a:ln cap="flat" cmpd="sng" w="15875">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pic>
      </p:grpSp>
      <p:grpSp>
        <p:nvGrpSpPr>
          <p:cNvPr id="9190" name="Google Shape;9190;p111"/>
          <p:cNvGrpSpPr/>
          <p:nvPr/>
        </p:nvGrpSpPr>
        <p:grpSpPr>
          <a:xfrm>
            <a:off x="2957232" y="5059642"/>
            <a:ext cx="358775" cy="623888"/>
            <a:chOff x="4140" y="429"/>
            <a:chExt cx="1425" cy="2396"/>
          </a:xfrm>
        </p:grpSpPr>
        <p:sp>
          <p:nvSpPr>
            <p:cNvPr id="9191" name="Google Shape;9191;p111"/>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192" name="Google Shape;9192;p111"/>
            <p:cNvSpPr/>
            <p:nvPr/>
          </p:nvSpPr>
          <p:spPr>
            <a:xfrm>
              <a:off x="4203" y="429"/>
              <a:ext cx="1053" cy="2286"/>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193" name="Google Shape;9193;p111"/>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194" name="Google Shape;9194;p111"/>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195" name="Google Shape;9195;p111"/>
            <p:cNvSpPr/>
            <p:nvPr/>
          </p:nvSpPr>
          <p:spPr>
            <a:xfrm>
              <a:off x="4209" y="691"/>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9196" name="Google Shape;9196;p111"/>
            <p:cNvGrpSpPr/>
            <p:nvPr/>
          </p:nvGrpSpPr>
          <p:grpSpPr>
            <a:xfrm>
              <a:off x="4751" y="667"/>
              <a:ext cx="580" cy="146"/>
              <a:chOff x="617" y="2567"/>
              <a:chExt cx="724" cy="140"/>
            </a:xfrm>
          </p:grpSpPr>
          <p:sp>
            <p:nvSpPr>
              <p:cNvPr id="9197" name="Google Shape;9197;p111"/>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198" name="Google Shape;9198;p111"/>
              <p:cNvSpPr/>
              <p:nvPr/>
            </p:nvSpPr>
            <p:spPr>
              <a:xfrm>
                <a:off x="633" y="2584"/>
                <a:ext cx="692"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9199" name="Google Shape;9199;p111"/>
            <p:cNvSpPr/>
            <p:nvPr/>
          </p:nvSpPr>
          <p:spPr>
            <a:xfrm>
              <a:off x="4222" y="1020"/>
              <a:ext cx="599"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9200" name="Google Shape;9200;p111"/>
            <p:cNvGrpSpPr/>
            <p:nvPr/>
          </p:nvGrpSpPr>
          <p:grpSpPr>
            <a:xfrm>
              <a:off x="4745" y="996"/>
              <a:ext cx="580" cy="134"/>
              <a:chOff x="612" y="2570"/>
              <a:chExt cx="724" cy="139"/>
            </a:xfrm>
          </p:grpSpPr>
          <p:sp>
            <p:nvSpPr>
              <p:cNvPr id="9201" name="Google Shape;9201;p111"/>
              <p:cNvSpPr/>
              <p:nvPr/>
            </p:nvSpPr>
            <p:spPr>
              <a:xfrm>
                <a:off x="612" y="2570"/>
                <a:ext cx="724"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202" name="Google Shape;9202;p111"/>
              <p:cNvSpPr/>
              <p:nvPr/>
            </p:nvSpPr>
            <p:spPr>
              <a:xfrm>
                <a:off x="628" y="2589"/>
                <a:ext cx="692"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9203" name="Google Shape;9203;p111"/>
            <p:cNvSpPr/>
            <p:nvPr/>
          </p:nvSpPr>
          <p:spPr>
            <a:xfrm>
              <a:off x="4216" y="1356"/>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204" name="Google Shape;9204;p111"/>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9205" name="Google Shape;9205;p111"/>
            <p:cNvGrpSpPr/>
            <p:nvPr/>
          </p:nvGrpSpPr>
          <p:grpSpPr>
            <a:xfrm>
              <a:off x="4733" y="1636"/>
              <a:ext cx="586" cy="140"/>
              <a:chOff x="611" y="2576"/>
              <a:chExt cx="730" cy="129"/>
            </a:xfrm>
          </p:grpSpPr>
          <p:sp>
            <p:nvSpPr>
              <p:cNvPr id="9206" name="Google Shape;9206;p111"/>
              <p:cNvSpPr/>
              <p:nvPr/>
            </p:nvSpPr>
            <p:spPr>
              <a:xfrm>
                <a:off x="611" y="2576"/>
                <a:ext cx="730" cy="12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207" name="Google Shape;9207;p111"/>
              <p:cNvSpPr/>
              <p:nvPr/>
            </p:nvSpPr>
            <p:spPr>
              <a:xfrm>
                <a:off x="627" y="2588"/>
                <a:ext cx="699"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9208" name="Google Shape;9208;p111"/>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9209" name="Google Shape;9209;p111"/>
            <p:cNvGrpSpPr/>
            <p:nvPr/>
          </p:nvGrpSpPr>
          <p:grpSpPr>
            <a:xfrm>
              <a:off x="4739" y="1325"/>
              <a:ext cx="580" cy="140"/>
              <a:chOff x="614" y="2566"/>
              <a:chExt cx="723" cy="140"/>
            </a:xfrm>
          </p:grpSpPr>
          <p:sp>
            <p:nvSpPr>
              <p:cNvPr id="9210" name="Google Shape;9210;p111"/>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211" name="Google Shape;9211;p111"/>
              <p:cNvSpPr/>
              <p:nvPr/>
            </p:nvSpPr>
            <p:spPr>
              <a:xfrm>
                <a:off x="630" y="2585"/>
                <a:ext cx="691"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9212" name="Google Shape;9212;p111"/>
            <p:cNvSpPr/>
            <p:nvPr/>
          </p:nvSpPr>
          <p:spPr>
            <a:xfrm>
              <a:off x="5250" y="429"/>
              <a:ext cx="69" cy="2286"/>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213" name="Google Shape;9213;p111"/>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214" name="Google Shape;9214;p111"/>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215" name="Google Shape;9215;p111"/>
            <p:cNvSpPr/>
            <p:nvPr/>
          </p:nvSpPr>
          <p:spPr>
            <a:xfrm>
              <a:off x="5515" y="2612"/>
              <a:ext cx="50" cy="98"/>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216" name="Google Shape;9216;p111"/>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217" name="Google Shape;9217;p111"/>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218" name="Google Shape;9218;p111"/>
            <p:cNvSpPr/>
            <p:nvPr/>
          </p:nvSpPr>
          <p:spPr>
            <a:xfrm>
              <a:off x="4203" y="2709"/>
              <a:ext cx="1072" cy="85"/>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219" name="Google Shape;9219;p111"/>
            <p:cNvSpPr/>
            <p:nvPr/>
          </p:nvSpPr>
          <p:spPr>
            <a:xfrm>
              <a:off x="4310" y="2386"/>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220" name="Google Shape;9220;p111"/>
            <p:cNvSpPr/>
            <p:nvPr/>
          </p:nvSpPr>
          <p:spPr>
            <a:xfrm>
              <a:off x="4487" y="2386"/>
              <a:ext cx="158" cy="14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9221" name="Google Shape;9221;p111"/>
            <p:cNvSpPr/>
            <p:nvPr/>
          </p:nvSpPr>
          <p:spPr>
            <a:xfrm>
              <a:off x="4663" y="2380"/>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222" name="Google Shape;9222;p111"/>
            <p:cNvSpPr/>
            <p:nvPr/>
          </p:nvSpPr>
          <p:spPr>
            <a:xfrm>
              <a:off x="5061" y="1837"/>
              <a:ext cx="88" cy="756"/>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9223" name="Google Shape;9223;p111"/>
          <p:cNvSpPr txBox="1"/>
          <p:nvPr/>
        </p:nvSpPr>
        <p:spPr>
          <a:xfrm>
            <a:off x="8877300" y="1833563"/>
            <a:ext cx="2878418" cy="1316037"/>
          </a:xfrm>
          <a:prstGeom prst="rect">
            <a:avLst/>
          </a:prstGeom>
          <a:noFill/>
          <a:ln>
            <a:noFill/>
          </a:ln>
        </p:spPr>
        <p:txBody>
          <a:bodyPr anchorCtr="0" anchor="t" bIns="45700" lIns="91425" spcFirstLastPara="1" rIns="91425" wrap="square" tIns="45700">
            <a:normAutofit/>
          </a:bodyPr>
          <a:lstStyle/>
          <a:p>
            <a:pPr indent="-269875" lvl="0" marL="400050" marR="0" rtl="0" algn="l">
              <a:lnSpc>
                <a:spcPct val="90000"/>
              </a:lnSpc>
              <a:spcBef>
                <a:spcPts val="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arriving mobile client attaches to network …</a:t>
            </a:r>
            <a:endParaRPr sz="2400">
              <a:solidFill>
                <a:schemeClr val="dk1"/>
              </a:solidFill>
              <a:latin typeface="Calibri"/>
              <a:ea typeface="Calibri"/>
              <a:cs typeface="Calibri"/>
              <a:sym typeface="Calibri"/>
            </a:endParaRPr>
          </a:p>
          <a:p>
            <a:pPr indent="-19050" lvl="0" marL="352425" marR="0" rtl="0" algn="l">
              <a:lnSpc>
                <a:spcPct val="90000"/>
              </a:lnSpc>
              <a:spcBef>
                <a:spcPts val="1000"/>
              </a:spcBef>
              <a:spcAft>
                <a:spcPts val="0"/>
              </a:spcAft>
              <a:buClr>
                <a:srgbClr val="0000A3"/>
              </a:buClr>
              <a:buSzPts val="3200"/>
              <a:buFont typeface="Noto Sans Symbols"/>
              <a:buNone/>
            </a:pPr>
            <a:r>
              <a:t/>
            </a:r>
            <a:endParaRPr sz="3200">
              <a:solidFill>
                <a:schemeClr val="dk1"/>
              </a:solidFill>
              <a:latin typeface="Calibri"/>
              <a:ea typeface="Calibri"/>
              <a:cs typeface="Calibri"/>
              <a:sym typeface="Calibri"/>
            </a:endParaRPr>
          </a:p>
          <a:p>
            <a:pPr indent="-44450" lvl="0" marL="352425" marR="0" rtl="0" algn="l">
              <a:lnSpc>
                <a:spcPct val="90000"/>
              </a:lnSpc>
              <a:spcBef>
                <a:spcPts val="1000"/>
              </a:spcBef>
              <a:spcAft>
                <a:spcPts val="0"/>
              </a:spcAft>
              <a:buClr>
                <a:srgbClr val="0000A3"/>
              </a:buClr>
              <a:buSzPts val="2800"/>
              <a:buFont typeface="Noto Sans Symbols"/>
              <a:buNone/>
            </a:pPr>
            <a:r>
              <a:t/>
            </a:r>
            <a:endParaRPr sz="2800">
              <a:solidFill>
                <a:schemeClr val="dk1"/>
              </a:solidFill>
              <a:latin typeface="Gill Sans"/>
              <a:ea typeface="Gill Sans"/>
              <a:cs typeface="Gill Sans"/>
              <a:sym typeface="Gill Sans"/>
            </a:endParaRPr>
          </a:p>
        </p:txBody>
      </p:sp>
      <p:sp>
        <p:nvSpPr>
          <p:cNvPr id="9224" name="Google Shape;9224;p111"/>
          <p:cNvSpPr txBox="1"/>
          <p:nvPr/>
        </p:nvSpPr>
        <p:spPr>
          <a:xfrm>
            <a:off x="8877300" y="3179763"/>
            <a:ext cx="2878418" cy="1316037"/>
          </a:xfrm>
          <a:prstGeom prst="rect">
            <a:avLst/>
          </a:prstGeom>
          <a:noFill/>
          <a:ln>
            <a:noFill/>
          </a:ln>
        </p:spPr>
        <p:txBody>
          <a:bodyPr anchorCtr="0" anchor="t" bIns="45700" lIns="91425" spcFirstLastPara="1" rIns="91425" wrap="square" tIns="45700">
            <a:normAutofit fontScale="92500"/>
          </a:bodyPr>
          <a:lstStyle/>
          <a:p>
            <a:pPr indent="-269875" lvl="0" marL="400050" marR="0" rtl="0" algn="l">
              <a:lnSpc>
                <a:spcPct val="90000"/>
              </a:lnSpc>
              <a:spcBef>
                <a:spcPts val="0"/>
              </a:spcBef>
              <a:spcAft>
                <a:spcPts val="0"/>
              </a:spcAft>
              <a:buClr>
                <a:srgbClr val="0000A3"/>
              </a:buClr>
              <a:buSzPct val="100000"/>
              <a:buFont typeface="Noto Sans Symbols"/>
              <a:buChar char="▪"/>
            </a:pPr>
            <a:r>
              <a:rPr lang="en-US" sz="3000">
                <a:solidFill>
                  <a:schemeClr val="dk1"/>
                </a:solidFill>
                <a:latin typeface="Calibri"/>
                <a:ea typeface="Calibri"/>
                <a:cs typeface="Calibri"/>
                <a:sym typeface="Calibri"/>
              </a:rPr>
              <a:t>requests web page: </a:t>
            </a:r>
            <a:r>
              <a:rPr lang="en-US" sz="2600">
                <a:solidFill>
                  <a:schemeClr val="dk1"/>
                </a:solidFill>
                <a:latin typeface="Calibri"/>
                <a:ea typeface="Calibri"/>
                <a:cs typeface="Calibri"/>
                <a:sym typeface="Calibri"/>
              </a:rPr>
              <a:t>www.google.com</a:t>
            </a:r>
            <a:endParaRPr sz="2400">
              <a:solidFill>
                <a:schemeClr val="dk1"/>
              </a:solidFill>
              <a:latin typeface="Calibri"/>
              <a:ea typeface="Calibri"/>
              <a:cs typeface="Calibri"/>
              <a:sym typeface="Calibri"/>
            </a:endParaRPr>
          </a:p>
          <a:p>
            <a:pPr indent="-34290" lvl="0" marL="352425" marR="0" rtl="0" algn="l">
              <a:lnSpc>
                <a:spcPct val="90000"/>
              </a:lnSpc>
              <a:spcBef>
                <a:spcPts val="1000"/>
              </a:spcBef>
              <a:spcAft>
                <a:spcPts val="0"/>
              </a:spcAft>
              <a:buClr>
                <a:srgbClr val="0000A3"/>
              </a:buClr>
              <a:buSzPct val="100000"/>
              <a:buFont typeface="Noto Sans Symbols"/>
              <a:buNone/>
            </a:pPr>
            <a:r>
              <a:t/>
            </a:r>
            <a:endParaRPr sz="3200">
              <a:solidFill>
                <a:schemeClr val="dk1"/>
              </a:solidFill>
              <a:latin typeface="Calibri"/>
              <a:ea typeface="Calibri"/>
              <a:cs typeface="Calibri"/>
              <a:sym typeface="Calibri"/>
            </a:endParaRPr>
          </a:p>
          <a:p>
            <a:pPr indent="-57784" lvl="0" marL="352425" marR="0" rtl="0" algn="l">
              <a:lnSpc>
                <a:spcPct val="90000"/>
              </a:lnSpc>
              <a:spcBef>
                <a:spcPts val="1000"/>
              </a:spcBef>
              <a:spcAft>
                <a:spcPts val="0"/>
              </a:spcAft>
              <a:buClr>
                <a:srgbClr val="0000A3"/>
              </a:buClr>
              <a:buSzPct val="100000"/>
              <a:buFont typeface="Noto Sans Symbols"/>
              <a:buNone/>
            </a:pPr>
            <a:r>
              <a:t/>
            </a:r>
            <a:endParaRPr sz="2800">
              <a:solidFill>
                <a:schemeClr val="dk1"/>
              </a:solidFill>
              <a:latin typeface="Gill Sans"/>
              <a:ea typeface="Gill Sans"/>
              <a:cs typeface="Gill Sans"/>
              <a:sym typeface="Gill Sans"/>
            </a:endParaRPr>
          </a:p>
        </p:txBody>
      </p:sp>
      <p:sp>
        <p:nvSpPr>
          <p:cNvPr id="9225" name="Google Shape;9225;p111"/>
          <p:cNvSpPr txBox="1"/>
          <p:nvPr/>
        </p:nvSpPr>
        <p:spPr>
          <a:xfrm>
            <a:off x="8737600" y="1181100"/>
            <a:ext cx="1651414"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rgbClr val="0000A8"/>
                </a:solidFill>
                <a:latin typeface="Calibri"/>
                <a:ea typeface="Calibri"/>
                <a:cs typeface="Calibri"/>
                <a:sym typeface="Calibri"/>
              </a:rPr>
              <a:t>scenario</a:t>
            </a:r>
            <a:r>
              <a:rPr lang="en-US" sz="1800">
                <a:solidFill>
                  <a:schemeClr val="dk1"/>
                </a:solidFill>
                <a:latin typeface="Calibri"/>
                <a:ea typeface="Calibri"/>
                <a:cs typeface="Calibri"/>
                <a:sym typeface="Calibri"/>
              </a:rPr>
              <a:t>:</a:t>
            </a:r>
            <a:endParaRPr/>
          </a:p>
        </p:txBody>
      </p:sp>
      <p:grpSp>
        <p:nvGrpSpPr>
          <p:cNvPr id="9226" name="Google Shape;9226;p111"/>
          <p:cNvGrpSpPr/>
          <p:nvPr/>
        </p:nvGrpSpPr>
        <p:grpSpPr>
          <a:xfrm>
            <a:off x="9296400" y="4451350"/>
            <a:ext cx="2425700" cy="1612900"/>
            <a:chOff x="9296400" y="4451350"/>
            <a:chExt cx="2425700" cy="1612900"/>
          </a:xfrm>
        </p:grpSpPr>
        <p:pic>
          <p:nvPicPr>
            <p:cNvPr descr="A picture containing table, drawing&#10;&#10;Description automatically generated" id="9227" name="Google Shape;9227;p111"/>
            <p:cNvPicPr preferRelativeResize="0"/>
            <p:nvPr/>
          </p:nvPicPr>
          <p:blipFill rotWithShape="1">
            <a:blip r:embed="rId7">
              <a:alphaModFix/>
            </a:blip>
            <a:srcRect b="0" l="0" r="0" t="0"/>
            <a:stretch/>
          </p:blipFill>
          <p:spPr>
            <a:xfrm>
              <a:off x="10109200" y="4451350"/>
              <a:ext cx="1612900" cy="1612900"/>
            </a:xfrm>
            <a:prstGeom prst="rect">
              <a:avLst/>
            </a:prstGeom>
            <a:noFill/>
            <a:ln>
              <a:noFill/>
            </a:ln>
          </p:spPr>
        </p:pic>
        <p:sp>
          <p:nvSpPr>
            <p:cNvPr id="9228" name="Google Shape;9228;p111"/>
            <p:cNvSpPr txBox="1"/>
            <p:nvPr/>
          </p:nvSpPr>
          <p:spPr>
            <a:xfrm>
              <a:off x="9296400" y="4744591"/>
              <a:ext cx="1492716" cy="107721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3200">
                  <a:solidFill>
                    <a:srgbClr val="00B050"/>
                  </a:solidFill>
                  <a:latin typeface="Calibri"/>
                  <a:ea typeface="Calibri"/>
                  <a:cs typeface="Calibri"/>
                  <a:sym typeface="Calibri"/>
                </a:rPr>
                <a:t>Sounds </a:t>
              </a:r>
              <a:endParaRPr/>
            </a:p>
            <a:p>
              <a:pPr indent="0" lvl="0" marL="0" marR="0" rtl="0" algn="ctr">
                <a:spcBef>
                  <a:spcPts val="0"/>
                </a:spcBef>
                <a:spcAft>
                  <a:spcPts val="0"/>
                </a:spcAft>
                <a:buNone/>
              </a:pPr>
              <a:r>
                <a:rPr i="1" lang="en-US" sz="3200">
                  <a:solidFill>
                    <a:srgbClr val="00B050"/>
                  </a:solidFill>
                  <a:latin typeface="Calibri"/>
                  <a:ea typeface="Calibri"/>
                  <a:cs typeface="Calibri"/>
                  <a:sym typeface="Calibri"/>
                </a:rPr>
                <a:t>simple!</a:t>
              </a:r>
              <a:endParaRPr/>
            </a:p>
          </p:txBody>
        </p:sp>
      </p:gr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85"/>
                                        </p:tgtEl>
                                        <p:attrNameLst>
                                          <p:attrName>style.visibility</p:attrName>
                                        </p:attrNameLst>
                                      </p:cBhvr>
                                      <p:to>
                                        <p:strVal val="visible"/>
                                      </p:to>
                                    </p:set>
                                    <p:animEffect filter="fade" transition="in">
                                      <p:cBhvr>
                                        <p:cTn dur="500"/>
                                        <p:tgtEl>
                                          <p:spTgt spid="9185"/>
                                        </p:tgtEl>
                                      </p:cBhvr>
                                    </p:animEffect>
                                  </p:childTnLst>
                                </p:cTn>
                              </p:par>
                              <p:par>
                                <p:cTn fill="hold" nodeType="withEffect" presetClass="entr" presetID="10" presetSubtype="0">
                                  <p:stCondLst>
                                    <p:cond delay="0"/>
                                  </p:stCondLst>
                                  <p:childTnLst>
                                    <p:set>
                                      <p:cBhvr>
                                        <p:cTn dur="1" fill="hold">
                                          <p:stCondLst>
                                            <p:cond delay="0"/>
                                          </p:stCondLst>
                                        </p:cTn>
                                        <p:tgtEl>
                                          <p:spTgt spid="9223"/>
                                        </p:tgtEl>
                                        <p:attrNameLst>
                                          <p:attrName>style.visibility</p:attrName>
                                        </p:attrNameLst>
                                      </p:cBhvr>
                                      <p:to>
                                        <p:strVal val="visible"/>
                                      </p:to>
                                    </p:set>
                                    <p:animEffect filter="fade" transition="in">
                                      <p:cBhvr>
                                        <p:cTn dur="500"/>
                                        <p:tgtEl>
                                          <p:spTgt spid="92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86"/>
                                        </p:tgtEl>
                                        <p:attrNameLst>
                                          <p:attrName>style.visibility</p:attrName>
                                        </p:attrNameLst>
                                      </p:cBhvr>
                                      <p:to>
                                        <p:strVal val="visible"/>
                                      </p:to>
                                    </p:set>
                                    <p:animEffect filter="fade" transition="in">
                                      <p:cBhvr>
                                        <p:cTn dur="500"/>
                                        <p:tgtEl>
                                          <p:spTgt spid="9186"/>
                                        </p:tgtEl>
                                      </p:cBhvr>
                                    </p:animEffect>
                                  </p:childTnLst>
                                </p:cTn>
                              </p:par>
                              <p:par>
                                <p:cTn fill="hold" nodeType="withEffect" presetClass="entr" presetID="10" presetSubtype="0">
                                  <p:stCondLst>
                                    <p:cond delay="0"/>
                                  </p:stCondLst>
                                  <p:childTnLst>
                                    <p:set>
                                      <p:cBhvr>
                                        <p:cTn dur="1" fill="hold">
                                          <p:stCondLst>
                                            <p:cond delay="0"/>
                                          </p:stCondLst>
                                        </p:cTn>
                                        <p:tgtEl>
                                          <p:spTgt spid="9062"/>
                                        </p:tgtEl>
                                        <p:attrNameLst>
                                          <p:attrName>style.visibility</p:attrName>
                                        </p:attrNameLst>
                                      </p:cBhvr>
                                      <p:to>
                                        <p:strVal val="visible"/>
                                      </p:to>
                                    </p:set>
                                    <p:animEffect filter="fade" transition="in">
                                      <p:cBhvr>
                                        <p:cTn dur="500"/>
                                        <p:tgtEl>
                                          <p:spTgt spid="9062"/>
                                        </p:tgtEl>
                                      </p:cBhvr>
                                    </p:animEffect>
                                  </p:childTnLst>
                                </p:cTn>
                              </p:par>
                              <p:par>
                                <p:cTn fill="hold" nodeType="withEffect" presetClass="entr" presetID="10" presetSubtype="0">
                                  <p:stCondLst>
                                    <p:cond delay="0"/>
                                  </p:stCondLst>
                                  <p:childTnLst>
                                    <p:set>
                                      <p:cBhvr>
                                        <p:cTn dur="1" fill="hold">
                                          <p:stCondLst>
                                            <p:cond delay="0"/>
                                          </p:stCondLst>
                                        </p:cTn>
                                        <p:tgtEl>
                                          <p:spTgt spid="9224"/>
                                        </p:tgtEl>
                                        <p:attrNameLst>
                                          <p:attrName>style.visibility</p:attrName>
                                        </p:attrNameLst>
                                      </p:cBhvr>
                                      <p:to>
                                        <p:strVal val="visible"/>
                                      </p:to>
                                    </p:set>
                                    <p:animEffect filter="fade" transition="in">
                                      <p:cBhvr>
                                        <p:cTn dur="500"/>
                                        <p:tgtEl>
                                          <p:spTgt spid="92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26"/>
                                        </p:tgtEl>
                                        <p:attrNameLst>
                                          <p:attrName>style.visibility</p:attrName>
                                        </p:attrNameLst>
                                      </p:cBhvr>
                                      <p:to>
                                        <p:strVal val="visible"/>
                                      </p:to>
                                    </p:set>
                                    <p:animEffect filter="fade" transition="in">
                                      <p:cBhvr>
                                        <p:cTn dur="500"/>
                                        <p:tgtEl>
                                          <p:spTgt spid="92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32" name="Shape 9232"/>
        <p:cNvGrpSpPr/>
        <p:nvPr/>
      </p:nvGrpSpPr>
      <p:grpSpPr>
        <a:xfrm>
          <a:off x="0" y="0"/>
          <a:ext cx="0" cy="0"/>
          <a:chOff x="0" y="0"/>
          <a:chExt cx="0" cy="0"/>
        </a:xfrm>
      </p:grpSpPr>
      <p:sp>
        <p:nvSpPr>
          <p:cNvPr id="9233" name="Google Shape;9233;p112"/>
          <p:cNvSpPr txBox="1"/>
          <p:nvPr>
            <p:ph type="title"/>
          </p:nvPr>
        </p:nvSpPr>
        <p:spPr>
          <a:xfrm>
            <a:off x="811306" y="303903"/>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A day in the life: connecting to the Internet</a:t>
            </a:r>
            <a:endParaRPr/>
          </a:p>
        </p:txBody>
      </p:sp>
      <p:sp>
        <p:nvSpPr>
          <p:cNvPr id="9234" name="Google Shape;9234;p11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Link Layer: 6-</a:t>
            </a:r>
            <a:fld id="{00000000-1234-1234-1234-123412341234}" type="slidenum">
              <a:rPr lang="en-US"/>
              <a:t>‹#›</a:t>
            </a:fld>
            <a:endParaRPr/>
          </a:p>
        </p:txBody>
      </p:sp>
      <p:sp>
        <p:nvSpPr>
          <p:cNvPr id="9235" name="Google Shape;9235;p112"/>
          <p:cNvSpPr/>
          <p:nvPr/>
        </p:nvSpPr>
        <p:spPr>
          <a:xfrm>
            <a:off x="691870" y="1878292"/>
            <a:ext cx="3554412" cy="2754313"/>
          </a:xfrm>
          <a:custGeom>
            <a:rect b="b" l="l" r="r" t="t"/>
            <a:pathLst>
              <a:path extrusionOk="0" h="958" w="2406">
                <a:moveTo>
                  <a:pt x="2192" y="274"/>
                </a:moveTo>
                <a:cubicBezTo>
                  <a:pt x="1978" y="94"/>
                  <a:pt x="1990" y="122"/>
                  <a:pt x="1857" y="77"/>
                </a:cubicBezTo>
                <a:cubicBezTo>
                  <a:pt x="1724" y="32"/>
                  <a:pt x="1584" y="0"/>
                  <a:pt x="1393" y="7"/>
                </a:cubicBezTo>
                <a:cubicBezTo>
                  <a:pt x="1202" y="14"/>
                  <a:pt x="898" y="84"/>
                  <a:pt x="713" y="122"/>
                </a:cubicBezTo>
                <a:cubicBezTo>
                  <a:pt x="528" y="160"/>
                  <a:pt x="395" y="168"/>
                  <a:pt x="280" y="234"/>
                </a:cubicBezTo>
                <a:cubicBezTo>
                  <a:pt x="166" y="301"/>
                  <a:pt x="52" y="432"/>
                  <a:pt x="26" y="522"/>
                </a:cubicBezTo>
                <a:cubicBezTo>
                  <a:pt x="0" y="612"/>
                  <a:pt x="81" y="711"/>
                  <a:pt x="122" y="773"/>
                </a:cubicBezTo>
                <a:cubicBezTo>
                  <a:pt x="163" y="835"/>
                  <a:pt x="99" y="877"/>
                  <a:pt x="273" y="894"/>
                </a:cubicBezTo>
                <a:cubicBezTo>
                  <a:pt x="447" y="911"/>
                  <a:pt x="938" y="866"/>
                  <a:pt x="1169" y="876"/>
                </a:cubicBezTo>
                <a:cubicBezTo>
                  <a:pt x="1400" y="886"/>
                  <a:pt x="1499" y="950"/>
                  <a:pt x="1659" y="954"/>
                </a:cubicBezTo>
                <a:cubicBezTo>
                  <a:pt x="1819" y="958"/>
                  <a:pt x="2014" y="958"/>
                  <a:pt x="2129" y="897"/>
                </a:cubicBezTo>
                <a:cubicBezTo>
                  <a:pt x="2244" y="836"/>
                  <a:pt x="2327" y="856"/>
                  <a:pt x="2350" y="591"/>
                </a:cubicBezTo>
                <a:cubicBezTo>
                  <a:pt x="2373" y="326"/>
                  <a:pt x="2406" y="454"/>
                  <a:pt x="2192" y="274"/>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9236" name="Google Shape;9236;p112"/>
          <p:cNvCxnSpPr/>
          <p:nvPr/>
        </p:nvCxnSpPr>
        <p:spPr>
          <a:xfrm flipH="1" rot="10800000">
            <a:off x="3693832" y="2949855"/>
            <a:ext cx="155575" cy="142875"/>
          </a:xfrm>
          <a:prstGeom prst="straightConnector1">
            <a:avLst/>
          </a:prstGeom>
          <a:noFill/>
          <a:ln cap="flat" cmpd="sng" w="9525">
            <a:solidFill>
              <a:srgbClr val="000000"/>
            </a:solidFill>
            <a:prstDash val="solid"/>
            <a:round/>
            <a:headEnd len="med" w="med" type="none"/>
            <a:tailEnd len="med" w="med" type="none"/>
          </a:ln>
        </p:spPr>
      </p:cxnSp>
      <p:cxnSp>
        <p:nvCxnSpPr>
          <p:cNvPr id="9237" name="Google Shape;9237;p112"/>
          <p:cNvCxnSpPr/>
          <p:nvPr/>
        </p:nvCxnSpPr>
        <p:spPr>
          <a:xfrm>
            <a:off x="2584170" y="3122892"/>
            <a:ext cx="695325" cy="0"/>
          </a:xfrm>
          <a:prstGeom prst="straightConnector1">
            <a:avLst/>
          </a:prstGeom>
          <a:noFill/>
          <a:ln cap="flat" cmpd="sng" w="9525">
            <a:solidFill>
              <a:srgbClr val="000000"/>
            </a:solidFill>
            <a:prstDash val="solid"/>
            <a:round/>
            <a:headEnd len="med" w="med" type="none"/>
            <a:tailEnd len="med" w="med" type="none"/>
          </a:ln>
        </p:spPr>
      </p:cxnSp>
      <p:cxnSp>
        <p:nvCxnSpPr>
          <p:cNvPr id="9238" name="Google Shape;9238;p112"/>
          <p:cNvCxnSpPr/>
          <p:nvPr/>
        </p:nvCxnSpPr>
        <p:spPr>
          <a:xfrm flipH="1" rot="10800000">
            <a:off x="3843057" y="2806980"/>
            <a:ext cx="138113" cy="142875"/>
          </a:xfrm>
          <a:prstGeom prst="straightConnector1">
            <a:avLst/>
          </a:prstGeom>
          <a:noFill/>
          <a:ln cap="flat" cmpd="sng" w="9525">
            <a:solidFill>
              <a:srgbClr val="000000"/>
            </a:solidFill>
            <a:prstDash val="dash"/>
            <a:round/>
            <a:headEnd len="med" w="med" type="none"/>
            <a:tailEnd len="med" w="med" type="none"/>
          </a:ln>
        </p:spPr>
      </p:cxnSp>
      <p:cxnSp>
        <p:nvCxnSpPr>
          <p:cNvPr id="9239" name="Google Shape;9239;p112"/>
          <p:cNvCxnSpPr/>
          <p:nvPr/>
        </p:nvCxnSpPr>
        <p:spPr>
          <a:xfrm flipH="1" rot="10800000">
            <a:off x="3198532" y="3341967"/>
            <a:ext cx="512763" cy="612775"/>
          </a:xfrm>
          <a:prstGeom prst="straightConnector1">
            <a:avLst/>
          </a:prstGeom>
          <a:noFill/>
          <a:ln cap="flat" cmpd="sng" w="9525">
            <a:solidFill>
              <a:srgbClr val="000000"/>
            </a:solidFill>
            <a:prstDash val="solid"/>
            <a:round/>
            <a:headEnd len="med" w="med" type="none"/>
            <a:tailEnd len="med" w="med" type="none"/>
          </a:ln>
        </p:spPr>
      </p:cxnSp>
      <p:cxnSp>
        <p:nvCxnSpPr>
          <p:cNvPr id="9240" name="Google Shape;9240;p112"/>
          <p:cNvCxnSpPr/>
          <p:nvPr/>
        </p:nvCxnSpPr>
        <p:spPr>
          <a:xfrm flipH="1" rot="10800000">
            <a:off x="3670020" y="4087905"/>
            <a:ext cx="512015" cy="181161"/>
          </a:xfrm>
          <a:prstGeom prst="straightConnector1">
            <a:avLst/>
          </a:prstGeom>
          <a:noFill/>
          <a:ln cap="flat" cmpd="sng" w="9525">
            <a:solidFill>
              <a:srgbClr val="000000"/>
            </a:solidFill>
            <a:prstDash val="solid"/>
            <a:round/>
            <a:headEnd len="med" w="med" type="none"/>
            <a:tailEnd len="med" w="med" type="none"/>
          </a:ln>
        </p:spPr>
      </p:cxnSp>
      <p:grpSp>
        <p:nvGrpSpPr>
          <p:cNvPr id="9241" name="Google Shape;9241;p112"/>
          <p:cNvGrpSpPr/>
          <p:nvPr/>
        </p:nvGrpSpPr>
        <p:grpSpPr>
          <a:xfrm>
            <a:off x="3087416" y="2965438"/>
            <a:ext cx="960147" cy="436668"/>
            <a:chOff x="3668110" y="2448910"/>
            <a:chExt cx="3794234" cy="2165130"/>
          </a:xfrm>
        </p:grpSpPr>
        <p:sp>
          <p:nvSpPr>
            <p:cNvPr id="9242" name="Google Shape;9242;p112"/>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243" name="Google Shape;9243;p112"/>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9244" name="Google Shape;9244;p112"/>
            <p:cNvGrpSpPr/>
            <p:nvPr/>
          </p:nvGrpSpPr>
          <p:grpSpPr>
            <a:xfrm>
              <a:off x="3941378" y="2603243"/>
              <a:ext cx="3202061" cy="1066110"/>
              <a:chOff x="7939341" y="3037317"/>
              <a:chExt cx="897649" cy="353919"/>
            </a:xfrm>
          </p:grpSpPr>
          <p:sp>
            <p:nvSpPr>
              <p:cNvPr id="9245" name="Google Shape;9245;p112"/>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246" name="Google Shape;9246;p112"/>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247" name="Google Shape;9247;p112"/>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248" name="Google Shape;9248;p112"/>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9249" name="Google Shape;9249;p112"/>
          <p:cNvSpPr/>
          <p:nvPr/>
        </p:nvSpPr>
        <p:spPr>
          <a:xfrm rot="5400000">
            <a:off x="2648281" y="3003260"/>
            <a:ext cx="134168" cy="25558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sp>
        <p:nvSpPr>
          <p:cNvPr id="9250" name="Google Shape;9250;p112"/>
          <p:cNvSpPr/>
          <p:nvPr/>
        </p:nvSpPr>
        <p:spPr>
          <a:xfrm rot="5400000">
            <a:off x="3522564" y="4176324"/>
            <a:ext cx="140795" cy="179874"/>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grpSp>
        <p:nvGrpSpPr>
          <p:cNvPr id="9251" name="Google Shape;9251;p112"/>
          <p:cNvGrpSpPr/>
          <p:nvPr/>
        </p:nvGrpSpPr>
        <p:grpSpPr>
          <a:xfrm>
            <a:off x="1946552" y="2678242"/>
            <a:ext cx="913139" cy="665131"/>
            <a:chOff x="7455987" y="2414528"/>
            <a:chExt cx="511700" cy="327647"/>
          </a:xfrm>
        </p:grpSpPr>
        <p:pic>
          <p:nvPicPr>
            <p:cNvPr descr="laptop_keyboard" id="9252" name="Google Shape;9252;p112"/>
            <p:cNvPicPr preferRelativeResize="0"/>
            <p:nvPr/>
          </p:nvPicPr>
          <p:blipFill rotWithShape="1">
            <a:blip r:embed="rId3">
              <a:alphaModFix/>
            </a:blip>
            <a:srcRect b="0" l="0" r="0" t="0"/>
            <a:stretch/>
          </p:blipFill>
          <p:spPr>
            <a:xfrm flipH="1" rot="109064">
              <a:off x="7458407" y="2575770"/>
              <a:ext cx="437221" cy="159511"/>
            </a:xfrm>
            <a:prstGeom prst="rect">
              <a:avLst/>
            </a:prstGeom>
            <a:noFill/>
            <a:ln>
              <a:noFill/>
            </a:ln>
          </p:spPr>
        </p:pic>
        <p:sp>
          <p:nvSpPr>
            <p:cNvPr id="9253" name="Google Shape;9253;p112"/>
            <p:cNvSpPr/>
            <p:nvPr/>
          </p:nvSpPr>
          <p:spPr>
            <a:xfrm>
              <a:off x="7603304" y="242098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9254" name="Google Shape;9254;p112"/>
            <p:cNvPicPr preferRelativeResize="0"/>
            <p:nvPr/>
          </p:nvPicPr>
          <p:blipFill rotWithShape="1">
            <a:blip r:embed="rId4">
              <a:alphaModFix/>
            </a:blip>
            <a:srcRect b="0" l="0" r="0" t="0"/>
            <a:stretch/>
          </p:blipFill>
          <p:spPr>
            <a:xfrm>
              <a:off x="7620637" y="2426338"/>
              <a:ext cx="319785" cy="189429"/>
            </a:xfrm>
            <a:prstGeom prst="rect">
              <a:avLst/>
            </a:prstGeom>
            <a:noFill/>
            <a:ln>
              <a:noFill/>
            </a:ln>
          </p:spPr>
        </p:pic>
        <p:sp>
          <p:nvSpPr>
            <p:cNvPr id="9255" name="Google Shape;9255;p112"/>
            <p:cNvSpPr/>
            <p:nvPr/>
          </p:nvSpPr>
          <p:spPr>
            <a:xfrm>
              <a:off x="7667378" y="241484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256" name="Google Shape;9256;p112"/>
            <p:cNvSpPr/>
            <p:nvPr/>
          </p:nvSpPr>
          <p:spPr>
            <a:xfrm>
              <a:off x="7600188" y="241452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257" name="Google Shape;9257;p112"/>
            <p:cNvSpPr/>
            <p:nvPr/>
          </p:nvSpPr>
          <p:spPr>
            <a:xfrm>
              <a:off x="7874205" y="244334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258" name="Google Shape;9258;p112"/>
            <p:cNvSpPr/>
            <p:nvPr/>
          </p:nvSpPr>
          <p:spPr>
            <a:xfrm>
              <a:off x="7599214" y="256758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259" name="Google Shape;9259;p112"/>
            <p:cNvSpPr/>
            <p:nvPr/>
          </p:nvSpPr>
          <p:spPr>
            <a:xfrm>
              <a:off x="7884138" y="244491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260" name="Google Shape;9260;p112"/>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9261" name="Google Shape;9261;p112"/>
            <p:cNvGrpSpPr/>
            <p:nvPr/>
          </p:nvGrpSpPr>
          <p:grpSpPr>
            <a:xfrm>
              <a:off x="7594735" y="2642220"/>
              <a:ext cx="98740" cy="36846"/>
              <a:chOff x="1740" y="2642"/>
              <a:chExt cx="752" cy="327"/>
            </a:xfrm>
          </p:grpSpPr>
          <p:sp>
            <p:nvSpPr>
              <p:cNvPr id="9262" name="Google Shape;9262;p112"/>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263" name="Google Shape;9263;p112"/>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264" name="Google Shape;9264;p112"/>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265" name="Google Shape;9265;p112"/>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266" name="Google Shape;9266;p112"/>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267" name="Google Shape;9267;p112"/>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9268" name="Google Shape;9268;p112"/>
            <p:cNvSpPr/>
            <p:nvPr/>
          </p:nvSpPr>
          <p:spPr>
            <a:xfrm>
              <a:off x="7763780" y="264773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269" name="Google Shape;9269;p112"/>
            <p:cNvSpPr/>
            <p:nvPr/>
          </p:nvSpPr>
          <p:spPr>
            <a:xfrm>
              <a:off x="7458602" y="265418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270" name="Google Shape;9270;p112"/>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271" name="Google Shape;9271;p112"/>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272" name="Google Shape;9272;p112"/>
            <p:cNvSpPr/>
            <p:nvPr/>
          </p:nvSpPr>
          <p:spPr>
            <a:xfrm>
              <a:off x="7468535" y="264379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273" name="Google Shape;9273;p112"/>
            <p:cNvSpPr/>
            <p:nvPr/>
          </p:nvSpPr>
          <p:spPr>
            <a:xfrm flipH="1" rot="10800000">
              <a:off x="7758327" y="263875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9274" name="Google Shape;9274;p112"/>
          <p:cNvSpPr/>
          <p:nvPr/>
        </p:nvSpPr>
        <p:spPr>
          <a:xfrm rot="2603620">
            <a:off x="3123075" y="3881648"/>
            <a:ext cx="140795" cy="23552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grpSp>
        <p:nvGrpSpPr>
          <p:cNvPr id="9275" name="Google Shape;9275;p112"/>
          <p:cNvGrpSpPr/>
          <p:nvPr/>
        </p:nvGrpSpPr>
        <p:grpSpPr>
          <a:xfrm>
            <a:off x="2647027" y="4019872"/>
            <a:ext cx="853832" cy="472456"/>
            <a:chOff x="7493876" y="2774731"/>
            <a:chExt cx="1481958" cy="894622"/>
          </a:xfrm>
        </p:grpSpPr>
        <p:sp>
          <p:nvSpPr>
            <p:cNvPr id="9276" name="Google Shape;9276;p11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9277" name="Google Shape;9277;p11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9278" name="Google Shape;9278;p112"/>
            <p:cNvGrpSpPr/>
            <p:nvPr/>
          </p:nvGrpSpPr>
          <p:grpSpPr>
            <a:xfrm>
              <a:off x="7713663" y="2848339"/>
              <a:ext cx="1042107" cy="425543"/>
              <a:chOff x="7786941" y="2884917"/>
              <a:chExt cx="897649" cy="353919"/>
            </a:xfrm>
          </p:grpSpPr>
          <p:sp>
            <p:nvSpPr>
              <p:cNvPr id="9279" name="Google Shape;9279;p11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280" name="Google Shape;9280;p11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281" name="Google Shape;9281;p11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282" name="Google Shape;9282;p11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9283" name="Google Shape;9283;p112"/>
          <p:cNvSpPr txBox="1"/>
          <p:nvPr/>
        </p:nvSpPr>
        <p:spPr>
          <a:xfrm>
            <a:off x="2528047" y="4464423"/>
            <a:ext cx="1351524" cy="565283"/>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None/>
            </a:pPr>
            <a:r>
              <a:rPr lang="en-US" sz="1800">
                <a:solidFill>
                  <a:schemeClr val="dk1"/>
                </a:solidFill>
                <a:latin typeface="Calibri"/>
                <a:ea typeface="Calibri"/>
                <a:cs typeface="Calibri"/>
                <a:sym typeface="Calibri"/>
              </a:rPr>
              <a:t>router has </a:t>
            </a:r>
            <a:endParaRPr/>
          </a:p>
          <a:p>
            <a:pPr indent="0" lvl="0" marL="0" marR="0" rtl="0" algn="l">
              <a:lnSpc>
                <a:spcPct val="85000"/>
              </a:lnSpc>
              <a:spcBef>
                <a:spcPts val="0"/>
              </a:spcBef>
              <a:spcAft>
                <a:spcPts val="0"/>
              </a:spcAft>
              <a:buNone/>
            </a:pPr>
            <a:r>
              <a:rPr lang="en-US" sz="1800">
                <a:solidFill>
                  <a:schemeClr val="dk1"/>
                </a:solidFill>
                <a:latin typeface="Calibri"/>
                <a:ea typeface="Calibri"/>
                <a:cs typeface="Calibri"/>
                <a:sym typeface="Calibri"/>
              </a:rPr>
              <a:t>DHCP server</a:t>
            </a:r>
            <a:endParaRPr/>
          </a:p>
        </p:txBody>
      </p:sp>
      <p:sp>
        <p:nvSpPr>
          <p:cNvPr id="9284" name="Google Shape;9284;p112"/>
          <p:cNvSpPr txBox="1"/>
          <p:nvPr/>
        </p:nvSpPr>
        <p:spPr>
          <a:xfrm>
            <a:off x="2236695" y="2034987"/>
            <a:ext cx="1661032" cy="565283"/>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None/>
            </a:pPr>
            <a:r>
              <a:rPr lang="en-US" sz="1800">
                <a:solidFill>
                  <a:schemeClr val="dk1"/>
                </a:solidFill>
                <a:latin typeface="Calibri"/>
                <a:ea typeface="Calibri"/>
                <a:cs typeface="Calibri"/>
                <a:sym typeface="Calibri"/>
              </a:rPr>
              <a:t>arriving mobile:</a:t>
            </a:r>
            <a:endParaRPr/>
          </a:p>
          <a:p>
            <a:pPr indent="0" lvl="0" marL="0" marR="0" rtl="0" algn="l">
              <a:lnSpc>
                <a:spcPct val="85000"/>
              </a:lnSpc>
              <a:spcBef>
                <a:spcPts val="0"/>
              </a:spcBef>
              <a:spcAft>
                <a:spcPts val="0"/>
              </a:spcAft>
              <a:buNone/>
            </a:pPr>
            <a:r>
              <a:rPr lang="en-US" sz="1800">
                <a:solidFill>
                  <a:schemeClr val="dk1"/>
                </a:solidFill>
                <a:latin typeface="Calibri"/>
                <a:ea typeface="Calibri"/>
                <a:cs typeface="Calibri"/>
                <a:sym typeface="Calibri"/>
              </a:rPr>
              <a:t>DHCP client</a:t>
            </a:r>
            <a:endParaRPr/>
          </a:p>
        </p:txBody>
      </p:sp>
      <p:sp>
        <p:nvSpPr>
          <p:cNvPr id="9285" name="Google Shape;9285;p112"/>
          <p:cNvSpPr txBox="1"/>
          <p:nvPr/>
        </p:nvSpPr>
        <p:spPr>
          <a:xfrm>
            <a:off x="5158160" y="1377950"/>
            <a:ext cx="6691630" cy="1262062"/>
          </a:xfrm>
          <a:prstGeom prst="rect">
            <a:avLst/>
          </a:prstGeom>
          <a:noFill/>
          <a:ln>
            <a:noFill/>
          </a:ln>
        </p:spPr>
        <p:txBody>
          <a:bodyPr anchorCtr="0" anchor="t" bIns="45700" lIns="91425" spcFirstLastPara="1" rIns="91425" wrap="square" tIns="45700">
            <a:noAutofit/>
          </a:bodyPr>
          <a:lstStyle/>
          <a:p>
            <a:pPr indent="-231775" lvl="0" marL="231775" marR="0" rtl="0" algn="l">
              <a:lnSpc>
                <a:spcPct val="85000"/>
              </a:lnSpc>
              <a:spcBef>
                <a:spcPts val="0"/>
              </a:spcBef>
              <a:spcAft>
                <a:spcPts val="0"/>
              </a:spcAft>
              <a:buClr>
                <a:srgbClr val="000099"/>
              </a:buClr>
              <a:buSzPts val="2800"/>
              <a:buFont typeface="Noto Sans Symbols"/>
              <a:buChar char="▪"/>
            </a:pPr>
            <a:r>
              <a:rPr lang="en-US" sz="2800">
                <a:solidFill>
                  <a:schemeClr val="dk1"/>
                </a:solidFill>
                <a:latin typeface="Calibri"/>
                <a:ea typeface="Calibri"/>
                <a:cs typeface="Calibri"/>
                <a:sym typeface="Calibri"/>
              </a:rPr>
              <a:t>connecting laptop needs to get its own IP address, addr of first-hop router, addr of DNS server: use </a:t>
            </a:r>
            <a:r>
              <a:rPr lang="en-US" sz="2800">
                <a:solidFill>
                  <a:srgbClr val="C00000"/>
                </a:solidFill>
                <a:latin typeface="Calibri"/>
                <a:ea typeface="Calibri"/>
                <a:cs typeface="Calibri"/>
                <a:sym typeface="Calibri"/>
              </a:rPr>
              <a:t>DHCP</a:t>
            </a:r>
            <a:endParaRPr/>
          </a:p>
        </p:txBody>
      </p:sp>
      <p:grpSp>
        <p:nvGrpSpPr>
          <p:cNvPr id="9286" name="Google Shape;9286;p112"/>
          <p:cNvGrpSpPr/>
          <p:nvPr/>
        </p:nvGrpSpPr>
        <p:grpSpPr>
          <a:xfrm>
            <a:off x="1316411" y="1330325"/>
            <a:ext cx="1014412" cy="1665288"/>
            <a:chOff x="651" y="681"/>
            <a:chExt cx="639" cy="1049"/>
          </a:xfrm>
        </p:grpSpPr>
        <p:sp>
          <p:nvSpPr>
            <p:cNvPr id="9287" name="Google Shape;9287;p112"/>
            <p:cNvSpPr/>
            <p:nvPr/>
          </p:nvSpPr>
          <p:spPr>
            <a:xfrm>
              <a:off x="662" y="698"/>
              <a:ext cx="628" cy="1032"/>
            </a:xfrm>
            <a:custGeom>
              <a:rect b="b" l="l" r="r" t="t"/>
              <a:pathLst>
                <a:path extrusionOk="0" h="11424" w="10394">
                  <a:moveTo>
                    <a:pt x="8212" y="0"/>
                  </a:moveTo>
                  <a:cubicBezTo>
                    <a:pt x="8939" y="3099"/>
                    <a:pt x="9142" y="6462"/>
                    <a:pt x="10394" y="9298"/>
                  </a:cubicBezTo>
                  <a:lnTo>
                    <a:pt x="9142" y="11424"/>
                  </a:lnTo>
                  <a:cubicBezTo>
                    <a:pt x="6926" y="10028"/>
                    <a:pt x="3047" y="9625"/>
                    <a:pt x="0" y="8726"/>
                  </a:cubicBezTo>
                  <a:lnTo>
                    <a:pt x="7550" y="8306"/>
                  </a:lnTo>
                  <a:cubicBezTo>
                    <a:pt x="7771" y="5537"/>
                    <a:pt x="7991" y="2769"/>
                    <a:pt x="8212" y="0"/>
                  </a:cubicBezTo>
                  <a:close/>
                </a:path>
              </a:pathLst>
            </a:custGeom>
            <a:gradFill>
              <a:gsLst>
                <a:gs pos="0">
                  <a:srgbClr val="7F7F7F"/>
                </a:gs>
                <a:gs pos="100000">
                  <a:srgbClr val="FFFFFF"/>
                </a:gs>
              </a:gsLst>
              <a:lin ang="72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9288" name="Google Shape;9288;p112"/>
            <p:cNvGrpSpPr/>
            <p:nvPr/>
          </p:nvGrpSpPr>
          <p:grpSpPr>
            <a:xfrm>
              <a:off x="651" y="681"/>
              <a:ext cx="501" cy="828"/>
              <a:chOff x="569" y="2954"/>
              <a:chExt cx="501" cy="828"/>
            </a:xfrm>
          </p:grpSpPr>
          <p:sp>
            <p:nvSpPr>
              <p:cNvPr id="9289" name="Google Shape;9289;p112"/>
              <p:cNvSpPr/>
              <p:nvPr/>
            </p:nvSpPr>
            <p:spPr>
              <a:xfrm>
                <a:off x="576" y="2973"/>
                <a:ext cx="493" cy="790"/>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290" name="Google Shape;9290;p112"/>
              <p:cNvSpPr txBox="1"/>
              <p:nvPr/>
            </p:nvSpPr>
            <p:spPr>
              <a:xfrm>
                <a:off x="593" y="2954"/>
                <a:ext cx="477" cy="82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DHCP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Eth</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Phy</a:t>
                </a:r>
                <a:endParaRPr/>
              </a:p>
            </p:txBody>
          </p:sp>
          <p:cxnSp>
            <p:nvCxnSpPr>
              <p:cNvPr id="9291" name="Google Shape;9291;p112"/>
              <p:cNvCxnSpPr/>
              <p:nvPr/>
            </p:nvCxnSpPr>
            <p:spPr>
              <a:xfrm>
                <a:off x="578" y="3130"/>
                <a:ext cx="489" cy="0"/>
              </a:xfrm>
              <a:prstGeom prst="straightConnector1">
                <a:avLst/>
              </a:prstGeom>
              <a:noFill/>
              <a:ln cap="flat" cmpd="sng" w="9525">
                <a:solidFill>
                  <a:srgbClr val="000000"/>
                </a:solidFill>
                <a:prstDash val="solid"/>
                <a:round/>
                <a:headEnd len="med" w="med" type="none"/>
                <a:tailEnd len="med" w="med" type="none"/>
              </a:ln>
            </p:spPr>
          </p:cxnSp>
          <p:cxnSp>
            <p:nvCxnSpPr>
              <p:cNvPr id="9292" name="Google Shape;9292;p112"/>
              <p:cNvCxnSpPr/>
              <p:nvPr/>
            </p:nvCxnSpPr>
            <p:spPr>
              <a:xfrm>
                <a:off x="575" y="3289"/>
                <a:ext cx="489" cy="0"/>
              </a:xfrm>
              <a:prstGeom prst="straightConnector1">
                <a:avLst/>
              </a:prstGeom>
              <a:noFill/>
              <a:ln cap="flat" cmpd="sng" w="9525">
                <a:solidFill>
                  <a:srgbClr val="000000"/>
                </a:solidFill>
                <a:prstDash val="solid"/>
                <a:round/>
                <a:headEnd len="med" w="med" type="none"/>
                <a:tailEnd len="med" w="med" type="none"/>
              </a:ln>
            </p:spPr>
          </p:cxnSp>
          <p:cxnSp>
            <p:nvCxnSpPr>
              <p:cNvPr id="9293" name="Google Shape;9293;p112"/>
              <p:cNvCxnSpPr/>
              <p:nvPr/>
            </p:nvCxnSpPr>
            <p:spPr>
              <a:xfrm>
                <a:off x="572" y="3448"/>
                <a:ext cx="489" cy="0"/>
              </a:xfrm>
              <a:prstGeom prst="straightConnector1">
                <a:avLst/>
              </a:prstGeom>
              <a:noFill/>
              <a:ln cap="flat" cmpd="sng" w="9525">
                <a:solidFill>
                  <a:srgbClr val="000000"/>
                </a:solidFill>
                <a:prstDash val="solid"/>
                <a:round/>
                <a:headEnd len="med" w="med" type="none"/>
                <a:tailEnd len="med" w="med" type="none"/>
              </a:ln>
            </p:spPr>
          </p:cxnSp>
          <p:cxnSp>
            <p:nvCxnSpPr>
              <p:cNvPr id="9294" name="Google Shape;9294;p112"/>
              <p:cNvCxnSpPr/>
              <p:nvPr/>
            </p:nvCxnSpPr>
            <p:spPr>
              <a:xfrm>
                <a:off x="569" y="3607"/>
                <a:ext cx="489" cy="0"/>
              </a:xfrm>
              <a:prstGeom prst="straightConnector1">
                <a:avLst/>
              </a:prstGeom>
              <a:noFill/>
              <a:ln cap="flat" cmpd="sng" w="9525">
                <a:solidFill>
                  <a:srgbClr val="000000"/>
                </a:solidFill>
                <a:prstDash val="solid"/>
                <a:round/>
                <a:headEnd len="med" w="med" type="none"/>
                <a:tailEnd len="med" w="med" type="none"/>
              </a:ln>
            </p:spPr>
          </p:cxnSp>
        </p:grpSp>
      </p:grpSp>
      <p:grpSp>
        <p:nvGrpSpPr>
          <p:cNvPr id="9295" name="Google Shape;9295;p112"/>
          <p:cNvGrpSpPr/>
          <p:nvPr/>
        </p:nvGrpSpPr>
        <p:grpSpPr>
          <a:xfrm>
            <a:off x="641723" y="1411287"/>
            <a:ext cx="544513" cy="244475"/>
            <a:chOff x="844" y="3337"/>
            <a:chExt cx="343" cy="154"/>
          </a:xfrm>
        </p:grpSpPr>
        <p:sp>
          <p:nvSpPr>
            <p:cNvPr id="9296" name="Google Shape;9296;p112"/>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297" name="Google Shape;9297;p112"/>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nvGrpSpPr>
          <p:cNvPr id="9298" name="Google Shape;9298;p112"/>
          <p:cNvGrpSpPr/>
          <p:nvPr/>
        </p:nvGrpSpPr>
        <p:grpSpPr>
          <a:xfrm>
            <a:off x="187698" y="1430337"/>
            <a:ext cx="1081088" cy="1166813"/>
            <a:chOff x="42" y="744"/>
            <a:chExt cx="681" cy="735"/>
          </a:xfrm>
        </p:grpSpPr>
        <p:grpSp>
          <p:nvGrpSpPr>
            <p:cNvPr id="9299" name="Google Shape;9299;p112"/>
            <p:cNvGrpSpPr/>
            <p:nvPr/>
          </p:nvGrpSpPr>
          <p:grpSpPr>
            <a:xfrm>
              <a:off x="42" y="886"/>
              <a:ext cx="681" cy="468"/>
              <a:chOff x="42" y="886"/>
              <a:chExt cx="681" cy="468"/>
            </a:xfrm>
          </p:grpSpPr>
          <p:grpSp>
            <p:nvGrpSpPr>
              <p:cNvPr id="9300" name="Google Shape;9300;p112"/>
              <p:cNvGrpSpPr/>
              <p:nvPr/>
            </p:nvGrpSpPr>
            <p:grpSpPr>
              <a:xfrm>
                <a:off x="278" y="886"/>
                <a:ext cx="397" cy="154"/>
                <a:chOff x="740" y="3209"/>
                <a:chExt cx="397" cy="154"/>
              </a:xfrm>
            </p:grpSpPr>
            <p:grpSp>
              <p:nvGrpSpPr>
                <p:cNvPr id="9301" name="Google Shape;9301;p112"/>
                <p:cNvGrpSpPr/>
                <p:nvPr/>
              </p:nvGrpSpPr>
              <p:grpSpPr>
                <a:xfrm>
                  <a:off x="794" y="3209"/>
                  <a:ext cx="343" cy="154"/>
                  <a:chOff x="844" y="3337"/>
                  <a:chExt cx="343" cy="154"/>
                </a:xfrm>
              </p:grpSpPr>
              <p:sp>
                <p:nvSpPr>
                  <p:cNvPr id="9302" name="Google Shape;9302;p112"/>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303" name="Google Shape;9303;p112"/>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sp>
              <p:nvSpPr>
                <p:cNvPr id="9304" name="Google Shape;9304;p112"/>
                <p:cNvSpPr/>
                <p:nvPr/>
              </p:nvSpPr>
              <p:spPr>
                <a:xfrm>
                  <a:off x="750" y="3244"/>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305" name="Google Shape;9305;p112"/>
                <p:cNvSpPr/>
                <p:nvPr/>
              </p:nvSpPr>
              <p:spPr>
                <a:xfrm>
                  <a:off x="740" y="3238"/>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9306" name="Google Shape;9306;p112"/>
              <p:cNvGrpSpPr/>
              <p:nvPr/>
            </p:nvGrpSpPr>
            <p:grpSpPr>
              <a:xfrm>
                <a:off x="278" y="1034"/>
                <a:ext cx="397" cy="154"/>
                <a:chOff x="836" y="3305"/>
                <a:chExt cx="397" cy="154"/>
              </a:xfrm>
            </p:grpSpPr>
            <p:grpSp>
              <p:nvGrpSpPr>
                <p:cNvPr id="9307" name="Google Shape;9307;p112"/>
                <p:cNvGrpSpPr/>
                <p:nvPr/>
              </p:nvGrpSpPr>
              <p:grpSpPr>
                <a:xfrm>
                  <a:off x="890" y="3305"/>
                  <a:ext cx="343" cy="154"/>
                  <a:chOff x="844" y="3337"/>
                  <a:chExt cx="343" cy="154"/>
                </a:xfrm>
              </p:grpSpPr>
              <p:sp>
                <p:nvSpPr>
                  <p:cNvPr id="9308" name="Google Shape;9308;p112"/>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309" name="Google Shape;9309;p112"/>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nvGrpSpPr>
                <p:cNvPr id="9310" name="Google Shape;9310;p112"/>
                <p:cNvGrpSpPr/>
                <p:nvPr/>
              </p:nvGrpSpPr>
              <p:grpSpPr>
                <a:xfrm>
                  <a:off x="836" y="3334"/>
                  <a:ext cx="354" cy="94"/>
                  <a:chOff x="836" y="3334"/>
                  <a:chExt cx="354" cy="94"/>
                </a:xfrm>
              </p:grpSpPr>
              <p:sp>
                <p:nvSpPr>
                  <p:cNvPr id="9311" name="Google Shape;9311;p112"/>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312" name="Google Shape;9312;p112"/>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grpSp>
            <p:nvGrpSpPr>
              <p:cNvPr id="9313" name="Google Shape;9313;p112"/>
              <p:cNvGrpSpPr/>
              <p:nvPr/>
            </p:nvGrpSpPr>
            <p:grpSpPr>
              <a:xfrm>
                <a:off x="165" y="1054"/>
                <a:ext cx="480" cy="112"/>
                <a:chOff x="627" y="3377"/>
                <a:chExt cx="480" cy="112"/>
              </a:xfrm>
            </p:grpSpPr>
            <p:sp>
              <p:nvSpPr>
                <p:cNvPr id="9314" name="Google Shape;9314;p112"/>
                <p:cNvSpPr/>
                <p:nvPr/>
              </p:nvSpPr>
              <p:spPr>
                <a:xfrm>
                  <a:off x="636" y="3388"/>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315" name="Google Shape;9315;p112"/>
                <p:cNvSpPr/>
                <p:nvPr/>
              </p:nvSpPr>
              <p:spPr>
                <a:xfrm>
                  <a:off x="627" y="3377"/>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9316" name="Google Shape;9316;p112"/>
              <p:cNvGrpSpPr/>
              <p:nvPr/>
            </p:nvGrpSpPr>
            <p:grpSpPr>
              <a:xfrm>
                <a:off x="42" y="1200"/>
                <a:ext cx="681" cy="154"/>
                <a:chOff x="504" y="3523"/>
                <a:chExt cx="681" cy="154"/>
              </a:xfrm>
            </p:grpSpPr>
            <p:grpSp>
              <p:nvGrpSpPr>
                <p:cNvPr id="9317" name="Google Shape;9317;p112"/>
                <p:cNvGrpSpPr/>
                <p:nvPr/>
              </p:nvGrpSpPr>
              <p:grpSpPr>
                <a:xfrm>
                  <a:off x="623" y="3523"/>
                  <a:ext cx="510" cy="154"/>
                  <a:chOff x="723" y="3453"/>
                  <a:chExt cx="510" cy="154"/>
                </a:xfrm>
              </p:grpSpPr>
              <p:grpSp>
                <p:nvGrpSpPr>
                  <p:cNvPr id="9318" name="Google Shape;9318;p112"/>
                  <p:cNvGrpSpPr/>
                  <p:nvPr/>
                </p:nvGrpSpPr>
                <p:grpSpPr>
                  <a:xfrm>
                    <a:off x="836" y="3453"/>
                    <a:ext cx="397" cy="154"/>
                    <a:chOff x="836" y="3305"/>
                    <a:chExt cx="397" cy="154"/>
                  </a:xfrm>
                </p:grpSpPr>
                <p:grpSp>
                  <p:nvGrpSpPr>
                    <p:cNvPr id="9319" name="Google Shape;9319;p112"/>
                    <p:cNvGrpSpPr/>
                    <p:nvPr/>
                  </p:nvGrpSpPr>
                  <p:grpSpPr>
                    <a:xfrm>
                      <a:off x="890" y="3305"/>
                      <a:ext cx="343" cy="154"/>
                      <a:chOff x="844" y="3337"/>
                      <a:chExt cx="343" cy="154"/>
                    </a:xfrm>
                  </p:grpSpPr>
                  <p:sp>
                    <p:nvSpPr>
                      <p:cNvPr id="9320" name="Google Shape;9320;p112"/>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321" name="Google Shape;9321;p112"/>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nvGrpSpPr>
                    <p:cNvPr id="9322" name="Google Shape;9322;p112"/>
                    <p:cNvGrpSpPr/>
                    <p:nvPr/>
                  </p:nvGrpSpPr>
                  <p:grpSpPr>
                    <a:xfrm>
                      <a:off x="836" y="3334"/>
                      <a:ext cx="354" cy="94"/>
                      <a:chOff x="836" y="3334"/>
                      <a:chExt cx="354" cy="94"/>
                    </a:xfrm>
                  </p:grpSpPr>
                  <p:sp>
                    <p:nvSpPr>
                      <p:cNvPr id="9323" name="Google Shape;9323;p112"/>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324" name="Google Shape;9324;p112"/>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sp>
                <p:nvSpPr>
                  <p:cNvPr id="9325" name="Google Shape;9325;p112"/>
                  <p:cNvSpPr/>
                  <p:nvPr/>
                </p:nvSpPr>
                <p:spPr>
                  <a:xfrm>
                    <a:off x="732" y="3484"/>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326" name="Google Shape;9326;p112"/>
                  <p:cNvSpPr/>
                  <p:nvPr/>
                </p:nvSpPr>
                <p:spPr>
                  <a:xfrm>
                    <a:off x="723" y="3473"/>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9327" name="Google Shape;9327;p112"/>
                <p:cNvSpPr/>
                <p:nvPr/>
              </p:nvSpPr>
              <p:spPr>
                <a:xfrm>
                  <a:off x="517" y="3545"/>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328" name="Google Shape;9328;p112"/>
                <p:cNvSpPr/>
                <p:nvPr/>
              </p:nvSpPr>
              <p:spPr>
                <a:xfrm>
                  <a:off x="1115" y="3544"/>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329" name="Google Shape;9329;p112"/>
                <p:cNvSpPr/>
                <p:nvPr/>
              </p:nvSpPr>
              <p:spPr>
                <a:xfrm>
                  <a:off x="504" y="3529"/>
                  <a:ext cx="681" cy="138"/>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sp>
          <p:nvSpPr>
            <p:cNvPr id="9330" name="Google Shape;9330;p112"/>
            <p:cNvSpPr/>
            <p:nvPr/>
          </p:nvSpPr>
          <p:spPr>
            <a:xfrm>
              <a:off x="384" y="744"/>
              <a:ext cx="240" cy="735"/>
            </a:xfrm>
            <a:prstGeom prst="downArrow">
              <a:avLst>
                <a:gd fmla="val 54167" name="adj1"/>
                <a:gd fmla="val 49170" name="adj2"/>
              </a:avLst>
            </a:prstGeom>
            <a:gradFill>
              <a:gsLst>
                <a:gs pos="0">
                  <a:srgbClr val="FF0000">
                    <a:alpha val="24705"/>
                  </a:srgbClr>
                </a:gs>
                <a:gs pos="100000">
                  <a:srgbClr val="FF0000">
                    <a:alpha val="24705"/>
                  </a:srgbClr>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9331" name="Google Shape;9331;p112"/>
          <p:cNvGrpSpPr/>
          <p:nvPr/>
        </p:nvGrpSpPr>
        <p:grpSpPr>
          <a:xfrm>
            <a:off x="771898" y="2638425"/>
            <a:ext cx="1081088" cy="244475"/>
            <a:chOff x="504" y="3523"/>
            <a:chExt cx="681" cy="154"/>
          </a:xfrm>
        </p:grpSpPr>
        <p:grpSp>
          <p:nvGrpSpPr>
            <p:cNvPr id="9332" name="Google Shape;9332;p112"/>
            <p:cNvGrpSpPr/>
            <p:nvPr/>
          </p:nvGrpSpPr>
          <p:grpSpPr>
            <a:xfrm>
              <a:off x="623" y="3523"/>
              <a:ext cx="510" cy="154"/>
              <a:chOff x="723" y="3453"/>
              <a:chExt cx="510" cy="154"/>
            </a:xfrm>
          </p:grpSpPr>
          <p:grpSp>
            <p:nvGrpSpPr>
              <p:cNvPr id="9333" name="Google Shape;9333;p112"/>
              <p:cNvGrpSpPr/>
              <p:nvPr/>
            </p:nvGrpSpPr>
            <p:grpSpPr>
              <a:xfrm>
                <a:off x="836" y="3453"/>
                <a:ext cx="397" cy="154"/>
                <a:chOff x="836" y="3305"/>
                <a:chExt cx="397" cy="154"/>
              </a:xfrm>
            </p:grpSpPr>
            <p:grpSp>
              <p:nvGrpSpPr>
                <p:cNvPr id="9334" name="Google Shape;9334;p112"/>
                <p:cNvGrpSpPr/>
                <p:nvPr/>
              </p:nvGrpSpPr>
              <p:grpSpPr>
                <a:xfrm>
                  <a:off x="890" y="3305"/>
                  <a:ext cx="343" cy="154"/>
                  <a:chOff x="844" y="3337"/>
                  <a:chExt cx="343" cy="154"/>
                </a:xfrm>
              </p:grpSpPr>
              <p:sp>
                <p:nvSpPr>
                  <p:cNvPr id="9335" name="Google Shape;9335;p112"/>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336" name="Google Shape;9336;p112"/>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nvGrpSpPr>
                <p:cNvPr id="9337" name="Google Shape;9337;p112"/>
                <p:cNvGrpSpPr/>
                <p:nvPr/>
              </p:nvGrpSpPr>
              <p:grpSpPr>
                <a:xfrm>
                  <a:off x="836" y="3334"/>
                  <a:ext cx="354" cy="94"/>
                  <a:chOff x="836" y="3334"/>
                  <a:chExt cx="354" cy="94"/>
                </a:xfrm>
              </p:grpSpPr>
              <p:sp>
                <p:nvSpPr>
                  <p:cNvPr id="9338" name="Google Shape;9338;p112"/>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339" name="Google Shape;9339;p112"/>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sp>
            <p:nvSpPr>
              <p:cNvPr id="9340" name="Google Shape;9340;p112"/>
              <p:cNvSpPr/>
              <p:nvPr/>
            </p:nvSpPr>
            <p:spPr>
              <a:xfrm>
                <a:off x="732" y="3484"/>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341" name="Google Shape;9341;p112"/>
              <p:cNvSpPr/>
              <p:nvPr/>
            </p:nvSpPr>
            <p:spPr>
              <a:xfrm>
                <a:off x="723" y="3473"/>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9342" name="Google Shape;9342;p112"/>
            <p:cNvSpPr/>
            <p:nvPr/>
          </p:nvSpPr>
          <p:spPr>
            <a:xfrm>
              <a:off x="517" y="3545"/>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343" name="Google Shape;9343;p112"/>
            <p:cNvSpPr/>
            <p:nvPr/>
          </p:nvSpPr>
          <p:spPr>
            <a:xfrm>
              <a:off x="1115" y="3544"/>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344" name="Google Shape;9344;p112"/>
            <p:cNvSpPr/>
            <p:nvPr/>
          </p:nvSpPr>
          <p:spPr>
            <a:xfrm>
              <a:off x="504" y="3529"/>
              <a:ext cx="681" cy="138"/>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9345" name="Google Shape;9345;p112"/>
          <p:cNvGrpSpPr/>
          <p:nvPr/>
        </p:nvGrpSpPr>
        <p:grpSpPr>
          <a:xfrm>
            <a:off x="1598986" y="3330575"/>
            <a:ext cx="1316037" cy="1314450"/>
            <a:chOff x="931" y="1941"/>
            <a:chExt cx="829" cy="828"/>
          </a:xfrm>
        </p:grpSpPr>
        <p:sp>
          <p:nvSpPr>
            <p:cNvPr id="9346" name="Google Shape;9346;p112"/>
            <p:cNvSpPr/>
            <p:nvPr/>
          </p:nvSpPr>
          <p:spPr>
            <a:xfrm>
              <a:off x="1424" y="1965"/>
              <a:ext cx="336" cy="801"/>
            </a:xfrm>
            <a:custGeom>
              <a:rect b="b" l="l" r="r" t="t"/>
              <a:pathLst>
                <a:path extrusionOk="0" h="801" w="551">
                  <a:moveTo>
                    <a:pt x="14" y="0"/>
                  </a:moveTo>
                  <a:lnTo>
                    <a:pt x="551" y="402"/>
                  </a:lnTo>
                  <a:lnTo>
                    <a:pt x="6" y="801"/>
                  </a:lnTo>
                  <a:lnTo>
                    <a:pt x="13" y="535"/>
                  </a:lnTo>
                  <a:lnTo>
                    <a:pt x="0" y="371"/>
                  </a:lnTo>
                  <a:lnTo>
                    <a:pt x="14" y="0"/>
                  </a:lnTo>
                  <a:close/>
                </a:path>
              </a:pathLst>
            </a:custGeom>
            <a:gradFill>
              <a:gsLst>
                <a:gs pos="0">
                  <a:srgbClr val="BFBFBF"/>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9347" name="Google Shape;9347;p112"/>
            <p:cNvGrpSpPr/>
            <p:nvPr/>
          </p:nvGrpSpPr>
          <p:grpSpPr>
            <a:xfrm>
              <a:off x="931" y="1941"/>
              <a:ext cx="501" cy="828"/>
              <a:chOff x="569" y="2954"/>
              <a:chExt cx="501" cy="828"/>
            </a:xfrm>
          </p:grpSpPr>
          <p:sp>
            <p:nvSpPr>
              <p:cNvPr id="9348" name="Google Shape;9348;p112"/>
              <p:cNvSpPr/>
              <p:nvPr/>
            </p:nvSpPr>
            <p:spPr>
              <a:xfrm>
                <a:off x="576" y="2973"/>
                <a:ext cx="493" cy="790"/>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349" name="Google Shape;9349;p112"/>
              <p:cNvSpPr txBox="1"/>
              <p:nvPr/>
            </p:nvSpPr>
            <p:spPr>
              <a:xfrm>
                <a:off x="593" y="2954"/>
                <a:ext cx="477" cy="82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DHCP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Eth</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Phy</a:t>
                </a:r>
                <a:endParaRPr/>
              </a:p>
            </p:txBody>
          </p:sp>
          <p:cxnSp>
            <p:nvCxnSpPr>
              <p:cNvPr id="9350" name="Google Shape;9350;p112"/>
              <p:cNvCxnSpPr/>
              <p:nvPr/>
            </p:nvCxnSpPr>
            <p:spPr>
              <a:xfrm>
                <a:off x="578" y="3130"/>
                <a:ext cx="489" cy="0"/>
              </a:xfrm>
              <a:prstGeom prst="straightConnector1">
                <a:avLst/>
              </a:prstGeom>
              <a:noFill/>
              <a:ln cap="flat" cmpd="sng" w="9525">
                <a:solidFill>
                  <a:srgbClr val="000000"/>
                </a:solidFill>
                <a:prstDash val="solid"/>
                <a:round/>
                <a:headEnd len="med" w="med" type="none"/>
                <a:tailEnd len="med" w="med" type="none"/>
              </a:ln>
            </p:spPr>
          </p:cxnSp>
          <p:cxnSp>
            <p:nvCxnSpPr>
              <p:cNvPr id="9351" name="Google Shape;9351;p112"/>
              <p:cNvCxnSpPr/>
              <p:nvPr/>
            </p:nvCxnSpPr>
            <p:spPr>
              <a:xfrm>
                <a:off x="575" y="3289"/>
                <a:ext cx="489" cy="0"/>
              </a:xfrm>
              <a:prstGeom prst="straightConnector1">
                <a:avLst/>
              </a:prstGeom>
              <a:noFill/>
              <a:ln cap="flat" cmpd="sng" w="9525">
                <a:solidFill>
                  <a:srgbClr val="000000"/>
                </a:solidFill>
                <a:prstDash val="solid"/>
                <a:round/>
                <a:headEnd len="med" w="med" type="none"/>
                <a:tailEnd len="med" w="med" type="none"/>
              </a:ln>
            </p:spPr>
          </p:cxnSp>
          <p:cxnSp>
            <p:nvCxnSpPr>
              <p:cNvPr id="9352" name="Google Shape;9352;p112"/>
              <p:cNvCxnSpPr/>
              <p:nvPr/>
            </p:nvCxnSpPr>
            <p:spPr>
              <a:xfrm>
                <a:off x="572" y="3448"/>
                <a:ext cx="489" cy="0"/>
              </a:xfrm>
              <a:prstGeom prst="straightConnector1">
                <a:avLst/>
              </a:prstGeom>
              <a:noFill/>
              <a:ln cap="flat" cmpd="sng" w="9525">
                <a:solidFill>
                  <a:srgbClr val="000000"/>
                </a:solidFill>
                <a:prstDash val="solid"/>
                <a:round/>
                <a:headEnd len="med" w="med" type="none"/>
                <a:tailEnd len="med" w="med" type="none"/>
              </a:ln>
            </p:spPr>
          </p:cxnSp>
          <p:cxnSp>
            <p:nvCxnSpPr>
              <p:cNvPr id="9353" name="Google Shape;9353;p112"/>
              <p:cNvCxnSpPr/>
              <p:nvPr/>
            </p:nvCxnSpPr>
            <p:spPr>
              <a:xfrm>
                <a:off x="569" y="3607"/>
                <a:ext cx="489" cy="0"/>
              </a:xfrm>
              <a:prstGeom prst="straightConnector1">
                <a:avLst/>
              </a:prstGeom>
              <a:noFill/>
              <a:ln cap="flat" cmpd="sng" w="9525">
                <a:solidFill>
                  <a:srgbClr val="000000"/>
                </a:solidFill>
                <a:prstDash val="solid"/>
                <a:round/>
                <a:headEnd len="med" w="med" type="none"/>
                <a:tailEnd len="med" w="med" type="none"/>
              </a:ln>
            </p:spPr>
          </p:cxnSp>
        </p:grpSp>
      </p:grpSp>
      <p:grpSp>
        <p:nvGrpSpPr>
          <p:cNvPr id="9354" name="Google Shape;9354;p112"/>
          <p:cNvGrpSpPr/>
          <p:nvPr/>
        </p:nvGrpSpPr>
        <p:grpSpPr>
          <a:xfrm>
            <a:off x="460748" y="3230562"/>
            <a:ext cx="1081088" cy="1217613"/>
            <a:chOff x="1404" y="3105"/>
            <a:chExt cx="681" cy="767"/>
          </a:xfrm>
        </p:grpSpPr>
        <p:grpSp>
          <p:nvGrpSpPr>
            <p:cNvPr id="9355" name="Google Shape;9355;p112"/>
            <p:cNvGrpSpPr/>
            <p:nvPr/>
          </p:nvGrpSpPr>
          <p:grpSpPr>
            <a:xfrm>
              <a:off x="1404" y="3355"/>
              <a:ext cx="681" cy="468"/>
              <a:chOff x="42" y="886"/>
              <a:chExt cx="681" cy="468"/>
            </a:xfrm>
          </p:grpSpPr>
          <p:grpSp>
            <p:nvGrpSpPr>
              <p:cNvPr id="9356" name="Google Shape;9356;p112"/>
              <p:cNvGrpSpPr/>
              <p:nvPr/>
            </p:nvGrpSpPr>
            <p:grpSpPr>
              <a:xfrm>
                <a:off x="278" y="886"/>
                <a:ext cx="397" cy="154"/>
                <a:chOff x="740" y="3209"/>
                <a:chExt cx="397" cy="154"/>
              </a:xfrm>
            </p:grpSpPr>
            <p:grpSp>
              <p:nvGrpSpPr>
                <p:cNvPr id="9357" name="Google Shape;9357;p112"/>
                <p:cNvGrpSpPr/>
                <p:nvPr/>
              </p:nvGrpSpPr>
              <p:grpSpPr>
                <a:xfrm>
                  <a:off x="794" y="3209"/>
                  <a:ext cx="343" cy="154"/>
                  <a:chOff x="844" y="3337"/>
                  <a:chExt cx="343" cy="154"/>
                </a:xfrm>
              </p:grpSpPr>
              <p:sp>
                <p:nvSpPr>
                  <p:cNvPr id="9358" name="Google Shape;9358;p112"/>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359" name="Google Shape;9359;p112"/>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sp>
              <p:nvSpPr>
                <p:cNvPr id="9360" name="Google Shape;9360;p112"/>
                <p:cNvSpPr/>
                <p:nvPr/>
              </p:nvSpPr>
              <p:spPr>
                <a:xfrm>
                  <a:off x="750" y="3244"/>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361" name="Google Shape;9361;p112"/>
                <p:cNvSpPr/>
                <p:nvPr/>
              </p:nvSpPr>
              <p:spPr>
                <a:xfrm>
                  <a:off x="740" y="3238"/>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9362" name="Google Shape;9362;p112"/>
              <p:cNvGrpSpPr/>
              <p:nvPr/>
            </p:nvGrpSpPr>
            <p:grpSpPr>
              <a:xfrm>
                <a:off x="278" y="1034"/>
                <a:ext cx="397" cy="154"/>
                <a:chOff x="836" y="3305"/>
                <a:chExt cx="397" cy="154"/>
              </a:xfrm>
            </p:grpSpPr>
            <p:grpSp>
              <p:nvGrpSpPr>
                <p:cNvPr id="9363" name="Google Shape;9363;p112"/>
                <p:cNvGrpSpPr/>
                <p:nvPr/>
              </p:nvGrpSpPr>
              <p:grpSpPr>
                <a:xfrm>
                  <a:off x="890" y="3305"/>
                  <a:ext cx="343" cy="154"/>
                  <a:chOff x="844" y="3337"/>
                  <a:chExt cx="343" cy="154"/>
                </a:xfrm>
              </p:grpSpPr>
              <p:sp>
                <p:nvSpPr>
                  <p:cNvPr id="9364" name="Google Shape;9364;p112"/>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365" name="Google Shape;9365;p112"/>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nvGrpSpPr>
                <p:cNvPr id="9366" name="Google Shape;9366;p112"/>
                <p:cNvGrpSpPr/>
                <p:nvPr/>
              </p:nvGrpSpPr>
              <p:grpSpPr>
                <a:xfrm>
                  <a:off x="836" y="3334"/>
                  <a:ext cx="354" cy="94"/>
                  <a:chOff x="836" y="3334"/>
                  <a:chExt cx="354" cy="94"/>
                </a:xfrm>
              </p:grpSpPr>
              <p:sp>
                <p:nvSpPr>
                  <p:cNvPr id="9367" name="Google Shape;9367;p112"/>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368" name="Google Shape;9368;p112"/>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grpSp>
            <p:nvGrpSpPr>
              <p:cNvPr id="9369" name="Google Shape;9369;p112"/>
              <p:cNvGrpSpPr/>
              <p:nvPr/>
            </p:nvGrpSpPr>
            <p:grpSpPr>
              <a:xfrm>
                <a:off x="165" y="1054"/>
                <a:ext cx="480" cy="112"/>
                <a:chOff x="627" y="3377"/>
                <a:chExt cx="480" cy="112"/>
              </a:xfrm>
            </p:grpSpPr>
            <p:sp>
              <p:nvSpPr>
                <p:cNvPr id="9370" name="Google Shape;9370;p112"/>
                <p:cNvSpPr/>
                <p:nvPr/>
              </p:nvSpPr>
              <p:spPr>
                <a:xfrm>
                  <a:off x="636" y="3388"/>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371" name="Google Shape;9371;p112"/>
                <p:cNvSpPr/>
                <p:nvPr/>
              </p:nvSpPr>
              <p:spPr>
                <a:xfrm>
                  <a:off x="627" y="3377"/>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9372" name="Google Shape;9372;p112"/>
              <p:cNvGrpSpPr/>
              <p:nvPr/>
            </p:nvGrpSpPr>
            <p:grpSpPr>
              <a:xfrm>
                <a:off x="42" y="1200"/>
                <a:ext cx="681" cy="154"/>
                <a:chOff x="504" y="3523"/>
                <a:chExt cx="681" cy="154"/>
              </a:xfrm>
            </p:grpSpPr>
            <p:grpSp>
              <p:nvGrpSpPr>
                <p:cNvPr id="9373" name="Google Shape;9373;p112"/>
                <p:cNvGrpSpPr/>
                <p:nvPr/>
              </p:nvGrpSpPr>
              <p:grpSpPr>
                <a:xfrm>
                  <a:off x="623" y="3523"/>
                  <a:ext cx="510" cy="154"/>
                  <a:chOff x="723" y="3453"/>
                  <a:chExt cx="510" cy="154"/>
                </a:xfrm>
              </p:grpSpPr>
              <p:grpSp>
                <p:nvGrpSpPr>
                  <p:cNvPr id="9374" name="Google Shape;9374;p112"/>
                  <p:cNvGrpSpPr/>
                  <p:nvPr/>
                </p:nvGrpSpPr>
                <p:grpSpPr>
                  <a:xfrm>
                    <a:off x="836" y="3453"/>
                    <a:ext cx="397" cy="154"/>
                    <a:chOff x="836" y="3305"/>
                    <a:chExt cx="397" cy="154"/>
                  </a:xfrm>
                </p:grpSpPr>
                <p:grpSp>
                  <p:nvGrpSpPr>
                    <p:cNvPr id="9375" name="Google Shape;9375;p112"/>
                    <p:cNvGrpSpPr/>
                    <p:nvPr/>
                  </p:nvGrpSpPr>
                  <p:grpSpPr>
                    <a:xfrm>
                      <a:off x="890" y="3305"/>
                      <a:ext cx="343" cy="154"/>
                      <a:chOff x="844" y="3337"/>
                      <a:chExt cx="343" cy="154"/>
                    </a:xfrm>
                  </p:grpSpPr>
                  <p:sp>
                    <p:nvSpPr>
                      <p:cNvPr id="9376" name="Google Shape;9376;p112"/>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377" name="Google Shape;9377;p112"/>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nvGrpSpPr>
                    <p:cNvPr id="9378" name="Google Shape;9378;p112"/>
                    <p:cNvGrpSpPr/>
                    <p:nvPr/>
                  </p:nvGrpSpPr>
                  <p:grpSpPr>
                    <a:xfrm>
                      <a:off x="836" y="3334"/>
                      <a:ext cx="354" cy="94"/>
                      <a:chOff x="836" y="3334"/>
                      <a:chExt cx="354" cy="94"/>
                    </a:xfrm>
                  </p:grpSpPr>
                  <p:sp>
                    <p:nvSpPr>
                      <p:cNvPr id="9379" name="Google Shape;9379;p112"/>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380" name="Google Shape;9380;p112"/>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sp>
                <p:nvSpPr>
                  <p:cNvPr id="9381" name="Google Shape;9381;p112"/>
                  <p:cNvSpPr/>
                  <p:nvPr/>
                </p:nvSpPr>
                <p:spPr>
                  <a:xfrm>
                    <a:off x="732" y="3484"/>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382" name="Google Shape;9382;p112"/>
                  <p:cNvSpPr/>
                  <p:nvPr/>
                </p:nvSpPr>
                <p:spPr>
                  <a:xfrm>
                    <a:off x="723" y="3473"/>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9383" name="Google Shape;9383;p112"/>
                <p:cNvSpPr/>
                <p:nvPr/>
              </p:nvSpPr>
              <p:spPr>
                <a:xfrm>
                  <a:off x="517" y="3545"/>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384" name="Google Shape;9384;p112"/>
                <p:cNvSpPr/>
                <p:nvPr/>
              </p:nvSpPr>
              <p:spPr>
                <a:xfrm>
                  <a:off x="1115" y="3544"/>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385" name="Google Shape;9385;p112"/>
                <p:cNvSpPr/>
                <p:nvPr/>
              </p:nvSpPr>
              <p:spPr>
                <a:xfrm>
                  <a:off x="504" y="3529"/>
                  <a:ext cx="681" cy="138"/>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sp>
          <p:nvSpPr>
            <p:cNvPr id="9386" name="Google Shape;9386;p112"/>
            <p:cNvSpPr/>
            <p:nvPr/>
          </p:nvSpPr>
          <p:spPr>
            <a:xfrm rot="10800000">
              <a:off x="1727" y="3105"/>
              <a:ext cx="240" cy="767"/>
            </a:xfrm>
            <a:prstGeom prst="downArrow">
              <a:avLst>
                <a:gd fmla="val 54167" name="adj1"/>
                <a:gd fmla="val 51311" name="adj2"/>
              </a:avLst>
            </a:prstGeom>
            <a:gradFill>
              <a:gsLst>
                <a:gs pos="0">
                  <a:srgbClr val="FF0000">
                    <a:alpha val="24705"/>
                  </a:srgbClr>
                </a:gs>
                <a:gs pos="100000">
                  <a:srgbClr val="FF0000">
                    <a:alpha val="24705"/>
                  </a:srgbClr>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9387" name="Google Shape;9387;p112"/>
            <p:cNvGrpSpPr/>
            <p:nvPr/>
          </p:nvGrpSpPr>
          <p:grpSpPr>
            <a:xfrm>
              <a:off x="1695" y="3227"/>
              <a:ext cx="343" cy="154"/>
              <a:chOff x="844" y="3337"/>
              <a:chExt cx="343" cy="154"/>
            </a:xfrm>
          </p:grpSpPr>
          <p:sp>
            <p:nvSpPr>
              <p:cNvPr id="9388" name="Google Shape;9388;p112"/>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389" name="Google Shape;9389;p112"/>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grpSp>
        <p:nvGrpSpPr>
          <p:cNvPr id="9390" name="Google Shape;9390;p112"/>
          <p:cNvGrpSpPr/>
          <p:nvPr/>
        </p:nvGrpSpPr>
        <p:grpSpPr>
          <a:xfrm>
            <a:off x="924298" y="3427412"/>
            <a:ext cx="544513" cy="244475"/>
            <a:chOff x="844" y="3337"/>
            <a:chExt cx="343" cy="154"/>
          </a:xfrm>
        </p:grpSpPr>
        <p:sp>
          <p:nvSpPr>
            <p:cNvPr id="9391" name="Google Shape;9391;p112"/>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392" name="Google Shape;9392;p112"/>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sp>
        <p:nvSpPr>
          <p:cNvPr id="9393" name="Google Shape;9393;p112"/>
          <p:cNvSpPr/>
          <p:nvPr/>
        </p:nvSpPr>
        <p:spPr>
          <a:xfrm>
            <a:off x="5158161" y="2817812"/>
            <a:ext cx="6365968" cy="1306513"/>
          </a:xfrm>
          <a:prstGeom prst="rect">
            <a:avLst/>
          </a:prstGeom>
          <a:noFill/>
          <a:ln>
            <a:noFill/>
          </a:ln>
        </p:spPr>
        <p:txBody>
          <a:bodyPr anchorCtr="0" anchor="t" bIns="45700" lIns="91425" spcFirstLastPara="1" rIns="91425" wrap="square" tIns="45700">
            <a:noAutofit/>
          </a:bodyPr>
          <a:lstStyle/>
          <a:p>
            <a:pPr indent="-231775" lvl="0" marL="231775" marR="0" rtl="0" algn="l">
              <a:lnSpc>
                <a:spcPct val="90000"/>
              </a:lnSpc>
              <a:spcBef>
                <a:spcPts val="0"/>
              </a:spcBef>
              <a:spcAft>
                <a:spcPts val="0"/>
              </a:spcAft>
              <a:buClr>
                <a:srgbClr val="000099"/>
              </a:buClr>
              <a:buSzPts val="2800"/>
              <a:buFont typeface="Noto Sans Symbols"/>
              <a:buChar char="▪"/>
            </a:pPr>
            <a:r>
              <a:rPr lang="en-US" sz="2800">
                <a:solidFill>
                  <a:srgbClr val="000000"/>
                </a:solidFill>
                <a:latin typeface="Calibri"/>
                <a:ea typeface="Calibri"/>
                <a:cs typeface="Calibri"/>
                <a:sym typeface="Calibri"/>
              </a:rPr>
              <a:t>DHCP request </a:t>
            </a:r>
            <a:r>
              <a:rPr lang="en-US" sz="2800">
                <a:solidFill>
                  <a:srgbClr val="0000A8"/>
                </a:solidFill>
                <a:latin typeface="Calibri"/>
                <a:ea typeface="Calibri"/>
                <a:cs typeface="Calibri"/>
                <a:sym typeface="Calibri"/>
              </a:rPr>
              <a:t>encapsulated</a:t>
            </a:r>
            <a:r>
              <a:rPr lang="en-US" sz="2800">
                <a:solidFill>
                  <a:srgbClr val="3333CC"/>
                </a:solidFill>
                <a:latin typeface="Calibri"/>
                <a:ea typeface="Calibri"/>
                <a:cs typeface="Calibri"/>
                <a:sym typeface="Calibri"/>
              </a:rPr>
              <a:t> </a:t>
            </a:r>
            <a:r>
              <a:rPr lang="en-US" sz="2800">
                <a:solidFill>
                  <a:srgbClr val="000000"/>
                </a:solidFill>
                <a:latin typeface="Calibri"/>
                <a:ea typeface="Calibri"/>
                <a:cs typeface="Calibri"/>
                <a:sym typeface="Calibri"/>
              </a:rPr>
              <a:t>in </a:t>
            </a:r>
            <a:r>
              <a:rPr lang="en-US" sz="2800">
                <a:solidFill>
                  <a:srgbClr val="C00000"/>
                </a:solidFill>
                <a:latin typeface="Calibri"/>
                <a:ea typeface="Calibri"/>
                <a:cs typeface="Calibri"/>
                <a:sym typeface="Calibri"/>
              </a:rPr>
              <a:t>UDP</a:t>
            </a:r>
            <a:r>
              <a:rPr lang="en-US" sz="2800">
                <a:solidFill>
                  <a:srgbClr val="000000"/>
                </a:solidFill>
                <a:latin typeface="Calibri"/>
                <a:ea typeface="Calibri"/>
                <a:cs typeface="Calibri"/>
                <a:sym typeface="Calibri"/>
              </a:rPr>
              <a:t>, encapsulated in </a:t>
            </a:r>
            <a:r>
              <a:rPr lang="en-US" sz="2800">
                <a:solidFill>
                  <a:srgbClr val="C00000"/>
                </a:solidFill>
                <a:latin typeface="Calibri"/>
                <a:ea typeface="Calibri"/>
                <a:cs typeface="Calibri"/>
                <a:sym typeface="Calibri"/>
              </a:rPr>
              <a:t>IP</a:t>
            </a:r>
            <a:r>
              <a:rPr lang="en-US" sz="2800">
                <a:solidFill>
                  <a:srgbClr val="000000"/>
                </a:solidFill>
                <a:latin typeface="Calibri"/>
                <a:ea typeface="Calibri"/>
                <a:cs typeface="Calibri"/>
                <a:sym typeface="Calibri"/>
              </a:rPr>
              <a:t>, encapsulated in </a:t>
            </a:r>
            <a:r>
              <a:rPr lang="en-US" sz="2800">
                <a:solidFill>
                  <a:srgbClr val="C00000"/>
                </a:solidFill>
                <a:latin typeface="Calibri"/>
                <a:ea typeface="Calibri"/>
                <a:cs typeface="Calibri"/>
                <a:sym typeface="Calibri"/>
              </a:rPr>
              <a:t>802.3 </a:t>
            </a:r>
            <a:r>
              <a:rPr lang="en-US" sz="2800">
                <a:solidFill>
                  <a:srgbClr val="000000"/>
                </a:solidFill>
                <a:latin typeface="Calibri"/>
                <a:ea typeface="Calibri"/>
                <a:cs typeface="Calibri"/>
                <a:sym typeface="Calibri"/>
              </a:rPr>
              <a:t>Ethernet</a:t>
            </a:r>
            <a:endParaRPr/>
          </a:p>
          <a:p>
            <a:pPr indent="-342900" lvl="0" marL="342900" marR="0" rtl="0" algn="l">
              <a:lnSpc>
                <a:spcPct val="90000"/>
              </a:lnSpc>
              <a:spcBef>
                <a:spcPts val="560"/>
              </a:spcBef>
              <a:spcAft>
                <a:spcPts val="0"/>
              </a:spcAft>
              <a:buClr>
                <a:srgbClr val="000099"/>
              </a:buClr>
              <a:buSzPts val="1820"/>
              <a:buFont typeface="Noto Sans Symbols"/>
              <a:buNone/>
            </a:pPr>
            <a:r>
              <a:t/>
            </a:r>
            <a:endParaRPr sz="2800">
              <a:solidFill>
                <a:srgbClr val="000000"/>
              </a:solidFill>
              <a:latin typeface="Calibri"/>
              <a:ea typeface="Calibri"/>
              <a:cs typeface="Calibri"/>
              <a:sym typeface="Calibri"/>
            </a:endParaRPr>
          </a:p>
        </p:txBody>
      </p:sp>
      <p:sp>
        <p:nvSpPr>
          <p:cNvPr id="9394" name="Google Shape;9394;p112"/>
          <p:cNvSpPr/>
          <p:nvPr/>
        </p:nvSpPr>
        <p:spPr>
          <a:xfrm>
            <a:off x="5156572" y="4229100"/>
            <a:ext cx="6573673" cy="1563687"/>
          </a:xfrm>
          <a:prstGeom prst="rect">
            <a:avLst/>
          </a:prstGeom>
          <a:noFill/>
          <a:ln>
            <a:noFill/>
          </a:ln>
        </p:spPr>
        <p:txBody>
          <a:bodyPr anchorCtr="0" anchor="t" bIns="45700" lIns="91425" spcFirstLastPara="1" rIns="91425" wrap="square" tIns="45700">
            <a:noAutofit/>
          </a:bodyPr>
          <a:lstStyle/>
          <a:p>
            <a:pPr indent="-231775" lvl="0" marL="231775" marR="0" rtl="0" algn="l">
              <a:lnSpc>
                <a:spcPct val="90000"/>
              </a:lnSpc>
              <a:spcBef>
                <a:spcPts val="0"/>
              </a:spcBef>
              <a:spcAft>
                <a:spcPts val="0"/>
              </a:spcAft>
              <a:buClr>
                <a:srgbClr val="000099"/>
              </a:buClr>
              <a:buSzPts val="2800"/>
              <a:buFont typeface="Noto Sans Symbols"/>
              <a:buChar char="▪"/>
            </a:pPr>
            <a:r>
              <a:rPr lang="en-US" sz="2800">
                <a:solidFill>
                  <a:srgbClr val="000000"/>
                </a:solidFill>
                <a:latin typeface="Calibri"/>
                <a:ea typeface="Calibri"/>
                <a:cs typeface="Calibri"/>
                <a:sym typeface="Calibri"/>
              </a:rPr>
              <a:t>Ethernet frame </a:t>
            </a:r>
            <a:r>
              <a:rPr lang="en-US" sz="2800">
                <a:solidFill>
                  <a:srgbClr val="0000A8"/>
                </a:solidFill>
                <a:latin typeface="Calibri"/>
                <a:ea typeface="Calibri"/>
                <a:cs typeface="Calibri"/>
                <a:sym typeface="Calibri"/>
              </a:rPr>
              <a:t>broadcast</a:t>
            </a:r>
            <a:r>
              <a:rPr lang="en-US" sz="2800">
                <a:solidFill>
                  <a:srgbClr val="000000"/>
                </a:solidFill>
                <a:latin typeface="Calibri"/>
                <a:ea typeface="Calibri"/>
                <a:cs typeface="Calibri"/>
                <a:sym typeface="Calibri"/>
              </a:rPr>
              <a:t> (dest: FFFFFFFFFFFF) on LAN, received at router running </a:t>
            </a:r>
            <a:r>
              <a:rPr lang="en-US" sz="2800">
                <a:solidFill>
                  <a:srgbClr val="C00000"/>
                </a:solidFill>
                <a:latin typeface="Calibri"/>
                <a:ea typeface="Calibri"/>
                <a:cs typeface="Calibri"/>
                <a:sym typeface="Calibri"/>
              </a:rPr>
              <a:t>DHCP </a:t>
            </a:r>
            <a:r>
              <a:rPr lang="en-US" sz="2800">
                <a:solidFill>
                  <a:srgbClr val="000000"/>
                </a:solidFill>
                <a:latin typeface="Calibri"/>
                <a:ea typeface="Calibri"/>
                <a:cs typeface="Calibri"/>
                <a:sym typeface="Calibri"/>
              </a:rPr>
              <a:t>server</a:t>
            </a:r>
            <a:endParaRPr/>
          </a:p>
        </p:txBody>
      </p:sp>
      <p:sp>
        <p:nvSpPr>
          <p:cNvPr id="9395" name="Google Shape;9395;p112"/>
          <p:cNvSpPr/>
          <p:nvPr/>
        </p:nvSpPr>
        <p:spPr>
          <a:xfrm>
            <a:off x="5154985" y="5565775"/>
            <a:ext cx="6541416" cy="1292225"/>
          </a:xfrm>
          <a:prstGeom prst="rect">
            <a:avLst/>
          </a:prstGeom>
          <a:noFill/>
          <a:ln>
            <a:noFill/>
          </a:ln>
        </p:spPr>
        <p:txBody>
          <a:bodyPr anchorCtr="0" anchor="t" bIns="45700" lIns="91425" spcFirstLastPara="1" rIns="91425" wrap="square" tIns="45700">
            <a:noAutofit/>
          </a:bodyPr>
          <a:lstStyle/>
          <a:p>
            <a:pPr indent="-231775" lvl="0" marL="231775" marR="0" rtl="0" algn="l">
              <a:lnSpc>
                <a:spcPct val="90000"/>
              </a:lnSpc>
              <a:spcBef>
                <a:spcPts val="0"/>
              </a:spcBef>
              <a:spcAft>
                <a:spcPts val="0"/>
              </a:spcAft>
              <a:buClr>
                <a:srgbClr val="000099"/>
              </a:buClr>
              <a:buSzPts val="2800"/>
              <a:buFont typeface="Noto Sans Symbols"/>
              <a:buChar char="▪"/>
            </a:pPr>
            <a:r>
              <a:rPr lang="en-US" sz="2800">
                <a:solidFill>
                  <a:srgbClr val="000000"/>
                </a:solidFill>
                <a:latin typeface="Calibri"/>
                <a:ea typeface="Calibri"/>
                <a:cs typeface="Calibri"/>
                <a:sym typeface="Calibri"/>
              </a:rPr>
              <a:t>Ethernet </a:t>
            </a:r>
            <a:r>
              <a:rPr lang="en-US" sz="2800">
                <a:solidFill>
                  <a:srgbClr val="0000A8"/>
                </a:solidFill>
                <a:latin typeface="Calibri"/>
                <a:ea typeface="Calibri"/>
                <a:cs typeface="Calibri"/>
                <a:sym typeface="Calibri"/>
              </a:rPr>
              <a:t>de-muxed</a:t>
            </a:r>
            <a:r>
              <a:rPr lang="en-US" sz="2800">
                <a:solidFill>
                  <a:srgbClr val="000000"/>
                </a:solidFill>
                <a:latin typeface="Calibri"/>
                <a:ea typeface="Calibri"/>
                <a:cs typeface="Calibri"/>
                <a:sym typeface="Calibri"/>
              </a:rPr>
              <a:t> to IP de-muxed, UDP de-muxed to DHCP </a:t>
            </a:r>
            <a:endParaRPr/>
          </a:p>
        </p:txBody>
      </p:sp>
      <p:grpSp>
        <p:nvGrpSpPr>
          <p:cNvPr id="9396" name="Google Shape;9396;p112"/>
          <p:cNvGrpSpPr/>
          <p:nvPr/>
        </p:nvGrpSpPr>
        <p:grpSpPr>
          <a:xfrm>
            <a:off x="2606022" y="3858371"/>
            <a:ext cx="358775" cy="623888"/>
            <a:chOff x="4140" y="429"/>
            <a:chExt cx="1425" cy="2396"/>
          </a:xfrm>
        </p:grpSpPr>
        <p:sp>
          <p:nvSpPr>
            <p:cNvPr id="9397" name="Google Shape;9397;p11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398" name="Google Shape;9398;p112"/>
            <p:cNvSpPr/>
            <p:nvPr/>
          </p:nvSpPr>
          <p:spPr>
            <a:xfrm>
              <a:off x="4203" y="429"/>
              <a:ext cx="1053" cy="2286"/>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399" name="Google Shape;9399;p11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400" name="Google Shape;9400;p11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401" name="Google Shape;9401;p112"/>
            <p:cNvSpPr/>
            <p:nvPr/>
          </p:nvSpPr>
          <p:spPr>
            <a:xfrm>
              <a:off x="4209" y="691"/>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9402" name="Google Shape;9402;p112"/>
            <p:cNvGrpSpPr/>
            <p:nvPr/>
          </p:nvGrpSpPr>
          <p:grpSpPr>
            <a:xfrm>
              <a:off x="4751" y="667"/>
              <a:ext cx="580" cy="146"/>
              <a:chOff x="617" y="2567"/>
              <a:chExt cx="724" cy="140"/>
            </a:xfrm>
          </p:grpSpPr>
          <p:sp>
            <p:nvSpPr>
              <p:cNvPr id="9403" name="Google Shape;9403;p112"/>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404" name="Google Shape;9404;p112"/>
              <p:cNvSpPr/>
              <p:nvPr/>
            </p:nvSpPr>
            <p:spPr>
              <a:xfrm>
                <a:off x="633" y="2584"/>
                <a:ext cx="692"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9405" name="Google Shape;9405;p112"/>
            <p:cNvSpPr/>
            <p:nvPr/>
          </p:nvSpPr>
          <p:spPr>
            <a:xfrm>
              <a:off x="4222" y="1020"/>
              <a:ext cx="599"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9406" name="Google Shape;9406;p112"/>
            <p:cNvGrpSpPr/>
            <p:nvPr/>
          </p:nvGrpSpPr>
          <p:grpSpPr>
            <a:xfrm>
              <a:off x="4745" y="996"/>
              <a:ext cx="580" cy="134"/>
              <a:chOff x="612" y="2570"/>
              <a:chExt cx="724" cy="139"/>
            </a:xfrm>
          </p:grpSpPr>
          <p:sp>
            <p:nvSpPr>
              <p:cNvPr id="9407" name="Google Shape;9407;p112"/>
              <p:cNvSpPr/>
              <p:nvPr/>
            </p:nvSpPr>
            <p:spPr>
              <a:xfrm>
                <a:off x="612" y="2570"/>
                <a:ext cx="724"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408" name="Google Shape;9408;p112"/>
              <p:cNvSpPr/>
              <p:nvPr/>
            </p:nvSpPr>
            <p:spPr>
              <a:xfrm>
                <a:off x="628" y="2589"/>
                <a:ext cx="692"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9409" name="Google Shape;9409;p112"/>
            <p:cNvSpPr/>
            <p:nvPr/>
          </p:nvSpPr>
          <p:spPr>
            <a:xfrm>
              <a:off x="4216" y="1356"/>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410" name="Google Shape;9410;p112"/>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9411" name="Google Shape;9411;p112"/>
            <p:cNvGrpSpPr/>
            <p:nvPr/>
          </p:nvGrpSpPr>
          <p:grpSpPr>
            <a:xfrm>
              <a:off x="4733" y="1636"/>
              <a:ext cx="586" cy="140"/>
              <a:chOff x="611" y="2576"/>
              <a:chExt cx="730" cy="129"/>
            </a:xfrm>
          </p:grpSpPr>
          <p:sp>
            <p:nvSpPr>
              <p:cNvPr id="9412" name="Google Shape;9412;p112"/>
              <p:cNvSpPr/>
              <p:nvPr/>
            </p:nvSpPr>
            <p:spPr>
              <a:xfrm>
                <a:off x="611" y="2576"/>
                <a:ext cx="730" cy="12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413" name="Google Shape;9413;p112"/>
              <p:cNvSpPr/>
              <p:nvPr/>
            </p:nvSpPr>
            <p:spPr>
              <a:xfrm>
                <a:off x="627" y="2588"/>
                <a:ext cx="699"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9414" name="Google Shape;9414;p11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9415" name="Google Shape;9415;p112"/>
            <p:cNvGrpSpPr/>
            <p:nvPr/>
          </p:nvGrpSpPr>
          <p:grpSpPr>
            <a:xfrm>
              <a:off x="4739" y="1325"/>
              <a:ext cx="580" cy="140"/>
              <a:chOff x="614" y="2566"/>
              <a:chExt cx="723" cy="140"/>
            </a:xfrm>
          </p:grpSpPr>
          <p:sp>
            <p:nvSpPr>
              <p:cNvPr id="9416" name="Google Shape;9416;p112"/>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417" name="Google Shape;9417;p112"/>
              <p:cNvSpPr/>
              <p:nvPr/>
            </p:nvSpPr>
            <p:spPr>
              <a:xfrm>
                <a:off x="630" y="2585"/>
                <a:ext cx="691"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9418" name="Google Shape;9418;p112"/>
            <p:cNvSpPr/>
            <p:nvPr/>
          </p:nvSpPr>
          <p:spPr>
            <a:xfrm>
              <a:off x="5250" y="429"/>
              <a:ext cx="69" cy="2286"/>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419" name="Google Shape;9419;p11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420" name="Google Shape;9420;p11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421" name="Google Shape;9421;p112"/>
            <p:cNvSpPr/>
            <p:nvPr/>
          </p:nvSpPr>
          <p:spPr>
            <a:xfrm>
              <a:off x="5515" y="2612"/>
              <a:ext cx="50" cy="98"/>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422" name="Google Shape;9422;p11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423" name="Google Shape;9423;p112"/>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424" name="Google Shape;9424;p112"/>
            <p:cNvSpPr/>
            <p:nvPr/>
          </p:nvSpPr>
          <p:spPr>
            <a:xfrm>
              <a:off x="4203" y="2709"/>
              <a:ext cx="1072" cy="85"/>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425" name="Google Shape;9425;p112"/>
            <p:cNvSpPr/>
            <p:nvPr/>
          </p:nvSpPr>
          <p:spPr>
            <a:xfrm>
              <a:off x="4310" y="2386"/>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426" name="Google Shape;9426;p112"/>
            <p:cNvSpPr/>
            <p:nvPr/>
          </p:nvSpPr>
          <p:spPr>
            <a:xfrm>
              <a:off x="4487" y="2386"/>
              <a:ext cx="158" cy="14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9427" name="Google Shape;9427;p112"/>
            <p:cNvSpPr/>
            <p:nvPr/>
          </p:nvSpPr>
          <p:spPr>
            <a:xfrm>
              <a:off x="4663" y="2380"/>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428" name="Google Shape;9428;p112"/>
            <p:cNvSpPr/>
            <p:nvPr/>
          </p:nvSpPr>
          <p:spPr>
            <a:xfrm>
              <a:off x="5061" y="1837"/>
              <a:ext cx="88" cy="756"/>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9284"/>
                                        </p:tgtEl>
                                        <p:attrNameLst>
                                          <p:attrName>style.visibility</p:attrName>
                                        </p:attrNameLst>
                                      </p:cBhvr>
                                      <p:to>
                                        <p:strVal val="visible"/>
                                      </p:to>
                                    </p:set>
                                    <p:animEffect filter="fade" transition="in">
                                      <p:cBhvr>
                                        <p:cTn dur="500"/>
                                        <p:tgtEl>
                                          <p:spTgt spid="9284"/>
                                        </p:tgtEl>
                                      </p:cBhvr>
                                    </p:animEffect>
                                  </p:childTnLst>
                                </p:cTn>
                              </p:par>
                              <p:par>
                                <p:cTn fill="hold" nodeType="withEffect" presetClass="entr" presetID="10" presetSubtype="0">
                                  <p:stCondLst>
                                    <p:cond delay="0"/>
                                  </p:stCondLst>
                                  <p:childTnLst>
                                    <p:set>
                                      <p:cBhvr>
                                        <p:cTn dur="1" fill="hold">
                                          <p:stCondLst>
                                            <p:cond delay="0"/>
                                          </p:stCondLst>
                                        </p:cTn>
                                        <p:tgtEl>
                                          <p:spTgt spid="9396"/>
                                        </p:tgtEl>
                                        <p:attrNameLst>
                                          <p:attrName>style.visibility</p:attrName>
                                        </p:attrNameLst>
                                      </p:cBhvr>
                                      <p:to>
                                        <p:strVal val="visible"/>
                                      </p:to>
                                    </p:set>
                                    <p:animEffect filter="fade" transition="in">
                                      <p:cBhvr>
                                        <p:cTn dur="500"/>
                                        <p:tgtEl>
                                          <p:spTgt spid="9396"/>
                                        </p:tgtEl>
                                      </p:cBhvr>
                                    </p:animEffect>
                                  </p:childTnLst>
                                </p:cTn>
                              </p:par>
                              <p:par>
                                <p:cTn fill="hold" nodeType="withEffect" presetClass="entr" presetID="10" presetSubtype="0">
                                  <p:stCondLst>
                                    <p:cond delay="0"/>
                                  </p:stCondLst>
                                  <p:childTnLst>
                                    <p:set>
                                      <p:cBhvr>
                                        <p:cTn dur="1" fill="hold">
                                          <p:stCondLst>
                                            <p:cond delay="0"/>
                                          </p:stCondLst>
                                        </p:cTn>
                                        <p:tgtEl>
                                          <p:spTgt spid="9283"/>
                                        </p:tgtEl>
                                        <p:attrNameLst>
                                          <p:attrName>style.visibility</p:attrName>
                                        </p:attrNameLst>
                                      </p:cBhvr>
                                      <p:to>
                                        <p:strVal val="visible"/>
                                      </p:to>
                                    </p:set>
                                    <p:animEffect filter="fade" transition="in">
                                      <p:cBhvr>
                                        <p:cTn dur="500"/>
                                        <p:tgtEl>
                                          <p:spTgt spid="92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86"/>
                                        </p:tgtEl>
                                        <p:attrNameLst>
                                          <p:attrName>style.visibility</p:attrName>
                                        </p:attrNameLst>
                                      </p:cBhvr>
                                      <p:to>
                                        <p:strVal val="visible"/>
                                      </p:to>
                                    </p:set>
                                    <p:animEffect filter="fade" transition="in">
                                      <p:cBhvr>
                                        <p:cTn dur="500"/>
                                        <p:tgtEl>
                                          <p:spTgt spid="928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9295"/>
                                        </p:tgtEl>
                                        <p:attrNameLst>
                                          <p:attrName>style.visibility</p:attrName>
                                        </p:attrNameLst>
                                      </p:cBhvr>
                                      <p:to>
                                        <p:strVal val="visible"/>
                                      </p:to>
                                    </p:set>
                                    <p:animEffect filter="fade" transition="in">
                                      <p:cBhvr>
                                        <p:cTn dur="500"/>
                                        <p:tgtEl>
                                          <p:spTgt spid="9295"/>
                                        </p:tgtEl>
                                      </p:cBhvr>
                                    </p:animEffect>
                                  </p:childTnLst>
                                </p:cTn>
                              </p:par>
                              <p:par>
                                <p:cTn fill="hold" nodeType="withEffect" presetClass="entr" presetID="10" presetSubtype="0">
                                  <p:stCondLst>
                                    <p:cond delay="0"/>
                                  </p:stCondLst>
                                  <p:childTnLst>
                                    <p:set>
                                      <p:cBhvr>
                                        <p:cTn dur="1" fill="hold">
                                          <p:stCondLst>
                                            <p:cond delay="0"/>
                                          </p:stCondLst>
                                        </p:cTn>
                                        <p:tgtEl>
                                          <p:spTgt spid="9285">
                                            <p:txEl>
                                              <p:pRg end="0" st="0"/>
                                            </p:txEl>
                                          </p:spTgt>
                                        </p:tgtEl>
                                        <p:attrNameLst>
                                          <p:attrName>style.visibility</p:attrName>
                                        </p:attrNameLst>
                                      </p:cBhvr>
                                      <p:to>
                                        <p:strVal val="visible"/>
                                      </p:to>
                                    </p:set>
                                    <p:animEffect filter="fade" transition="in">
                                      <p:cBhvr>
                                        <p:cTn dur="500"/>
                                        <p:tgtEl>
                                          <p:spTgt spid="928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98"/>
                                        </p:tgtEl>
                                        <p:attrNameLst>
                                          <p:attrName>style.visibility</p:attrName>
                                        </p:attrNameLst>
                                      </p:cBhvr>
                                      <p:to>
                                        <p:strVal val="visible"/>
                                      </p:to>
                                    </p:set>
                                    <p:animEffect filter="fade" transition="in">
                                      <p:cBhvr>
                                        <p:cTn dur="500"/>
                                        <p:tgtEl>
                                          <p:spTgt spid="9298"/>
                                        </p:tgtEl>
                                      </p:cBhvr>
                                    </p:animEffect>
                                  </p:childTnLst>
                                </p:cTn>
                              </p:par>
                              <p:par>
                                <p:cTn fill="hold" nodeType="withEffect" presetClass="entr" presetID="10" presetSubtype="0">
                                  <p:stCondLst>
                                    <p:cond delay="0"/>
                                  </p:stCondLst>
                                  <p:childTnLst>
                                    <p:set>
                                      <p:cBhvr>
                                        <p:cTn dur="1" fill="hold">
                                          <p:stCondLst>
                                            <p:cond delay="0"/>
                                          </p:stCondLst>
                                        </p:cTn>
                                        <p:tgtEl>
                                          <p:spTgt spid="9393"/>
                                        </p:tgtEl>
                                        <p:attrNameLst>
                                          <p:attrName>style.visibility</p:attrName>
                                        </p:attrNameLst>
                                      </p:cBhvr>
                                      <p:to>
                                        <p:strVal val="visible"/>
                                      </p:to>
                                    </p:set>
                                    <p:animEffect filter="fade" transition="in">
                                      <p:cBhvr>
                                        <p:cTn dur="500"/>
                                        <p:tgtEl>
                                          <p:spTgt spid="93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9295"/>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9298"/>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9331"/>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9394"/>
                                        </p:tgtEl>
                                        <p:attrNameLst>
                                          <p:attrName>style.visibility</p:attrName>
                                        </p:attrNameLst>
                                      </p:cBhvr>
                                      <p:to>
                                        <p:strVal val="visible"/>
                                      </p:to>
                                    </p:set>
                                    <p:animEffect filter="fade" transition="in">
                                      <p:cBhvr>
                                        <p:cTn dur="500"/>
                                        <p:tgtEl>
                                          <p:spTgt spid="939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9345"/>
                                        </p:tgtEl>
                                        <p:attrNameLst>
                                          <p:attrName>style.visibility</p:attrName>
                                        </p:attrNameLst>
                                      </p:cBhvr>
                                      <p:to>
                                        <p:strVal val="visible"/>
                                      </p:to>
                                    </p:set>
                                    <p:animEffect filter="fade" transition="in">
                                      <p:cBhvr>
                                        <p:cTn dur="500"/>
                                        <p:tgtEl>
                                          <p:spTgt spid="93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9331"/>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9354"/>
                                        </p:tgtEl>
                                        <p:attrNameLst>
                                          <p:attrName>style.visibility</p:attrName>
                                        </p:attrNameLst>
                                      </p:cBhvr>
                                      <p:to>
                                        <p:strVal val="visible"/>
                                      </p:to>
                                    </p:set>
                                    <p:animEffect filter="fade" transition="in">
                                      <p:cBhvr>
                                        <p:cTn dur="1000"/>
                                        <p:tgtEl>
                                          <p:spTgt spid="9354"/>
                                        </p:tgtEl>
                                      </p:cBhvr>
                                    </p:animEffect>
                                  </p:childTnLst>
                                </p:cTn>
                              </p:par>
                            </p:childTnLst>
                          </p:cTn>
                        </p:par>
                        <p:par>
                          <p:cTn fill="hold">
                            <p:stCondLst>
                              <p:cond delay="1000"/>
                            </p:stCondLst>
                            <p:childTnLst>
                              <p:par>
                                <p:cTn fill="hold" nodeType="afterEffect" presetClass="exit" presetID="1" presetSubtype="0">
                                  <p:stCondLst>
                                    <p:cond delay="1000"/>
                                  </p:stCondLst>
                                  <p:childTnLst>
                                    <p:set>
                                      <p:cBhvr>
                                        <p:cTn dur="1" fill="hold">
                                          <p:stCondLst>
                                            <p:cond delay="1"/>
                                          </p:stCondLst>
                                        </p:cTn>
                                        <p:tgtEl>
                                          <p:spTgt spid="9354"/>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9395"/>
                                        </p:tgtEl>
                                        <p:attrNameLst>
                                          <p:attrName>style.visibility</p:attrName>
                                        </p:attrNameLst>
                                      </p:cBhvr>
                                      <p:to>
                                        <p:strVal val="visible"/>
                                      </p:to>
                                    </p:set>
                                    <p:animEffect filter="fade" transition="in">
                                      <p:cBhvr>
                                        <p:cTn dur="500"/>
                                        <p:tgtEl>
                                          <p:spTgt spid="9395"/>
                                        </p:tgtEl>
                                      </p:cBhvr>
                                    </p:animEffect>
                                  </p:childTnLst>
                                </p:cTn>
                              </p:par>
                              <p:par>
                                <p:cTn fill="hold" nodeType="withEffect" presetClass="entr" presetID="1" presetSubtype="0">
                                  <p:stCondLst>
                                    <p:cond delay="1000"/>
                                  </p:stCondLst>
                                  <p:childTnLst>
                                    <p:set>
                                      <p:cBhvr>
                                        <p:cTn dur="1" fill="hold">
                                          <p:stCondLst>
                                            <p:cond delay="0"/>
                                          </p:stCondLst>
                                        </p:cTn>
                                        <p:tgtEl>
                                          <p:spTgt spid="93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32" name="Shape 9432"/>
        <p:cNvGrpSpPr/>
        <p:nvPr/>
      </p:nvGrpSpPr>
      <p:grpSpPr>
        <a:xfrm>
          <a:off x="0" y="0"/>
          <a:ext cx="0" cy="0"/>
          <a:chOff x="0" y="0"/>
          <a:chExt cx="0" cy="0"/>
        </a:xfrm>
      </p:grpSpPr>
      <p:sp>
        <p:nvSpPr>
          <p:cNvPr id="9433" name="Google Shape;9433;p113"/>
          <p:cNvSpPr txBox="1"/>
          <p:nvPr>
            <p:ph type="title"/>
          </p:nvPr>
        </p:nvSpPr>
        <p:spPr>
          <a:xfrm>
            <a:off x="811306" y="303903"/>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A day in the life: connecting to the Internet</a:t>
            </a:r>
            <a:endParaRPr/>
          </a:p>
        </p:txBody>
      </p:sp>
      <p:sp>
        <p:nvSpPr>
          <p:cNvPr id="9434" name="Google Shape;9434;p11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Link Layer: 6-</a:t>
            </a:r>
            <a:fld id="{00000000-1234-1234-1234-123412341234}" type="slidenum">
              <a:rPr lang="en-US"/>
              <a:t>‹#›</a:t>
            </a:fld>
            <a:endParaRPr/>
          </a:p>
        </p:txBody>
      </p:sp>
      <p:sp>
        <p:nvSpPr>
          <p:cNvPr id="9435" name="Google Shape;9435;p113"/>
          <p:cNvSpPr/>
          <p:nvPr/>
        </p:nvSpPr>
        <p:spPr>
          <a:xfrm>
            <a:off x="691870" y="1878292"/>
            <a:ext cx="3554412" cy="2754313"/>
          </a:xfrm>
          <a:custGeom>
            <a:rect b="b" l="l" r="r" t="t"/>
            <a:pathLst>
              <a:path extrusionOk="0" h="958" w="2406">
                <a:moveTo>
                  <a:pt x="2192" y="274"/>
                </a:moveTo>
                <a:cubicBezTo>
                  <a:pt x="1978" y="94"/>
                  <a:pt x="1990" y="122"/>
                  <a:pt x="1857" y="77"/>
                </a:cubicBezTo>
                <a:cubicBezTo>
                  <a:pt x="1724" y="32"/>
                  <a:pt x="1584" y="0"/>
                  <a:pt x="1393" y="7"/>
                </a:cubicBezTo>
                <a:cubicBezTo>
                  <a:pt x="1202" y="14"/>
                  <a:pt x="898" y="84"/>
                  <a:pt x="713" y="122"/>
                </a:cubicBezTo>
                <a:cubicBezTo>
                  <a:pt x="528" y="160"/>
                  <a:pt x="395" y="168"/>
                  <a:pt x="280" y="234"/>
                </a:cubicBezTo>
                <a:cubicBezTo>
                  <a:pt x="166" y="301"/>
                  <a:pt x="52" y="432"/>
                  <a:pt x="26" y="522"/>
                </a:cubicBezTo>
                <a:cubicBezTo>
                  <a:pt x="0" y="612"/>
                  <a:pt x="81" y="711"/>
                  <a:pt x="122" y="773"/>
                </a:cubicBezTo>
                <a:cubicBezTo>
                  <a:pt x="163" y="835"/>
                  <a:pt x="99" y="877"/>
                  <a:pt x="273" y="894"/>
                </a:cubicBezTo>
                <a:cubicBezTo>
                  <a:pt x="447" y="911"/>
                  <a:pt x="938" y="866"/>
                  <a:pt x="1169" y="876"/>
                </a:cubicBezTo>
                <a:cubicBezTo>
                  <a:pt x="1400" y="886"/>
                  <a:pt x="1499" y="950"/>
                  <a:pt x="1659" y="954"/>
                </a:cubicBezTo>
                <a:cubicBezTo>
                  <a:pt x="1819" y="958"/>
                  <a:pt x="2014" y="958"/>
                  <a:pt x="2129" y="897"/>
                </a:cubicBezTo>
                <a:cubicBezTo>
                  <a:pt x="2244" y="836"/>
                  <a:pt x="2327" y="856"/>
                  <a:pt x="2350" y="591"/>
                </a:cubicBezTo>
                <a:cubicBezTo>
                  <a:pt x="2373" y="326"/>
                  <a:pt x="2406" y="454"/>
                  <a:pt x="2192" y="274"/>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9436" name="Google Shape;9436;p113"/>
          <p:cNvCxnSpPr/>
          <p:nvPr/>
        </p:nvCxnSpPr>
        <p:spPr>
          <a:xfrm flipH="1" rot="10800000">
            <a:off x="3693832" y="2949855"/>
            <a:ext cx="155575" cy="142875"/>
          </a:xfrm>
          <a:prstGeom prst="straightConnector1">
            <a:avLst/>
          </a:prstGeom>
          <a:noFill/>
          <a:ln cap="flat" cmpd="sng" w="9525">
            <a:solidFill>
              <a:srgbClr val="000000"/>
            </a:solidFill>
            <a:prstDash val="solid"/>
            <a:round/>
            <a:headEnd len="med" w="med" type="none"/>
            <a:tailEnd len="med" w="med" type="none"/>
          </a:ln>
        </p:spPr>
      </p:cxnSp>
      <p:cxnSp>
        <p:nvCxnSpPr>
          <p:cNvPr id="9437" name="Google Shape;9437;p113"/>
          <p:cNvCxnSpPr/>
          <p:nvPr/>
        </p:nvCxnSpPr>
        <p:spPr>
          <a:xfrm>
            <a:off x="2584170" y="3122892"/>
            <a:ext cx="695325" cy="0"/>
          </a:xfrm>
          <a:prstGeom prst="straightConnector1">
            <a:avLst/>
          </a:prstGeom>
          <a:noFill/>
          <a:ln cap="flat" cmpd="sng" w="9525">
            <a:solidFill>
              <a:srgbClr val="000000"/>
            </a:solidFill>
            <a:prstDash val="solid"/>
            <a:round/>
            <a:headEnd len="med" w="med" type="none"/>
            <a:tailEnd len="med" w="med" type="none"/>
          </a:ln>
        </p:spPr>
      </p:cxnSp>
      <p:cxnSp>
        <p:nvCxnSpPr>
          <p:cNvPr id="9438" name="Google Shape;9438;p113"/>
          <p:cNvCxnSpPr/>
          <p:nvPr/>
        </p:nvCxnSpPr>
        <p:spPr>
          <a:xfrm flipH="1" rot="10800000">
            <a:off x="3843057" y="2806980"/>
            <a:ext cx="138113" cy="142875"/>
          </a:xfrm>
          <a:prstGeom prst="straightConnector1">
            <a:avLst/>
          </a:prstGeom>
          <a:noFill/>
          <a:ln cap="flat" cmpd="sng" w="9525">
            <a:solidFill>
              <a:srgbClr val="000000"/>
            </a:solidFill>
            <a:prstDash val="dash"/>
            <a:round/>
            <a:headEnd len="med" w="med" type="none"/>
            <a:tailEnd len="med" w="med" type="none"/>
          </a:ln>
        </p:spPr>
      </p:cxnSp>
      <p:cxnSp>
        <p:nvCxnSpPr>
          <p:cNvPr id="9439" name="Google Shape;9439;p113"/>
          <p:cNvCxnSpPr/>
          <p:nvPr/>
        </p:nvCxnSpPr>
        <p:spPr>
          <a:xfrm flipH="1" rot="10800000">
            <a:off x="3198532" y="3341967"/>
            <a:ext cx="512763" cy="612775"/>
          </a:xfrm>
          <a:prstGeom prst="straightConnector1">
            <a:avLst/>
          </a:prstGeom>
          <a:noFill/>
          <a:ln cap="flat" cmpd="sng" w="9525">
            <a:solidFill>
              <a:srgbClr val="000000"/>
            </a:solidFill>
            <a:prstDash val="solid"/>
            <a:round/>
            <a:headEnd len="med" w="med" type="none"/>
            <a:tailEnd len="med" w="med" type="none"/>
          </a:ln>
        </p:spPr>
      </p:cxnSp>
      <p:cxnSp>
        <p:nvCxnSpPr>
          <p:cNvPr id="9440" name="Google Shape;9440;p113"/>
          <p:cNvCxnSpPr/>
          <p:nvPr/>
        </p:nvCxnSpPr>
        <p:spPr>
          <a:xfrm flipH="1" rot="10800000">
            <a:off x="3670020" y="4087905"/>
            <a:ext cx="512015" cy="181161"/>
          </a:xfrm>
          <a:prstGeom prst="straightConnector1">
            <a:avLst/>
          </a:prstGeom>
          <a:noFill/>
          <a:ln cap="flat" cmpd="sng" w="9525">
            <a:solidFill>
              <a:srgbClr val="000000"/>
            </a:solidFill>
            <a:prstDash val="solid"/>
            <a:round/>
            <a:headEnd len="med" w="med" type="none"/>
            <a:tailEnd len="med" w="med" type="none"/>
          </a:ln>
        </p:spPr>
      </p:cxnSp>
      <p:grpSp>
        <p:nvGrpSpPr>
          <p:cNvPr id="9441" name="Google Shape;9441;p113"/>
          <p:cNvGrpSpPr/>
          <p:nvPr/>
        </p:nvGrpSpPr>
        <p:grpSpPr>
          <a:xfrm>
            <a:off x="3087416" y="2965438"/>
            <a:ext cx="960147" cy="436668"/>
            <a:chOff x="3668110" y="2448910"/>
            <a:chExt cx="3794234" cy="2165130"/>
          </a:xfrm>
        </p:grpSpPr>
        <p:sp>
          <p:nvSpPr>
            <p:cNvPr id="9442" name="Google Shape;9442;p113"/>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443" name="Google Shape;9443;p113"/>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9444" name="Google Shape;9444;p113"/>
            <p:cNvGrpSpPr/>
            <p:nvPr/>
          </p:nvGrpSpPr>
          <p:grpSpPr>
            <a:xfrm>
              <a:off x="3941378" y="2603243"/>
              <a:ext cx="3202061" cy="1066110"/>
              <a:chOff x="7939341" y="3037317"/>
              <a:chExt cx="897649" cy="353919"/>
            </a:xfrm>
          </p:grpSpPr>
          <p:sp>
            <p:nvSpPr>
              <p:cNvPr id="9445" name="Google Shape;9445;p113"/>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446" name="Google Shape;9446;p113"/>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447" name="Google Shape;9447;p113"/>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448" name="Google Shape;9448;p113"/>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9449" name="Google Shape;9449;p113"/>
          <p:cNvSpPr/>
          <p:nvPr/>
        </p:nvSpPr>
        <p:spPr>
          <a:xfrm rot="5400000">
            <a:off x="2648281" y="3003260"/>
            <a:ext cx="134168" cy="25558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sp>
        <p:nvSpPr>
          <p:cNvPr id="9450" name="Google Shape;9450;p113"/>
          <p:cNvSpPr/>
          <p:nvPr/>
        </p:nvSpPr>
        <p:spPr>
          <a:xfrm rot="5400000">
            <a:off x="3522564" y="4176324"/>
            <a:ext cx="140795" cy="179874"/>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grpSp>
        <p:nvGrpSpPr>
          <p:cNvPr id="9451" name="Google Shape;9451;p113"/>
          <p:cNvGrpSpPr/>
          <p:nvPr/>
        </p:nvGrpSpPr>
        <p:grpSpPr>
          <a:xfrm>
            <a:off x="1905000" y="2501153"/>
            <a:ext cx="954696" cy="842220"/>
            <a:chOff x="7432700" y="2327293"/>
            <a:chExt cx="534987" cy="414882"/>
          </a:xfrm>
        </p:grpSpPr>
        <p:pic>
          <p:nvPicPr>
            <p:cNvPr descr="antenna_stylized" id="9452" name="Google Shape;9452;p113"/>
            <p:cNvPicPr preferRelativeResize="0"/>
            <p:nvPr/>
          </p:nvPicPr>
          <p:blipFill rotWithShape="1">
            <a:blip r:embed="rId3">
              <a:alphaModFix/>
            </a:blip>
            <a:srcRect b="0" l="0" r="0" t="0"/>
            <a:stretch/>
          </p:blipFill>
          <p:spPr>
            <a:xfrm>
              <a:off x="7432700" y="2327293"/>
              <a:ext cx="530702" cy="223756"/>
            </a:xfrm>
            <a:prstGeom prst="rect">
              <a:avLst/>
            </a:prstGeom>
            <a:noFill/>
            <a:ln>
              <a:noFill/>
            </a:ln>
          </p:spPr>
        </p:pic>
        <p:pic>
          <p:nvPicPr>
            <p:cNvPr descr="laptop_keyboard" id="9453" name="Google Shape;9453;p113"/>
            <p:cNvPicPr preferRelativeResize="0"/>
            <p:nvPr/>
          </p:nvPicPr>
          <p:blipFill rotWithShape="1">
            <a:blip r:embed="rId4">
              <a:alphaModFix/>
            </a:blip>
            <a:srcRect b="0" l="0" r="0" t="0"/>
            <a:stretch/>
          </p:blipFill>
          <p:spPr>
            <a:xfrm flipH="1" rot="109064">
              <a:off x="7458407" y="2575770"/>
              <a:ext cx="437221" cy="159511"/>
            </a:xfrm>
            <a:prstGeom prst="rect">
              <a:avLst/>
            </a:prstGeom>
            <a:noFill/>
            <a:ln>
              <a:noFill/>
            </a:ln>
          </p:spPr>
        </p:pic>
        <p:sp>
          <p:nvSpPr>
            <p:cNvPr id="9454" name="Google Shape;9454;p113"/>
            <p:cNvSpPr/>
            <p:nvPr/>
          </p:nvSpPr>
          <p:spPr>
            <a:xfrm>
              <a:off x="7603304" y="242098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9455" name="Google Shape;9455;p113"/>
            <p:cNvPicPr preferRelativeResize="0"/>
            <p:nvPr/>
          </p:nvPicPr>
          <p:blipFill rotWithShape="1">
            <a:blip r:embed="rId5">
              <a:alphaModFix/>
            </a:blip>
            <a:srcRect b="0" l="0" r="0" t="0"/>
            <a:stretch/>
          </p:blipFill>
          <p:spPr>
            <a:xfrm>
              <a:off x="7620637" y="2426338"/>
              <a:ext cx="319785" cy="189429"/>
            </a:xfrm>
            <a:prstGeom prst="rect">
              <a:avLst/>
            </a:prstGeom>
            <a:noFill/>
            <a:ln>
              <a:noFill/>
            </a:ln>
          </p:spPr>
        </p:pic>
        <p:sp>
          <p:nvSpPr>
            <p:cNvPr id="9456" name="Google Shape;9456;p113"/>
            <p:cNvSpPr/>
            <p:nvPr/>
          </p:nvSpPr>
          <p:spPr>
            <a:xfrm>
              <a:off x="7667378" y="241484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457" name="Google Shape;9457;p113"/>
            <p:cNvSpPr/>
            <p:nvPr/>
          </p:nvSpPr>
          <p:spPr>
            <a:xfrm>
              <a:off x="7600188" y="241452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458" name="Google Shape;9458;p113"/>
            <p:cNvSpPr/>
            <p:nvPr/>
          </p:nvSpPr>
          <p:spPr>
            <a:xfrm>
              <a:off x="7874205" y="244334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459" name="Google Shape;9459;p113"/>
            <p:cNvSpPr/>
            <p:nvPr/>
          </p:nvSpPr>
          <p:spPr>
            <a:xfrm>
              <a:off x="7599214" y="256758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460" name="Google Shape;9460;p113"/>
            <p:cNvSpPr/>
            <p:nvPr/>
          </p:nvSpPr>
          <p:spPr>
            <a:xfrm>
              <a:off x="7884138" y="244491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461" name="Google Shape;9461;p113"/>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9462" name="Google Shape;9462;p113"/>
            <p:cNvGrpSpPr/>
            <p:nvPr/>
          </p:nvGrpSpPr>
          <p:grpSpPr>
            <a:xfrm>
              <a:off x="7594735" y="2642220"/>
              <a:ext cx="98740" cy="36846"/>
              <a:chOff x="1740" y="2642"/>
              <a:chExt cx="752" cy="327"/>
            </a:xfrm>
          </p:grpSpPr>
          <p:sp>
            <p:nvSpPr>
              <p:cNvPr id="9463" name="Google Shape;9463;p113"/>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464" name="Google Shape;9464;p113"/>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465" name="Google Shape;9465;p113"/>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466" name="Google Shape;9466;p113"/>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467" name="Google Shape;9467;p113"/>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468" name="Google Shape;9468;p113"/>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9469" name="Google Shape;9469;p113"/>
            <p:cNvSpPr/>
            <p:nvPr/>
          </p:nvSpPr>
          <p:spPr>
            <a:xfrm>
              <a:off x="7763780" y="264773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470" name="Google Shape;9470;p113"/>
            <p:cNvSpPr/>
            <p:nvPr/>
          </p:nvSpPr>
          <p:spPr>
            <a:xfrm>
              <a:off x="7458602" y="265418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471" name="Google Shape;9471;p113"/>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472" name="Google Shape;9472;p113"/>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473" name="Google Shape;9473;p113"/>
            <p:cNvSpPr/>
            <p:nvPr/>
          </p:nvSpPr>
          <p:spPr>
            <a:xfrm>
              <a:off x="7468535" y="264379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474" name="Google Shape;9474;p113"/>
            <p:cNvSpPr/>
            <p:nvPr/>
          </p:nvSpPr>
          <p:spPr>
            <a:xfrm flipH="1" rot="10800000">
              <a:off x="7758327" y="263875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9475" name="Google Shape;9475;p113"/>
          <p:cNvSpPr/>
          <p:nvPr/>
        </p:nvSpPr>
        <p:spPr>
          <a:xfrm rot="2603620">
            <a:off x="3123075" y="3881648"/>
            <a:ext cx="140795" cy="23552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grpSp>
        <p:nvGrpSpPr>
          <p:cNvPr id="9476" name="Google Shape;9476;p113"/>
          <p:cNvGrpSpPr/>
          <p:nvPr/>
        </p:nvGrpSpPr>
        <p:grpSpPr>
          <a:xfrm>
            <a:off x="2647027" y="4019872"/>
            <a:ext cx="853832" cy="472456"/>
            <a:chOff x="7493876" y="2774731"/>
            <a:chExt cx="1481958" cy="894622"/>
          </a:xfrm>
        </p:grpSpPr>
        <p:sp>
          <p:nvSpPr>
            <p:cNvPr id="9477" name="Google Shape;9477;p1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9478" name="Google Shape;9478;p1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9479" name="Google Shape;9479;p113"/>
            <p:cNvGrpSpPr/>
            <p:nvPr/>
          </p:nvGrpSpPr>
          <p:grpSpPr>
            <a:xfrm>
              <a:off x="7713663" y="2848339"/>
              <a:ext cx="1042107" cy="425543"/>
              <a:chOff x="7786941" y="2884917"/>
              <a:chExt cx="897649" cy="353919"/>
            </a:xfrm>
          </p:grpSpPr>
          <p:sp>
            <p:nvSpPr>
              <p:cNvPr id="9480" name="Google Shape;9480;p1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481" name="Google Shape;9481;p1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482" name="Google Shape;9482;p1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483" name="Google Shape;9483;p1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9484" name="Google Shape;9484;p113"/>
          <p:cNvSpPr txBox="1"/>
          <p:nvPr/>
        </p:nvSpPr>
        <p:spPr>
          <a:xfrm>
            <a:off x="2528047" y="4464423"/>
            <a:ext cx="1351524" cy="565283"/>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None/>
            </a:pPr>
            <a:r>
              <a:rPr lang="en-US" sz="1800">
                <a:solidFill>
                  <a:schemeClr val="dk1"/>
                </a:solidFill>
                <a:latin typeface="Calibri"/>
                <a:ea typeface="Calibri"/>
                <a:cs typeface="Calibri"/>
                <a:sym typeface="Calibri"/>
              </a:rPr>
              <a:t>router has </a:t>
            </a:r>
            <a:endParaRPr/>
          </a:p>
          <a:p>
            <a:pPr indent="0" lvl="0" marL="0" marR="0" rtl="0" algn="l">
              <a:lnSpc>
                <a:spcPct val="85000"/>
              </a:lnSpc>
              <a:spcBef>
                <a:spcPts val="0"/>
              </a:spcBef>
              <a:spcAft>
                <a:spcPts val="0"/>
              </a:spcAft>
              <a:buNone/>
            </a:pPr>
            <a:r>
              <a:rPr lang="en-US" sz="1800">
                <a:solidFill>
                  <a:schemeClr val="dk1"/>
                </a:solidFill>
                <a:latin typeface="Calibri"/>
                <a:ea typeface="Calibri"/>
                <a:cs typeface="Calibri"/>
                <a:sym typeface="Calibri"/>
              </a:rPr>
              <a:t>DHCP server</a:t>
            </a:r>
            <a:endParaRPr/>
          </a:p>
        </p:txBody>
      </p:sp>
      <p:sp>
        <p:nvSpPr>
          <p:cNvPr id="9485" name="Google Shape;9485;p113"/>
          <p:cNvSpPr txBox="1"/>
          <p:nvPr/>
        </p:nvSpPr>
        <p:spPr>
          <a:xfrm>
            <a:off x="2236695" y="2034987"/>
            <a:ext cx="1661032" cy="565283"/>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None/>
            </a:pPr>
            <a:r>
              <a:rPr lang="en-US" sz="1800">
                <a:solidFill>
                  <a:schemeClr val="dk1"/>
                </a:solidFill>
                <a:latin typeface="Calibri"/>
                <a:ea typeface="Calibri"/>
                <a:cs typeface="Calibri"/>
                <a:sym typeface="Calibri"/>
              </a:rPr>
              <a:t>arriving mobile:</a:t>
            </a:r>
            <a:endParaRPr/>
          </a:p>
          <a:p>
            <a:pPr indent="0" lvl="0" marL="0" marR="0" rtl="0" algn="l">
              <a:lnSpc>
                <a:spcPct val="85000"/>
              </a:lnSpc>
              <a:spcBef>
                <a:spcPts val="0"/>
              </a:spcBef>
              <a:spcAft>
                <a:spcPts val="0"/>
              </a:spcAft>
              <a:buNone/>
            </a:pPr>
            <a:r>
              <a:rPr lang="en-US" sz="1800">
                <a:solidFill>
                  <a:schemeClr val="dk1"/>
                </a:solidFill>
                <a:latin typeface="Calibri"/>
                <a:ea typeface="Calibri"/>
                <a:cs typeface="Calibri"/>
                <a:sym typeface="Calibri"/>
              </a:rPr>
              <a:t>DHCP client</a:t>
            </a:r>
            <a:endParaRPr/>
          </a:p>
        </p:txBody>
      </p:sp>
      <p:grpSp>
        <p:nvGrpSpPr>
          <p:cNvPr id="9486" name="Google Shape;9486;p113"/>
          <p:cNvGrpSpPr/>
          <p:nvPr/>
        </p:nvGrpSpPr>
        <p:grpSpPr>
          <a:xfrm>
            <a:off x="1316411" y="1330325"/>
            <a:ext cx="1014412" cy="1665288"/>
            <a:chOff x="651" y="681"/>
            <a:chExt cx="639" cy="1049"/>
          </a:xfrm>
        </p:grpSpPr>
        <p:sp>
          <p:nvSpPr>
            <p:cNvPr id="9487" name="Google Shape;9487;p113"/>
            <p:cNvSpPr/>
            <p:nvPr/>
          </p:nvSpPr>
          <p:spPr>
            <a:xfrm>
              <a:off x="662" y="698"/>
              <a:ext cx="628" cy="1032"/>
            </a:xfrm>
            <a:custGeom>
              <a:rect b="b" l="l" r="r" t="t"/>
              <a:pathLst>
                <a:path extrusionOk="0" h="11424" w="10394">
                  <a:moveTo>
                    <a:pt x="8212" y="0"/>
                  </a:moveTo>
                  <a:cubicBezTo>
                    <a:pt x="8939" y="3099"/>
                    <a:pt x="9142" y="6462"/>
                    <a:pt x="10394" y="9298"/>
                  </a:cubicBezTo>
                  <a:lnTo>
                    <a:pt x="9142" y="11424"/>
                  </a:lnTo>
                  <a:cubicBezTo>
                    <a:pt x="6926" y="10028"/>
                    <a:pt x="3047" y="9625"/>
                    <a:pt x="0" y="8726"/>
                  </a:cubicBezTo>
                  <a:lnTo>
                    <a:pt x="7550" y="8306"/>
                  </a:lnTo>
                  <a:cubicBezTo>
                    <a:pt x="7771" y="5537"/>
                    <a:pt x="7991" y="2769"/>
                    <a:pt x="8212" y="0"/>
                  </a:cubicBezTo>
                  <a:close/>
                </a:path>
              </a:pathLst>
            </a:custGeom>
            <a:gradFill>
              <a:gsLst>
                <a:gs pos="0">
                  <a:srgbClr val="7F7F7F"/>
                </a:gs>
                <a:gs pos="100000">
                  <a:srgbClr val="FFFFFF"/>
                </a:gs>
              </a:gsLst>
              <a:lin ang="72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9488" name="Google Shape;9488;p113"/>
            <p:cNvGrpSpPr/>
            <p:nvPr/>
          </p:nvGrpSpPr>
          <p:grpSpPr>
            <a:xfrm>
              <a:off x="651" y="681"/>
              <a:ext cx="501" cy="828"/>
              <a:chOff x="569" y="2954"/>
              <a:chExt cx="501" cy="828"/>
            </a:xfrm>
          </p:grpSpPr>
          <p:sp>
            <p:nvSpPr>
              <p:cNvPr id="9489" name="Google Shape;9489;p113"/>
              <p:cNvSpPr/>
              <p:nvPr/>
            </p:nvSpPr>
            <p:spPr>
              <a:xfrm>
                <a:off x="576" y="2973"/>
                <a:ext cx="493" cy="790"/>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490" name="Google Shape;9490;p113"/>
              <p:cNvSpPr txBox="1"/>
              <p:nvPr/>
            </p:nvSpPr>
            <p:spPr>
              <a:xfrm>
                <a:off x="593" y="2954"/>
                <a:ext cx="477" cy="82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DHCP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Eth</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Phy</a:t>
                </a:r>
                <a:endParaRPr/>
              </a:p>
            </p:txBody>
          </p:sp>
          <p:cxnSp>
            <p:nvCxnSpPr>
              <p:cNvPr id="9491" name="Google Shape;9491;p113"/>
              <p:cNvCxnSpPr/>
              <p:nvPr/>
            </p:nvCxnSpPr>
            <p:spPr>
              <a:xfrm>
                <a:off x="578" y="3130"/>
                <a:ext cx="489" cy="0"/>
              </a:xfrm>
              <a:prstGeom prst="straightConnector1">
                <a:avLst/>
              </a:prstGeom>
              <a:noFill/>
              <a:ln cap="flat" cmpd="sng" w="9525">
                <a:solidFill>
                  <a:srgbClr val="000000"/>
                </a:solidFill>
                <a:prstDash val="solid"/>
                <a:round/>
                <a:headEnd len="med" w="med" type="none"/>
                <a:tailEnd len="med" w="med" type="none"/>
              </a:ln>
            </p:spPr>
          </p:cxnSp>
          <p:cxnSp>
            <p:nvCxnSpPr>
              <p:cNvPr id="9492" name="Google Shape;9492;p113"/>
              <p:cNvCxnSpPr/>
              <p:nvPr/>
            </p:nvCxnSpPr>
            <p:spPr>
              <a:xfrm>
                <a:off x="575" y="3289"/>
                <a:ext cx="489" cy="0"/>
              </a:xfrm>
              <a:prstGeom prst="straightConnector1">
                <a:avLst/>
              </a:prstGeom>
              <a:noFill/>
              <a:ln cap="flat" cmpd="sng" w="9525">
                <a:solidFill>
                  <a:srgbClr val="000000"/>
                </a:solidFill>
                <a:prstDash val="solid"/>
                <a:round/>
                <a:headEnd len="med" w="med" type="none"/>
                <a:tailEnd len="med" w="med" type="none"/>
              </a:ln>
            </p:spPr>
          </p:cxnSp>
          <p:cxnSp>
            <p:nvCxnSpPr>
              <p:cNvPr id="9493" name="Google Shape;9493;p113"/>
              <p:cNvCxnSpPr/>
              <p:nvPr/>
            </p:nvCxnSpPr>
            <p:spPr>
              <a:xfrm>
                <a:off x="572" y="3448"/>
                <a:ext cx="489" cy="0"/>
              </a:xfrm>
              <a:prstGeom prst="straightConnector1">
                <a:avLst/>
              </a:prstGeom>
              <a:noFill/>
              <a:ln cap="flat" cmpd="sng" w="9525">
                <a:solidFill>
                  <a:srgbClr val="000000"/>
                </a:solidFill>
                <a:prstDash val="solid"/>
                <a:round/>
                <a:headEnd len="med" w="med" type="none"/>
                <a:tailEnd len="med" w="med" type="none"/>
              </a:ln>
            </p:spPr>
          </p:cxnSp>
          <p:cxnSp>
            <p:nvCxnSpPr>
              <p:cNvPr id="9494" name="Google Shape;9494;p113"/>
              <p:cNvCxnSpPr/>
              <p:nvPr/>
            </p:nvCxnSpPr>
            <p:spPr>
              <a:xfrm>
                <a:off x="569" y="3607"/>
                <a:ext cx="489" cy="0"/>
              </a:xfrm>
              <a:prstGeom prst="straightConnector1">
                <a:avLst/>
              </a:prstGeom>
              <a:noFill/>
              <a:ln cap="flat" cmpd="sng" w="9525">
                <a:solidFill>
                  <a:srgbClr val="000000"/>
                </a:solidFill>
                <a:prstDash val="solid"/>
                <a:round/>
                <a:headEnd len="med" w="med" type="none"/>
                <a:tailEnd len="med" w="med" type="none"/>
              </a:ln>
            </p:spPr>
          </p:cxnSp>
        </p:grpSp>
      </p:grpSp>
      <p:grpSp>
        <p:nvGrpSpPr>
          <p:cNvPr id="9495" name="Google Shape;9495;p113"/>
          <p:cNvGrpSpPr/>
          <p:nvPr/>
        </p:nvGrpSpPr>
        <p:grpSpPr>
          <a:xfrm>
            <a:off x="1598986" y="3330575"/>
            <a:ext cx="1316037" cy="1314450"/>
            <a:chOff x="931" y="1941"/>
            <a:chExt cx="829" cy="828"/>
          </a:xfrm>
        </p:grpSpPr>
        <p:sp>
          <p:nvSpPr>
            <p:cNvPr id="9496" name="Google Shape;9496;p113"/>
            <p:cNvSpPr/>
            <p:nvPr/>
          </p:nvSpPr>
          <p:spPr>
            <a:xfrm>
              <a:off x="1424" y="1965"/>
              <a:ext cx="336" cy="801"/>
            </a:xfrm>
            <a:custGeom>
              <a:rect b="b" l="l" r="r" t="t"/>
              <a:pathLst>
                <a:path extrusionOk="0" h="801" w="551">
                  <a:moveTo>
                    <a:pt x="14" y="0"/>
                  </a:moveTo>
                  <a:lnTo>
                    <a:pt x="551" y="402"/>
                  </a:lnTo>
                  <a:lnTo>
                    <a:pt x="6" y="801"/>
                  </a:lnTo>
                  <a:lnTo>
                    <a:pt x="13" y="535"/>
                  </a:lnTo>
                  <a:lnTo>
                    <a:pt x="0" y="371"/>
                  </a:lnTo>
                  <a:lnTo>
                    <a:pt x="14" y="0"/>
                  </a:lnTo>
                  <a:close/>
                </a:path>
              </a:pathLst>
            </a:custGeom>
            <a:gradFill>
              <a:gsLst>
                <a:gs pos="0">
                  <a:srgbClr val="BFBFBF"/>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9497" name="Google Shape;9497;p113"/>
            <p:cNvGrpSpPr/>
            <p:nvPr/>
          </p:nvGrpSpPr>
          <p:grpSpPr>
            <a:xfrm>
              <a:off x="931" y="1941"/>
              <a:ext cx="501" cy="828"/>
              <a:chOff x="569" y="2954"/>
              <a:chExt cx="501" cy="828"/>
            </a:xfrm>
          </p:grpSpPr>
          <p:sp>
            <p:nvSpPr>
              <p:cNvPr id="9498" name="Google Shape;9498;p113"/>
              <p:cNvSpPr/>
              <p:nvPr/>
            </p:nvSpPr>
            <p:spPr>
              <a:xfrm>
                <a:off x="576" y="2973"/>
                <a:ext cx="493" cy="790"/>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499" name="Google Shape;9499;p113"/>
              <p:cNvSpPr txBox="1"/>
              <p:nvPr/>
            </p:nvSpPr>
            <p:spPr>
              <a:xfrm>
                <a:off x="593" y="2954"/>
                <a:ext cx="477" cy="82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DHCP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Eth</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Phy</a:t>
                </a:r>
                <a:endParaRPr/>
              </a:p>
            </p:txBody>
          </p:sp>
          <p:cxnSp>
            <p:nvCxnSpPr>
              <p:cNvPr id="9500" name="Google Shape;9500;p113"/>
              <p:cNvCxnSpPr/>
              <p:nvPr/>
            </p:nvCxnSpPr>
            <p:spPr>
              <a:xfrm>
                <a:off x="578" y="3130"/>
                <a:ext cx="489" cy="0"/>
              </a:xfrm>
              <a:prstGeom prst="straightConnector1">
                <a:avLst/>
              </a:prstGeom>
              <a:noFill/>
              <a:ln cap="flat" cmpd="sng" w="9525">
                <a:solidFill>
                  <a:srgbClr val="000000"/>
                </a:solidFill>
                <a:prstDash val="solid"/>
                <a:round/>
                <a:headEnd len="med" w="med" type="none"/>
                <a:tailEnd len="med" w="med" type="none"/>
              </a:ln>
            </p:spPr>
          </p:cxnSp>
          <p:cxnSp>
            <p:nvCxnSpPr>
              <p:cNvPr id="9501" name="Google Shape;9501;p113"/>
              <p:cNvCxnSpPr/>
              <p:nvPr/>
            </p:nvCxnSpPr>
            <p:spPr>
              <a:xfrm>
                <a:off x="575" y="3289"/>
                <a:ext cx="489" cy="0"/>
              </a:xfrm>
              <a:prstGeom prst="straightConnector1">
                <a:avLst/>
              </a:prstGeom>
              <a:noFill/>
              <a:ln cap="flat" cmpd="sng" w="9525">
                <a:solidFill>
                  <a:srgbClr val="000000"/>
                </a:solidFill>
                <a:prstDash val="solid"/>
                <a:round/>
                <a:headEnd len="med" w="med" type="none"/>
                <a:tailEnd len="med" w="med" type="none"/>
              </a:ln>
            </p:spPr>
          </p:cxnSp>
          <p:cxnSp>
            <p:nvCxnSpPr>
              <p:cNvPr id="9502" name="Google Shape;9502;p113"/>
              <p:cNvCxnSpPr/>
              <p:nvPr/>
            </p:nvCxnSpPr>
            <p:spPr>
              <a:xfrm>
                <a:off x="572" y="3448"/>
                <a:ext cx="489" cy="0"/>
              </a:xfrm>
              <a:prstGeom prst="straightConnector1">
                <a:avLst/>
              </a:prstGeom>
              <a:noFill/>
              <a:ln cap="flat" cmpd="sng" w="9525">
                <a:solidFill>
                  <a:srgbClr val="000000"/>
                </a:solidFill>
                <a:prstDash val="solid"/>
                <a:round/>
                <a:headEnd len="med" w="med" type="none"/>
                <a:tailEnd len="med" w="med" type="none"/>
              </a:ln>
            </p:spPr>
          </p:cxnSp>
          <p:cxnSp>
            <p:nvCxnSpPr>
              <p:cNvPr id="9503" name="Google Shape;9503;p113"/>
              <p:cNvCxnSpPr/>
              <p:nvPr/>
            </p:nvCxnSpPr>
            <p:spPr>
              <a:xfrm>
                <a:off x="569" y="3607"/>
                <a:ext cx="489" cy="0"/>
              </a:xfrm>
              <a:prstGeom prst="straightConnector1">
                <a:avLst/>
              </a:prstGeom>
              <a:noFill/>
              <a:ln cap="flat" cmpd="sng" w="9525">
                <a:solidFill>
                  <a:srgbClr val="000000"/>
                </a:solidFill>
                <a:prstDash val="solid"/>
                <a:round/>
                <a:headEnd len="med" w="med" type="none"/>
                <a:tailEnd len="med" w="med" type="none"/>
              </a:ln>
            </p:spPr>
          </p:cxnSp>
        </p:grpSp>
      </p:grpSp>
      <p:grpSp>
        <p:nvGrpSpPr>
          <p:cNvPr id="9504" name="Google Shape;9504;p113"/>
          <p:cNvGrpSpPr/>
          <p:nvPr/>
        </p:nvGrpSpPr>
        <p:grpSpPr>
          <a:xfrm>
            <a:off x="2606022" y="3858371"/>
            <a:ext cx="358775" cy="623888"/>
            <a:chOff x="4140" y="429"/>
            <a:chExt cx="1425" cy="2396"/>
          </a:xfrm>
        </p:grpSpPr>
        <p:sp>
          <p:nvSpPr>
            <p:cNvPr id="9505" name="Google Shape;9505;p11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506" name="Google Shape;9506;p113"/>
            <p:cNvSpPr/>
            <p:nvPr/>
          </p:nvSpPr>
          <p:spPr>
            <a:xfrm>
              <a:off x="4203" y="429"/>
              <a:ext cx="1053" cy="2286"/>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507" name="Google Shape;9507;p11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508" name="Google Shape;9508;p11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509" name="Google Shape;9509;p113"/>
            <p:cNvSpPr/>
            <p:nvPr/>
          </p:nvSpPr>
          <p:spPr>
            <a:xfrm>
              <a:off x="4209" y="691"/>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9510" name="Google Shape;9510;p113"/>
            <p:cNvGrpSpPr/>
            <p:nvPr/>
          </p:nvGrpSpPr>
          <p:grpSpPr>
            <a:xfrm>
              <a:off x="4751" y="667"/>
              <a:ext cx="580" cy="146"/>
              <a:chOff x="617" y="2567"/>
              <a:chExt cx="724" cy="140"/>
            </a:xfrm>
          </p:grpSpPr>
          <p:sp>
            <p:nvSpPr>
              <p:cNvPr id="9511" name="Google Shape;9511;p113"/>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512" name="Google Shape;9512;p113"/>
              <p:cNvSpPr/>
              <p:nvPr/>
            </p:nvSpPr>
            <p:spPr>
              <a:xfrm>
                <a:off x="633" y="2584"/>
                <a:ext cx="692"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9513" name="Google Shape;9513;p113"/>
            <p:cNvSpPr/>
            <p:nvPr/>
          </p:nvSpPr>
          <p:spPr>
            <a:xfrm>
              <a:off x="4222" y="1020"/>
              <a:ext cx="599"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9514" name="Google Shape;9514;p113"/>
            <p:cNvGrpSpPr/>
            <p:nvPr/>
          </p:nvGrpSpPr>
          <p:grpSpPr>
            <a:xfrm>
              <a:off x="4745" y="996"/>
              <a:ext cx="580" cy="134"/>
              <a:chOff x="612" y="2570"/>
              <a:chExt cx="724" cy="139"/>
            </a:xfrm>
          </p:grpSpPr>
          <p:sp>
            <p:nvSpPr>
              <p:cNvPr id="9515" name="Google Shape;9515;p113"/>
              <p:cNvSpPr/>
              <p:nvPr/>
            </p:nvSpPr>
            <p:spPr>
              <a:xfrm>
                <a:off x="612" y="2570"/>
                <a:ext cx="724"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516" name="Google Shape;9516;p113"/>
              <p:cNvSpPr/>
              <p:nvPr/>
            </p:nvSpPr>
            <p:spPr>
              <a:xfrm>
                <a:off x="628" y="2589"/>
                <a:ext cx="692"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9517" name="Google Shape;9517;p113"/>
            <p:cNvSpPr/>
            <p:nvPr/>
          </p:nvSpPr>
          <p:spPr>
            <a:xfrm>
              <a:off x="4216" y="1356"/>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518" name="Google Shape;9518;p113"/>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9519" name="Google Shape;9519;p113"/>
            <p:cNvGrpSpPr/>
            <p:nvPr/>
          </p:nvGrpSpPr>
          <p:grpSpPr>
            <a:xfrm>
              <a:off x="4733" y="1636"/>
              <a:ext cx="586" cy="140"/>
              <a:chOff x="611" y="2576"/>
              <a:chExt cx="730" cy="129"/>
            </a:xfrm>
          </p:grpSpPr>
          <p:sp>
            <p:nvSpPr>
              <p:cNvPr id="9520" name="Google Shape;9520;p113"/>
              <p:cNvSpPr/>
              <p:nvPr/>
            </p:nvSpPr>
            <p:spPr>
              <a:xfrm>
                <a:off x="611" y="2576"/>
                <a:ext cx="730" cy="12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521" name="Google Shape;9521;p113"/>
              <p:cNvSpPr/>
              <p:nvPr/>
            </p:nvSpPr>
            <p:spPr>
              <a:xfrm>
                <a:off x="627" y="2588"/>
                <a:ext cx="699"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9522" name="Google Shape;9522;p11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9523" name="Google Shape;9523;p113"/>
            <p:cNvGrpSpPr/>
            <p:nvPr/>
          </p:nvGrpSpPr>
          <p:grpSpPr>
            <a:xfrm>
              <a:off x="4739" y="1325"/>
              <a:ext cx="580" cy="140"/>
              <a:chOff x="614" y="2566"/>
              <a:chExt cx="723" cy="140"/>
            </a:xfrm>
          </p:grpSpPr>
          <p:sp>
            <p:nvSpPr>
              <p:cNvPr id="9524" name="Google Shape;9524;p113"/>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525" name="Google Shape;9525;p113"/>
              <p:cNvSpPr/>
              <p:nvPr/>
            </p:nvSpPr>
            <p:spPr>
              <a:xfrm>
                <a:off x="630" y="2585"/>
                <a:ext cx="691"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9526" name="Google Shape;9526;p113"/>
            <p:cNvSpPr/>
            <p:nvPr/>
          </p:nvSpPr>
          <p:spPr>
            <a:xfrm>
              <a:off x="5250" y="429"/>
              <a:ext cx="69" cy="2286"/>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527" name="Google Shape;9527;p11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528" name="Google Shape;9528;p11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529" name="Google Shape;9529;p113"/>
            <p:cNvSpPr/>
            <p:nvPr/>
          </p:nvSpPr>
          <p:spPr>
            <a:xfrm>
              <a:off x="5515" y="2612"/>
              <a:ext cx="50" cy="98"/>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530" name="Google Shape;9530;p11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531" name="Google Shape;9531;p113"/>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532" name="Google Shape;9532;p113"/>
            <p:cNvSpPr/>
            <p:nvPr/>
          </p:nvSpPr>
          <p:spPr>
            <a:xfrm>
              <a:off x="4203" y="2709"/>
              <a:ext cx="1072" cy="85"/>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533" name="Google Shape;9533;p113"/>
            <p:cNvSpPr/>
            <p:nvPr/>
          </p:nvSpPr>
          <p:spPr>
            <a:xfrm>
              <a:off x="4310" y="2386"/>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534" name="Google Shape;9534;p113"/>
            <p:cNvSpPr/>
            <p:nvPr/>
          </p:nvSpPr>
          <p:spPr>
            <a:xfrm>
              <a:off x="4487" y="2386"/>
              <a:ext cx="158" cy="14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9535" name="Google Shape;9535;p113"/>
            <p:cNvSpPr/>
            <p:nvPr/>
          </p:nvSpPr>
          <p:spPr>
            <a:xfrm>
              <a:off x="4663" y="2380"/>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536" name="Google Shape;9536;p113"/>
            <p:cNvSpPr/>
            <p:nvPr/>
          </p:nvSpPr>
          <p:spPr>
            <a:xfrm>
              <a:off x="5061" y="1837"/>
              <a:ext cx="88" cy="756"/>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9537" name="Google Shape;9537;p113"/>
          <p:cNvSpPr txBox="1"/>
          <p:nvPr/>
        </p:nvSpPr>
        <p:spPr>
          <a:xfrm>
            <a:off x="5231672" y="1504912"/>
            <a:ext cx="6548848" cy="1573213"/>
          </a:xfrm>
          <a:prstGeom prst="rect">
            <a:avLst/>
          </a:prstGeom>
          <a:noFill/>
          <a:ln>
            <a:noFill/>
          </a:ln>
        </p:spPr>
        <p:txBody>
          <a:bodyPr anchorCtr="0" anchor="t" bIns="45700" lIns="91425" spcFirstLastPara="1" rIns="91425" wrap="square" tIns="45700">
            <a:noAutofit/>
          </a:bodyPr>
          <a:lstStyle/>
          <a:p>
            <a:pPr indent="-231775" lvl="0" marL="231775" marR="0" rtl="0" algn="l">
              <a:lnSpc>
                <a:spcPct val="80000"/>
              </a:lnSpc>
              <a:spcBef>
                <a:spcPts val="0"/>
              </a:spcBef>
              <a:spcAft>
                <a:spcPts val="0"/>
              </a:spcAft>
              <a:buClr>
                <a:srgbClr val="000099"/>
              </a:buClr>
              <a:buSzPts val="2800"/>
              <a:buFont typeface="Noto Sans Symbols"/>
              <a:buChar char="▪"/>
            </a:pPr>
            <a:r>
              <a:rPr lang="en-US" sz="2800">
                <a:solidFill>
                  <a:schemeClr val="dk1"/>
                </a:solidFill>
                <a:latin typeface="Calibri"/>
                <a:ea typeface="Calibri"/>
                <a:cs typeface="Calibri"/>
                <a:sym typeface="Calibri"/>
              </a:rPr>
              <a:t>DHCP server formulates </a:t>
            </a:r>
            <a:r>
              <a:rPr lang="en-US" sz="2800">
                <a:solidFill>
                  <a:srgbClr val="C00000"/>
                </a:solidFill>
                <a:latin typeface="Calibri"/>
                <a:ea typeface="Calibri"/>
                <a:cs typeface="Calibri"/>
                <a:sym typeface="Calibri"/>
              </a:rPr>
              <a:t>DHCP ACK </a:t>
            </a:r>
            <a:r>
              <a:rPr lang="en-US" sz="2800">
                <a:solidFill>
                  <a:schemeClr val="dk1"/>
                </a:solidFill>
                <a:latin typeface="Calibri"/>
                <a:ea typeface="Calibri"/>
                <a:cs typeface="Calibri"/>
                <a:sym typeface="Calibri"/>
              </a:rPr>
              <a:t>containing client’s IP address, IP address of first-hop router for client, name &amp; IP address of DNS server</a:t>
            </a:r>
            <a:endParaRPr/>
          </a:p>
          <a:p>
            <a:pPr indent="-165100" lvl="0" marL="342900" marR="0" rtl="0" algn="l">
              <a:lnSpc>
                <a:spcPct val="80000"/>
              </a:lnSpc>
              <a:spcBef>
                <a:spcPts val="560"/>
              </a:spcBef>
              <a:spcAft>
                <a:spcPts val="0"/>
              </a:spcAft>
              <a:buClr>
                <a:srgbClr val="000099"/>
              </a:buClr>
              <a:buSzPts val="2800"/>
              <a:buFont typeface="Noto Sans Symbols"/>
              <a:buNone/>
            </a:pPr>
            <a:r>
              <a:t/>
            </a:r>
            <a:endParaRPr sz="2800">
              <a:solidFill>
                <a:schemeClr val="dk1"/>
              </a:solidFill>
              <a:latin typeface="Calibri"/>
              <a:ea typeface="Calibri"/>
              <a:cs typeface="Calibri"/>
              <a:sym typeface="Calibri"/>
            </a:endParaRPr>
          </a:p>
        </p:txBody>
      </p:sp>
      <p:grpSp>
        <p:nvGrpSpPr>
          <p:cNvPr id="9538" name="Google Shape;9538;p113"/>
          <p:cNvGrpSpPr/>
          <p:nvPr/>
        </p:nvGrpSpPr>
        <p:grpSpPr>
          <a:xfrm>
            <a:off x="379319" y="3300692"/>
            <a:ext cx="1081088" cy="1166813"/>
            <a:chOff x="42" y="744"/>
            <a:chExt cx="681" cy="735"/>
          </a:xfrm>
        </p:grpSpPr>
        <p:grpSp>
          <p:nvGrpSpPr>
            <p:cNvPr id="9539" name="Google Shape;9539;p113"/>
            <p:cNvGrpSpPr/>
            <p:nvPr/>
          </p:nvGrpSpPr>
          <p:grpSpPr>
            <a:xfrm>
              <a:off x="42" y="886"/>
              <a:ext cx="681" cy="468"/>
              <a:chOff x="42" y="886"/>
              <a:chExt cx="681" cy="468"/>
            </a:xfrm>
          </p:grpSpPr>
          <p:grpSp>
            <p:nvGrpSpPr>
              <p:cNvPr id="9540" name="Google Shape;9540;p113"/>
              <p:cNvGrpSpPr/>
              <p:nvPr/>
            </p:nvGrpSpPr>
            <p:grpSpPr>
              <a:xfrm>
                <a:off x="278" y="886"/>
                <a:ext cx="397" cy="154"/>
                <a:chOff x="740" y="3209"/>
                <a:chExt cx="397" cy="154"/>
              </a:xfrm>
            </p:grpSpPr>
            <p:grpSp>
              <p:nvGrpSpPr>
                <p:cNvPr id="9541" name="Google Shape;9541;p113"/>
                <p:cNvGrpSpPr/>
                <p:nvPr/>
              </p:nvGrpSpPr>
              <p:grpSpPr>
                <a:xfrm>
                  <a:off x="794" y="3209"/>
                  <a:ext cx="343" cy="154"/>
                  <a:chOff x="844" y="3337"/>
                  <a:chExt cx="343" cy="154"/>
                </a:xfrm>
              </p:grpSpPr>
              <p:sp>
                <p:nvSpPr>
                  <p:cNvPr id="9542" name="Google Shape;9542;p113"/>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543" name="Google Shape;9543;p113"/>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sp>
              <p:nvSpPr>
                <p:cNvPr id="9544" name="Google Shape;9544;p113"/>
                <p:cNvSpPr/>
                <p:nvPr/>
              </p:nvSpPr>
              <p:spPr>
                <a:xfrm>
                  <a:off x="750" y="3244"/>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545" name="Google Shape;9545;p113"/>
                <p:cNvSpPr/>
                <p:nvPr/>
              </p:nvSpPr>
              <p:spPr>
                <a:xfrm>
                  <a:off x="740" y="3238"/>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9546" name="Google Shape;9546;p113"/>
              <p:cNvGrpSpPr/>
              <p:nvPr/>
            </p:nvGrpSpPr>
            <p:grpSpPr>
              <a:xfrm>
                <a:off x="278" y="1034"/>
                <a:ext cx="397" cy="154"/>
                <a:chOff x="836" y="3305"/>
                <a:chExt cx="397" cy="154"/>
              </a:xfrm>
            </p:grpSpPr>
            <p:grpSp>
              <p:nvGrpSpPr>
                <p:cNvPr id="9547" name="Google Shape;9547;p113"/>
                <p:cNvGrpSpPr/>
                <p:nvPr/>
              </p:nvGrpSpPr>
              <p:grpSpPr>
                <a:xfrm>
                  <a:off x="890" y="3305"/>
                  <a:ext cx="343" cy="154"/>
                  <a:chOff x="844" y="3337"/>
                  <a:chExt cx="343" cy="154"/>
                </a:xfrm>
              </p:grpSpPr>
              <p:sp>
                <p:nvSpPr>
                  <p:cNvPr id="9548" name="Google Shape;9548;p113"/>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549" name="Google Shape;9549;p113"/>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nvGrpSpPr>
                <p:cNvPr id="9550" name="Google Shape;9550;p113"/>
                <p:cNvGrpSpPr/>
                <p:nvPr/>
              </p:nvGrpSpPr>
              <p:grpSpPr>
                <a:xfrm>
                  <a:off x="836" y="3334"/>
                  <a:ext cx="354" cy="94"/>
                  <a:chOff x="836" y="3334"/>
                  <a:chExt cx="354" cy="94"/>
                </a:xfrm>
              </p:grpSpPr>
              <p:sp>
                <p:nvSpPr>
                  <p:cNvPr id="9551" name="Google Shape;9551;p113"/>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552" name="Google Shape;9552;p113"/>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grpSp>
            <p:nvGrpSpPr>
              <p:cNvPr id="9553" name="Google Shape;9553;p113"/>
              <p:cNvGrpSpPr/>
              <p:nvPr/>
            </p:nvGrpSpPr>
            <p:grpSpPr>
              <a:xfrm>
                <a:off x="165" y="1054"/>
                <a:ext cx="480" cy="112"/>
                <a:chOff x="627" y="3377"/>
                <a:chExt cx="480" cy="112"/>
              </a:xfrm>
            </p:grpSpPr>
            <p:sp>
              <p:nvSpPr>
                <p:cNvPr id="9554" name="Google Shape;9554;p113"/>
                <p:cNvSpPr/>
                <p:nvPr/>
              </p:nvSpPr>
              <p:spPr>
                <a:xfrm>
                  <a:off x="636" y="3388"/>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555" name="Google Shape;9555;p113"/>
                <p:cNvSpPr/>
                <p:nvPr/>
              </p:nvSpPr>
              <p:spPr>
                <a:xfrm>
                  <a:off x="627" y="3377"/>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9556" name="Google Shape;9556;p113"/>
              <p:cNvGrpSpPr/>
              <p:nvPr/>
            </p:nvGrpSpPr>
            <p:grpSpPr>
              <a:xfrm>
                <a:off x="42" y="1200"/>
                <a:ext cx="681" cy="154"/>
                <a:chOff x="504" y="3523"/>
                <a:chExt cx="681" cy="154"/>
              </a:xfrm>
            </p:grpSpPr>
            <p:grpSp>
              <p:nvGrpSpPr>
                <p:cNvPr id="9557" name="Google Shape;9557;p113"/>
                <p:cNvGrpSpPr/>
                <p:nvPr/>
              </p:nvGrpSpPr>
              <p:grpSpPr>
                <a:xfrm>
                  <a:off x="623" y="3523"/>
                  <a:ext cx="510" cy="154"/>
                  <a:chOff x="723" y="3453"/>
                  <a:chExt cx="510" cy="154"/>
                </a:xfrm>
              </p:grpSpPr>
              <p:grpSp>
                <p:nvGrpSpPr>
                  <p:cNvPr id="9558" name="Google Shape;9558;p113"/>
                  <p:cNvGrpSpPr/>
                  <p:nvPr/>
                </p:nvGrpSpPr>
                <p:grpSpPr>
                  <a:xfrm>
                    <a:off x="836" y="3453"/>
                    <a:ext cx="397" cy="154"/>
                    <a:chOff x="836" y="3305"/>
                    <a:chExt cx="397" cy="154"/>
                  </a:xfrm>
                </p:grpSpPr>
                <p:grpSp>
                  <p:nvGrpSpPr>
                    <p:cNvPr id="9559" name="Google Shape;9559;p113"/>
                    <p:cNvGrpSpPr/>
                    <p:nvPr/>
                  </p:nvGrpSpPr>
                  <p:grpSpPr>
                    <a:xfrm>
                      <a:off x="890" y="3305"/>
                      <a:ext cx="343" cy="154"/>
                      <a:chOff x="844" y="3337"/>
                      <a:chExt cx="343" cy="154"/>
                    </a:xfrm>
                  </p:grpSpPr>
                  <p:sp>
                    <p:nvSpPr>
                      <p:cNvPr id="9560" name="Google Shape;9560;p113"/>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561" name="Google Shape;9561;p113"/>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nvGrpSpPr>
                    <p:cNvPr id="9562" name="Google Shape;9562;p113"/>
                    <p:cNvGrpSpPr/>
                    <p:nvPr/>
                  </p:nvGrpSpPr>
                  <p:grpSpPr>
                    <a:xfrm>
                      <a:off x="836" y="3334"/>
                      <a:ext cx="354" cy="94"/>
                      <a:chOff x="836" y="3334"/>
                      <a:chExt cx="354" cy="94"/>
                    </a:xfrm>
                  </p:grpSpPr>
                  <p:sp>
                    <p:nvSpPr>
                      <p:cNvPr id="9563" name="Google Shape;9563;p113"/>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564" name="Google Shape;9564;p113"/>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sp>
                <p:nvSpPr>
                  <p:cNvPr id="9565" name="Google Shape;9565;p113"/>
                  <p:cNvSpPr/>
                  <p:nvPr/>
                </p:nvSpPr>
                <p:spPr>
                  <a:xfrm>
                    <a:off x="732" y="3484"/>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566" name="Google Shape;9566;p113"/>
                  <p:cNvSpPr/>
                  <p:nvPr/>
                </p:nvSpPr>
                <p:spPr>
                  <a:xfrm>
                    <a:off x="723" y="3473"/>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9567" name="Google Shape;9567;p113"/>
                <p:cNvSpPr/>
                <p:nvPr/>
              </p:nvSpPr>
              <p:spPr>
                <a:xfrm>
                  <a:off x="517" y="3545"/>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568" name="Google Shape;9568;p113"/>
                <p:cNvSpPr/>
                <p:nvPr/>
              </p:nvSpPr>
              <p:spPr>
                <a:xfrm>
                  <a:off x="1115" y="3544"/>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569" name="Google Shape;9569;p113"/>
                <p:cNvSpPr/>
                <p:nvPr/>
              </p:nvSpPr>
              <p:spPr>
                <a:xfrm>
                  <a:off x="504" y="3529"/>
                  <a:ext cx="681" cy="138"/>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sp>
          <p:nvSpPr>
            <p:cNvPr id="9570" name="Google Shape;9570;p113"/>
            <p:cNvSpPr/>
            <p:nvPr/>
          </p:nvSpPr>
          <p:spPr>
            <a:xfrm>
              <a:off x="384" y="744"/>
              <a:ext cx="240" cy="735"/>
            </a:xfrm>
            <a:prstGeom prst="downArrow">
              <a:avLst>
                <a:gd fmla="val 54167" name="adj1"/>
                <a:gd fmla="val 49170" name="adj2"/>
              </a:avLst>
            </a:prstGeom>
            <a:gradFill>
              <a:gsLst>
                <a:gs pos="0">
                  <a:srgbClr val="FF0000">
                    <a:alpha val="24705"/>
                  </a:srgbClr>
                </a:gs>
                <a:gs pos="100000">
                  <a:srgbClr val="FF0000">
                    <a:alpha val="24705"/>
                  </a:srgbClr>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9571" name="Google Shape;9571;p113"/>
          <p:cNvGrpSpPr/>
          <p:nvPr/>
        </p:nvGrpSpPr>
        <p:grpSpPr>
          <a:xfrm>
            <a:off x="476157" y="4386542"/>
            <a:ext cx="1081087" cy="244475"/>
            <a:chOff x="504" y="3523"/>
            <a:chExt cx="681" cy="154"/>
          </a:xfrm>
        </p:grpSpPr>
        <p:grpSp>
          <p:nvGrpSpPr>
            <p:cNvPr id="9572" name="Google Shape;9572;p113"/>
            <p:cNvGrpSpPr/>
            <p:nvPr/>
          </p:nvGrpSpPr>
          <p:grpSpPr>
            <a:xfrm>
              <a:off x="623" y="3523"/>
              <a:ext cx="510" cy="154"/>
              <a:chOff x="723" y="3453"/>
              <a:chExt cx="510" cy="154"/>
            </a:xfrm>
          </p:grpSpPr>
          <p:grpSp>
            <p:nvGrpSpPr>
              <p:cNvPr id="9573" name="Google Shape;9573;p113"/>
              <p:cNvGrpSpPr/>
              <p:nvPr/>
            </p:nvGrpSpPr>
            <p:grpSpPr>
              <a:xfrm>
                <a:off x="836" y="3453"/>
                <a:ext cx="397" cy="154"/>
                <a:chOff x="836" y="3305"/>
                <a:chExt cx="397" cy="154"/>
              </a:xfrm>
            </p:grpSpPr>
            <p:grpSp>
              <p:nvGrpSpPr>
                <p:cNvPr id="9574" name="Google Shape;9574;p113"/>
                <p:cNvGrpSpPr/>
                <p:nvPr/>
              </p:nvGrpSpPr>
              <p:grpSpPr>
                <a:xfrm>
                  <a:off x="890" y="3305"/>
                  <a:ext cx="343" cy="154"/>
                  <a:chOff x="844" y="3337"/>
                  <a:chExt cx="343" cy="154"/>
                </a:xfrm>
              </p:grpSpPr>
              <p:sp>
                <p:nvSpPr>
                  <p:cNvPr id="9575" name="Google Shape;9575;p113"/>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576" name="Google Shape;9576;p113"/>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nvGrpSpPr>
                <p:cNvPr id="9577" name="Google Shape;9577;p113"/>
                <p:cNvGrpSpPr/>
                <p:nvPr/>
              </p:nvGrpSpPr>
              <p:grpSpPr>
                <a:xfrm>
                  <a:off x="836" y="3334"/>
                  <a:ext cx="354" cy="94"/>
                  <a:chOff x="836" y="3334"/>
                  <a:chExt cx="354" cy="94"/>
                </a:xfrm>
              </p:grpSpPr>
              <p:sp>
                <p:nvSpPr>
                  <p:cNvPr id="9578" name="Google Shape;9578;p113"/>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579" name="Google Shape;9579;p113"/>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sp>
            <p:nvSpPr>
              <p:cNvPr id="9580" name="Google Shape;9580;p113"/>
              <p:cNvSpPr/>
              <p:nvPr/>
            </p:nvSpPr>
            <p:spPr>
              <a:xfrm>
                <a:off x="732" y="3484"/>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581" name="Google Shape;9581;p113"/>
              <p:cNvSpPr/>
              <p:nvPr/>
            </p:nvSpPr>
            <p:spPr>
              <a:xfrm>
                <a:off x="723" y="3473"/>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9582" name="Google Shape;9582;p113"/>
            <p:cNvSpPr/>
            <p:nvPr/>
          </p:nvSpPr>
          <p:spPr>
            <a:xfrm>
              <a:off x="517" y="3545"/>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583" name="Google Shape;9583;p113"/>
            <p:cNvSpPr/>
            <p:nvPr/>
          </p:nvSpPr>
          <p:spPr>
            <a:xfrm>
              <a:off x="1115" y="3544"/>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584" name="Google Shape;9584;p113"/>
            <p:cNvSpPr/>
            <p:nvPr/>
          </p:nvSpPr>
          <p:spPr>
            <a:xfrm>
              <a:off x="504" y="3529"/>
              <a:ext cx="681" cy="138"/>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9585" name="Google Shape;9585;p113"/>
          <p:cNvGrpSpPr/>
          <p:nvPr/>
        </p:nvGrpSpPr>
        <p:grpSpPr>
          <a:xfrm>
            <a:off x="179014" y="1480949"/>
            <a:ext cx="1081087" cy="1217612"/>
            <a:chOff x="1404" y="3105"/>
            <a:chExt cx="681" cy="767"/>
          </a:xfrm>
        </p:grpSpPr>
        <p:grpSp>
          <p:nvGrpSpPr>
            <p:cNvPr id="9586" name="Google Shape;9586;p113"/>
            <p:cNvGrpSpPr/>
            <p:nvPr/>
          </p:nvGrpSpPr>
          <p:grpSpPr>
            <a:xfrm>
              <a:off x="1404" y="3355"/>
              <a:ext cx="681" cy="468"/>
              <a:chOff x="42" y="886"/>
              <a:chExt cx="681" cy="468"/>
            </a:xfrm>
          </p:grpSpPr>
          <p:grpSp>
            <p:nvGrpSpPr>
              <p:cNvPr id="9587" name="Google Shape;9587;p113"/>
              <p:cNvGrpSpPr/>
              <p:nvPr/>
            </p:nvGrpSpPr>
            <p:grpSpPr>
              <a:xfrm>
                <a:off x="278" y="886"/>
                <a:ext cx="397" cy="154"/>
                <a:chOff x="740" y="3209"/>
                <a:chExt cx="397" cy="154"/>
              </a:xfrm>
            </p:grpSpPr>
            <p:grpSp>
              <p:nvGrpSpPr>
                <p:cNvPr id="9588" name="Google Shape;9588;p113"/>
                <p:cNvGrpSpPr/>
                <p:nvPr/>
              </p:nvGrpSpPr>
              <p:grpSpPr>
                <a:xfrm>
                  <a:off x="794" y="3209"/>
                  <a:ext cx="343" cy="154"/>
                  <a:chOff x="844" y="3337"/>
                  <a:chExt cx="343" cy="154"/>
                </a:xfrm>
              </p:grpSpPr>
              <p:sp>
                <p:nvSpPr>
                  <p:cNvPr id="9589" name="Google Shape;9589;p113"/>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590" name="Google Shape;9590;p113"/>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sp>
              <p:nvSpPr>
                <p:cNvPr id="9591" name="Google Shape;9591;p113"/>
                <p:cNvSpPr/>
                <p:nvPr/>
              </p:nvSpPr>
              <p:spPr>
                <a:xfrm>
                  <a:off x="750" y="3244"/>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592" name="Google Shape;9592;p113"/>
                <p:cNvSpPr/>
                <p:nvPr/>
              </p:nvSpPr>
              <p:spPr>
                <a:xfrm>
                  <a:off x="740" y="3238"/>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9593" name="Google Shape;9593;p113"/>
              <p:cNvGrpSpPr/>
              <p:nvPr/>
            </p:nvGrpSpPr>
            <p:grpSpPr>
              <a:xfrm>
                <a:off x="278" y="1034"/>
                <a:ext cx="397" cy="154"/>
                <a:chOff x="836" y="3305"/>
                <a:chExt cx="397" cy="154"/>
              </a:xfrm>
            </p:grpSpPr>
            <p:grpSp>
              <p:nvGrpSpPr>
                <p:cNvPr id="9594" name="Google Shape;9594;p113"/>
                <p:cNvGrpSpPr/>
                <p:nvPr/>
              </p:nvGrpSpPr>
              <p:grpSpPr>
                <a:xfrm>
                  <a:off x="890" y="3305"/>
                  <a:ext cx="343" cy="154"/>
                  <a:chOff x="844" y="3337"/>
                  <a:chExt cx="343" cy="154"/>
                </a:xfrm>
              </p:grpSpPr>
              <p:sp>
                <p:nvSpPr>
                  <p:cNvPr id="9595" name="Google Shape;9595;p113"/>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596" name="Google Shape;9596;p113"/>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nvGrpSpPr>
                <p:cNvPr id="9597" name="Google Shape;9597;p113"/>
                <p:cNvGrpSpPr/>
                <p:nvPr/>
              </p:nvGrpSpPr>
              <p:grpSpPr>
                <a:xfrm>
                  <a:off x="836" y="3334"/>
                  <a:ext cx="354" cy="94"/>
                  <a:chOff x="836" y="3334"/>
                  <a:chExt cx="354" cy="94"/>
                </a:xfrm>
              </p:grpSpPr>
              <p:sp>
                <p:nvSpPr>
                  <p:cNvPr id="9598" name="Google Shape;9598;p113"/>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599" name="Google Shape;9599;p113"/>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grpSp>
            <p:nvGrpSpPr>
              <p:cNvPr id="9600" name="Google Shape;9600;p113"/>
              <p:cNvGrpSpPr/>
              <p:nvPr/>
            </p:nvGrpSpPr>
            <p:grpSpPr>
              <a:xfrm>
                <a:off x="165" y="1054"/>
                <a:ext cx="480" cy="112"/>
                <a:chOff x="627" y="3377"/>
                <a:chExt cx="480" cy="112"/>
              </a:xfrm>
            </p:grpSpPr>
            <p:sp>
              <p:nvSpPr>
                <p:cNvPr id="9601" name="Google Shape;9601;p113"/>
                <p:cNvSpPr/>
                <p:nvPr/>
              </p:nvSpPr>
              <p:spPr>
                <a:xfrm>
                  <a:off x="636" y="3388"/>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602" name="Google Shape;9602;p113"/>
                <p:cNvSpPr/>
                <p:nvPr/>
              </p:nvSpPr>
              <p:spPr>
                <a:xfrm>
                  <a:off x="627" y="3377"/>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9603" name="Google Shape;9603;p113"/>
              <p:cNvGrpSpPr/>
              <p:nvPr/>
            </p:nvGrpSpPr>
            <p:grpSpPr>
              <a:xfrm>
                <a:off x="42" y="1200"/>
                <a:ext cx="681" cy="154"/>
                <a:chOff x="504" y="3523"/>
                <a:chExt cx="681" cy="154"/>
              </a:xfrm>
            </p:grpSpPr>
            <p:grpSp>
              <p:nvGrpSpPr>
                <p:cNvPr id="9604" name="Google Shape;9604;p113"/>
                <p:cNvGrpSpPr/>
                <p:nvPr/>
              </p:nvGrpSpPr>
              <p:grpSpPr>
                <a:xfrm>
                  <a:off x="623" y="3523"/>
                  <a:ext cx="510" cy="154"/>
                  <a:chOff x="723" y="3453"/>
                  <a:chExt cx="510" cy="154"/>
                </a:xfrm>
              </p:grpSpPr>
              <p:grpSp>
                <p:nvGrpSpPr>
                  <p:cNvPr id="9605" name="Google Shape;9605;p113"/>
                  <p:cNvGrpSpPr/>
                  <p:nvPr/>
                </p:nvGrpSpPr>
                <p:grpSpPr>
                  <a:xfrm>
                    <a:off x="836" y="3453"/>
                    <a:ext cx="397" cy="154"/>
                    <a:chOff x="836" y="3305"/>
                    <a:chExt cx="397" cy="154"/>
                  </a:xfrm>
                </p:grpSpPr>
                <p:grpSp>
                  <p:nvGrpSpPr>
                    <p:cNvPr id="9606" name="Google Shape;9606;p113"/>
                    <p:cNvGrpSpPr/>
                    <p:nvPr/>
                  </p:nvGrpSpPr>
                  <p:grpSpPr>
                    <a:xfrm>
                      <a:off x="890" y="3305"/>
                      <a:ext cx="343" cy="154"/>
                      <a:chOff x="844" y="3337"/>
                      <a:chExt cx="343" cy="154"/>
                    </a:xfrm>
                  </p:grpSpPr>
                  <p:sp>
                    <p:nvSpPr>
                      <p:cNvPr id="9607" name="Google Shape;9607;p113"/>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608" name="Google Shape;9608;p113"/>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nvGrpSpPr>
                    <p:cNvPr id="9609" name="Google Shape;9609;p113"/>
                    <p:cNvGrpSpPr/>
                    <p:nvPr/>
                  </p:nvGrpSpPr>
                  <p:grpSpPr>
                    <a:xfrm>
                      <a:off x="836" y="3334"/>
                      <a:ext cx="354" cy="94"/>
                      <a:chOff x="836" y="3334"/>
                      <a:chExt cx="354" cy="94"/>
                    </a:xfrm>
                  </p:grpSpPr>
                  <p:sp>
                    <p:nvSpPr>
                      <p:cNvPr id="9610" name="Google Shape;9610;p113"/>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611" name="Google Shape;9611;p113"/>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sp>
                <p:nvSpPr>
                  <p:cNvPr id="9612" name="Google Shape;9612;p113"/>
                  <p:cNvSpPr/>
                  <p:nvPr/>
                </p:nvSpPr>
                <p:spPr>
                  <a:xfrm>
                    <a:off x="732" y="3484"/>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613" name="Google Shape;9613;p113"/>
                  <p:cNvSpPr/>
                  <p:nvPr/>
                </p:nvSpPr>
                <p:spPr>
                  <a:xfrm>
                    <a:off x="723" y="3473"/>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9614" name="Google Shape;9614;p113"/>
                <p:cNvSpPr/>
                <p:nvPr/>
              </p:nvSpPr>
              <p:spPr>
                <a:xfrm>
                  <a:off x="517" y="3545"/>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615" name="Google Shape;9615;p113"/>
                <p:cNvSpPr/>
                <p:nvPr/>
              </p:nvSpPr>
              <p:spPr>
                <a:xfrm>
                  <a:off x="1115" y="3544"/>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616" name="Google Shape;9616;p113"/>
                <p:cNvSpPr/>
                <p:nvPr/>
              </p:nvSpPr>
              <p:spPr>
                <a:xfrm>
                  <a:off x="504" y="3529"/>
                  <a:ext cx="681" cy="138"/>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sp>
          <p:nvSpPr>
            <p:cNvPr id="9617" name="Google Shape;9617;p113"/>
            <p:cNvSpPr/>
            <p:nvPr/>
          </p:nvSpPr>
          <p:spPr>
            <a:xfrm rot="10800000">
              <a:off x="1727" y="3105"/>
              <a:ext cx="240" cy="767"/>
            </a:xfrm>
            <a:prstGeom prst="downArrow">
              <a:avLst>
                <a:gd fmla="val 54167" name="adj1"/>
                <a:gd fmla="val 51311" name="adj2"/>
              </a:avLst>
            </a:prstGeom>
            <a:gradFill>
              <a:gsLst>
                <a:gs pos="0">
                  <a:srgbClr val="FF0000">
                    <a:alpha val="24705"/>
                  </a:srgbClr>
                </a:gs>
                <a:gs pos="100000">
                  <a:srgbClr val="FF0000">
                    <a:alpha val="24705"/>
                  </a:srgbClr>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9618" name="Google Shape;9618;p113"/>
            <p:cNvGrpSpPr/>
            <p:nvPr/>
          </p:nvGrpSpPr>
          <p:grpSpPr>
            <a:xfrm>
              <a:off x="1695" y="3227"/>
              <a:ext cx="343" cy="154"/>
              <a:chOff x="844" y="3337"/>
              <a:chExt cx="343" cy="154"/>
            </a:xfrm>
          </p:grpSpPr>
          <p:sp>
            <p:nvSpPr>
              <p:cNvPr id="9619" name="Google Shape;9619;p113"/>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620" name="Google Shape;9620;p113"/>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grpSp>
        <p:nvGrpSpPr>
          <p:cNvPr id="9621" name="Google Shape;9621;p113"/>
          <p:cNvGrpSpPr/>
          <p:nvPr/>
        </p:nvGrpSpPr>
        <p:grpSpPr>
          <a:xfrm>
            <a:off x="830169" y="3326092"/>
            <a:ext cx="544513" cy="244475"/>
            <a:chOff x="844" y="3337"/>
            <a:chExt cx="343" cy="154"/>
          </a:xfrm>
        </p:grpSpPr>
        <p:sp>
          <p:nvSpPr>
            <p:cNvPr id="9622" name="Google Shape;9622;p113"/>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623" name="Google Shape;9623;p113"/>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sp>
        <p:nvSpPr>
          <p:cNvPr id="9624" name="Google Shape;9624;p113"/>
          <p:cNvSpPr/>
          <p:nvPr/>
        </p:nvSpPr>
        <p:spPr>
          <a:xfrm>
            <a:off x="5207223" y="3162580"/>
            <a:ext cx="6530667" cy="1362075"/>
          </a:xfrm>
          <a:prstGeom prst="rect">
            <a:avLst/>
          </a:prstGeom>
          <a:noFill/>
          <a:ln>
            <a:noFill/>
          </a:ln>
        </p:spPr>
        <p:txBody>
          <a:bodyPr anchorCtr="0" anchor="t" bIns="45700" lIns="91425" spcFirstLastPara="1" rIns="91425" wrap="square" tIns="45700">
            <a:noAutofit/>
          </a:bodyPr>
          <a:lstStyle/>
          <a:p>
            <a:pPr indent="-231775" lvl="0" marL="231775" marR="0" rtl="0" algn="l">
              <a:lnSpc>
                <a:spcPct val="90000"/>
              </a:lnSpc>
              <a:spcBef>
                <a:spcPts val="0"/>
              </a:spcBef>
              <a:spcAft>
                <a:spcPts val="0"/>
              </a:spcAft>
              <a:buClr>
                <a:srgbClr val="000099"/>
              </a:buClr>
              <a:buSzPts val="2800"/>
              <a:buFont typeface="Noto Sans Symbols"/>
              <a:buChar char="▪"/>
            </a:pPr>
            <a:r>
              <a:rPr lang="en-US" sz="2800">
                <a:solidFill>
                  <a:srgbClr val="000000"/>
                </a:solidFill>
                <a:latin typeface="Calibri"/>
                <a:ea typeface="Calibri"/>
                <a:cs typeface="Calibri"/>
                <a:sym typeface="Calibri"/>
              </a:rPr>
              <a:t>encapsulation at DHCP server, frame forwarded (</a:t>
            </a:r>
            <a:r>
              <a:rPr lang="en-US" sz="2800">
                <a:solidFill>
                  <a:srgbClr val="C00000"/>
                </a:solidFill>
                <a:latin typeface="Calibri"/>
                <a:ea typeface="Calibri"/>
                <a:cs typeface="Calibri"/>
                <a:sym typeface="Calibri"/>
              </a:rPr>
              <a:t>switch learning</a:t>
            </a:r>
            <a:r>
              <a:rPr lang="en-US" sz="2800">
                <a:solidFill>
                  <a:srgbClr val="000000"/>
                </a:solidFill>
                <a:latin typeface="Calibri"/>
                <a:ea typeface="Calibri"/>
                <a:cs typeface="Calibri"/>
                <a:sym typeface="Calibri"/>
              </a:rPr>
              <a:t>) through LAN, demultiplexing at client</a:t>
            </a:r>
            <a:endParaRPr/>
          </a:p>
          <a:p>
            <a:pPr indent="-243840" lvl="0" marL="342900" marR="0" rtl="0" algn="l">
              <a:lnSpc>
                <a:spcPct val="90000"/>
              </a:lnSpc>
              <a:spcBef>
                <a:spcPts val="480"/>
              </a:spcBef>
              <a:spcAft>
                <a:spcPts val="0"/>
              </a:spcAft>
              <a:buClr>
                <a:srgbClr val="000099"/>
              </a:buClr>
              <a:buSzPts val="1560"/>
              <a:buFont typeface="Noto Sans Symbols"/>
              <a:buNone/>
            </a:pPr>
            <a:r>
              <a:t/>
            </a:r>
            <a:endParaRPr sz="2400">
              <a:solidFill>
                <a:srgbClr val="000000"/>
              </a:solidFill>
              <a:latin typeface="Calibri"/>
              <a:ea typeface="Calibri"/>
              <a:cs typeface="Calibri"/>
              <a:sym typeface="Calibri"/>
            </a:endParaRPr>
          </a:p>
        </p:txBody>
      </p:sp>
      <p:sp>
        <p:nvSpPr>
          <p:cNvPr id="9625" name="Google Shape;9625;p113"/>
          <p:cNvSpPr txBox="1"/>
          <p:nvPr/>
        </p:nvSpPr>
        <p:spPr>
          <a:xfrm>
            <a:off x="1998687" y="5515572"/>
            <a:ext cx="8110939" cy="95410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2800">
                <a:solidFill>
                  <a:srgbClr val="0000A8"/>
                </a:solidFill>
                <a:latin typeface="Calibri"/>
                <a:ea typeface="Calibri"/>
                <a:cs typeface="Calibri"/>
                <a:sym typeface="Calibri"/>
              </a:rPr>
              <a:t>Client now has IP address, knows name &amp; addr of DNS </a:t>
            </a:r>
            <a:endParaRPr/>
          </a:p>
          <a:p>
            <a:pPr indent="0" lvl="0" marL="0" marR="0" rtl="0" algn="ctr">
              <a:spcBef>
                <a:spcPts val="0"/>
              </a:spcBef>
              <a:spcAft>
                <a:spcPts val="0"/>
              </a:spcAft>
              <a:buNone/>
            </a:pPr>
            <a:r>
              <a:rPr i="1" lang="en-US" sz="2800">
                <a:solidFill>
                  <a:srgbClr val="0000A8"/>
                </a:solidFill>
                <a:latin typeface="Calibri"/>
                <a:ea typeface="Calibri"/>
                <a:cs typeface="Calibri"/>
                <a:sym typeface="Calibri"/>
              </a:rPr>
              <a:t>server, IP address of its first-hop router</a:t>
            </a:r>
            <a:endParaRPr/>
          </a:p>
        </p:txBody>
      </p:sp>
      <p:sp>
        <p:nvSpPr>
          <p:cNvPr id="9626" name="Google Shape;9626;p113"/>
          <p:cNvSpPr/>
          <p:nvPr/>
        </p:nvSpPr>
        <p:spPr>
          <a:xfrm>
            <a:off x="5229766" y="4655782"/>
            <a:ext cx="6530666" cy="733425"/>
          </a:xfrm>
          <a:prstGeom prst="rect">
            <a:avLst/>
          </a:prstGeom>
          <a:noFill/>
          <a:ln>
            <a:noFill/>
          </a:ln>
        </p:spPr>
        <p:txBody>
          <a:bodyPr anchorCtr="0" anchor="t" bIns="45700" lIns="91425" spcFirstLastPara="1" rIns="91425" wrap="square" tIns="45700">
            <a:noAutofit/>
          </a:bodyPr>
          <a:lstStyle/>
          <a:p>
            <a:pPr indent="-231775" lvl="0" marL="231775" marR="0" rtl="0" algn="l">
              <a:lnSpc>
                <a:spcPct val="90000"/>
              </a:lnSpc>
              <a:spcBef>
                <a:spcPts val="0"/>
              </a:spcBef>
              <a:spcAft>
                <a:spcPts val="0"/>
              </a:spcAft>
              <a:buClr>
                <a:srgbClr val="000099"/>
              </a:buClr>
              <a:buSzPts val="2800"/>
              <a:buFont typeface="Noto Sans Symbols"/>
              <a:buChar char="▪"/>
            </a:pPr>
            <a:r>
              <a:rPr lang="en-US" sz="2800">
                <a:solidFill>
                  <a:srgbClr val="000000"/>
                </a:solidFill>
                <a:latin typeface="Calibri"/>
                <a:ea typeface="Calibri"/>
                <a:cs typeface="Calibri"/>
                <a:sym typeface="Calibri"/>
              </a:rPr>
              <a:t>DHCP client receives DHCP ACK reply</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9621"/>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9537">
                                            <p:txEl>
                                              <p:pRg end="0" st="0"/>
                                            </p:txEl>
                                          </p:spTgt>
                                        </p:tgtEl>
                                        <p:attrNameLst>
                                          <p:attrName>style.visibility</p:attrName>
                                        </p:attrNameLst>
                                      </p:cBhvr>
                                      <p:to>
                                        <p:strVal val="visible"/>
                                      </p:to>
                                    </p:set>
                                    <p:animEffect filter="fade" transition="in">
                                      <p:cBhvr>
                                        <p:cTn dur="500"/>
                                        <p:tgtEl>
                                          <p:spTgt spid="9537">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9537">
                                            <p:txEl>
                                              <p:pRg end="1" st="1"/>
                                            </p:txEl>
                                          </p:spTgt>
                                        </p:tgtEl>
                                        <p:attrNameLst>
                                          <p:attrName>style.visibility</p:attrName>
                                        </p:attrNameLst>
                                      </p:cBhvr>
                                      <p:to>
                                        <p:strVal val="visible"/>
                                      </p:to>
                                    </p:set>
                                    <p:animEffect filter="fade" transition="in">
                                      <p:cBhvr>
                                        <p:cTn dur="500"/>
                                        <p:tgtEl>
                                          <p:spTgt spid="953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38"/>
                                        </p:tgtEl>
                                        <p:attrNameLst>
                                          <p:attrName>style.visibility</p:attrName>
                                        </p:attrNameLst>
                                      </p:cBhvr>
                                      <p:to>
                                        <p:strVal val="visible"/>
                                      </p:to>
                                    </p:set>
                                    <p:animEffect filter="fade" transition="in">
                                      <p:cBhvr>
                                        <p:cTn dur="500"/>
                                        <p:tgtEl>
                                          <p:spTgt spid="9538"/>
                                        </p:tgtEl>
                                      </p:cBhvr>
                                    </p:animEffect>
                                  </p:childTnLst>
                                </p:cTn>
                              </p:par>
                              <p:par>
                                <p:cTn fill="hold" nodeType="withEffect" presetClass="entr" presetID="10" presetSubtype="0">
                                  <p:stCondLst>
                                    <p:cond delay="0"/>
                                  </p:stCondLst>
                                  <p:childTnLst>
                                    <p:set>
                                      <p:cBhvr>
                                        <p:cTn dur="1" fill="hold">
                                          <p:stCondLst>
                                            <p:cond delay="0"/>
                                          </p:stCondLst>
                                        </p:cTn>
                                        <p:tgtEl>
                                          <p:spTgt spid="9624">
                                            <p:txEl>
                                              <p:pRg end="0" st="0"/>
                                            </p:txEl>
                                          </p:spTgt>
                                        </p:tgtEl>
                                        <p:attrNameLst>
                                          <p:attrName>style.visibility</p:attrName>
                                        </p:attrNameLst>
                                      </p:cBhvr>
                                      <p:to>
                                        <p:strVal val="visible"/>
                                      </p:to>
                                    </p:set>
                                    <p:animEffect filter="fade" transition="in">
                                      <p:cBhvr>
                                        <p:cTn dur="500"/>
                                        <p:tgtEl>
                                          <p:spTgt spid="9624">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9624">
                                            <p:txEl>
                                              <p:pRg end="1" st="1"/>
                                            </p:txEl>
                                          </p:spTgt>
                                        </p:tgtEl>
                                        <p:attrNameLst>
                                          <p:attrName>style.visibility</p:attrName>
                                        </p:attrNameLst>
                                      </p:cBhvr>
                                      <p:to>
                                        <p:strVal val="visible"/>
                                      </p:to>
                                    </p:set>
                                    <p:animEffect filter="fade" transition="in">
                                      <p:cBhvr>
                                        <p:cTn dur="500"/>
                                        <p:tgtEl>
                                          <p:spTgt spid="9624">
                                            <p:txEl>
                                              <p:pRg end="1" st="1"/>
                                            </p:txEl>
                                          </p:spTgt>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9571"/>
                                        </p:tgtEl>
                                        <p:attrNameLst>
                                          <p:attrName>style.visibility</p:attrName>
                                        </p:attrNameLst>
                                      </p:cBhvr>
                                      <p:to>
                                        <p:strVal val="visible"/>
                                      </p:to>
                                    </p:set>
                                  </p:childTnLst>
                                </p:cTn>
                              </p:par>
                            </p:childTnLst>
                          </p:cTn>
                        </p:par>
                        <p:par>
                          <p:cTn fill="hold">
                            <p:stCondLst>
                              <p:cond delay="501"/>
                            </p:stCondLst>
                            <p:childTnLst>
                              <p:par>
                                <p:cTn fill="hold" nodeType="afterEffect" presetClass="entr" presetID="10" presetSubtype="0">
                                  <p:stCondLst>
                                    <p:cond delay="0"/>
                                  </p:stCondLst>
                                  <p:childTnLst>
                                    <p:set>
                                      <p:cBhvr>
                                        <p:cTn dur="1" fill="hold">
                                          <p:stCondLst>
                                            <p:cond delay="0"/>
                                          </p:stCondLst>
                                        </p:cTn>
                                        <p:tgtEl>
                                          <p:spTgt spid="9486"/>
                                        </p:tgtEl>
                                        <p:attrNameLst>
                                          <p:attrName>style.visibility</p:attrName>
                                        </p:attrNameLst>
                                      </p:cBhvr>
                                      <p:to>
                                        <p:strVal val="visible"/>
                                      </p:to>
                                    </p:set>
                                    <p:animEffect filter="fade" transition="in">
                                      <p:cBhvr>
                                        <p:cTn dur="500"/>
                                        <p:tgtEl>
                                          <p:spTgt spid="9486"/>
                                        </p:tgtEl>
                                      </p:cBhvr>
                                    </p:animEffect>
                                  </p:childTnLst>
                                </p:cTn>
                              </p:par>
                              <p:par>
                                <p:cTn fill="hold" nodeType="withEffect" presetClass="exit" presetID="1" presetSubtype="0">
                                  <p:stCondLst>
                                    <p:cond delay="0"/>
                                  </p:stCondLst>
                                  <p:childTnLst>
                                    <p:set>
                                      <p:cBhvr>
                                        <p:cTn dur="1" fill="hold">
                                          <p:stCondLst>
                                            <p:cond delay="1"/>
                                          </p:stCondLst>
                                        </p:cTn>
                                        <p:tgtEl>
                                          <p:spTgt spid="9621"/>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9538"/>
                                        </p:tgtEl>
                                        <p:attrNameLst>
                                          <p:attrName>style.visibility</p:attrName>
                                        </p:attrNameLst>
                                      </p:cBhvr>
                                      <p:to>
                                        <p:strVal val="hidden"/>
                                      </p:to>
                                    </p:set>
                                  </p:childTnLst>
                                </p:cTn>
                              </p:par>
                            </p:childTnLst>
                          </p:cTn>
                        </p:par>
                        <p:par>
                          <p:cTn fill="hold">
                            <p:stCondLst>
                              <p:cond delay="1001"/>
                            </p:stCondLst>
                            <p:childTnLst>
                              <p:par>
                                <p:cTn fill="hold" nodeType="afterEffect" presetClass="entr" presetID="10" presetSubtype="0">
                                  <p:stCondLst>
                                    <p:cond delay="0"/>
                                  </p:stCondLst>
                                  <p:childTnLst>
                                    <p:set>
                                      <p:cBhvr>
                                        <p:cTn dur="1" fill="hold">
                                          <p:stCondLst>
                                            <p:cond delay="0"/>
                                          </p:stCondLst>
                                        </p:cTn>
                                        <p:tgtEl>
                                          <p:spTgt spid="9585"/>
                                        </p:tgtEl>
                                        <p:attrNameLst>
                                          <p:attrName>style.visibility</p:attrName>
                                        </p:attrNameLst>
                                      </p:cBhvr>
                                      <p:to>
                                        <p:strVal val="visible"/>
                                      </p:to>
                                    </p:set>
                                    <p:animEffect filter="fade" transition="in">
                                      <p:cBhvr>
                                        <p:cTn dur="1000"/>
                                        <p:tgtEl>
                                          <p:spTgt spid="9585"/>
                                        </p:tgtEl>
                                      </p:cBhvr>
                                    </p:animEffect>
                                  </p:childTnLst>
                                </p:cTn>
                              </p:par>
                              <p:par>
                                <p:cTn fill="hold" nodeType="withEffect" presetClass="exit" presetID="1" presetSubtype="0">
                                  <p:stCondLst>
                                    <p:cond delay="0"/>
                                  </p:stCondLst>
                                  <p:childTnLst>
                                    <p:set>
                                      <p:cBhvr>
                                        <p:cTn dur="1" fill="hold">
                                          <p:stCondLst>
                                            <p:cond delay="1"/>
                                          </p:stCondLst>
                                        </p:cTn>
                                        <p:tgtEl>
                                          <p:spTgt spid="9571"/>
                                        </p:tgtEl>
                                        <p:attrNameLst>
                                          <p:attrName>style.visibility</p:attrName>
                                        </p:attrNameLst>
                                      </p:cBhvr>
                                      <p:to>
                                        <p:strVal val="hidden"/>
                                      </p:to>
                                    </p:set>
                                  </p:childTnLst>
                                </p:cTn>
                              </p:par>
                            </p:childTnLst>
                          </p:cTn>
                        </p:par>
                        <p:par>
                          <p:cTn fill="hold">
                            <p:stCondLst>
                              <p:cond delay="2001"/>
                            </p:stCondLst>
                            <p:childTnLst>
                              <p:par>
                                <p:cTn fill="hold" nodeType="afterEffect" presetClass="entr" presetID="10" presetSubtype="0">
                                  <p:stCondLst>
                                    <p:cond delay="0"/>
                                  </p:stCondLst>
                                  <p:childTnLst>
                                    <p:set>
                                      <p:cBhvr>
                                        <p:cTn dur="1" fill="hold">
                                          <p:stCondLst>
                                            <p:cond delay="0"/>
                                          </p:stCondLst>
                                        </p:cTn>
                                        <p:tgtEl>
                                          <p:spTgt spid="9625"/>
                                        </p:tgtEl>
                                        <p:attrNameLst>
                                          <p:attrName>style.visibility</p:attrName>
                                        </p:attrNameLst>
                                      </p:cBhvr>
                                      <p:to>
                                        <p:strVal val="visible"/>
                                      </p:to>
                                    </p:set>
                                    <p:animEffect filter="fade" transition="in">
                                      <p:cBhvr>
                                        <p:cTn dur="500"/>
                                        <p:tgtEl>
                                          <p:spTgt spid="9625"/>
                                        </p:tgtEl>
                                      </p:cBhvr>
                                    </p:animEffect>
                                  </p:childTnLst>
                                </p:cTn>
                              </p:par>
                              <p:par>
                                <p:cTn fill="hold" nodeType="withEffect" presetClass="entr" presetID="10" presetSubtype="0">
                                  <p:stCondLst>
                                    <p:cond delay="0"/>
                                  </p:stCondLst>
                                  <p:childTnLst>
                                    <p:set>
                                      <p:cBhvr>
                                        <p:cTn dur="1" fill="hold">
                                          <p:stCondLst>
                                            <p:cond delay="0"/>
                                          </p:stCondLst>
                                        </p:cTn>
                                        <p:tgtEl>
                                          <p:spTgt spid="9626">
                                            <p:txEl>
                                              <p:pRg end="0" st="0"/>
                                            </p:txEl>
                                          </p:spTgt>
                                        </p:tgtEl>
                                        <p:attrNameLst>
                                          <p:attrName>style.visibility</p:attrName>
                                        </p:attrNameLst>
                                      </p:cBhvr>
                                      <p:to>
                                        <p:strVal val="visible"/>
                                      </p:to>
                                    </p:set>
                                    <p:animEffect filter="fade" transition="in">
                                      <p:cBhvr>
                                        <p:cTn dur="500"/>
                                        <p:tgtEl>
                                          <p:spTgt spid="9626">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30" name="Shape 9630"/>
        <p:cNvGrpSpPr/>
        <p:nvPr/>
      </p:nvGrpSpPr>
      <p:grpSpPr>
        <a:xfrm>
          <a:off x="0" y="0"/>
          <a:ext cx="0" cy="0"/>
          <a:chOff x="0" y="0"/>
          <a:chExt cx="0" cy="0"/>
        </a:xfrm>
      </p:grpSpPr>
      <p:sp>
        <p:nvSpPr>
          <p:cNvPr id="9631" name="Google Shape;9631;p114"/>
          <p:cNvSpPr txBox="1"/>
          <p:nvPr>
            <p:ph type="title"/>
          </p:nvPr>
        </p:nvSpPr>
        <p:spPr>
          <a:xfrm>
            <a:off x="811306" y="303903"/>
            <a:ext cx="10515600" cy="89462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00A3"/>
              </a:buClr>
              <a:buSzPct val="100000"/>
              <a:buFont typeface="Calibri"/>
              <a:buNone/>
            </a:pPr>
            <a:r>
              <a:rPr lang="en-US" sz="4900"/>
              <a:t>A day in the life… ARP  </a:t>
            </a:r>
            <a:r>
              <a:rPr lang="en-US" sz="4000"/>
              <a:t>(before DNS, before HTTP)</a:t>
            </a:r>
            <a:endParaRPr/>
          </a:p>
        </p:txBody>
      </p:sp>
      <p:sp>
        <p:nvSpPr>
          <p:cNvPr id="9632" name="Google Shape;9632;p11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Link Layer: 6-</a:t>
            </a:r>
            <a:fld id="{00000000-1234-1234-1234-123412341234}" type="slidenum">
              <a:rPr lang="en-US"/>
              <a:t>‹#›</a:t>
            </a:fld>
            <a:endParaRPr/>
          </a:p>
        </p:txBody>
      </p:sp>
      <p:sp>
        <p:nvSpPr>
          <p:cNvPr id="9633" name="Google Shape;9633;p114"/>
          <p:cNvSpPr/>
          <p:nvPr/>
        </p:nvSpPr>
        <p:spPr>
          <a:xfrm>
            <a:off x="691870" y="1878292"/>
            <a:ext cx="3554412" cy="2754313"/>
          </a:xfrm>
          <a:custGeom>
            <a:rect b="b" l="l" r="r" t="t"/>
            <a:pathLst>
              <a:path extrusionOk="0" h="958" w="2406">
                <a:moveTo>
                  <a:pt x="2192" y="274"/>
                </a:moveTo>
                <a:cubicBezTo>
                  <a:pt x="1978" y="94"/>
                  <a:pt x="1990" y="122"/>
                  <a:pt x="1857" y="77"/>
                </a:cubicBezTo>
                <a:cubicBezTo>
                  <a:pt x="1724" y="32"/>
                  <a:pt x="1584" y="0"/>
                  <a:pt x="1393" y="7"/>
                </a:cubicBezTo>
                <a:cubicBezTo>
                  <a:pt x="1202" y="14"/>
                  <a:pt x="898" y="84"/>
                  <a:pt x="713" y="122"/>
                </a:cubicBezTo>
                <a:cubicBezTo>
                  <a:pt x="528" y="160"/>
                  <a:pt x="395" y="168"/>
                  <a:pt x="280" y="234"/>
                </a:cubicBezTo>
                <a:cubicBezTo>
                  <a:pt x="166" y="301"/>
                  <a:pt x="52" y="432"/>
                  <a:pt x="26" y="522"/>
                </a:cubicBezTo>
                <a:cubicBezTo>
                  <a:pt x="0" y="612"/>
                  <a:pt x="81" y="711"/>
                  <a:pt x="122" y="773"/>
                </a:cubicBezTo>
                <a:cubicBezTo>
                  <a:pt x="163" y="835"/>
                  <a:pt x="99" y="877"/>
                  <a:pt x="273" y="894"/>
                </a:cubicBezTo>
                <a:cubicBezTo>
                  <a:pt x="447" y="911"/>
                  <a:pt x="938" y="866"/>
                  <a:pt x="1169" y="876"/>
                </a:cubicBezTo>
                <a:cubicBezTo>
                  <a:pt x="1400" y="886"/>
                  <a:pt x="1499" y="950"/>
                  <a:pt x="1659" y="954"/>
                </a:cubicBezTo>
                <a:cubicBezTo>
                  <a:pt x="1819" y="958"/>
                  <a:pt x="2014" y="958"/>
                  <a:pt x="2129" y="897"/>
                </a:cubicBezTo>
                <a:cubicBezTo>
                  <a:pt x="2244" y="836"/>
                  <a:pt x="2327" y="856"/>
                  <a:pt x="2350" y="591"/>
                </a:cubicBezTo>
                <a:cubicBezTo>
                  <a:pt x="2373" y="326"/>
                  <a:pt x="2406" y="454"/>
                  <a:pt x="2192" y="274"/>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9634" name="Google Shape;9634;p114"/>
          <p:cNvCxnSpPr/>
          <p:nvPr/>
        </p:nvCxnSpPr>
        <p:spPr>
          <a:xfrm flipH="1" rot="10800000">
            <a:off x="3693832" y="2949855"/>
            <a:ext cx="155575" cy="142875"/>
          </a:xfrm>
          <a:prstGeom prst="straightConnector1">
            <a:avLst/>
          </a:prstGeom>
          <a:noFill/>
          <a:ln cap="flat" cmpd="sng" w="9525">
            <a:solidFill>
              <a:srgbClr val="000000"/>
            </a:solidFill>
            <a:prstDash val="solid"/>
            <a:round/>
            <a:headEnd len="med" w="med" type="none"/>
            <a:tailEnd len="med" w="med" type="none"/>
          </a:ln>
        </p:spPr>
      </p:cxnSp>
      <p:cxnSp>
        <p:nvCxnSpPr>
          <p:cNvPr id="9635" name="Google Shape;9635;p114"/>
          <p:cNvCxnSpPr/>
          <p:nvPr/>
        </p:nvCxnSpPr>
        <p:spPr>
          <a:xfrm>
            <a:off x="2584170" y="3122892"/>
            <a:ext cx="695325" cy="0"/>
          </a:xfrm>
          <a:prstGeom prst="straightConnector1">
            <a:avLst/>
          </a:prstGeom>
          <a:noFill/>
          <a:ln cap="flat" cmpd="sng" w="9525">
            <a:solidFill>
              <a:srgbClr val="000000"/>
            </a:solidFill>
            <a:prstDash val="solid"/>
            <a:round/>
            <a:headEnd len="med" w="med" type="none"/>
            <a:tailEnd len="med" w="med" type="none"/>
          </a:ln>
        </p:spPr>
      </p:cxnSp>
      <p:cxnSp>
        <p:nvCxnSpPr>
          <p:cNvPr id="9636" name="Google Shape;9636;p114"/>
          <p:cNvCxnSpPr/>
          <p:nvPr/>
        </p:nvCxnSpPr>
        <p:spPr>
          <a:xfrm flipH="1" rot="10800000">
            <a:off x="3843057" y="2806980"/>
            <a:ext cx="138113" cy="142875"/>
          </a:xfrm>
          <a:prstGeom prst="straightConnector1">
            <a:avLst/>
          </a:prstGeom>
          <a:noFill/>
          <a:ln cap="flat" cmpd="sng" w="9525">
            <a:solidFill>
              <a:srgbClr val="000000"/>
            </a:solidFill>
            <a:prstDash val="dash"/>
            <a:round/>
            <a:headEnd len="med" w="med" type="none"/>
            <a:tailEnd len="med" w="med" type="none"/>
          </a:ln>
        </p:spPr>
      </p:cxnSp>
      <p:cxnSp>
        <p:nvCxnSpPr>
          <p:cNvPr id="9637" name="Google Shape;9637;p114"/>
          <p:cNvCxnSpPr/>
          <p:nvPr/>
        </p:nvCxnSpPr>
        <p:spPr>
          <a:xfrm flipH="1" rot="10800000">
            <a:off x="3198532" y="3341967"/>
            <a:ext cx="512763" cy="612775"/>
          </a:xfrm>
          <a:prstGeom prst="straightConnector1">
            <a:avLst/>
          </a:prstGeom>
          <a:noFill/>
          <a:ln cap="flat" cmpd="sng" w="9525">
            <a:solidFill>
              <a:srgbClr val="000000"/>
            </a:solidFill>
            <a:prstDash val="solid"/>
            <a:round/>
            <a:headEnd len="med" w="med" type="none"/>
            <a:tailEnd len="med" w="med" type="none"/>
          </a:ln>
        </p:spPr>
      </p:cxnSp>
      <p:cxnSp>
        <p:nvCxnSpPr>
          <p:cNvPr id="9638" name="Google Shape;9638;p114"/>
          <p:cNvCxnSpPr/>
          <p:nvPr/>
        </p:nvCxnSpPr>
        <p:spPr>
          <a:xfrm flipH="1" rot="10800000">
            <a:off x="3670020" y="4087905"/>
            <a:ext cx="512015" cy="181161"/>
          </a:xfrm>
          <a:prstGeom prst="straightConnector1">
            <a:avLst/>
          </a:prstGeom>
          <a:noFill/>
          <a:ln cap="flat" cmpd="sng" w="9525">
            <a:solidFill>
              <a:srgbClr val="000000"/>
            </a:solidFill>
            <a:prstDash val="solid"/>
            <a:round/>
            <a:headEnd len="med" w="med" type="none"/>
            <a:tailEnd len="med" w="med" type="none"/>
          </a:ln>
        </p:spPr>
      </p:cxnSp>
      <p:grpSp>
        <p:nvGrpSpPr>
          <p:cNvPr id="9639" name="Google Shape;9639;p114"/>
          <p:cNvGrpSpPr/>
          <p:nvPr/>
        </p:nvGrpSpPr>
        <p:grpSpPr>
          <a:xfrm>
            <a:off x="3087416" y="2965438"/>
            <a:ext cx="960147" cy="436668"/>
            <a:chOff x="3668110" y="2448910"/>
            <a:chExt cx="3794234" cy="2165130"/>
          </a:xfrm>
        </p:grpSpPr>
        <p:sp>
          <p:nvSpPr>
            <p:cNvPr id="9640" name="Google Shape;9640;p114"/>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641" name="Google Shape;9641;p114"/>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9642" name="Google Shape;9642;p114"/>
            <p:cNvGrpSpPr/>
            <p:nvPr/>
          </p:nvGrpSpPr>
          <p:grpSpPr>
            <a:xfrm>
              <a:off x="3941378" y="2603243"/>
              <a:ext cx="3202061" cy="1066110"/>
              <a:chOff x="7939341" y="3037317"/>
              <a:chExt cx="897649" cy="353919"/>
            </a:xfrm>
          </p:grpSpPr>
          <p:sp>
            <p:nvSpPr>
              <p:cNvPr id="9643" name="Google Shape;9643;p114"/>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644" name="Google Shape;9644;p114"/>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645" name="Google Shape;9645;p114"/>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646" name="Google Shape;9646;p114"/>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9647" name="Google Shape;9647;p114"/>
          <p:cNvSpPr/>
          <p:nvPr/>
        </p:nvSpPr>
        <p:spPr>
          <a:xfrm rot="5400000">
            <a:off x="2648281" y="3003260"/>
            <a:ext cx="134168" cy="25558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sp>
        <p:nvSpPr>
          <p:cNvPr id="9648" name="Google Shape;9648;p114"/>
          <p:cNvSpPr/>
          <p:nvPr/>
        </p:nvSpPr>
        <p:spPr>
          <a:xfrm rot="5400000">
            <a:off x="3522564" y="4176324"/>
            <a:ext cx="140795" cy="179874"/>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grpSp>
        <p:nvGrpSpPr>
          <p:cNvPr id="9649" name="Google Shape;9649;p114"/>
          <p:cNvGrpSpPr/>
          <p:nvPr/>
        </p:nvGrpSpPr>
        <p:grpSpPr>
          <a:xfrm>
            <a:off x="1946552" y="2678242"/>
            <a:ext cx="913139" cy="665131"/>
            <a:chOff x="7455987" y="2414528"/>
            <a:chExt cx="511700" cy="327647"/>
          </a:xfrm>
        </p:grpSpPr>
        <p:pic>
          <p:nvPicPr>
            <p:cNvPr descr="laptop_keyboard" id="9650" name="Google Shape;9650;p114"/>
            <p:cNvPicPr preferRelativeResize="0"/>
            <p:nvPr/>
          </p:nvPicPr>
          <p:blipFill rotWithShape="1">
            <a:blip r:embed="rId3">
              <a:alphaModFix/>
            </a:blip>
            <a:srcRect b="0" l="0" r="0" t="0"/>
            <a:stretch/>
          </p:blipFill>
          <p:spPr>
            <a:xfrm flipH="1" rot="109064">
              <a:off x="7458407" y="2575770"/>
              <a:ext cx="437221" cy="159511"/>
            </a:xfrm>
            <a:prstGeom prst="rect">
              <a:avLst/>
            </a:prstGeom>
            <a:noFill/>
            <a:ln>
              <a:noFill/>
            </a:ln>
          </p:spPr>
        </p:pic>
        <p:sp>
          <p:nvSpPr>
            <p:cNvPr id="9651" name="Google Shape;9651;p114"/>
            <p:cNvSpPr/>
            <p:nvPr/>
          </p:nvSpPr>
          <p:spPr>
            <a:xfrm>
              <a:off x="7603304" y="242098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9652" name="Google Shape;9652;p114"/>
            <p:cNvPicPr preferRelativeResize="0"/>
            <p:nvPr/>
          </p:nvPicPr>
          <p:blipFill rotWithShape="1">
            <a:blip r:embed="rId4">
              <a:alphaModFix/>
            </a:blip>
            <a:srcRect b="0" l="0" r="0" t="0"/>
            <a:stretch/>
          </p:blipFill>
          <p:spPr>
            <a:xfrm>
              <a:off x="7620637" y="2426338"/>
              <a:ext cx="319785" cy="189429"/>
            </a:xfrm>
            <a:prstGeom prst="rect">
              <a:avLst/>
            </a:prstGeom>
            <a:noFill/>
            <a:ln>
              <a:noFill/>
            </a:ln>
          </p:spPr>
        </p:pic>
        <p:sp>
          <p:nvSpPr>
            <p:cNvPr id="9653" name="Google Shape;9653;p114"/>
            <p:cNvSpPr/>
            <p:nvPr/>
          </p:nvSpPr>
          <p:spPr>
            <a:xfrm>
              <a:off x="7667378" y="241484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654" name="Google Shape;9654;p114"/>
            <p:cNvSpPr/>
            <p:nvPr/>
          </p:nvSpPr>
          <p:spPr>
            <a:xfrm>
              <a:off x="7600188" y="241452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655" name="Google Shape;9655;p114"/>
            <p:cNvSpPr/>
            <p:nvPr/>
          </p:nvSpPr>
          <p:spPr>
            <a:xfrm>
              <a:off x="7874205" y="244334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656" name="Google Shape;9656;p114"/>
            <p:cNvSpPr/>
            <p:nvPr/>
          </p:nvSpPr>
          <p:spPr>
            <a:xfrm>
              <a:off x="7599214" y="256758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657" name="Google Shape;9657;p114"/>
            <p:cNvSpPr/>
            <p:nvPr/>
          </p:nvSpPr>
          <p:spPr>
            <a:xfrm>
              <a:off x="7884138" y="244491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658" name="Google Shape;9658;p114"/>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9659" name="Google Shape;9659;p114"/>
            <p:cNvGrpSpPr/>
            <p:nvPr/>
          </p:nvGrpSpPr>
          <p:grpSpPr>
            <a:xfrm>
              <a:off x="7594735" y="2642220"/>
              <a:ext cx="98740" cy="36846"/>
              <a:chOff x="1740" y="2642"/>
              <a:chExt cx="752" cy="327"/>
            </a:xfrm>
          </p:grpSpPr>
          <p:sp>
            <p:nvSpPr>
              <p:cNvPr id="9660" name="Google Shape;9660;p114"/>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661" name="Google Shape;9661;p114"/>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662" name="Google Shape;9662;p114"/>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663" name="Google Shape;9663;p114"/>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664" name="Google Shape;9664;p114"/>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665" name="Google Shape;9665;p114"/>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9666" name="Google Shape;9666;p114"/>
            <p:cNvSpPr/>
            <p:nvPr/>
          </p:nvSpPr>
          <p:spPr>
            <a:xfrm>
              <a:off x="7763780" y="264773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667" name="Google Shape;9667;p114"/>
            <p:cNvSpPr/>
            <p:nvPr/>
          </p:nvSpPr>
          <p:spPr>
            <a:xfrm>
              <a:off x="7458602" y="265418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668" name="Google Shape;9668;p114"/>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669" name="Google Shape;9669;p114"/>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670" name="Google Shape;9670;p114"/>
            <p:cNvSpPr/>
            <p:nvPr/>
          </p:nvSpPr>
          <p:spPr>
            <a:xfrm>
              <a:off x="7468535" y="264379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671" name="Google Shape;9671;p114"/>
            <p:cNvSpPr/>
            <p:nvPr/>
          </p:nvSpPr>
          <p:spPr>
            <a:xfrm flipH="1" rot="10800000">
              <a:off x="7758327" y="263875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9672" name="Google Shape;9672;p114"/>
          <p:cNvSpPr/>
          <p:nvPr/>
        </p:nvSpPr>
        <p:spPr>
          <a:xfrm rot="2603620">
            <a:off x="3123075" y="3881648"/>
            <a:ext cx="140795" cy="23552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grpSp>
        <p:nvGrpSpPr>
          <p:cNvPr id="9673" name="Google Shape;9673;p114"/>
          <p:cNvGrpSpPr/>
          <p:nvPr/>
        </p:nvGrpSpPr>
        <p:grpSpPr>
          <a:xfrm>
            <a:off x="2647027" y="4019872"/>
            <a:ext cx="853832" cy="472456"/>
            <a:chOff x="7493876" y="2774731"/>
            <a:chExt cx="1481958" cy="894622"/>
          </a:xfrm>
        </p:grpSpPr>
        <p:sp>
          <p:nvSpPr>
            <p:cNvPr id="9674" name="Google Shape;9674;p1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9675" name="Google Shape;9675;p1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9676" name="Google Shape;9676;p114"/>
            <p:cNvGrpSpPr/>
            <p:nvPr/>
          </p:nvGrpSpPr>
          <p:grpSpPr>
            <a:xfrm>
              <a:off x="7713663" y="2848339"/>
              <a:ext cx="1042107" cy="425543"/>
              <a:chOff x="7786941" y="2884917"/>
              <a:chExt cx="897649" cy="353919"/>
            </a:xfrm>
          </p:grpSpPr>
          <p:sp>
            <p:nvSpPr>
              <p:cNvPr id="9677" name="Google Shape;9677;p1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678" name="Google Shape;9678;p1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679" name="Google Shape;9679;p1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680" name="Google Shape;9680;p1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9681" name="Google Shape;9681;p114"/>
          <p:cNvSpPr txBox="1"/>
          <p:nvPr/>
        </p:nvSpPr>
        <p:spPr>
          <a:xfrm>
            <a:off x="2528047" y="4464423"/>
            <a:ext cx="1202765" cy="565283"/>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None/>
            </a:pPr>
            <a:r>
              <a:rPr lang="en-US" sz="1800">
                <a:solidFill>
                  <a:schemeClr val="dk1"/>
                </a:solidFill>
                <a:latin typeface="Calibri"/>
                <a:ea typeface="Calibri"/>
                <a:cs typeface="Calibri"/>
                <a:sym typeface="Calibri"/>
              </a:rPr>
              <a:t>router has </a:t>
            </a:r>
            <a:endParaRPr/>
          </a:p>
          <a:p>
            <a:pPr indent="0" lvl="0" marL="0" marR="0" rtl="0" algn="l">
              <a:lnSpc>
                <a:spcPct val="85000"/>
              </a:lnSpc>
              <a:spcBef>
                <a:spcPts val="0"/>
              </a:spcBef>
              <a:spcAft>
                <a:spcPts val="0"/>
              </a:spcAft>
              <a:buNone/>
            </a:pPr>
            <a:r>
              <a:rPr lang="en-US" sz="1800">
                <a:solidFill>
                  <a:schemeClr val="dk1"/>
                </a:solidFill>
                <a:latin typeface="Calibri"/>
                <a:ea typeface="Calibri"/>
                <a:cs typeface="Calibri"/>
                <a:sym typeface="Calibri"/>
              </a:rPr>
              <a:t>ARP server</a:t>
            </a:r>
            <a:endParaRPr/>
          </a:p>
        </p:txBody>
      </p:sp>
      <p:sp>
        <p:nvSpPr>
          <p:cNvPr id="9682" name="Google Shape;9682;p114"/>
          <p:cNvSpPr txBox="1"/>
          <p:nvPr/>
        </p:nvSpPr>
        <p:spPr>
          <a:xfrm>
            <a:off x="2236695" y="2034987"/>
            <a:ext cx="1661032" cy="565283"/>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None/>
            </a:pPr>
            <a:r>
              <a:rPr lang="en-US" sz="1800">
                <a:solidFill>
                  <a:schemeClr val="dk1"/>
                </a:solidFill>
                <a:latin typeface="Calibri"/>
                <a:ea typeface="Calibri"/>
                <a:cs typeface="Calibri"/>
                <a:sym typeface="Calibri"/>
              </a:rPr>
              <a:t>arriving mobile:</a:t>
            </a:r>
            <a:endParaRPr/>
          </a:p>
          <a:p>
            <a:pPr indent="0" lvl="0" marL="0" marR="0" rtl="0" algn="l">
              <a:lnSpc>
                <a:spcPct val="85000"/>
              </a:lnSpc>
              <a:spcBef>
                <a:spcPts val="0"/>
              </a:spcBef>
              <a:spcAft>
                <a:spcPts val="0"/>
              </a:spcAft>
              <a:buNone/>
            </a:pPr>
            <a:r>
              <a:rPr lang="en-US" sz="1800">
                <a:solidFill>
                  <a:schemeClr val="dk1"/>
                </a:solidFill>
                <a:latin typeface="Calibri"/>
                <a:ea typeface="Calibri"/>
                <a:cs typeface="Calibri"/>
                <a:sym typeface="Calibri"/>
              </a:rPr>
              <a:t>ARP client</a:t>
            </a:r>
            <a:endParaRPr/>
          </a:p>
        </p:txBody>
      </p:sp>
      <p:grpSp>
        <p:nvGrpSpPr>
          <p:cNvPr id="9683" name="Google Shape;9683;p114"/>
          <p:cNvGrpSpPr/>
          <p:nvPr/>
        </p:nvGrpSpPr>
        <p:grpSpPr>
          <a:xfrm>
            <a:off x="1316411" y="1330325"/>
            <a:ext cx="1014412" cy="1665288"/>
            <a:chOff x="651" y="681"/>
            <a:chExt cx="639" cy="1049"/>
          </a:xfrm>
        </p:grpSpPr>
        <p:sp>
          <p:nvSpPr>
            <p:cNvPr id="9684" name="Google Shape;9684;p114"/>
            <p:cNvSpPr/>
            <p:nvPr/>
          </p:nvSpPr>
          <p:spPr>
            <a:xfrm>
              <a:off x="662" y="698"/>
              <a:ext cx="628" cy="1032"/>
            </a:xfrm>
            <a:custGeom>
              <a:rect b="b" l="l" r="r" t="t"/>
              <a:pathLst>
                <a:path extrusionOk="0" h="11424" w="10394">
                  <a:moveTo>
                    <a:pt x="8212" y="0"/>
                  </a:moveTo>
                  <a:cubicBezTo>
                    <a:pt x="8939" y="3099"/>
                    <a:pt x="9142" y="6462"/>
                    <a:pt x="10394" y="9298"/>
                  </a:cubicBezTo>
                  <a:lnTo>
                    <a:pt x="9142" y="11424"/>
                  </a:lnTo>
                  <a:cubicBezTo>
                    <a:pt x="6926" y="10028"/>
                    <a:pt x="3047" y="9625"/>
                    <a:pt x="0" y="8726"/>
                  </a:cubicBezTo>
                  <a:lnTo>
                    <a:pt x="7550" y="8306"/>
                  </a:lnTo>
                  <a:cubicBezTo>
                    <a:pt x="7771" y="5537"/>
                    <a:pt x="7991" y="2769"/>
                    <a:pt x="8212" y="0"/>
                  </a:cubicBezTo>
                  <a:close/>
                </a:path>
              </a:pathLst>
            </a:custGeom>
            <a:gradFill>
              <a:gsLst>
                <a:gs pos="0">
                  <a:srgbClr val="7F7F7F"/>
                </a:gs>
                <a:gs pos="100000">
                  <a:srgbClr val="FFFFFF"/>
                </a:gs>
              </a:gsLst>
              <a:lin ang="72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9685" name="Google Shape;9685;p114"/>
            <p:cNvGrpSpPr/>
            <p:nvPr/>
          </p:nvGrpSpPr>
          <p:grpSpPr>
            <a:xfrm>
              <a:off x="651" y="681"/>
              <a:ext cx="500" cy="834"/>
              <a:chOff x="569" y="2954"/>
              <a:chExt cx="500" cy="834"/>
            </a:xfrm>
          </p:grpSpPr>
          <p:sp>
            <p:nvSpPr>
              <p:cNvPr id="9686" name="Google Shape;9686;p114"/>
              <p:cNvSpPr/>
              <p:nvPr/>
            </p:nvSpPr>
            <p:spPr>
              <a:xfrm>
                <a:off x="576" y="2973"/>
                <a:ext cx="493" cy="790"/>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687" name="Google Shape;9687;p114"/>
              <p:cNvSpPr txBox="1"/>
              <p:nvPr/>
            </p:nvSpPr>
            <p:spPr>
              <a:xfrm>
                <a:off x="638" y="2954"/>
                <a:ext cx="388" cy="83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DNS</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Eth</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Phy</a:t>
                </a:r>
                <a:endParaRPr/>
              </a:p>
            </p:txBody>
          </p:sp>
          <p:cxnSp>
            <p:nvCxnSpPr>
              <p:cNvPr id="9688" name="Google Shape;9688;p114"/>
              <p:cNvCxnSpPr/>
              <p:nvPr/>
            </p:nvCxnSpPr>
            <p:spPr>
              <a:xfrm>
                <a:off x="578" y="3130"/>
                <a:ext cx="489" cy="0"/>
              </a:xfrm>
              <a:prstGeom prst="straightConnector1">
                <a:avLst/>
              </a:prstGeom>
              <a:noFill/>
              <a:ln cap="flat" cmpd="sng" w="9525">
                <a:solidFill>
                  <a:srgbClr val="000000"/>
                </a:solidFill>
                <a:prstDash val="solid"/>
                <a:round/>
                <a:headEnd len="med" w="med" type="none"/>
                <a:tailEnd len="med" w="med" type="none"/>
              </a:ln>
            </p:spPr>
          </p:cxnSp>
          <p:cxnSp>
            <p:nvCxnSpPr>
              <p:cNvPr id="9689" name="Google Shape;9689;p114"/>
              <p:cNvCxnSpPr/>
              <p:nvPr/>
            </p:nvCxnSpPr>
            <p:spPr>
              <a:xfrm>
                <a:off x="575" y="3289"/>
                <a:ext cx="489" cy="0"/>
              </a:xfrm>
              <a:prstGeom prst="straightConnector1">
                <a:avLst/>
              </a:prstGeom>
              <a:noFill/>
              <a:ln cap="flat" cmpd="sng" w="9525">
                <a:solidFill>
                  <a:srgbClr val="000000"/>
                </a:solidFill>
                <a:prstDash val="solid"/>
                <a:round/>
                <a:headEnd len="med" w="med" type="none"/>
                <a:tailEnd len="med" w="med" type="none"/>
              </a:ln>
            </p:spPr>
          </p:cxnSp>
          <p:cxnSp>
            <p:nvCxnSpPr>
              <p:cNvPr id="9690" name="Google Shape;9690;p114"/>
              <p:cNvCxnSpPr/>
              <p:nvPr/>
            </p:nvCxnSpPr>
            <p:spPr>
              <a:xfrm>
                <a:off x="572" y="3448"/>
                <a:ext cx="489" cy="0"/>
              </a:xfrm>
              <a:prstGeom prst="straightConnector1">
                <a:avLst/>
              </a:prstGeom>
              <a:noFill/>
              <a:ln cap="flat" cmpd="sng" w="9525">
                <a:solidFill>
                  <a:srgbClr val="000000"/>
                </a:solidFill>
                <a:prstDash val="solid"/>
                <a:round/>
                <a:headEnd len="med" w="med" type="none"/>
                <a:tailEnd len="med" w="med" type="none"/>
              </a:ln>
            </p:spPr>
          </p:cxnSp>
          <p:cxnSp>
            <p:nvCxnSpPr>
              <p:cNvPr id="9691" name="Google Shape;9691;p114"/>
              <p:cNvCxnSpPr/>
              <p:nvPr/>
            </p:nvCxnSpPr>
            <p:spPr>
              <a:xfrm>
                <a:off x="569" y="3607"/>
                <a:ext cx="489" cy="0"/>
              </a:xfrm>
              <a:prstGeom prst="straightConnector1">
                <a:avLst/>
              </a:prstGeom>
              <a:noFill/>
              <a:ln cap="flat" cmpd="sng" w="9525">
                <a:solidFill>
                  <a:srgbClr val="000000"/>
                </a:solidFill>
                <a:prstDash val="solid"/>
                <a:round/>
                <a:headEnd len="med" w="med" type="none"/>
                <a:tailEnd len="med" w="med" type="none"/>
              </a:ln>
            </p:spPr>
          </p:cxnSp>
        </p:grpSp>
      </p:grpSp>
      <p:grpSp>
        <p:nvGrpSpPr>
          <p:cNvPr id="9692" name="Google Shape;9692;p114"/>
          <p:cNvGrpSpPr/>
          <p:nvPr/>
        </p:nvGrpSpPr>
        <p:grpSpPr>
          <a:xfrm>
            <a:off x="1603750" y="3853801"/>
            <a:ext cx="1195388" cy="808687"/>
            <a:chOff x="1603750" y="3853801"/>
            <a:chExt cx="1195388" cy="808687"/>
          </a:xfrm>
        </p:grpSpPr>
        <p:grpSp>
          <p:nvGrpSpPr>
            <p:cNvPr id="9693" name="Google Shape;9693;p114"/>
            <p:cNvGrpSpPr/>
            <p:nvPr/>
          </p:nvGrpSpPr>
          <p:grpSpPr>
            <a:xfrm>
              <a:off x="1603750" y="3883240"/>
              <a:ext cx="1195388" cy="779248"/>
              <a:chOff x="934" y="2316"/>
              <a:chExt cx="753" cy="464"/>
            </a:xfrm>
          </p:grpSpPr>
          <p:sp>
            <p:nvSpPr>
              <p:cNvPr id="9694" name="Google Shape;9694;p114"/>
              <p:cNvSpPr/>
              <p:nvPr/>
            </p:nvSpPr>
            <p:spPr>
              <a:xfrm>
                <a:off x="1424" y="2316"/>
                <a:ext cx="263" cy="441"/>
              </a:xfrm>
              <a:custGeom>
                <a:rect b="b" l="l" r="r" t="t"/>
                <a:pathLst>
                  <a:path extrusionOk="0" h="10000" w="10000">
                    <a:moveTo>
                      <a:pt x="324" y="0"/>
                    </a:moveTo>
                    <a:cubicBezTo>
                      <a:pt x="3883" y="2374"/>
                      <a:pt x="5856" y="3091"/>
                      <a:pt x="10000" y="4764"/>
                    </a:cubicBezTo>
                    <a:lnTo>
                      <a:pt x="139" y="10000"/>
                    </a:lnTo>
                    <a:cubicBezTo>
                      <a:pt x="93" y="8211"/>
                      <a:pt x="46" y="6421"/>
                      <a:pt x="0" y="4632"/>
                    </a:cubicBezTo>
                    <a:lnTo>
                      <a:pt x="324" y="0"/>
                    </a:lnTo>
                    <a:close/>
                  </a:path>
                </a:pathLst>
              </a:custGeom>
              <a:gradFill>
                <a:gsLst>
                  <a:gs pos="0">
                    <a:srgbClr val="BFBFBF"/>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9695" name="Google Shape;9695;p114"/>
              <p:cNvGrpSpPr/>
              <p:nvPr/>
            </p:nvGrpSpPr>
            <p:grpSpPr>
              <a:xfrm>
                <a:off x="934" y="2412"/>
                <a:ext cx="497" cy="368"/>
                <a:chOff x="572" y="3425"/>
                <a:chExt cx="497" cy="368"/>
              </a:xfrm>
            </p:grpSpPr>
            <p:sp>
              <p:nvSpPr>
                <p:cNvPr id="9696" name="Google Shape;9696;p114"/>
                <p:cNvSpPr/>
                <p:nvPr/>
              </p:nvSpPr>
              <p:spPr>
                <a:xfrm>
                  <a:off x="576" y="3446"/>
                  <a:ext cx="493" cy="317"/>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697" name="Google Shape;9697;p114"/>
                <p:cNvSpPr txBox="1"/>
                <p:nvPr/>
              </p:nvSpPr>
              <p:spPr>
                <a:xfrm>
                  <a:off x="646" y="3425"/>
                  <a:ext cx="338" cy="3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Eth</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Phy</a:t>
                  </a:r>
                  <a:endParaRPr/>
                </a:p>
              </p:txBody>
            </p:sp>
            <p:cxnSp>
              <p:nvCxnSpPr>
                <p:cNvPr id="9698" name="Google Shape;9698;p114"/>
                <p:cNvCxnSpPr/>
                <p:nvPr/>
              </p:nvCxnSpPr>
              <p:spPr>
                <a:xfrm>
                  <a:off x="572" y="3448"/>
                  <a:ext cx="489" cy="0"/>
                </a:xfrm>
                <a:prstGeom prst="straightConnector1">
                  <a:avLst/>
                </a:prstGeom>
                <a:noFill/>
                <a:ln cap="flat" cmpd="sng" w="9525">
                  <a:solidFill>
                    <a:srgbClr val="000000"/>
                  </a:solidFill>
                  <a:prstDash val="solid"/>
                  <a:round/>
                  <a:headEnd len="med" w="med" type="none"/>
                  <a:tailEnd len="med" w="med" type="none"/>
                </a:ln>
              </p:spPr>
            </p:cxnSp>
            <p:cxnSp>
              <p:nvCxnSpPr>
                <p:cNvPr id="9699" name="Google Shape;9699;p114"/>
                <p:cNvCxnSpPr/>
                <p:nvPr/>
              </p:nvCxnSpPr>
              <p:spPr>
                <a:xfrm>
                  <a:off x="575" y="3607"/>
                  <a:ext cx="489" cy="0"/>
                </a:xfrm>
                <a:prstGeom prst="straightConnector1">
                  <a:avLst/>
                </a:prstGeom>
                <a:noFill/>
                <a:ln cap="flat" cmpd="sng" w="9525">
                  <a:solidFill>
                    <a:srgbClr val="000000"/>
                  </a:solidFill>
                  <a:prstDash val="solid"/>
                  <a:round/>
                  <a:headEnd len="med" w="med" type="none"/>
                  <a:tailEnd len="med" w="med" type="none"/>
                </a:ln>
              </p:spPr>
            </p:cxnSp>
          </p:grpSp>
        </p:grpSp>
        <p:grpSp>
          <p:nvGrpSpPr>
            <p:cNvPr id="9700" name="Google Shape;9700;p114"/>
            <p:cNvGrpSpPr/>
            <p:nvPr/>
          </p:nvGrpSpPr>
          <p:grpSpPr>
            <a:xfrm>
              <a:off x="1610474" y="3853801"/>
              <a:ext cx="850900" cy="261938"/>
              <a:chOff x="187" y="1352"/>
              <a:chExt cx="536" cy="165"/>
            </a:xfrm>
          </p:grpSpPr>
          <p:sp>
            <p:nvSpPr>
              <p:cNvPr id="9701" name="Google Shape;9701;p114"/>
              <p:cNvSpPr/>
              <p:nvPr/>
            </p:nvSpPr>
            <p:spPr>
              <a:xfrm>
                <a:off x="187" y="1365"/>
                <a:ext cx="492" cy="141"/>
              </a:xfrm>
              <a:prstGeom prst="rect">
                <a:avLst/>
              </a:prstGeom>
              <a:solidFill>
                <a:schemeClr val="lt1"/>
              </a:solidFill>
              <a:ln cap="flat" cmpd="sng" w="9525">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02" name="Google Shape;9702;p114"/>
              <p:cNvSpPr txBox="1"/>
              <p:nvPr/>
            </p:nvSpPr>
            <p:spPr>
              <a:xfrm>
                <a:off x="212" y="1352"/>
                <a:ext cx="511" cy="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000">
                    <a:solidFill>
                      <a:srgbClr val="000000"/>
                    </a:solidFill>
                    <a:latin typeface="Arial"/>
                    <a:ea typeface="Arial"/>
                    <a:cs typeface="Arial"/>
                    <a:sym typeface="Arial"/>
                  </a:rPr>
                  <a:t>   </a:t>
                </a:r>
                <a:r>
                  <a:rPr i="0" lang="en-US" sz="1100">
                    <a:solidFill>
                      <a:srgbClr val="000000"/>
                    </a:solidFill>
                    <a:latin typeface="Arial"/>
                    <a:ea typeface="Arial"/>
                    <a:cs typeface="Arial"/>
                    <a:sym typeface="Arial"/>
                  </a:rPr>
                  <a:t>ARP</a:t>
                </a:r>
                <a:endParaRPr i="0" sz="1000">
                  <a:solidFill>
                    <a:srgbClr val="000000"/>
                  </a:solidFill>
                  <a:latin typeface="Arial"/>
                  <a:ea typeface="Arial"/>
                  <a:cs typeface="Arial"/>
                  <a:sym typeface="Arial"/>
                </a:endParaRPr>
              </a:p>
            </p:txBody>
          </p:sp>
        </p:grpSp>
      </p:grpSp>
      <p:grpSp>
        <p:nvGrpSpPr>
          <p:cNvPr id="9703" name="Google Shape;9703;p114"/>
          <p:cNvGrpSpPr/>
          <p:nvPr/>
        </p:nvGrpSpPr>
        <p:grpSpPr>
          <a:xfrm>
            <a:off x="2606022" y="3858371"/>
            <a:ext cx="358775" cy="623888"/>
            <a:chOff x="4140" y="429"/>
            <a:chExt cx="1425" cy="2396"/>
          </a:xfrm>
        </p:grpSpPr>
        <p:sp>
          <p:nvSpPr>
            <p:cNvPr id="9704" name="Google Shape;9704;p11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705" name="Google Shape;9705;p114"/>
            <p:cNvSpPr/>
            <p:nvPr/>
          </p:nvSpPr>
          <p:spPr>
            <a:xfrm>
              <a:off x="4203" y="429"/>
              <a:ext cx="1053" cy="2286"/>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706" name="Google Shape;9706;p11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707" name="Google Shape;9707;p11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708" name="Google Shape;9708;p114"/>
            <p:cNvSpPr/>
            <p:nvPr/>
          </p:nvSpPr>
          <p:spPr>
            <a:xfrm>
              <a:off x="4209" y="691"/>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9709" name="Google Shape;9709;p114"/>
            <p:cNvGrpSpPr/>
            <p:nvPr/>
          </p:nvGrpSpPr>
          <p:grpSpPr>
            <a:xfrm>
              <a:off x="4751" y="667"/>
              <a:ext cx="580" cy="146"/>
              <a:chOff x="617" y="2567"/>
              <a:chExt cx="724" cy="140"/>
            </a:xfrm>
          </p:grpSpPr>
          <p:sp>
            <p:nvSpPr>
              <p:cNvPr id="9710" name="Google Shape;9710;p114"/>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711" name="Google Shape;9711;p114"/>
              <p:cNvSpPr/>
              <p:nvPr/>
            </p:nvSpPr>
            <p:spPr>
              <a:xfrm>
                <a:off x="633" y="2584"/>
                <a:ext cx="692"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9712" name="Google Shape;9712;p114"/>
            <p:cNvSpPr/>
            <p:nvPr/>
          </p:nvSpPr>
          <p:spPr>
            <a:xfrm>
              <a:off x="4222" y="1020"/>
              <a:ext cx="599"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9713" name="Google Shape;9713;p114"/>
            <p:cNvGrpSpPr/>
            <p:nvPr/>
          </p:nvGrpSpPr>
          <p:grpSpPr>
            <a:xfrm>
              <a:off x="4745" y="996"/>
              <a:ext cx="580" cy="134"/>
              <a:chOff x="612" y="2570"/>
              <a:chExt cx="724" cy="139"/>
            </a:xfrm>
          </p:grpSpPr>
          <p:sp>
            <p:nvSpPr>
              <p:cNvPr id="9714" name="Google Shape;9714;p114"/>
              <p:cNvSpPr/>
              <p:nvPr/>
            </p:nvSpPr>
            <p:spPr>
              <a:xfrm>
                <a:off x="612" y="2570"/>
                <a:ext cx="724"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715" name="Google Shape;9715;p114"/>
              <p:cNvSpPr/>
              <p:nvPr/>
            </p:nvSpPr>
            <p:spPr>
              <a:xfrm>
                <a:off x="628" y="2589"/>
                <a:ext cx="692"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9716" name="Google Shape;9716;p114"/>
            <p:cNvSpPr/>
            <p:nvPr/>
          </p:nvSpPr>
          <p:spPr>
            <a:xfrm>
              <a:off x="4216" y="1356"/>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717" name="Google Shape;9717;p114"/>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9718" name="Google Shape;9718;p114"/>
            <p:cNvGrpSpPr/>
            <p:nvPr/>
          </p:nvGrpSpPr>
          <p:grpSpPr>
            <a:xfrm>
              <a:off x="4733" y="1636"/>
              <a:ext cx="586" cy="140"/>
              <a:chOff x="611" y="2576"/>
              <a:chExt cx="730" cy="129"/>
            </a:xfrm>
          </p:grpSpPr>
          <p:sp>
            <p:nvSpPr>
              <p:cNvPr id="9719" name="Google Shape;9719;p114"/>
              <p:cNvSpPr/>
              <p:nvPr/>
            </p:nvSpPr>
            <p:spPr>
              <a:xfrm>
                <a:off x="611" y="2576"/>
                <a:ext cx="730" cy="12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720" name="Google Shape;9720;p114"/>
              <p:cNvSpPr/>
              <p:nvPr/>
            </p:nvSpPr>
            <p:spPr>
              <a:xfrm>
                <a:off x="627" y="2588"/>
                <a:ext cx="699"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9721" name="Google Shape;9721;p11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9722" name="Google Shape;9722;p114"/>
            <p:cNvGrpSpPr/>
            <p:nvPr/>
          </p:nvGrpSpPr>
          <p:grpSpPr>
            <a:xfrm>
              <a:off x="4739" y="1325"/>
              <a:ext cx="580" cy="140"/>
              <a:chOff x="614" y="2566"/>
              <a:chExt cx="723" cy="140"/>
            </a:xfrm>
          </p:grpSpPr>
          <p:sp>
            <p:nvSpPr>
              <p:cNvPr id="9723" name="Google Shape;9723;p114"/>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724" name="Google Shape;9724;p114"/>
              <p:cNvSpPr/>
              <p:nvPr/>
            </p:nvSpPr>
            <p:spPr>
              <a:xfrm>
                <a:off x="630" y="2585"/>
                <a:ext cx="691"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9725" name="Google Shape;9725;p114"/>
            <p:cNvSpPr/>
            <p:nvPr/>
          </p:nvSpPr>
          <p:spPr>
            <a:xfrm>
              <a:off x="5250" y="429"/>
              <a:ext cx="69" cy="2286"/>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726" name="Google Shape;9726;p11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727" name="Google Shape;9727;p11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728" name="Google Shape;9728;p114"/>
            <p:cNvSpPr/>
            <p:nvPr/>
          </p:nvSpPr>
          <p:spPr>
            <a:xfrm>
              <a:off x="5515" y="2612"/>
              <a:ext cx="50" cy="98"/>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729" name="Google Shape;9729;p11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730" name="Google Shape;9730;p114"/>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731" name="Google Shape;9731;p114"/>
            <p:cNvSpPr/>
            <p:nvPr/>
          </p:nvSpPr>
          <p:spPr>
            <a:xfrm>
              <a:off x="4203" y="2709"/>
              <a:ext cx="1072" cy="85"/>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732" name="Google Shape;9732;p114"/>
            <p:cNvSpPr/>
            <p:nvPr/>
          </p:nvSpPr>
          <p:spPr>
            <a:xfrm>
              <a:off x="4310" y="2386"/>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733" name="Google Shape;9733;p114"/>
            <p:cNvSpPr/>
            <p:nvPr/>
          </p:nvSpPr>
          <p:spPr>
            <a:xfrm>
              <a:off x="4487" y="2386"/>
              <a:ext cx="158" cy="14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9734" name="Google Shape;9734;p114"/>
            <p:cNvSpPr/>
            <p:nvPr/>
          </p:nvSpPr>
          <p:spPr>
            <a:xfrm>
              <a:off x="4663" y="2380"/>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735" name="Google Shape;9735;p114"/>
            <p:cNvSpPr/>
            <p:nvPr/>
          </p:nvSpPr>
          <p:spPr>
            <a:xfrm>
              <a:off x="5061" y="1837"/>
              <a:ext cx="88" cy="756"/>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9736" name="Google Shape;9736;p114"/>
          <p:cNvSpPr txBox="1"/>
          <p:nvPr/>
        </p:nvSpPr>
        <p:spPr>
          <a:xfrm>
            <a:off x="5429671" y="1384207"/>
            <a:ext cx="6323058" cy="12620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2400"/>
              <a:buFont typeface="Noto Sans Symbols"/>
              <a:buChar char="▪"/>
            </a:pPr>
            <a:r>
              <a:rPr lang="en-US" sz="2400">
                <a:solidFill>
                  <a:schemeClr val="dk1"/>
                </a:solidFill>
                <a:latin typeface="Calibri"/>
                <a:ea typeface="Calibri"/>
                <a:cs typeface="Calibri"/>
                <a:sym typeface="Calibri"/>
              </a:rPr>
              <a:t>before sending </a:t>
            </a:r>
            <a:r>
              <a:rPr lang="en-US" sz="2400">
                <a:solidFill>
                  <a:srgbClr val="C00000"/>
                </a:solidFill>
                <a:latin typeface="Calibri"/>
                <a:ea typeface="Calibri"/>
                <a:cs typeface="Calibri"/>
                <a:sym typeface="Calibri"/>
              </a:rPr>
              <a:t>HTTP</a:t>
            </a:r>
            <a:r>
              <a:rPr b="1" i="1" lang="en-US" sz="2400">
                <a:solidFill>
                  <a:srgbClr val="C00000"/>
                </a:solidFill>
                <a:latin typeface="Calibri"/>
                <a:ea typeface="Calibri"/>
                <a:cs typeface="Calibri"/>
                <a:sym typeface="Calibri"/>
              </a:rPr>
              <a:t> </a:t>
            </a:r>
            <a:r>
              <a:rPr lang="en-US" sz="2400">
                <a:solidFill>
                  <a:schemeClr val="dk1"/>
                </a:solidFill>
                <a:latin typeface="Calibri"/>
                <a:ea typeface="Calibri"/>
                <a:cs typeface="Calibri"/>
                <a:sym typeface="Calibri"/>
              </a:rPr>
              <a:t>request, need IP address of www.google.com:  </a:t>
            </a:r>
            <a:r>
              <a:rPr lang="en-US" sz="2400">
                <a:solidFill>
                  <a:srgbClr val="C00000"/>
                </a:solidFill>
                <a:latin typeface="Calibri"/>
                <a:ea typeface="Calibri"/>
                <a:cs typeface="Calibri"/>
                <a:sym typeface="Calibri"/>
              </a:rPr>
              <a:t>DNS</a:t>
            </a:r>
            <a:endParaRPr/>
          </a:p>
        </p:txBody>
      </p:sp>
      <p:grpSp>
        <p:nvGrpSpPr>
          <p:cNvPr id="9737" name="Google Shape;9737;p114"/>
          <p:cNvGrpSpPr/>
          <p:nvPr/>
        </p:nvGrpSpPr>
        <p:grpSpPr>
          <a:xfrm>
            <a:off x="188913" y="1412782"/>
            <a:ext cx="762000" cy="876300"/>
            <a:chOff x="177" y="729"/>
            <a:chExt cx="480" cy="552"/>
          </a:xfrm>
        </p:grpSpPr>
        <p:grpSp>
          <p:nvGrpSpPr>
            <p:cNvPr id="9738" name="Google Shape;9738;p114"/>
            <p:cNvGrpSpPr/>
            <p:nvPr/>
          </p:nvGrpSpPr>
          <p:grpSpPr>
            <a:xfrm>
              <a:off x="343" y="732"/>
              <a:ext cx="290" cy="154"/>
              <a:chOff x="844" y="3337"/>
              <a:chExt cx="290" cy="154"/>
            </a:xfrm>
          </p:grpSpPr>
          <p:sp>
            <p:nvSpPr>
              <p:cNvPr id="9739" name="Google Shape;9739;p114"/>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740" name="Google Shape;9740;p114"/>
              <p:cNvSpPr txBox="1"/>
              <p:nvPr/>
            </p:nvSpPr>
            <p:spPr>
              <a:xfrm>
                <a:off x="844" y="3337"/>
                <a:ext cx="28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DNS</a:t>
                </a:r>
                <a:endParaRPr/>
              </a:p>
            </p:txBody>
          </p:sp>
        </p:grpSp>
        <p:grpSp>
          <p:nvGrpSpPr>
            <p:cNvPr id="9741" name="Google Shape;9741;p114"/>
            <p:cNvGrpSpPr/>
            <p:nvPr/>
          </p:nvGrpSpPr>
          <p:grpSpPr>
            <a:xfrm>
              <a:off x="290" y="874"/>
              <a:ext cx="354" cy="154"/>
              <a:chOff x="740" y="3209"/>
              <a:chExt cx="354" cy="154"/>
            </a:xfrm>
          </p:grpSpPr>
          <p:grpSp>
            <p:nvGrpSpPr>
              <p:cNvPr id="9742" name="Google Shape;9742;p114"/>
              <p:cNvGrpSpPr/>
              <p:nvPr/>
            </p:nvGrpSpPr>
            <p:grpSpPr>
              <a:xfrm>
                <a:off x="794" y="3209"/>
                <a:ext cx="290" cy="154"/>
                <a:chOff x="844" y="3337"/>
                <a:chExt cx="290" cy="154"/>
              </a:xfrm>
            </p:grpSpPr>
            <p:sp>
              <p:nvSpPr>
                <p:cNvPr id="9743" name="Google Shape;9743;p114"/>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744" name="Google Shape;9744;p114"/>
                <p:cNvSpPr txBox="1"/>
                <p:nvPr/>
              </p:nvSpPr>
              <p:spPr>
                <a:xfrm>
                  <a:off x="844" y="3337"/>
                  <a:ext cx="28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DNS</a:t>
                  </a:r>
                  <a:endParaRPr/>
                </a:p>
              </p:txBody>
            </p:sp>
          </p:grpSp>
          <p:sp>
            <p:nvSpPr>
              <p:cNvPr id="9745" name="Google Shape;9745;p114"/>
              <p:cNvSpPr/>
              <p:nvPr/>
            </p:nvSpPr>
            <p:spPr>
              <a:xfrm>
                <a:off x="750" y="3244"/>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746" name="Google Shape;9746;p114"/>
              <p:cNvSpPr/>
              <p:nvPr/>
            </p:nvSpPr>
            <p:spPr>
              <a:xfrm>
                <a:off x="740" y="3238"/>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9747" name="Google Shape;9747;p114"/>
            <p:cNvGrpSpPr/>
            <p:nvPr/>
          </p:nvGrpSpPr>
          <p:grpSpPr>
            <a:xfrm>
              <a:off x="290" y="1022"/>
              <a:ext cx="354" cy="154"/>
              <a:chOff x="836" y="3305"/>
              <a:chExt cx="354" cy="154"/>
            </a:xfrm>
          </p:grpSpPr>
          <p:grpSp>
            <p:nvGrpSpPr>
              <p:cNvPr id="9748" name="Google Shape;9748;p114"/>
              <p:cNvGrpSpPr/>
              <p:nvPr/>
            </p:nvGrpSpPr>
            <p:grpSpPr>
              <a:xfrm>
                <a:off x="890" y="3305"/>
                <a:ext cx="290" cy="154"/>
                <a:chOff x="844" y="3337"/>
                <a:chExt cx="290" cy="154"/>
              </a:xfrm>
            </p:grpSpPr>
            <p:sp>
              <p:nvSpPr>
                <p:cNvPr id="9749" name="Google Shape;9749;p114"/>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750" name="Google Shape;9750;p114"/>
                <p:cNvSpPr txBox="1"/>
                <p:nvPr/>
              </p:nvSpPr>
              <p:spPr>
                <a:xfrm>
                  <a:off x="844" y="3337"/>
                  <a:ext cx="28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DNS</a:t>
                  </a:r>
                  <a:endParaRPr/>
                </a:p>
              </p:txBody>
            </p:sp>
          </p:grpSp>
          <p:grpSp>
            <p:nvGrpSpPr>
              <p:cNvPr id="9751" name="Google Shape;9751;p114"/>
              <p:cNvGrpSpPr/>
              <p:nvPr/>
            </p:nvGrpSpPr>
            <p:grpSpPr>
              <a:xfrm>
                <a:off x="836" y="3334"/>
                <a:ext cx="354" cy="94"/>
                <a:chOff x="836" y="3334"/>
                <a:chExt cx="354" cy="94"/>
              </a:xfrm>
            </p:grpSpPr>
            <p:sp>
              <p:nvSpPr>
                <p:cNvPr id="9752" name="Google Shape;9752;p114"/>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753" name="Google Shape;9753;p114"/>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grpSp>
          <p:nvGrpSpPr>
            <p:cNvPr id="9754" name="Google Shape;9754;p114"/>
            <p:cNvGrpSpPr/>
            <p:nvPr/>
          </p:nvGrpSpPr>
          <p:grpSpPr>
            <a:xfrm>
              <a:off x="177" y="1042"/>
              <a:ext cx="480" cy="112"/>
              <a:chOff x="627" y="3377"/>
              <a:chExt cx="480" cy="112"/>
            </a:xfrm>
          </p:grpSpPr>
          <p:sp>
            <p:nvSpPr>
              <p:cNvPr id="9755" name="Google Shape;9755;p114"/>
              <p:cNvSpPr/>
              <p:nvPr/>
            </p:nvSpPr>
            <p:spPr>
              <a:xfrm>
                <a:off x="636" y="3388"/>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756" name="Google Shape;9756;p114"/>
              <p:cNvSpPr/>
              <p:nvPr/>
            </p:nvSpPr>
            <p:spPr>
              <a:xfrm>
                <a:off x="627" y="3377"/>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9757" name="Google Shape;9757;p114"/>
            <p:cNvSpPr/>
            <p:nvPr/>
          </p:nvSpPr>
          <p:spPr>
            <a:xfrm>
              <a:off x="393" y="729"/>
              <a:ext cx="240" cy="552"/>
            </a:xfrm>
            <a:prstGeom prst="downArrow">
              <a:avLst>
                <a:gd fmla="val 54167" name="adj1"/>
                <a:gd fmla="val 36928" name="adj2"/>
              </a:avLst>
            </a:prstGeom>
            <a:gradFill>
              <a:gsLst>
                <a:gs pos="0">
                  <a:srgbClr val="FF0000">
                    <a:alpha val="24705"/>
                  </a:srgbClr>
                </a:gs>
                <a:gs pos="100000">
                  <a:srgbClr val="FF0000">
                    <a:alpha val="24705"/>
                  </a:srgbClr>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9758" name="Google Shape;9758;p114"/>
          <p:cNvSpPr/>
          <p:nvPr/>
        </p:nvSpPr>
        <p:spPr>
          <a:xfrm>
            <a:off x="5426495" y="2279650"/>
            <a:ext cx="6213373" cy="1306513"/>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000099"/>
              </a:buClr>
              <a:buSzPts val="2400"/>
              <a:buFont typeface="Noto Sans Symbols"/>
              <a:buChar char="▪"/>
            </a:pPr>
            <a:r>
              <a:rPr lang="en-US" sz="2400">
                <a:solidFill>
                  <a:srgbClr val="000000"/>
                </a:solidFill>
                <a:latin typeface="Calibri"/>
                <a:ea typeface="Calibri"/>
                <a:cs typeface="Calibri"/>
                <a:sym typeface="Calibri"/>
              </a:rPr>
              <a:t>DNS query created, encapsulated in UDP, encapsulated in IP, encapsulated in Eth.  To send frame to router, need MAC address of router interface: </a:t>
            </a:r>
            <a:r>
              <a:rPr lang="en-US" sz="2400">
                <a:solidFill>
                  <a:srgbClr val="C00000"/>
                </a:solidFill>
                <a:latin typeface="Calibri"/>
                <a:ea typeface="Calibri"/>
                <a:cs typeface="Calibri"/>
                <a:sym typeface="Calibri"/>
              </a:rPr>
              <a:t>ARP</a:t>
            </a:r>
            <a:endParaRPr/>
          </a:p>
          <a:p>
            <a:pPr indent="0" lvl="0" marL="0" marR="0" rtl="0" algn="l">
              <a:lnSpc>
                <a:spcPct val="90000"/>
              </a:lnSpc>
              <a:spcBef>
                <a:spcPts val="480"/>
              </a:spcBef>
              <a:spcAft>
                <a:spcPts val="0"/>
              </a:spcAft>
              <a:buNone/>
            </a:pPr>
            <a:r>
              <a:t/>
            </a:r>
            <a:endParaRPr b="1" sz="2400">
              <a:solidFill>
                <a:srgbClr val="000000"/>
              </a:solidFill>
              <a:latin typeface="Calibri"/>
              <a:ea typeface="Calibri"/>
              <a:cs typeface="Calibri"/>
              <a:sym typeface="Calibri"/>
            </a:endParaRPr>
          </a:p>
        </p:txBody>
      </p:sp>
      <p:sp>
        <p:nvSpPr>
          <p:cNvPr id="9759" name="Google Shape;9759;p114"/>
          <p:cNvSpPr/>
          <p:nvPr/>
        </p:nvSpPr>
        <p:spPr>
          <a:xfrm>
            <a:off x="5417905" y="3769753"/>
            <a:ext cx="6509636" cy="15636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000099"/>
              </a:buClr>
              <a:buSzPts val="2400"/>
              <a:buFont typeface="Noto Sans Symbols"/>
              <a:buChar char="▪"/>
            </a:pPr>
            <a:r>
              <a:rPr lang="en-US" sz="2400">
                <a:solidFill>
                  <a:srgbClr val="C00000"/>
                </a:solidFill>
                <a:latin typeface="Calibri"/>
                <a:ea typeface="Calibri"/>
                <a:cs typeface="Calibri"/>
                <a:sym typeface="Calibri"/>
              </a:rPr>
              <a:t>ARP query </a:t>
            </a:r>
            <a:r>
              <a:rPr lang="en-US" sz="2400">
                <a:solidFill>
                  <a:srgbClr val="000000"/>
                </a:solidFill>
                <a:latin typeface="Calibri"/>
                <a:ea typeface="Calibri"/>
                <a:cs typeface="Calibri"/>
                <a:sym typeface="Calibri"/>
              </a:rPr>
              <a:t>broadcast, received by router, which replies with </a:t>
            </a:r>
            <a:r>
              <a:rPr lang="en-US" sz="2400">
                <a:solidFill>
                  <a:srgbClr val="C00000"/>
                </a:solidFill>
                <a:latin typeface="Calibri"/>
                <a:ea typeface="Calibri"/>
                <a:cs typeface="Calibri"/>
                <a:sym typeface="Calibri"/>
              </a:rPr>
              <a:t>ARP reply </a:t>
            </a:r>
            <a:r>
              <a:rPr lang="en-US" sz="2400">
                <a:solidFill>
                  <a:srgbClr val="000000"/>
                </a:solidFill>
                <a:latin typeface="Calibri"/>
                <a:ea typeface="Calibri"/>
                <a:cs typeface="Calibri"/>
                <a:sym typeface="Calibri"/>
              </a:rPr>
              <a:t>giving MAC address of router interface</a:t>
            </a:r>
            <a:endParaRPr/>
          </a:p>
        </p:txBody>
      </p:sp>
      <p:sp>
        <p:nvSpPr>
          <p:cNvPr id="9760" name="Google Shape;9760;p114"/>
          <p:cNvSpPr/>
          <p:nvPr/>
        </p:nvSpPr>
        <p:spPr>
          <a:xfrm>
            <a:off x="5403056" y="4906495"/>
            <a:ext cx="5806890" cy="12922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000099"/>
              </a:buClr>
              <a:buSzPts val="2400"/>
              <a:buFont typeface="Noto Sans Symbols"/>
              <a:buChar char="▪"/>
            </a:pPr>
            <a:r>
              <a:rPr lang="en-US" sz="2400">
                <a:solidFill>
                  <a:srgbClr val="000000"/>
                </a:solidFill>
                <a:latin typeface="Calibri"/>
                <a:ea typeface="Calibri"/>
                <a:cs typeface="Calibri"/>
                <a:sym typeface="Calibri"/>
              </a:rPr>
              <a:t>client now knows MAC address of first hop router, so can now send frame containing DNS query </a:t>
            </a:r>
            <a:endParaRPr/>
          </a:p>
        </p:txBody>
      </p:sp>
      <p:grpSp>
        <p:nvGrpSpPr>
          <p:cNvPr id="9761" name="Google Shape;9761;p114"/>
          <p:cNvGrpSpPr/>
          <p:nvPr/>
        </p:nvGrpSpPr>
        <p:grpSpPr>
          <a:xfrm>
            <a:off x="0" y="2123982"/>
            <a:ext cx="1081088" cy="244475"/>
            <a:chOff x="76" y="2296"/>
            <a:chExt cx="681" cy="154"/>
          </a:xfrm>
        </p:grpSpPr>
        <p:sp>
          <p:nvSpPr>
            <p:cNvPr id="9762" name="Google Shape;9762;p114"/>
            <p:cNvSpPr/>
            <p:nvPr/>
          </p:nvSpPr>
          <p:spPr>
            <a:xfrm>
              <a:off x="76" y="2305"/>
              <a:ext cx="681" cy="138"/>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763" name="Google Shape;9763;p114"/>
            <p:cNvSpPr/>
            <p:nvPr/>
          </p:nvSpPr>
          <p:spPr>
            <a:xfrm>
              <a:off x="89" y="2321"/>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764" name="Google Shape;9764;p114"/>
            <p:cNvSpPr/>
            <p:nvPr/>
          </p:nvSpPr>
          <p:spPr>
            <a:xfrm>
              <a:off x="687" y="2320"/>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765" name="Google Shape;9765;p114"/>
            <p:cNvSpPr/>
            <p:nvPr/>
          </p:nvSpPr>
          <p:spPr>
            <a:xfrm>
              <a:off x="195" y="2319"/>
              <a:ext cx="480" cy="112"/>
            </a:xfrm>
            <a:prstGeom prst="rect">
              <a:avLst/>
            </a:prstGeom>
            <a:solidFill>
              <a:srgbClr val="FFFF00"/>
            </a:solidFill>
            <a:ln cap="flat" cmpd="sng" w="9525">
              <a:solidFill>
                <a:srgbClr val="FFF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766" name="Google Shape;9766;p114"/>
            <p:cNvSpPr txBox="1"/>
            <p:nvPr/>
          </p:nvSpPr>
          <p:spPr>
            <a:xfrm>
              <a:off x="182" y="2296"/>
              <a:ext cx="501"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ARP query</a:t>
              </a:r>
              <a:endParaRPr/>
            </a:p>
          </p:txBody>
        </p:sp>
      </p:grpSp>
      <p:grpSp>
        <p:nvGrpSpPr>
          <p:cNvPr id="9767" name="Google Shape;9767;p114"/>
          <p:cNvGrpSpPr/>
          <p:nvPr/>
        </p:nvGrpSpPr>
        <p:grpSpPr>
          <a:xfrm>
            <a:off x="1271961" y="1949449"/>
            <a:ext cx="444500" cy="244475"/>
            <a:chOff x="161" y="1354"/>
            <a:chExt cx="280" cy="154"/>
          </a:xfrm>
        </p:grpSpPr>
        <p:sp>
          <p:nvSpPr>
            <p:cNvPr id="9768" name="Google Shape;9768;p114"/>
            <p:cNvSpPr/>
            <p:nvPr/>
          </p:nvSpPr>
          <p:spPr>
            <a:xfrm>
              <a:off x="192" y="1365"/>
              <a:ext cx="228" cy="141"/>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769" name="Google Shape;9769;p114"/>
            <p:cNvSpPr txBox="1"/>
            <p:nvPr/>
          </p:nvSpPr>
          <p:spPr>
            <a:xfrm>
              <a:off x="161" y="1354"/>
              <a:ext cx="280"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ARP</a:t>
              </a:r>
              <a:endParaRPr/>
            </a:p>
          </p:txBody>
        </p:sp>
      </p:grpSp>
      <p:grpSp>
        <p:nvGrpSpPr>
          <p:cNvPr id="9770" name="Google Shape;9770;p114"/>
          <p:cNvGrpSpPr/>
          <p:nvPr/>
        </p:nvGrpSpPr>
        <p:grpSpPr>
          <a:xfrm>
            <a:off x="478678" y="4075206"/>
            <a:ext cx="1081088" cy="244475"/>
            <a:chOff x="76" y="2296"/>
            <a:chExt cx="681" cy="154"/>
          </a:xfrm>
        </p:grpSpPr>
        <p:sp>
          <p:nvSpPr>
            <p:cNvPr id="9771" name="Google Shape;9771;p114"/>
            <p:cNvSpPr/>
            <p:nvPr/>
          </p:nvSpPr>
          <p:spPr>
            <a:xfrm>
              <a:off x="76" y="2305"/>
              <a:ext cx="681" cy="138"/>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772" name="Google Shape;9772;p114"/>
            <p:cNvSpPr/>
            <p:nvPr/>
          </p:nvSpPr>
          <p:spPr>
            <a:xfrm>
              <a:off x="89" y="2321"/>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773" name="Google Shape;9773;p114"/>
            <p:cNvSpPr/>
            <p:nvPr/>
          </p:nvSpPr>
          <p:spPr>
            <a:xfrm>
              <a:off x="687" y="2320"/>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774" name="Google Shape;9774;p114"/>
            <p:cNvSpPr/>
            <p:nvPr/>
          </p:nvSpPr>
          <p:spPr>
            <a:xfrm>
              <a:off x="195" y="2319"/>
              <a:ext cx="480" cy="112"/>
            </a:xfrm>
            <a:prstGeom prst="rect">
              <a:avLst/>
            </a:prstGeom>
            <a:solidFill>
              <a:srgbClr val="FFFF00"/>
            </a:solidFill>
            <a:ln cap="flat" cmpd="sng" w="9525">
              <a:solidFill>
                <a:srgbClr val="FFF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775" name="Google Shape;9775;p114"/>
            <p:cNvSpPr txBox="1"/>
            <p:nvPr/>
          </p:nvSpPr>
          <p:spPr>
            <a:xfrm>
              <a:off x="182" y="2296"/>
              <a:ext cx="47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ARP reply</a:t>
              </a:r>
              <a:endParaRPr/>
            </a:p>
          </p:txBody>
        </p:sp>
      </p:gr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9683"/>
                                        </p:tgtEl>
                                        <p:attrNameLst>
                                          <p:attrName>style.visibility</p:attrName>
                                        </p:attrNameLst>
                                      </p:cBhvr>
                                      <p:to>
                                        <p:strVal val="visible"/>
                                      </p:to>
                                    </p:set>
                                    <p:animEffect filter="fade" transition="in">
                                      <p:cBhvr>
                                        <p:cTn dur="500"/>
                                        <p:tgtEl>
                                          <p:spTgt spid="96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92"/>
                                        </p:tgtEl>
                                        <p:attrNameLst>
                                          <p:attrName>style.visibility</p:attrName>
                                        </p:attrNameLst>
                                      </p:cBhvr>
                                      <p:to>
                                        <p:strVal val="visible"/>
                                      </p:to>
                                    </p:set>
                                    <p:animEffect filter="fade" transition="in">
                                      <p:cBhvr>
                                        <p:cTn dur="500"/>
                                        <p:tgtEl>
                                          <p:spTgt spid="96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37"/>
                                        </p:tgtEl>
                                        <p:attrNameLst>
                                          <p:attrName>style.visibility</p:attrName>
                                        </p:attrNameLst>
                                      </p:cBhvr>
                                      <p:to>
                                        <p:strVal val="visible"/>
                                      </p:to>
                                    </p:set>
                                    <p:animEffect filter="fade" transition="in">
                                      <p:cBhvr>
                                        <p:cTn dur="500"/>
                                        <p:tgtEl>
                                          <p:spTgt spid="9737"/>
                                        </p:tgtEl>
                                      </p:cBhvr>
                                    </p:animEffect>
                                  </p:childTnLst>
                                </p:cTn>
                              </p:par>
                              <p:par>
                                <p:cTn fill="hold" nodeType="withEffect" presetClass="entr" presetID="10" presetSubtype="0">
                                  <p:stCondLst>
                                    <p:cond delay="0"/>
                                  </p:stCondLst>
                                  <p:childTnLst>
                                    <p:set>
                                      <p:cBhvr>
                                        <p:cTn dur="1" fill="hold">
                                          <p:stCondLst>
                                            <p:cond delay="0"/>
                                          </p:stCondLst>
                                        </p:cTn>
                                        <p:tgtEl>
                                          <p:spTgt spid="9767"/>
                                        </p:tgtEl>
                                        <p:attrNameLst>
                                          <p:attrName>style.visibility</p:attrName>
                                        </p:attrNameLst>
                                      </p:cBhvr>
                                      <p:to>
                                        <p:strVal val="visible"/>
                                      </p:to>
                                    </p:set>
                                    <p:animEffect filter="fade" transition="in">
                                      <p:cBhvr>
                                        <p:cTn dur="500"/>
                                        <p:tgtEl>
                                          <p:spTgt spid="9767"/>
                                        </p:tgtEl>
                                      </p:cBhvr>
                                    </p:animEffect>
                                  </p:childTnLst>
                                </p:cTn>
                              </p:par>
                              <p:par>
                                <p:cTn fill="hold" nodeType="withEffect" presetClass="entr" presetID="10" presetSubtype="0">
                                  <p:stCondLst>
                                    <p:cond delay="0"/>
                                  </p:stCondLst>
                                  <p:childTnLst>
                                    <p:set>
                                      <p:cBhvr>
                                        <p:cTn dur="1" fill="hold">
                                          <p:stCondLst>
                                            <p:cond delay="0"/>
                                          </p:stCondLst>
                                        </p:cTn>
                                        <p:tgtEl>
                                          <p:spTgt spid="9758"/>
                                        </p:tgtEl>
                                        <p:attrNameLst>
                                          <p:attrName>style.visibility</p:attrName>
                                        </p:attrNameLst>
                                      </p:cBhvr>
                                      <p:to>
                                        <p:strVal val="visible"/>
                                      </p:to>
                                    </p:set>
                                    <p:animEffect filter="fade" transition="in">
                                      <p:cBhvr>
                                        <p:cTn dur="500"/>
                                        <p:tgtEl>
                                          <p:spTgt spid="97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61"/>
                                        </p:tgtEl>
                                        <p:attrNameLst>
                                          <p:attrName>style.visibility</p:attrName>
                                        </p:attrNameLst>
                                      </p:cBhvr>
                                      <p:to>
                                        <p:strVal val="visible"/>
                                      </p:to>
                                    </p:set>
                                    <p:animEffect filter="fade" transition="in">
                                      <p:cBhvr>
                                        <p:cTn dur="500"/>
                                        <p:tgtEl>
                                          <p:spTgt spid="976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9759"/>
                                        </p:tgtEl>
                                        <p:attrNameLst>
                                          <p:attrName>style.visibility</p:attrName>
                                        </p:attrNameLst>
                                      </p:cBhvr>
                                      <p:to>
                                        <p:strVal val="visible"/>
                                      </p:to>
                                    </p:set>
                                    <p:animEffect filter="fade" transition="in">
                                      <p:cBhvr>
                                        <p:cTn dur="500"/>
                                        <p:tgtEl>
                                          <p:spTgt spid="97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9761"/>
                                        </p:tgtEl>
                                      </p:cBhvr>
                                    </p:animEffect>
                                    <p:set>
                                      <p:cBhvr>
                                        <p:cTn dur="1" fill="hold">
                                          <p:stCondLst>
                                            <p:cond delay="500"/>
                                          </p:stCondLst>
                                        </p:cTn>
                                        <p:tgtEl>
                                          <p:spTgt spid="9761"/>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9770"/>
                                        </p:tgtEl>
                                        <p:attrNameLst>
                                          <p:attrName>style.visibility</p:attrName>
                                        </p:attrNameLst>
                                      </p:cBhvr>
                                      <p:to>
                                        <p:strVal val="visible"/>
                                      </p:to>
                                    </p:set>
                                    <p:animEffect filter="fade" transition="in">
                                      <p:cBhvr>
                                        <p:cTn dur="500"/>
                                        <p:tgtEl>
                                          <p:spTgt spid="97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9770"/>
                                        </p:tgtEl>
                                      </p:cBhvr>
                                    </p:animEffect>
                                    <p:set>
                                      <p:cBhvr>
                                        <p:cTn dur="1" fill="hold">
                                          <p:stCondLst>
                                            <p:cond delay="500"/>
                                          </p:stCondLst>
                                        </p:cTn>
                                        <p:tgtEl>
                                          <p:spTgt spid="9770"/>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9767"/>
                                        </p:tgtEl>
                                      </p:cBhvr>
                                    </p:animEffect>
                                    <p:set>
                                      <p:cBhvr>
                                        <p:cTn dur="1" fill="hold">
                                          <p:stCondLst>
                                            <p:cond delay="500"/>
                                          </p:stCondLst>
                                        </p:cTn>
                                        <p:tgtEl>
                                          <p:spTgt spid="9767"/>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9760"/>
                                        </p:tgtEl>
                                        <p:attrNameLst>
                                          <p:attrName>style.visibility</p:attrName>
                                        </p:attrNameLst>
                                      </p:cBhvr>
                                      <p:to>
                                        <p:strVal val="visible"/>
                                      </p:to>
                                    </p:set>
                                    <p:animEffect filter="fade" transition="in">
                                      <p:cBhvr>
                                        <p:cTn dur="500"/>
                                        <p:tgtEl>
                                          <p:spTgt spid="97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79" name="Shape 9779"/>
        <p:cNvGrpSpPr/>
        <p:nvPr/>
      </p:nvGrpSpPr>
      <p:grpSpPr>
        <a:xfrm>
          <a:off x="0" y="0"/>
          <a:ext cx="0" cy="0"/>
          <a:chOff x="0" y="0"/>
          <a:chExt cx="0" cy="0"/>
        </a:xfrm>
      </p:grpSpPr>
      <p:sp>
        <p:nvSpPr>
          <p:cNvPr id="9780" name="Google Shape;9780;p115"/>
          <p:cNvSpPr txBox="1"/>
          <p:nvPr>
            <p:ph type="title"/>
          </p:nvPr>
        </p:nvSpPr>
        <p:spPr>
          <a:xfrm>
            <a:off x="811306" y="303903"/>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900"/>
              <a:buFont typeface="Calibri"/>
              <a:buNone/>
            </a:pPr>
            <a:r>
              <a:rPr lang="en-US" sz="4900"/>
              <a:t>A day in the life… using DNS</a:t>
            </a:r>
            <a:endParaRPr/>
          </a:p>
        </p:txBody>
      </p:sp>
      <p:sp>
        <p:nvSpPr>
          <p:cNvPr id="9781" name="Google Shape;9781;p11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Link Layer: 6-</a:t>
            </a:r>
            <a:fld id="{00000000-1234-1234-1234-123412341234}" type="slidenum">
              <a:rPr lang="en-US"/>
              <a:t>‹#›</a:t>
            </a:fld>
            <a:endParaRPr/>
          </a:p>
        </p:txBody>
      </p:sp>
      <p:sp>
        <p:nvSpPr>
          <p:cNvPr id="9782" name="Google Shape;9782;p115"/>
          <p:cNvSpPr/>
          <p:nvPr/>
        </p:nvSpPr>
        <p:spPr>
          <a:xfrm>
            <a:off x="691870" y="1878292"/>
            <a:ext cx="3554412" cy="2754313"/>
          </a:xfrm>
          <a:custGeom>
            <a:rect b="b" l="l" r="r" t="t"/>
            <a:pathLst>
              <a:path extrusionOk="0" h="958" w="2406">
                <a:moveTo>
                  <a:pt x="2192" y="274"/>
                </a:moveTo>
                <a:cubicBezTo>
                  <a:pt x="1978" y="94"/>
                  <a:pt x="1990" y="122"/>
                  <a:pt x="1857" y="77"/>
                </a:cubicBezTo>
                <a:cubicBezTo>
                  <a:pt x="1724" y="32"/>
                  <a:pt x="1584" y="0"/>
                  <a:pt x="1393" y="7"/>
                </a:cubicBezTo>
                <a:cubicBezTo>
                  <a:pt x="1202" y="14"/>
                  <a:pt x="898" y="84"/>
                  <a:pt x="713" y="122"/>
                </a:cubicBezTo>
                <a:cubicBezTo>
                  <a:pt x="528" y="160"/>
                  <a:pt x="395" y="168"/>
                  <a:pt x="280" y="234"/>
                </a:cubicBezTo>
                <a:cubicBezTo>
                  <a:pt x="166" y="301"/>
                  <a:pt x="52" y="432"/>
                  <a:pt x="26" y="522"/>
                </a:cubicBezTo>
                <a:cubicBezTo>
                  <a:pt x="0" y="612"/>
                  <a:pt x="81" y="711"/>
                  <a:pt x="122" y="773"/>
                </a:cubicBezTo>
                <a:cubicBezTo>
                  <a:pt x="163" y="835"/>
                  <a:pt x="99" y="877"/>
                  <a:pt x="273" y="894"/>
                </a:cubicBezTo>
                <a:cubicBezTo>
                  <a:pt x="447" y="911"/>
                  <a:pt x="938" y="866"/>
                  <a:pt x="1169" y="876"/>
                </a:cubicBezTo>
                <a:cubicBezTo>
                  <a:pt x="1400" y="886"/>
                  <a:pt x="1499" y="950"/>
                  <a:pt x="1659" y="954"/>
                </a:cubicBezTo>
                <a:cubicBezTo>
                  <a:pt x="1819" y="958"/>
                  <a:pt x="2014" y="958"/>
                  <a:pt x="2129" y="897"/>
                </a:cubicBezTo>
                <a:cubicBezTo>
                  <a:pt x="2244" y="836"/>
                  <a:pt x="2327" y="856"/>
                  <a:pt x="2350" y="591"/>
                </a:cubicBezTo>
                <a:cubicBezTo>
                  <a:pt x="2373" y="326"/>
                  <a:pt x="2406" y="454"/>
                  <a:pt x="2192" y="274"/>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9783" name="Google Shape;9783;p115"/>
          <p:cNvCxnSpPr/>
          <p:nvPr/>
        </p:nvCxnSpPr>
        <p:spPr>
          <a:xfrm flipH="1" rot="10800000">
            <a:off x="3693832" y="2949855"/>
            <a:ext cx="155575" cy="142875"/>
          </a:xfrm>
          <a:prstGeom prst="straightConnector1">
            <a:avLst/>
          </a:prstGeom>
          <a:noFill/>
          <a:ln cap="flat" cmpd="sng" w="9525">
            <a:solidFill>
              <a:srgbClr val="000000"/>
            </a:solidFill>
            <a:prstDash val="solid"/>
            <a:round/>
            <a:headEnd len="med" w="med" type="none"/>
            <a:tailEnd len="med" w="med" type="none"/>
          </a:ln>
        </p:spPr>
      </p:cxnSp>
      <p:cxnSp>
        <p:nvCxnSpPr>
          <p:cNvPr id="9784" name="Google Shape;9784;p115"/>
          <p:cNvCxnSpPr/>
          <p:nvPr/>
        </p:nvCxnSpPr>
        <p:spPr>
          <a:xfrm>
            <a:off x="2584170" y="3122892"/>
            <a:ext cx="695325" cy="0"/>
          </a:xfrm>
          <a:prstGeom prst="straightConnector1">
            <a:avLst/>
          </a:prstGeom>
          <a:noFill/>
          <a:ln cap="flat" cmpd="sng" w="9525">
            <a:solidFill>
              <a:srgbClr val="000000"/>
            </a:solidFill>
            <a:prstDash val="solid"/>
            <a:round/>
            <a:headEnd len="med" w="med" type="none"/>
            <a:tailEnd len="med" w="med" type="none"/>
          </a:ln>
        </p:spPr>
      </p:cxnSp>
      <p:cxnSp>
        <p:nvCxnSpPr>
          <p:cNvPr id="9785" name="Google Shape;9785;p115"/>
          <p:cNvCxnSpPr/>
          <p:nvPr/>
        </p:nvCxnSpPr>
        <p:spPr>
          <a:xfrm flipH="1" rot="10800000">
            <a:off x="3843057" y="2806980"/>
            <a:ext cx="138113" cy="142875"/>
          </a:xfrm>
          <a:prstGeom prst="straightConnector1">
            <a:avLst/>
          </a:prstGeom>
          <a:noFill/>
          <a:ln cap="flat" cmpd="sng" w="9525">
            <a:solidFill>
              <a:srgbClr val="000000"/>
            </a:solidFill>
            <a:prstDash val="dash"/>
            <a:round/>
            <a:headEnd len="med" w="med" type="none"/>
            <a:tailEnd len="med" w="med" type="none"/>
          </a:ln>
        </p:spPr>
      </p:cxnSp>
      <p:cxnSp>
        <p:nvCxnSpPr>
          <p:cNvPr id="9786" name="Google Shape;9786;p115"/>
          <p:cNvCxnSpPr/>
          <p:nvPr/>
        </p:nvCxnSpPr>
        <p:spPr>
          <a:xfrm flipH="1" rot="10800000">
            <a:off x="3198532" y="3341967"/>
            <a:ext cx="512763" cy="612775"/>
          </a:xfrm>
          <a:prstGeom prst="straightConnector1">
            <a:avLst/>
          </a:prstGeom>
          <a:noFill/>
          <a:ln cap="flat" cmpd="sng" w="9525">
            <a:solidFill>
              <a:srgbClr val="000000"/>
            </a:solidFill>
            <a:prstDash val="solid"/>
            <a:round/>
            <a:headEnd len="med" w="med" type="none"/>
            <a:tailEnd len="med" w="med" type="none"/>
          </a:ln>
        </p:spPr>
      </p:cxnSp>
      <p:grpSp>
        <p:nvGrpSpPr>
          <p:cNvPr id="9787" name="Google Shape;9787;p115"/>
          <p:cNvGrpSpPr/>
          <p:nvPr/>
        </p:nvGrpSpPr>
        <p:grpSpPr>
          <a:xfrm>
            <a:off x="3087416" y="2965438"/>
            <a:ext cx="960147" cy="436668"/>
            <a:chOff x="3668110" y="2448910"/>
            <a:chExt cx="3794234" cy="2165130"/>
          </a:xfrm>
        </p:grpSpPr>
        <p:sp>
          <p:nvSpPr>
            <p:cNvPr id="9788" name="Google Shape;9788;p115"/>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789" name="Google Shape;9789;p115"/>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9790" name="Google Shape;9790;p115"/>
            <p:cNvGrpSpPr/>
            <p:nvPr/>
          </p:nvGrpSpPr>
          <p:grpSpPr>
            <a:xfrm>
              <a:off x="3941378" y="2603243"/>
              <a:ext cx="3202061" cy="1066110"/>
              <a:chOff x="7939341" y="3037317"/>
              <a:chExt cx="897649" cy="353919"/>
            </a:xfrm>
          </p:grpSpPr>
          <p:sp>
            <p:nvSpPr>
              <p:cNvPr id="9791" name="Google Shape;9791;p115"/>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792" name="Google Shape;9792;p115"/>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793" name="Google Shape;9793;p115"/>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794" name="Google Shape;9794;p115"/>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9795" name="Google Shape;9795;p115"/>
          <p:cNvSpPr/>
          <p:nvPr/>
        </p:nvSpPr>
        <p:spPr>
          <a:xfrm rot="5400000">
            <a:off x="2648281" y="3003260"/>
            <a:ext cx="134168" cy="25558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sp>
        <p:nvSpPr>
          <p:cNvPr id="9796" name="Google Shape;9796;p115"/>
          <p:cNvSpPr/>
          <p:nvPr/>
        </p:nvSpPr>
        <p:spPr>
          <a:xfrm rot="5400000">
            <a:off x="3522564" y="4176324"/>
            <a:ext cx="140795" cy="179874"/>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grpSp>
        <p:nvGrpSpPr>
          <p:cNvPr id="9797" name="Google Shape;9797;p115"/>
          <p:cNvGrpSpPr/>
          <p:nvPr/>
        </p:nvGrpSpPr>
        <p:grpSpPr>
          <a:xfrm>
            <a:off x="1946552" y="2678242"/>
            <a:ext cx="913139" cy="665131"/>
            <a:chOff x="7455987" y="2414528"/>
            <a:chExt cx="511700" cy="327647"/>
          </a:xfrm>
        </p:grpSpPr>
        <p:pic>
          <p:nvPicPr>
            <p:cNvPr descr="laptop_keyboard" id="9798" name="Google Shape;9798;p115"/>
            <p:cNvPicPr preferRelativeResize="0"/>
            <p:nvPr/>
          </p:nvPicPr>
          <p:blipFill rotWithShape="1">
            <a:blip r:embed="rId3">
              <a:alphaModFix/>
            </a:blip>
            <a:srcRect b="0" l="0" r="0" t="0"/>
            <a:stretch/>
          </p:blipFill>
          <p:spPr>
            <a:xfrm flipH="1" rot="109064">
              <a:off x="7458407" y="2575770"/>
              <a:ext cx="437221" cy="159511"/>
            </a:xfrm>
            <a:prstGeom prst="rect">
              <a:avLst/>
            </a:prstGeom>
            <a:noFill/>
            <a:ln>
              <a:noFill/>
            </a:ln>
          </p:spPr>
        </p:pic>
        <p:sp>
          <p:nvSpPr>
            <p:cNvPr id="9799" name="Google Shape;9799;p115"/>
            <p:cNvSpPr/>
            <p:nvPr/>
          </p:nvSpPr>
          <p:spPr>
            <a:xfrm>
              <a:off x="7603304" y="242098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9800" name="Google Shape;9800;p115"/>
            <p:cNvPicPr preferRelativeResize="0"/>
            <p:nvPr/>
          </p:nvPicPr>
          <p:blipFill rotWithShape="1">
            <a:blip r:embed="rId4">
              <a:alphaModFix/>
            </a:blip>
            <a:srcRect b="0" l="0" r="0" t="0"/>
            <a:stretch/>
          </p:blipFill>
          <p:spPr>
            <a:xfrm>
              <a:off x="7620637" y="2426338"/>
              <a:ext cx="319785" cy="189429"/>
            </a:xfrm>
            <a:prstGeom prst="rect">
              <a:avLst/>
            </a:prstGeom>
            <a:noFill/>
            <a:ln>
              <a:noFill/>
            </a:ln>
          </p:spPr>
        </p:pic>
        <p:sp>
          <p:nvSpPr>
            <p:cNvPr id="9801" name="Google Shape;9801;p115"/>
            <p:cNvSpPr/>
            <p:nvPr/>
          </p:nvSpPr>
          <p:spPr>
            <a:xfrm>
              <a:off x="7667378" y="241484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802" name="Google Shape;9802;p115"/>
            <p:cNvSpPr/>
            <p:nvPr/>
          </p:nvSpPr>
          <p:spPr>
            <a:xfrm>
              <a:off x="7600188" y="241452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803" name="Google Shape;9803;p115"/>
            <p:cNvSpPr/>
            <p:nvPr/>
          </p:nvSpPr>
          <p:spPr>
            <a:xfrm>
              <a:off x="7874205" y="244334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804" name="Google Shape;9804;p115"/>
            <p:cNvSpPr/>
            <p:nvPr/>
          </p:nvSpPr>
          <p:spPr>
            <a:xfrm>
              <a:off x="7599214" y="256758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805" name="Google Shape;9805;p115"/>
            <p:cNvSpPr/>
            <p:nvPr/>
          </p:nvSpPr>
          <p:spPr>
            <a:xfrm>
              <a:off x="7884138" y="244491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806" name="Google Shape;9806;p115"/>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9807" name="Google Shape;9807;p115"/>
            <p:cNvGrpSpPr/>
            <p:nvPr/>
          </p:nvGrpSpPr>
          <p:grpSpPr>
            <a:xfrm>
              <a:off x="7594735" y="2642220"/>
              <a:ext cx="98740" cy="36846"/>
              <a:chOff x="1740" y="2642"/>
              <a:chExt cx="752" cy="327"/>
            </a:xfrm>
          </p:grpSpPr>
          <p:sp>
            <p:nvSpPr>
              <p:cNvPr id="9808" name="Google Shape;9808;p115"/>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809" name="Google Shape;9809;p115"/>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810" name="Google Shape;9810;p115"/>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811" name="Google Shape;9811;p115"/>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812" name="Google Shape;9812;p115"/>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813" name="Google Shape;9813;p115"/>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9814" name="Google Shape;9814;p115"/>
            <p:cNvSpPr/>
            <p:nvPr/>
          </p:nvSpPr>
          <p:spPr>
            <a:xfrm>
              <a:off x="7763780" y="264773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815" name="Google Shape;9815;p115"/>
            <p:cNvSpPr/>
            <p:nvPr/>
          </p:nvSpPr>
          <p:spPr>
            <a:xfrm>
              <a:off x="7458602" y="265418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816" name="Google Shape;9816;p115"/>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817" name="Google Shape;9817;p115"/>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818" name="Google Shape;9818;p115"/>
            <p:cNvSpPr/>
            <p:nvPr/>
          </p:nvSpPr>
          <p:spPr>
            <a:xfrm>
              <a:off x="7468535" y="264379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819" name="Google Shape;9819;p115"/>
            <p:cNvSpPr/>
            <p:nvPr/>
          </p:nvSpPr>
          <p:spPr>
            <a:xfrm flipH="1" rot="10800000">
              <a:off x="7758327" y="263875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9820" name="Google Shape;9820;p115"/>
          <p:cNvSpPr/>
          <p:nvPr/>
        </p:nvSpPr>
        <p:spPr>
          <a:xfrm rot="2603620">
            <a:off x="3123075" y="3881648"/>
            <a:ext cx="140795" cy="23552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grpSp>
        <p:nvGrpSpPr>
          <p:cNvPr id="9821" name="Google Shape;9821;p115"/>
          <p:cNvGrpSpPr/>
          <p:nvPr/>
        </p:nvGrpSpPr>
        <p:grpSpPr>
          <a:xfrm>
            <a:off x="2647027" y="4019872"/>
            <a:ext cx="853832" cy="472456"/>
            <a:chOff x="7493876" y="2774731"/>
            <a:chExt cx="1481958" cy="894622"/>
          </a:xfrm>
        </p:grpSpPr>
        <p:sp>
          <p:nvSpPr>
            <p:cNvPr id="9822" name="Google Shape;9822;p11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9823" name="Google Shape;9823;p11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9824" name="Google Shape;9824;p115"/>
            <p:cNvGrpSpPr/>
            <p:nvPr/>
          </p:nvGrpSpPr>
          <p:grpSpPr>
            <a:xfrm>
              <a:off x="7713663" y="2848339"/>
              <a:ext cx="1042107" cy="425543"/>
              <a:chOff x="7786941" y="2884917"/>
              <a:chExt cx="897649" cy="353919"/>
            </a:xfrm>
          </p:grpSpPr>
          <p:sp>
            <p:nvSpPr>
              <p:cNvPr id="9825" name="Google Shape;9825;p11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826" name="Google Shape;9826;p11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827" name="Google Shape;9827;p11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828" name="Google Shape;9828;p11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9829" name="Google Shape;9829;p115"/>
          <p:cNvGrpSpPr/>
          <p:nvPr/>
        </p:nvGrpSpPr>
        <p:grpSpPr>
          <a:xfrm>
            <a:off x="1316411" y="1330325"/>
            <a:ext cx="1014412" cy="1665288"/>
            <a:chOff x="651" y="681"/>
            <a:chExt cx="639" cy="1049"/>
          </a:xfrm>
        </p:grpSpPr>
        <p:sp>
          <p:nvSpPr>
            <p:cNvPr id="9830" name="Google Shape;9830;p115"/>
            <p:cNvSpPr/>
            <p:nvPr/>
          </p:nvSpPr>
          <p:spPr>
            <a:xfrm>
              <a:off x="662" y="698"/>
              <a:ext cx="628" cy="1032"/>
            </a:xfrm>
            <a:custGeom>
              <a:rect b="b" l="l" r="r" t="t"/>
              <a:pathLst>
                <a:path extrusionOk="0" h="11424" w="10394">
                  <a:moveTo>
                    <a:pt x="8212" y="0"/>
                  </a:moveTo>
                  <a:cubicBezTo>
                    <a:pt x="8939" y="3099"/>
                    <a:pt x="9142" y="6462"/>
                    <a:pt x="10394" y="9298"/>
                  </a:cubicBezTo>
                  <a:lnTo>
                    <a:pt x="9142" y="11424"/>
                  </a:lnTo>
                  <a:cubicBezTo>
                    <a:pt x="6926" y="10028"/>
                    <a:pt x="3047" y="9625"/>
                    <a:pt x="0" y="8726"/>
                  </a:cubicBezTo>
                  <a:lnTo>
                    <a:pt x="7550" y="8306"/>
                  </a:lnTo>
                  <a:cubicBezTo>
                    <a:pt x="7771" y="5537"/>
                    <a:pt x="7991" y="2769"/>
                    <a:pt x="8212" y="0"/>
                  </a:cubicBezTo>
                  <a:close/>
                </a:path>
              </a:pathLst>
            </a:custGeom>
            <a:gradFill>
              <a:gsLst>
                <a:gs pos="0">
                  <a:srgbClr val="7F7F7F"/>
                </a:gs>
                <a:gs pos="100000">
                  <a:srgbClr val="FFFFFF"/>
                </a:gs>
              </a:gsLst>
              <a:lin ang="72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9831" name="Google Shape;9831;p115"/>
            <p:cNvGrpSpPr/>
            <p:nvPr/>
          </p:nvGrpSpPr>
          <p:grpSpPr>
            <a:xfrm>
              <a:off x="651" y="681"/>
              <a:ext cx="500" cy="834"/>
              <a:chOff x="569" y="2954"/>
              <a:chExt cx="500" cy="834"/>
            </a:xfrm>
          </p:grpSpPr>
          <p:sp>
            <p:nvSpPr>
              <p:cNvPr id="9832" name="Google Shape;9832;p115"/>
              <p:cNvSpPr/>
              <p:nvPr/>
            </p:nvSpPr>
            <p:spPr>
              <a:xfrm>
                <a:off x="576" y="2973"/>
                <a:ext cx="493" cy="790"/>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833" name="Google Shape;9833;p115"/>
              <p:cNvSpPr txBox="1"/>
              <p:nvPr/>
            </p:nvSpPr>
            <p:spPr>
              <a:xfrm>
                <a:off x="638" y="2954"/>
                <a:ext cx="388" cy="83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DNS</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Eth</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Phy</a:t>
                </a:r>
                <a:endParaRPr/>
              </a:p>
            </p:txBody>
          </p:sp>
          <p:cxnSp>
            <p:nvCxnSpPr>
              <p:cNvPr id="9834" name="Google Shape;9834;p115"/>
              <p:cNvCxnSpPr/>
              <p:nvPr/>
            </p:nvCxnSpPr>
            <p:spPr>
              <a:xfrm>
                <a:off x="578" y="3130"/>
                <a:ext cx="489" cy="0"/>
              </a:xfrm>
              <a:prstGeom prst="straightConnector1">
                <a:avLst/>
              </a:prstGeom>
              <a:noFill/>
              <a:ln cap="flat" cmpd="sng" w="9525">
                <a:solidFill>
                  <a:srgbClr val="000000"/>
                </a:solidFill>
                <a:prstDash val="solid"/>
                <a:round/>
                <a:headEnd len="med" w="med" type="none"/>
                <a:tailEnd len="med" w="med" type="none"/>
              </a:ln>
            </p:spPr>
          </p:cxnSp>
          <p:cxnSp>
            <p:nvCxnSpPr>
              <p:cNvPr id="9835" name="Google Shape;9835;p115"/>
              <p:cNvCxnSpPr/>
              <p:nvPr/>
            </p:nvCxnSpPr>
            <p:spPr>
              <a:xfrm>
                <a:off x="575" y="3289"/>
                <a:ext cx="489" cy="0"/>
              </a:xfrm>
              <a:prstGeom prst="straightConnector1">
                <a:avLst/>
              </a:prstGeom>
              <a:noFill/>
              <a:ln cap="flat" cmpd="sng" w="9525">
                <a:solidFill>
                  <a:srgbClr val="000000"/>
                </a:solidFill>
                <a:prstDash val="solid"/>
                <a:round/>
                <a:headEnd len="med" w="med" type="none"/>
                <a:tailEnd len="med" w="med" type="none"/>
              </a:ln>
            </p:spPr>
          </p:cxnSp>
          <p:cxnSp>
            <p:nvCxnSpPr>
              <p:cNvPr id="9836" name="Google Shape;9836;p115"/>
              <p:cNvCxnSpPr/>
              <p:nvPr/>
            </p:nvCxnSpPr>
            <p:spPr>
              <a:xfrm>
                <a:off x="572" y="3448"/>
                <a:ext cx="489" cy="0"/>
              </a:xfrm>
              <a:prstGeom prst="straightConnector1">
                <a:avLst/>
              </a:prstGeom>
              <a:noFill/>
              <a:ln cap="flat" cmpd="sng" w="9525">
                <a:solidFill>
                  <a:srgbClr val="000000"/>
                </a:solidFill>
                <a:prstDash val="solid"/>
                <a:round/>
                <a:headEnd len="med" w="med" type="none"/>
                <a:tailEnd len="med" w="med" type="none"/>
              </a:ln>
            </p:spPr>
          </p:cxnSp>
          <p:cxnSp>
            <p:nvCxnSpPr>
              <p:cNvPr id="9837" name="Google Shape;9837;p115"/>
              <p:cNvCxnSpPr/>
              <p:nvPr/>
            </p:nvCxnSpPr>
            <p:spPr>
              <a:xfrm>
                <a:off x="569" y="3607"/>
                <a:ext cx="489" cy="0"/>
              </a:xfrm>
              <a:prstGeom prst="straightConnector1">
                <a:avLst/>
              </a:prstGeom>
              <a:noFill/>
              <a:ln cap="flat" cmpd="sng" w="9525">
                <a:solidFill>
                  <a:srgbClr val="000000"/>
                </a:solidFill>
                <a:prstDash val="solid"/>
                <a:round/>
                <a:headEnd len="med" w="med" type="none"/>
                <a:tailEnd len="med" w="med" type="none"/>
              </a:ln>
            </p:spPr>
          </p:cxnSp>
        </p:grpSp>
      </p:grpSp>
      <p:grpSp>
        <p:nvGrpSpPr>
          <p:cNvPr id="9838" name="Google Shape;9838;p115"/>
          <p:cNvGrpSpPr/>
          <p:nvPr/>
        </p:nvGrpSpPr>
        <p:grpSpPr>
          <a:xfrm>
            <a:off x="2606022" y="3858371"/>
            <a:ext cx="358775" cy="623888"/>
            <a:chOff x="4140" y="429"/>
            <a:chExt cx="1425" cy="2396"/>
          </a:xfrm>
        </p:grpSpPr>
        <p:sp>
          <p:nvSpPr>
            <p:cNvPr id="9839" name="Google Shape;9839;p11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840" name="Google Shape;9840;p115"/>
            <p:cNvSpPr/>
            <p:nvPr/>
          </p:nvSpPr>
          <p:spPr>
            <a:xfrm>
              <a:off x="4203" y="429"/>
              <a:ext cx="1053" cy="2286"/>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841" name="Google Shape;9841;p11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842" name="Google Shape;9842;p11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843" name="Google Shape;9843;p115"/>
            <p:cNvSpPr/>
            <p:nvPr/>
          </p:nvSpPr>
          <p:spPr>
            <a:xfrm>
              <a:off x="4209" y="691"/>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9844" name="Google Shape;9844;p115"/>
            <p:cNvGrpSpPr/>
            <p:nvPr/>
          </p:nvGrpSpPr>
          <p:grpSpPr>
            <a:xfrm>
              <a:off x="4751" y="667"/>
              <a:ext cx="580" cy="146"/>
              <a:chOff x="617" y="2567"/>
              <a:chExt cx="724" cy="140"/>
            </a:xfrm>
          </p:grpSpPr>
          <p:sp>
            <p:nvSpPr>
              <p:cNvPr id="9845" name="Google Shape;9845;p115"/>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846" name="Google Shape;9846;p115"/>
              <p:cNvSpPr/>
              <p:nvPr/>
            </p:nvSpPr>
            <p:spPr>
              <a:xfrm>
                <a:off x="633" y="2584"/>
                <a:ext cx="692"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9847" name="Google Shape;9847;p115"/>
            <p:cNvSpPr/>
            <p:nvPr/>
          </p:nvSpPr>
          <p:spPr>
            <a:xfrm>
              <a:off x="4222" y="1020"/>
              <a:ext cx="599"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9848" name="Google Shape;9848;p115"/>
            <p:cNvGrpSpPr/>
            <p:nvPr/>
          </p:nvGrpSpPr>
          <p:grpSpPr>
            <a:xfrm>
              <a:off x="4745" y="996"/>
              <a:ext cx="580" cy="134"/>
              <a:chOff x="612" y="2570"/>
              <a:chExt cx="724" cy="139"/>
            </a:xfrm>
          </p:grpSpPr>
          <p:sp>
            <p:nvSpPr>
              <p:cNvPr id="9849" name="Google Shape;9849;p115"/>
              <p:cNvSpPr/>
              <p:nvPr/>
            </p:nvSpPr>
            <p:spPr>
              <a:xfrm>
                <a:off x="612" y="2570"/>
                <a:ext cx="724"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850" name="Google Shape;9850;p115"/>
              <p:cNvSpPr/>
              <p:nvPr/>
            </p:nvSpPr>
            <p:spPr>
              <a:xfrm>
                <a:off x="628" y="2589"/>
                <a:ext cx="692"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9851" name="Google Shape;9851;p115"/>
            <p:cNvSpPr/>
            <p:nvPr/>
          </p:nvSpPr>
          <p:spPr>
            <a:xfrm>
              <a:off x="4216" y="1356"/>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852" name="Google Shape;9852;p115"/>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9853" name="Google Shape;9853;p115"/>
            <p:cNvGrpSpPr/>
            <p:nvPr/>
          </p:nvGrpSpPr>
          <p:grpSpPr>
            <a:xfrm>
              <a:off x="4733" y="1636"/>
              <a:ext cx="586" cy="140"/>
              <a:chOff x="611" y="2576"/>
              <a:chExt cx="730" cy="129"/>
            </a:xfrm>
          </p:grpSpPr>
          <p:sp>
            <p:nvSpPr>
              <p:cNvPr id="9854" name="Google Shape;9854;p115"/>
              <p:cNvSpPr/>
              <p:nvPr/>
            </p:nvSpPr>
            <p:spPr>
              <a:xfrm>
                <a:off x="611" y="2576"/>
                <a:ext cx="730" cy="12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855" name="Google Shape;9855;p115"/>
              <p:cNvSpPr/>
              <p:nvPr/>
            </p:nvSpPr>
            <p:spPr>
              <a:xfrm>
                <a:off x="627" y="2588"/>
                <a:ext cx="699"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9856" name="Google Shape;9856;p11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9857" name="Google Shape;9857;p115"/>
            <p:cNvGrpSpPr/>
            <p:nvPr/>
          </p:nvGrpSpPr>
          <p:grpSpPr>
            <a:xfrm>
              <a:off x="4739" y="1325"/>
              <a:ext cx="580" cy="140"/>
              <a:chOff x="614" y="2566"/>
              <a:chExt cx="723" cy="140"/>
            </a:xfrm>
          </p:grpSpPr>
          <p:sp>
            <p:nvSpPr>
              <p:cNvPr id="9858" name="Google Shape;9858;p115"/>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859" name="Google Shape;9859;p115"/>
              <p:cNvSpPr/>
              <p:nvPr/>
            </p:nvSpPr>
            <p:spPr>
              <a:xfrm>
                <a:off x="630" y="2585"/>
                <a:ext cx="691"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9860" name="Google Shape;9860;p115"/>
            <p:cNvSpPr/>
            <p:nvPr/>
          </p:nvSpPr>
          <p:spPr>
            <a:xfrm>
              <a:off x="5250" y="429"/>
              <a:ext cx="69" cy="2286"/>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861" name="Google Shape;9861;p11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862" name="Google Shape;9862;p11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863" name="Google Shape;9863;p115"/>
            <p:cNvSpPr/>
            <p:nvPr/>
          </p:nvSpPr>
          <p:spPr>
            <a:xfrm>
              <a:off x="5515" y="2612"/>
              <a:ext cx="50" cy="98"/>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864" name="Google Shape;9864;p11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865" name="Google Shape;9865;p115"/>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866" name="Google Shape;9866;p115"/>
            <p:cNvSpPr/>
            <p:nvPr/>
          </p:nvSpPr>
          <p:spPr>
            <a:xfrm>
              <a:off x="4203" y="2709"/>
              <a:ext cx="1072" cy="85"/>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867" name="Google Shape;9867;p115"/>
            <p:cNvSpPr/>
            <p:nvPr/>
          </p:nvSpPr>
          <p:spPr>
            <a:xfrm>
              <a:off x="4310" y="2386"/>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868" name="Google Shape;9868;p115"/>
            <p:cNvSpPr/>
            <p:nvPr/>
          </p:nvSpPr>
          <p:spPr>
            <a:xfrm>
              <a:off x="4487" y="2386"/>
              <a:ext cx="158" cy="14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9869" name="Google Shape;9869;p115"/>
            <p:cNvSpPr/>
            <p:nvPr/>
          </p:nvSpPr>
          <p:spPr>
            <a:xfrm>
              <a:off x="4663" y="2380"/>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870" name="Google Shape;9870;p115"/>
            <p:cNvSpPr/>
            <p:nvPr/>
          </p:nvSpPr>
          <p:spPr>
            <a:xfrm>
              <a:off x="5061" y="1837"/>
              <a:ext cx="88" cy="756"/>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9871" name="Google Shape;9871;p115"/>
          <p:cNvGrpSpPr/>
          <p:nvPr/>
        </p:nvGrpSpPr>
        <p:grpSpPr>
          <a:xfrm>
            <a:off x="0" y="-1181562"/>
            <a:ext cx="762000" cy="876300"/>
            <a:chOff x="177" y="729"/>
            <a:chExt cx="480" cy="552"/>
          </a:xfrm>
        </p:grpSpPr>
        <p:grpSp>
          <p:nvGrpSpPr>
            <p:cNvPr id="9872" name="Google Shape;9872;p115"/>
            <p:cNvGrpSpPr/>
            <p:nvPr/>
          </p:nvGrpSpPr>
          <p:grpSpPr>
            <a:xfrm>
              <a:off x="343" y="732"/>
              <a:ext cx="290" cy="154"/>
              <a:chOff x="844" y="3337"/>
              <a:chExt cx="290" cy="154"/>
            </a:xfrm>
          </p:grpSpPr>
          <p:sp>
            <p:nvSpPr>
              <p:cNvPr id="9873" name="Google Shape;9873;p115"/>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874" name="Google Shape;9874;p115"/>
              <p:cNvSpPr txBox="1"/>
              <p:nvPr/>
            </p:nvSpPr>
            <p:spPr>
              <a:xfrm>
                <a:off x="844" y="3337"/>
                <a:ext cx="28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DNS</a:t>
                </a:r>
                <a:endParaRPr/>
              </a:p>
            </p:txBody>
          </p:sp>
        </p:grpSp>
        <p:grpSp>
          <p:nvGrpSpPr>
            <p:cNvPr id="9875" name="Google Shape;9875;p115"/>
            <p:cNvGrpSpPr/>
            <p:nvPr/>
          </p:nvGrpSpPr>
          <p:grpSpPr>
            <a:xfrm>
              <a:off x="290" y="874"/>
              <a:ext cx="354" cy="154"/>
              <a:chOff x="740" y="3209"/>
              <a:chExt cx="354" cy="154"/>
            </a:xfrm>
          </p:grpSpPr>
          <p:grpSp>
            <p:nvGrpSpPr>
              <p:cNvPr id="9876" name="Google Shape;9876;p115"/>
              <p:cNvGrpSpPr/>
              <p:nvPr/>
            </p:nvGrpSpPr>
            <p:grpSpPr>
              <a:xfrm>
                <a:off x="794" y="3209"/>
                <a:ext cx="290" cy="154"/>
                <a:chOff x="844" y="3337"/>
                <a:chExt cx="290" cy="154"/>
              </a:xfrm>
            </p:grpSpPr>
            <p:sp>
              <p:nvSpPr>
                <p:cNvPr id="9877" name="Google Shape;9877;p115"/>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878" name="Google Shape;9878;p115"/>
                <p:cNvSpPr txBox="1"/>
                <p:nvPr/>
              </p:nvSpPr>
              <p:spPr>
                <a:xfrm>
                  <a:off x="844" y="3337"/>
                  <a:ext cx="28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DNS</a:t>
                  </a:r>
                  <a:endParaRPr/>
                </a:p>
              </p:txBody>
            </p:sp>
          </p:grpSp>
          <p:sp>
            <p:nvSpPr>
              <p:cNvPr id="9879" name="Google Shape;9879;p115"/>
              <p:cNvSpPr/>
              <p:nvPr/>
            </p:nvSpPr>
            <p:spPr>
              <a:xfrm>
                <a:off x="750" y="3244"/>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880" name="Google Shape;9880;p115"/>
              <p:cNvSpPr/>
              <p:nvPr/>
            </p:nvSpPr>
            <p:spPr>
              <a:xfrm>
                <a:off x="740" y="3238"/>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9881" name="Google Shape;9881;p115"/>
            <p:cNvGrpSpPr/>
            <p:nvPr/>
          </p:nvGrpSpPr>
          <p:grpSpPr>
            <a:xfrm>
              <a:off x="290" y="1022"/>
              <a:ext cx="354" cy="154"/>
              <a:chOff x="836" y="3305"/>
              <a:chExt cx="354" cy="154"/>
            </a:xfrm>
          </p:grpSpPr>
          <p:grpSp>
            <p:nvGrpSpPr>
              <p:cNvPr id="9882" name="Google Shape;9882;p115"/>
              <p:cNvGrpSpPr/>
              <p:nvPr/>
            </p:nvGrpSpPr>
            <p:grpSpPr>
              <a:xfrm>
                <a:off x="890" y="3305"/>
                <a:ext cx="290" cy="154"/>
                <a:chOff x="844" y="3337"/>
                <a:chExt cx="290" cy="154"/>
              </a:xfrm>
            </p:grpSpPr>
            <p:sp>
              <p:nvSpPr>
                <p:cNvPr id="9883" name="Google Shape;9883;p115"/>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884" name="Google Shape;9884;p115"/>
                <p:cNvSpPr txBox="1"/>
                <p:nvPr/>
              </p:nvSpPr>
              <p:spPr>
                <a:xfrm>
                  <a:off x="844" y="3337"/>
                  <a:ext cx="28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DNS</a:t>
                  </a:r>
                  <a:endParaRPr/>
                </a:p>
              </p:txBody>
            </p:sp>
          </p:grpSp>
          <p:grpSp>
            <p:nvGrpSpPr>
              <p:cNvPr id="9885" name="Google Shape;9885;p115"/>
              <p:cNvGrpSpPr/>
              <p:nvPr/>
            </p:nvGrpSpPr>
            <p:grpSpPr>
              <a:xfrm>
                <a:off x="836" y="3334"/>
                <a:ext cx="354" cy="94"/>
                <a:chOff x="836" y="3334"/>
                <a:chExt cx="354" cy="94"/>
              </a:xfrm>
            </p:grpSpPr>
            <p:sp>
              <p:nvSpPr>
                <p:cNvPr id="9886" name="Google Shape;9886;p115"/>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887" name="Google Shape;9887;p115"/>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grpSp>
          <p:nvGrpSpPr>
            <p:cNvPr id="9888" name="Google Shape;9888;p115"/>
            <p:cNvGrpSpPr/>
            <p:nvPr/>
          </p:nvGrpSpPr>
          <p:grpSpPr>
            <a:xfrm>
              <a:off x="177" y="1042"/>
              <a:ext cx="480" cy="112"/>
              <a:chOff x="627" y="3377"/>
              <a:chExt cx="480" cy="112"/>
            </a:xfrm>
          </p:grpSpPr>
          <p:sp>
            <p:nvSpPr>
              <p:cNvPr id="9889" name="Google Shape;9889;p115"/>
              <p:cNvSpPr/>
              <p:nvPr/>
            </p:nvSpPr>
            <p:spPr>
              <a:xfrm>
                <a:off x="636" y="3388"/>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890" name="Google Shape;9890;p115"/>
              <p:cNvSpPr/>
              <p:nvPr/>
            </p:nvSpPr>
            <p:spPr>
              <a:xfrm>
                <a:off x="627" y="3377"/>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9891" name="Google Shape;9891;p115"/>
            <p:cNvSpPr/>
            <p:nvPr/>
          </p:nvSpPr>
          <p:spPr>
            <a:xfrm>
              <a:off x="393" y="729"/>
              <a:ext cx="240" cy="552"/>
            </a:xfrm>
            <a:prstGeom prst="downArrow">
              <a:avLst>
                <a:gd fmla="val 54167" name="adj1"/>
                <a:gd fmla="val 36928" name="adj2"/>
              </a:avLst>
            </a:prstGeom>
            <a:gradFill>
              <a:gsLst>
                <a:gs pos="0">
                  <a:srgbClr val="FF0000">
                    <a:alpha val="24705"/>
                  </a:srgbClr>
                </a:gs>
                <a:gs pos="100000">
                  <a:srgbClr val="FF0000">
                    <a:alpha val="24705"/>
                  </a:srgbClr>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9892" name="Google Shape;9892;p115"/>
          <p:cNvSpPr/>
          <p:nvPr/>
        </p:nvSpPr>
        <p:spPr>
          <a:xfrm>
            <a:off x="4781672" y="1792392"/>
            <a:ext cx="3494531" cy="2590938"/>
          </a:xfrm>
          <a:custGeom>
            <a:rect b="b" l="l" r="r" t="t"/>
            <a:pathLst>
              <a:path extrusionOk="0" h="9973" w="10000">
                <a:moveTo>
                  <a:pt x="334" y="2010"/>
                </a:moveTo>
                <a:cubicBezTo>
                  <a:pt x="-90" y="2671"/>
                  <a:pt x="-7" y="4166"/>
                  <a:pt x="38" y="4952"/>
                </a:cubicBezTo>
                <a:cubicBezTo>
                  <a:pt x="83" y="5738"/>
                  <a:pt x="308" y="6246"/>
                  <a:pt x="608" y="6726"/>
                </a:cubicBezTo>
                <a:cubicBezTo>
                  <a:pt x="906" y="7207"/>
                  <a:pt x="1176" y="7528"/>
                  <a:pt x="1830" y="7834"/>
                </a:cubicBezTo>
                <a:cubicBezTo>
                  <a:pt x="2484" y="8140"/>
                  <a:pt x="3678" y="8218"/>
                  <a:pt x="4532" y="8562"/>
                </a:cubicBezTo>
                <a:cubicBezTo>
                  <a:pt x="5384" y="8905"/>
                  <a:pt x="6078" y="9738"/>
                  <a:pt x="6946" y="9897"/>
                </a:cubicBezTo>
                <a:cubicBezTo>
                  <a:pt x="7814" y="10056"/>
                  <a:pt x="9200" y="9984"/>
                  <a:pt x="9743" y="9519"/>
                </a:cubicBezTo>
                <a:cubicBezTo>
                  <a:pt x="10214" y="8840"/>
                  <a:pt x="9709" y="6896"/>
                  <a:pt x="9752" y="5816"/>
                </a:cubicBezTo>
                <a:cubicBezTo>
                  <a:pt x="9796" y="4736"/>
                  <a:pt x="9959" y="3695"/>
                  <a:pt x="10000" y="3042"/>
                </a:cubicBezTo>
                <a:cubicBezTo>
                  <a:pt x="9911" y="2184"/>
                  <a:pt x="9932" y="1181"/>
                  <a:pt x="9226" y="676"/>
                </a:cubicBezTo>
                <a:cubicBezTo>
                  <a:pt x="8522" y="170"/>
                  <a:pt x="6876" y="-44"/>
                  <a:pt x="5768" y="7"/>
                </a:cubicBezTo>
                <a:cubicBezTo>
                  <a:pt x="4662" y="58"/>
                  <a:pt x="3493" y="270"/>
                  <a:pt x="2580" y="982"/>
                </a:cubicBezTo>
                <a:cubicBezTo>
                  <a:pt x="1535" y="1383"/>
                  <a:pt x="757" y="1348"/>
                  <a:pt x="334" y="2010"/>
                </a:cubicBezTo>
                <a:close/>
              </a:path>
            </a:pathLst>
          </a:custGeom>
          <a:solidFill>
            <a:srgbClr val="9CE0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9893" name="Google Shape;9893;p115"/>
          <p:cNvSpPr txBox="1"/>
          <p:nvPr/>
        </p:nvSpPr>
        <p:spPr>
          <a:xfrm>
            <a:off x="5524500" y="3671606"/>
            <a:ext cx="1811337" cy="5810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600">
                <a:solidFill>
                  <a:srgbClr val="000000"/>
                </a:solidFill>
                <a:latin typeface="Arial"/>
                <a:ea typeface="Arial"/>
                <a:cs typeface="Arial"/>
                <a:sym typeface="Arial"/>
              </a:rPr>
              <a:t>Comcast network </a:t>
            </a:r>
            <a:endParaRPr/>
          </a:p>
          <a:p>
            <a:pPr indent="0" lvl="0" marL="0" marR="0" rtl="0" algn="l">
              <a:spcBef>
                <a:spcPts val="0"/>
              </a:spcBef>
              <a:spcAft>
                <a:spcPts val="0"/>
              </a:spcAft>
              <a:buNone/>
            </a:pPr>
            <a:r>
              <a:rPr i="0" lang="en-US" sz="1600">
                <a:solidFill>
                  <a:srgbClr val="000000"/>
                </a:solidFill>
                <a:latin typeface="Arial"/>
                <a:ea typeface="Arial"/>
                <a:cs typeface="Arial"/>
                <a:sym typeface="Arial"/>
              </a:rPr>
              <a:t>68.80.0.0/13</a:t>
            </a:r>
            <a:endParaRPr/>
          </a:p>
        </p:txBody>
      </p:sp>
      <p:cxnSp>
        <p:nvCxnSpPr>
          <p:cNvPr id="9894" name="Google Shape;9894;p115"/>
          <p:cNvCxnSpPr/>
          <p:nvPr/>
        </p:nvCxnSpPr>
        <p:spPr>
          <a:xfrm flipH="1" rot="10800000">
            <a:off x="3670020" y="3535642"/>
            <a:ext cx="1819275" cy="733425"/>
          </a:xfrm>
          <a:prstGeom prst="straightConnector1">
            <a:avLst/>
          </a:prstGeom>
          <a:noFill/>
          <a:ln cap="flat" cmpd="sng" w="9525">
            <a:solidFill>
              <a:srgbClr val="000000"/>
            </a:solidFill>
            <a:prstDash val="solid"/>
            <a:round/>
            <a:headEnd len="med" w="med" type="none"/>
            <a:tailEnd len="med" w="med" type="none"/>
          </a:ln>
        </p:spPr>
      </p:cxnSp>
      <p:cxnSp>
        <p:nvCxnSpPr>
          <p:cNvPr id="9895" name="Google Shape;9895;p115"/>
          <p:cNvCxnSpPr/>
          <p:nvPr/>
        </p:nvCxnSpPr>
        <p:spPr>
          <a:xfrm flipH="1">
            <a:off x="6949888" y="2731714"/>
            <a:ext cx="260350" cy="258762"/>
          </a:xfrm>
          <a:prstGeom prst="straightConnector1">
            <a:avLst/>
          </a:prstGeom>
          <a:noFill/>
          <a:ln cap="flat" cmpd="sng" w="9525">
            <a:solidFill>
              <a:srgbClr val="000000"/>
            </a:solidFill>
            <a:prstDash val="solid"/>
            <a:round/>
            <a:headEnd len="med" w="med" type="none"/>
            <a:tailEnd len="med" w="med" type="none"/>
          </a:ln>
        </p:spPr>
      </p:cxnSp>
      <p:sp>
        <p:nvSpPr>
          <p:cNvPr id="9896" name="Google Shape;9896;p115"/>
          <p:cNvSpPr txBox="1"/>
          <p:nvPr/>
        </p:nvSpPr>
        <p:spPr>
          <a:xfrm>
            <a:off x="7402326" y="2150782"/>
            <a:ext cx="755335" cy="78175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i="0" lang="en-US" sz="1600">
                <a:solidFill>
                  <a:srgbClr val="000000"/>
                </a:solidFill>
                <a:latin typeface="Arial"/>
                <a:ea typeface="Arial"/>
                <a:cs typeface="Arial"/>
                <a:sym typeface="Arial"/>
              </a:rPr>
              <a:t>DNS </a:t>
            </a:r>
            <a:endParaRPr/>
          </a:p>
          <a:p>
            <a:pPr indent="0" lvl="0" marL="0" marR="0" rtl="0" algn="l">
              <a:lnSpc>
                <a:spcPct val="90000"/>
              </a:lnSpc>
              <a:spcBef>
                <a:spcPts val="0"/>
              </a:spcBef>
              <a:spcAft>
                <a:spcPts val="0"/>
              </a:spcAft>
              <a:buNone/>
            </a:pPr>
            <a:r>
              <a:rPr i="0" lang="en-US" sz="1600">
                <a:solidFill>
                  <a:srgbClr val="000000"/>
                </a:solidFill>
                <a:latin typeface="Arial"/>
                <a:ea typeface="Arial"/>
                <a:cs typeface="Arial"/>
                <a:sym typeface="Arial"/>
              </a:rPr>
              <a:t>server</a:t>
            </a:r>
            <a:endParaRPr/>
          </a:p>
          <a:p>
            <a:pPr indent="0" lvl="0" marL="0" marR="0" rtl="0" algn="l">
              <a:spcBef>
                <a:spcPts val="0"/>
              </a:spcBef>
              <a:spcAft>
                <a:spcPts val="0"/>
              </a:spcAft>
              <a:buNone/>
            </a:pPr>
            <a:r>
              <a:t/>
            </a:r>
            <a:endParaRPr i="0" sz="1600">
              <a:solidFill>
                <a:srgbClr val="000000"/>
              </a:solidFill>
              <a:latin typeface="Arial"/>
              <a:ea typeface="Arial"/>
              <a:cs typeface="Arial"/>
              <a:sym typeface="Arial"/>
            </a:endParaRPr>
          </a:p>
        </p:txBody>
      </p:sp>
      <p:grpSp>
        <p:nvGrpSpPr>
          <p:cNvPr id="9897" name="Google Shape;9897;p115"/>
          <p:cNvGrpSpPr/>
          <p:nvPr/>
        </p:nvGrpSpPr>
        <p:grpSpPr>
          <a:xfrm flipH="1">
            <a:off x="5635438" y="3627064"/>
            <a:ext cx="400050" cy="152400"/>
            <a:chOff x="3228" y="1776"/>
            <a:chExt cx="252" cy="96"/>
          </a:xfrm>
        </p:grpSpPr>
        <p:cxnSp>
          <p:nvCxnSpPr>
            <p:cNvPr id="9898" name="Google Shape;9898;p115"/>
            <p:cNvCxnSpPr/>
            <p:nvPr/>
          </p:nvCxnSpPr>
          <p:spPr>
            <a:xfrm flipH="1" rot="10800000">
              <a:off x="3339" y="1776"/>
              <a:ext cx="141" cy="51"/>
            </a:xfrm>
            <a:prstGeom prst="straightConnector1">
              <a:avLst/>
            </a:prstGeom>
            <a:noFill/>
            <a:ln cap="flat" cmpd="sng" w="9525">
              <a:solidFill>
                <a:srgbClr val="000000"/>
              </a:solidFill>
              <a:prstDash val="solid"/>
              <a:round/>
              <a:headEnd len="med" w="med" type="none"/>
              <a:tailEnd len="med" w="med" type="none"/>
            </a:ln>
          </p:spPr>
        </p:cxnSp>
        <p:cxnSp>
          <p:nvCxnSpPr>
            <p:cNvPr id="9899" name="Google Shape;9899;p115"/>
            <p:cNvCxnSpPr/>
            <p:nvPr/>
          </p:nvCxnSpPr>
          <p:spPr>
            <a:xfrm flipH="1" rot="10800000">
              <a:off x="3228" y="1833"/>
              <a:ext cx="102" cy="39"/>
            </a:xfrm>
            <a:prstGeom prst="straightConnector1">
              <a:avLst/>
            </a:prstGeom>
            <a:noFill/>
            <a:ln cap="flat" cmpd="sng" w="9525">
              <a:solidFill>
                <a:srgbClr val="000000"/>
              </a:solidFill>
              <a:prstDash val="dash"/>
              <a:round/>
              <a:headEnd len="med" w="med" type="none"/>
              <a:tailEnd len="med" w="med" type="none"/>
            </a:ln>
          </p:spPr>
        </p:cxnSp>
      </p:grpSp>
      <p:grpSp>
        <p:nvGrpSpPr>
          <p:cNvPr id="9900" name="Google Shape;9900;p115"/>
          <p:cNvGrpSpPr/>
          <p:nvPr/>
        </p:nvGrpSpPr>
        <p:grpSpPr>
          <a:xfrm rot="10800000">
            <a:off x="5787838" y="3103189"/>
            <a:ext cx="400050" cy="152400"/>
            <a:chOff x="3228" y="1776"/>
            <a:chExt cx="252" cy="96"/>
          </a:xfrm>
        </p:grpSpPr>
        <p:cxnSp>
          <p:nvCxnSpPr>
            <p:cNvPr id="9901" name="Google Shape;9901;p115"/>
            <p:cNvCxnSpPr/>
            <p:nvPr/>
          </p:nvCxnSpPr>
          <p:spPr>
            <a:xfrm flipH="1" rot="10800000">
              <a:off x="3339" y="1776"/>
              <a:ext cx="141" cy="51"/>
            </a:xfrm>
            <a:prstGeom prst="straightConnector1">
              <a:avLst/>
            </a:prstGeom>
            <a:noFill/>
            <a:ln cap="flat" cmpd="sng" w="9525">
              <a:solidFill>
                <a:srgbClr val="000000"/>
              </a:solidFill>
              <a:prstDash val="solid"/>
              <a:round/>
              <a:headEnd len="med" w="med" type="none"/>
              <a:tailEnd len="med" w="med" type="none"/>
            </a:ln>
          </p:spPr>
        </p:cxnSp>
        <p:cxnSp>
          <p:nvCxnSpPr>
            <p:cNvPr id="9902" name="Google Shape;9902;p115"/>
            <p:cNvCxnSpPr/>
            <p:nvPr/>
          </p:nvCxnSpPr>
          <p:spPr>
            <a:xfrm flipH="1" rot="10800000">
              <a:off x="3228" y="1833"/>
              <a:ext cx="102" cy="39"/>
            </a:xfrm>
            <a:prstGeom prst="straightConnector1">
              <a:avLst/>
            </a:prstGeom>
            <a:noFill/>
            <a:ln cap="flat" cmpd="sng" w="9525">
              <a:solidFill>
                <a:srgbClr val="000000"/>
              </a:solidFill>
              <a:prstDash val="dash"/>
              <a:round/>
              <a:headEnd len="med" w="med" type="none"/>
              <a:tailEnd len="med" w="med" type="none"/>
            </a:ln>
          </p:spPr>
        </p:cxnSp>
      </p:grpSp>
      <p:grpSp>
        <p:nvGrpSpPr>
          <p:cNvPr id="9903" name="Google Shape;9903;p115"/>
          <p:cNvGrpSpPr/>
          <p:nvPr/>
        </p:nvGrpSpPr>
        <p:grpSpPr>
          <a:xfrm rot="10800000">
            <a:off x="7888101" y="3793751"/>
            <a:ext cx="400050" cy="152400"/>
            <a:chOff x="3228" y="1776"/>
            <a:chExt cx="252" cy="96"/>
          </a:xfrm>
        </p:grpSpPr>
        <p:cxnSp>
          <p:nvCxnSpPr>
            <p:cNvPr id="9904" name="Google Shape;9904;p115"/>
            <p:cNvCxnSpPr/>
            <p:nvPr/>
          </p:nvCxnSpPr>
          <p:spPr>
            <a:xfrm flipH="1" rot="10800000">
              <a:off x="3339" y="1776"/>
              <a:ext cx="141" cy="51"/>
            </a:xfrm>
            <a:prstGeom prst="straightConnector1">
              <a:avLst/>
            </a:prstGeom>
            <a:noFill/>
            <a:ln cap="flat" cmpd="sng" w="9525">
              <a:solidFill>
                <a:srgbClr val="000000"/>
              </a:solidFill>
              <a:prstDash val="solid"/>
              <a:round/>
              <a:headEnd len="med" w="med" type="none"/>
              <a:tailEnd len="med" w="med" type="none"/>
            </a:ln>
          </p:spPr>
        </p:cxnSp>
        <p:cxnSp>
          <p:nvCxnSpPr>
            <p:cNvPr id="9905" name="Google Shape;9905;p115"/>
            <p:cNvCxnSpPr/>
            <p:nvPr/>
          </p:nvCxnSpPr>
          <p:spPr>
            <a:xfrm flipH="1" rot="10800000">
              <a:off x="3228" y="1833"/>
              <a:ext cx="102" cy="39"/>
            </a:xfrm>
            <a:prstGeom prst="straightConnector1">
              <a:avLst/>
            </a:prstGeom>
            <a:noFill/>
            <a:ln cap="flat" cmpd="sng" w="9525">
              <a:solidFill>
                <a:srgbClr val="000000"/>
              </a:solidFill>
              <a:prstDash val="dash"/>
              <a:round/>
              <a:headEnd len="med" w="med" type="none"/>
              <a:tailEnd len="med" w="med" type="none"/>
            </a:ln>
          </p:spPr>
        </p:cxnSp>
      </p:grpSp>
      <p:grpSp>
        <p:nvGrpSpPr>
          <p:cNvPr id="9906" name="Google Shape;9906;p115"/>
          <p:cNvGrpSpPr/>
          <p:nvPr/>
        </p:nvGrpSpPr>
        <p:grpSpPr>
          <a:xfrm flipH="1" rot="10800000">
            <a:off x="7064188" y="3812801"/>
            <a:ext cx="295275" cy="114300"/>
            <a:chOff x="3228" y="1776"/>
            <a:chExt cx="252" cy="96"/>
          </a:xfrm>
        </p:grpSpPr>
        <p:cxnSp>
          <p:nvCxnSpPr>
            <p:cNvPr id="9907" name="Google Shape;9907;p115"/>
            <p:cNvCxnSpPr/>
            <p:nvPr/>
          </p:nvCxnSpPr>
          <p:spPr>
            <a:xfrm flipH="1" rot="10800000">
              <a:off x="3339" y="1776"/>
              <a:ext cx="141" cy="51"/>
            </a:xfrm>
            <a:prstGeom prst="straightConnector1">
              <a:avLst/>
            </a:prstGeom>
            <a:noFill/>
            <a:ln cap="flat" cmpd="sng" w="9525">
              <a:solidFill>
                <a:srgbClr val="000000"/>
              </a:solidFill>
              <a:prstDash val="solid"/>
              <a:round/>
              <a:headEnd len="med" w="med" type="none"/>
              <a:tailEnd len="med" w="med" type="none"/>
            </a:ln>
          </p:spPr>
        </p:cxnSp>
        <p:cxnSp>
          <p:nvCxnSpPr>
            <p:cNvPr id="9908" name="Google Shape;9908;p115"/>
            <p:cNvCxnSpPr/>
            <p:nvPr/>
          </p:nvCxnSpPr>
          <p:spPr>
            <a:xfrm flipH="1" rot="10800000">
              <a:off x="3228" y="1833"/>
              <a:ext cx="102" cy="39"/>
            </a:xfrm>
            <a:prstGeom prst="straightConnector1">
              <a:avLst/>
            </a:prstGeom>
            <a:noFill/>
            <a:ln cap="flat" cmpd="sng" w="9525">
              <a:solidFill>
                <a:srgbClr val="000000"/>
              </a:solidFill>
              <a:prstDash val="dash"/>
              <a:round/>
              <a:headEnd len="med" w="med" type="none"/>
              <a:tailEnd len="med" w="med" type="none"/>
            </a:ln>
          </p:spPr>
        </p:cxnSp>
      </p:grpSp>
      <p:grpSp>
        <p:nvGrpSpPr>
          <p:cNvPr id="9909" name="Google Shape;9909;p115"/>
          <p:cNvGrpSpPr/>
          <p:nvPr/>
        </p:nvGrpSpPr>
        <p:grpSpPr>
          <a:xfrm rot="-10390311">
            <a:off x="7335651" y="3155576"/>
            <a:ext cx="452437" cy="57150"/>
            <a:chOff x="3228" y="1776"/>
            <a:chExt cx="252" cy="96"/>
          </a:xfrm>
        </p:grpSpPr>
        <p:cxnSp>
          <p:nvCxnSpPr>
            <p:cNvPr id="9910" name="Google Shape;9910;p115"/>
            <p:cNvCxnSpPr/>
            <p:nvPr/>
          </p:nvCxnSpPr>
          <p:spPr>
            <a:xfrm flipH="1" rot="10800000">
              <a:off x="3339" y="1776"/>
              <a:ext cx="141" cy="51"/>
            </a:xfrm>
            <a:prstGeom prst="straightConnector1">
              <a:avLst/>
            </a:prstGeom>
            <a:noFill/>
            <a:ln cap="flat" cmpd="sng" w="9525">
              <a:solidFill>
                <a:srgbClr val="000000"/>
              </a:solidFill>
              <a:prstDash val="solid"/>
              <a:round/>
              <a:headEnd len="med" w="med" type="none"/>
              <a:tailEnd len="med" w="med" type="none"/>
            </a:ln>
          </p:spPr>
        </p:cxnSp>
        <p:cxnSp>
          <p:nvCxnSpPr>
            <p:cNvPr id="9911" name="Google Shape;9911;p115"/>
            <p:cNvCxnSpPr/>
            <p:nvPr/>
          </p:nvCxnSpPr>
          <p:spPr>
            <a:xfrm flipH="1" rot="10800000">
              <a:off x="3228" y="1833"/>
              <a:ext cx="102" cy="39"/>
            </a:xfrm>
            <a:prstGeom prst="straightConnector1">
              <a:avLst/>
            </a:prstGeom>
            <a:noFill/>
            <a:ln cap="flat" cmpd="sng" w="9525">
              <a:solidFill>
                <a:srgbClr val="000000"/>
              </a:solidFill>
              <a:prstDash val="dash"/>
              <a:round/>
              <a:headEnd len="med" w="med" type="none"/>
              <a:tailEnd len="med" w="med" type="none"/>
            </a:ln>
          </p:spPr>
        </p:cxnSp>
      </p:grpSp>
      <p:grpSp>
        <p:nvGrpSpPr>
          <p:cNvPr id="9912" name="Google Shape;9912;p115"/>
          <p:cNvGrpSpPr/>
          <p:nvPr/>
        </p:nvGrpSpPr>
        <p:grpSpPr>
          <a:xfrm>
            <a:off x="6478401" y="3360364"/>
            <a:ext cx="295275" cy="114300"/>
            <a:chOff x="3228" y="1776"/>
            <a:chExt cx="252" cy="96"/>
          </a:xfrm>
        </p:grpSpPr>
        <p:cxnSp>
          <p:nvCxnSpPr>
            <p:cNvPr id="9913" name="Google Shape;9913;p115"/>
            <p:cNvCxnSpPr/>
            <p:nvPr/>
          </p:nvCxnSpPr>
          <p:spPr>
            <a:xfrm flipH="1" rot="10800000">
              <a:off x="3339" y="1776"/>
              <a:ext cx="141" cy="51"/>
            </a:xfrm>
            <a:prstGeom prst="straightConnector1">
              <a:avLst/>
            </a:prstGeom>
            <a:noFill/>
            <a:ln cap="flat" cmpd="sng" w="9525">
              <a:solidFill>
                <a:srgbClr val="000000"/>
              </a:solidFill>
              <a:prstDash val="solid"/>
              <a:round/>
              <a:headEnd len="med" w="med" type="none"/>
              <a:tailEnd len="med" w="med" type="none"/>
            </a:ln>
          </p:spPr>
        </p:cxnSp>
        <p:cxnSp>
          <p:nvCxnSpPr>
            <p:cNvPr id="9914" name="Google Shape;9914;p115"/>
            <p:cNvCxnSpPr/>
            <p:nvPr/>
          </p:nvCxnSpPr>
          <p:spPr>
            <a:xfrm flipH="1" rot="10800000">
              <a:off x="3228" y="1833"/>
              <a:ext cx="102" cy="39"/>
            </a:xfrm>
            <a:prstGeom prst="straightConnector1">
              <a:avLst/>
            </a:prstGeom>
            <a:noFill/>
            <a:ln cap="flat" cmpd="sng" w="9525">
              <a:solidFill>
                <a:srgbClr val="000000"/>
              </a:solidFill>
              <a:prstDash val="dash"/>
              <a:round/>
              <a:headEnd len="med" w="med" type="none"/>
              <a:tailEnd len="med" w="med" type="none"/>
            </a:ln>
          </p:spPr>
        </p:cxnSp>
      </p:grpSp>
      <p:grpSp>
        <p:nvGrpSpPr>
          <p:cNvPr id="9915" name="Google Shape;9915;p115"/>
          <p:cNvGrpSpPr/>
          <p:nvPr/>
        </p:nvGrpSpPr>
        <p:grpSpPr>
          <a:xfrm flipH="1">
            <a:off x="7116576" y="3360364"/>
            <a:ext cx="295275" cy="114300"/>
            <a:chOff x="3228" y="1776"/>
            <a:chExt cx="252" cy="96"/>
          </a:xfrm>
        </p:grpSpPr>
        <p:cxnSp>
          <p:nvCxnSpPr>
            <p:cNvPr id="9916" name="Google Shape;9916;p115"/>
            <p:cNvCxnSpPr/>
            <p:nvPr/>
          </p:nvCxnSpPr>
          <p:spPr>
            <a:xfrm flipH="1" rot="10800000">
              <a:off x="3339" y="1776"/>
              <a:ext cx="141" cy="51"/>
            </a:xfrm>
            <a:prstGeom prst="straightConnector1">
              <a:avLst/>
            </a:prstGeom>
            <a:noFill/>
            <a:ln cap="flat" cmpd="sng" w="9525">
              <a:solidFill>
                <a:srgbClr val="000000"/>
              </a:solidFill>
              <a:prstDash val="solid"/>
              <a:round/>
              <a:headEnd len="med" w="med" type="none"/>
              <a:tailEnd len="med" w="med" type="none"/>
            </a:ln>
          </p:spPr>
        </p:cxnSp>
        <p:cxnSp>
          <p:nvCxnSpPr>
            <p:cNvPr id="9917" name="Google Shape;9917;p115"/>
            <p:cNvCxnSpPr/>
            <p:nvPr/>
          </p:nvCxnSpPr>
          <p:spPr>
            <a:xfrm flipH="1" rot="10800000">
              <a:off x="3228" y="1833"/>
              <a:ext cx="102" cy="39"/>
            </a:xfrm>
            <a:prstGeom prst="straightConnector1">
              <a:avLst/>
            </a:prstGeom>
            <a:noFill/>
            <a:ln cap="flat" cmpd="sng" w="9525">
              <a:solidFill>
                <a:srgbClr val="000000"/>
              </a:solidFill>
              <a:prstDash val="dash"/>
              <a:round/>
              <a:headEnd len="med" w="med" type="none"/>
              <a:tailEnd len="med" w="med" type="none"/>
            </a:ln>
          </p:spPr>
        </p:cxnSp>
      </p:grpSp>
      <p:grpSp>
        <p:nvGrpSpPr>
          <p:cNvPr id="9918" name="Google Shape;9918;p115"/>
          <p:cNvGrpSpPr/>
          <p:nvPr/>
        </p:nvGrpSpPr>
        <p:grpSpPr>
          <a:xfrm>
            <a:off x="5174932" y="3229968"/>
            <a:ext cx="853832" cy="472456"/>
            <a:chOff x="7493876" y="2774731"/>
            <a:chExt cx="1481958" cy="894622"/>
          </a:xfrm>
        </p:grpSpPr>
        <p:sp>
          <p:nvSpPr>
            <p:cNvPr id="9919" name="Google Shape;9919;p11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9920" name="Google Shape;9920;p11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9921" name="Google Shape;9921;p115"/>
            <p:cNvGrpSpPr/>
            <p:nvPr/>
          </p:nvGrpSpPr>
          <p:grpSpPr>
            <a:xfrm>
              <a:off x="7713663" y="2848339"/>
              <a:ext cx="1042107" cy="425543"/>
              <a:chOff x="7786941" y="2884917"/>
              <a:chExt cx="897649" cy="353919"/>
            </a:xfrm>
          </p:grpSpPr>
          <p:sp>
            <p:nvSpPr>
              <p:cNvPr id="9922" name="Google Shape;9922;p11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923" name="Google Shape;9923;p11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924" name="Google Shape;9924;p11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925" name="Google Shape;9925;p11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9926" name="Google Shape;9926;p115"/>
          <p:cNvGrpSpPr/>
          <p:nvPr/>
        </p:nvGrpSpPr>
        <p:grpSpPr>
          <a:xfrm>
            <a:off x="6497225" y="2978957"/>
            <a:ext cx="853832" cy="472456"/>
            <a:chOff x="7493876" y="2774731"/>
            <a:chExt cx="1481958" cy="894622"/>
          </a:xfrm>
        </p:grpSpPr>
        <p:sp>
          <p:nvSpPr>
            <p:cNvPr id="9927" name="Google Shape;9927;p11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9928" name="Google Shape;9928;p11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9929" name="Google Shape;9929;p115"/>
            <p:cNvGrpSpPr/>
            <p:nvPr/>
          </p:nvGrpSpPr>
          <p:grpSpPr>
            <a:xfrm>
              <a:off x="7713663" y="2848339"/>
              <a:ext cx="1042107" cy="425543"/>
              <a:chOff x="7786941" y="2884917"/>
              <a:chExt cx="897649" cy="353919"/>
            </a:xfrm>
          </p:grpSpPr>
          <p:sp>
            <p:nvSpPr>
              <p:cNvPr id="9930" name="Google Shape;9930;p11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931" name="Google Shape;9931;p11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932" name="Google Shape;9932;p11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933" name="Google Shape;9933;p11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9934" name="Google Shape;9934;p115"/>
          <p:cNvGrpSpPr/>
          <p:nvPr/>
        </p:nvGrpSpPr>
        <p:grpSpPr>
          <a:xfrm>
            <a:off x="7241295" y="3709582"/>
            <a:ext cx="853832" cy="472456"/>
            <a:chOff x="7493876" y="2774731"/>
            <a:chExt cx="1481958" cy="894622"/>
          </a:xfrm>
        </p:grpSpPr>
        <p:sp>
          <p:nvSpPr>
            <p:cNvPr id="9935" name="Google Shape;9935;p11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9936" name="Google Shape;9936;p11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9937" name="Google Shape;9937;p115"/>
            <p:cNvGrpSpPr/>
            <p:nvPr/>
          </p:nvGrpSpPr>
          <p:grpSpPr>
            <a:xfrm>
              <a:off x="7713663" y="2848339"/>
              <a:ext cx="1042107" cy="425543"/>
              <a:chOff x="7786941" y="2884917"/>
              <a:chExt cx="897649" cy="353919"/>
            </a:xfrm>
          </p:grpSpPr>
          <p:sp>
            <p:nvSpPr>
              <p:cNvPr id="9938" name="Google Shape;9938;p11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939" name="Google Shape;9939;p11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940" name="Google Shape;9940;p11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941" name="Google Shape;9941;p11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9942" name="Google Shape;9942;p115"/>
          <p:cNvGrpSpPr/>
          <p:nvPr/>
        </p:nvGrpSpPr>
        <p:grpSpPr>
          <a:xfrm>
            <a:off x="605761" y="1183316"/>
            <a:ext cx="460375" cy="244475"/>
            <a:chOff x="844" y="3337"/>
            <a:chExt cx="290" cy="154"/>
          </a:xfrm>
        </p:grpSpPr>
        <p:sp>
          <p:nvSpPr>
            <p:cNvPr id="9943" name="Google Shape;9943;p115"/>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944" name="Google Shape;9944;p115"/>
            <p:cNvSpPr txBox="1"/>
            <p:nvPr/>
          </p:nvSpPr>
          <p:spPr>
            <a:xfrm>
              <a:off x="844" y="3337"/>
              <a:ext cx="28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DNS</a:t>
              </a:r>
              <a:endParaRPr/>
            </a:p>
          </p:txBody>
        </p:sp>
      </p:grpSp>
      <p:grpSp>
        <p:nvGrpSpPr>
          <p:cNvPr id="9945" name="Google Shape;9945;p115"/>
          <p:cNvGrpSpPr/>
          <p:nvPr/>
        </p:nvGrpSpPr>
        <p:grpSpPr>
          <a:xfrm>
            <a:off x="545436" y="1408741"/>
            <a:ext cx="561975" cy="244475"/>
            <a:chOff x="740" y="3209"/>
            <a:chExt cx="354" cy="154"/>
          </a:xfrm>
        </p:grpSpPr>
        <p:grpSp>
          <p:nvGrpSpPr>
            <p:cNvPr id="9946" name="Google Shape;9946;p115"/>
            <p:cNvGrpSpPr/>
            <p:nvPr/>
          </p:nvGrpSpPr>
          <p:grpSpPr>
            <a:xfrm>
              <a:off x="794" y="3209"/>
              <a:ext cx="290" cy="154"/>
              <a:chOff x="844" y="3337"/>
              <a:chExt cx="290" cy="154"/>
            </a:xfrm>
          </p:grpSpPr>
          <p:sp>
            <p:nvSpPr>
              <p:cNvPr id="9947" name="Google Shape;9947;p115"/>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948" name="Google Shape;9948;p115"/>
              <p:cNvSpPr txBox="1"/>
              <p:nvPr/>
            </p:nvSpPr>
            <p:spPr>
              <a:xfrm>
                <a:off x="844" y="3337"/>
                <a:ext cx="28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DNS</a:t>
                </a:r>
                <a:endParaRPr/>
              </a:p>
            </p:txBody>
          </p:sp>
        </p:grpSp>
        <p:sp>
          <p:nvSpPr>
            <p:cNvPr id="9949" name="Google Shape;9949;p115"/>
            <p:cNvSpPr/>
            <p:nvPr/>
          </p:nvSpPr>
          <p:spPr>
            <a:xfrm>
              <a:off x="750" y="3244"/>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950" name="Google Shape;9950;p115"/>
            <p:cNvSpPr/>
            <p:nvPr/>
          </p:nvSpPr>
          <p:spPr>
            <a:xfrm>
              <a:off x="740" y="3238"/>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9951" name="Google Shape;9951;p115"/>
          <p:cNvGrpSpPr/>
          <p:nvPr/>
        </p:nvGrpSpPr>
        <p:grpSpPr>
          <a:xfrm>
            <a:off x="545436" y="1643691"/>
            <a:ext cx="561975" cy="244475"/>
            <a:chOff x="836" y="3305"/>
            <a:chExt cx="354" cy="154"/>
          </a:xfrm>
        </p:grpSpPr>
        <p:grpSp>
          <p:nvGrpSpPr>
            <p:cNvPr id="9952" name="Google Shape;9952;p115"/>
            <p:cNvGrpSpPr/>
            <p:nvPr/>
          </p:nvGrpSpPr>
          <p:grpSpPr>
            <a:xfrm>
              <a:off x="890" y="3305"/>
              <a:ext cx="290" cy="154"/>
              <a:chOff x="844" y="3337"/>
              <a:chExt cx="290" cy="154"/>
            </a:xfrm>
          </p:grpSpPr>
          <p:sp>
            <p:nvSpPr>
              <p:cNvPr id="9953" name="Google Shape;9953;p115"/>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954" name="Google Shape;9954;p115"/>
              <p:cNvSpPr txBox="1"/>
              <p:nvPr/>
            </p:nvSpPr>
            <p:spPr>
              <a:xfrm>
                <a:off x="844" y="3337"/>
                <a:ext cx="28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DNS</a:t>
                </a:r>
                <a:endParaRPr/>
              </a:p>
            </p:txBody>
          </p:sp>
        </p:grpSp>
        <p:grpSp>
          <p:nvGrpSpPr>
            <p:cNvPr id="9955" name="Google Shape;9955;p115"/>
            <p:cNvGrpSpPr/>
            <p:nvPr/>
          </p:nvGrpSpPr>
          <p:grpSpPr>
            <a:xfrm>
              <a:off x="836" y="3334"/>
              <a:ext cx="354" cy="94"/>
              <a:chOff x="836" y="3334"/>
              <a:chExt cx="354" cy="94"/>
            </a:xfrm>
          </p:grpSpPr>
          <p:sp>
            <p:nvSpPr>
              <p:cNvPr id="9956" name="Google Shape;9956;p115"/>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957" name="Google Shape;9957;p115"/>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grpSp>
        <p:nvGrpSpPr>
          <p:cNvPr id="9958" name="Google Shape;9958;p115"/>
          <p:cNvGrpSpPr/>
          <p:nvPr/>
        </p:nvGrpSpPr>
        <p:grpSpPr>
          <a:xfrm>
            <a:off x="366049" y="1675441"/>
            <a:ext cx="762000" cy="177800"/>
            <a:chOff x="627" y="3377"/>
            <a:chExt cx="480" cy="112"/>
          </a:xfrm>
        </p:grpSpPr>
        <p:sp>
          <p:nvSpPr>
            <p:cNvPr id="9959" name="Google Shape;9959;p115"/>
            <p:cNvSpPr/>
            <p:nvPr/>
          </p:nvSpPr>
          <p:spPr>
            <a:xfrm>
              <a:off x="636" y="3388"/>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960" name="Google Shape;9960;p115"/>
            <p:cNvSpPr/>
            <p:nvPr/>
          </p:nvSpPr>
          <p:spPr>
            <a:xfrm>
              <a:off x="627" y="3377"/>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9961" name="Google Shape;9961;p115"/>
          <p:cNvGrpSpPr/>
          <p:nvPr/>
        </p:nvGrpSpPr>
        <p:grpSpPr>
          <a:xfrm>
            <a:off x="170786" y="1907216"/>
            <a:ext cx="1081088" cy="244475"/>
            <a:chOff x="504" y="3523"/>
            <a:chExt cx="681" cy="154"/>
          </a:xfrm>
        </p:grpSpPr>
        <p:grpSp>
          <p:nvGrpSpPr>
            <p:cNvPr id="9962" name="Google Shape;9962;p115"/>
            <p:cNvGrpSpPr/>
            <p:nvPr/>
          </p:nvGrpSpPr>
          <p:grpSpPr>
            <a:xfrm>
              <a:off x="623" y="3523"/>
              <a:ext cx="480" cy="154"/>
              <a:chOff x="723" y="3453"/>
              <a:chExt cx="480" cy="154"/>
            </a:xfrm>
          </p:grpSpPr>
          <p:grpSp>
            <p:nvGrpSpPr>
              <p:cNvPr id="9963" name="Google Shape;9963;p115"/>
              <p:cNvGrpSpPr/>
              <p:nvPr/>
            </p:nvGrpSpPr>
            <p:grpSpPr>
              <a:xfrm>
                <a:off x="836" y="3453"/>
                <a:ext cx="354" cy="154"/>
                <a:chOff x="836" y="3305"/>
                <a:chExt cx="354" cy="154"/>
              </a:xfrm>
            </p:grpSpPr>
            <p:grpSp>
              <p:nvGrpSpPr>
                <p:cNvPr id="9964" name="Google Shape;9964;p115"/>
                <p:cNvGrpSpPr/>
                <p:nvPr/>
              </p:nvGrpSpPr>
              <p:grpSpPr>
                <a:xfrm>
                  <a:off x="890" y="3305"/>
                  <a:ext cx="290" cy="154"/>
                  <a:chOff x="844" y="3337"/>
                  <a:chExt cx="290" cy="154"/>
                </a:xfrm>
              </p:grpSpPr>
              <p:sp>
                <p:nvSpPr>
                  <p:cNvPr id="9965" name="Google Shape;9965;p115"/>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966" name="Google Shape;9966;p115"/>
                  <p:cNvSpPr txBox="1"/>
                  <p:nvPr/>
                </p:nvSpPr>
                <p:spPr>
                  <a:xfrm>
                    <a:off x="844" y="3337"/>
                    <a:ext cx="28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DNS</a:t>
                    </a:r>
                    <a:endParaRPr/>
                  </a:p>
                </p:txBody>
              </p:sp>
            </p:grpSp>
            <p:grpSp>
              <p:nvGrpSpPr>
                <p:cNvPr id="9967" name="Google Shape;9967;p115"/>
                <p:cNvGrpSpPr/>
                <p:nvPr/>
              </p:nvGrpSpPr>
              <p:grpSpPr>
                <a:xfrm>
                  <a:off x="836" y="3334"/>
                  <a:ext cx="354" cy="94"/>
                  <a:chOff x="836" y="3334"/>
                  <a:chExt cx="354" cy="94"/>
                </a:xfrm>
              </p:grpSpPr>
              <p:sp>
                <p:nvSpPr>
                  <p:cNvPr id="9968" name="Google Shape;9968;p115"/>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969" name="Google Shape;9969;p115"/>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sp>
            <p:nvSpPr>
              <p:cNvPr id="9970" name="Google Shape;9970;p115"/>
              <p:cNvSpPr/>
              <p:nvPr/>
            </p:nvSpPr>
            <p:spPr>
              <a:xfrm>
                <a:off x="732" y="3484"/>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971" name="Google Shape;9971;p115"/>
              <p:cNvSpPr/>
              <p:nvPr/>
            </p:nvSpPr>
            <p:spPr>
              <a:xfrm>
                <a:off x="723" y="3473"/>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9972" name="Google Shape;9972;p115"/>
            <p:cNvSpPr/>
            <p:nvPr/>
          </p:nvSpPr>
          <p:spPr>
            <a:xfrm>
              <a:off x="517" y="3545"/>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973" name="Google Shape;9973;p115"/>
            <p:cNvSpPr/>
            <p:nvPr/>
          </p:nvSpPr>
          <p:spPr>
            <a:xfrm>
              <a:off x="1115" y="3544"/>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974" name="Google Shape;9974;p115"/>
            <p:cNvSpPr/>
            <p:nvPr/>
          </p:nvSpPr>
          <p:spPr>
            <a:xfrm>
              <a:off x="504" y="3529"/>
              <a:ext cx="681" cy="138"/>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9975" name="Google Shape;9975;p115"/>
          <p:cNvSpPr/>
          <p:nvPr/>
        </p:nvSpPr>
        <p:spPr>
          <a:xfrm>
            <a:off x="713711" y="1183316"/>
            <a:ext cx="381000" cy="1166813"/>
          </a:xfrm>
          <a:prstGeom prst="downArrow">
            <a:avLst>
              <a:gd fmla="val 54167" name="adj1"/>
              <a:gd fmla="val 49170" name="adj2"/>
            </a:avLst>
          </a:prstGeom>
          <a:gradFill>
            <a:gsLst>
              <a:gs pos="0">
                <a:srgbClr val="FF0000">
                  <a:alpha val="24705"/>
                </a:srgbClr>
              </a:gs>
              <a:gs pos="100000">
                <a:srgbClr val="FF0000">
                  <a:alpha val="24705"/>
                </a:srgbClr>
              </a:gs>
            </a:gsLst>
            <a:lin ang="54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nvGrpSpPr>
          <p:cNvPr id="9976" name="Google Shape;9976;p115"/>
          <p:cNvGrpSpPr/>
          <p:nvPr/>
        </p:nvGrpSpPr>
        <p:grpSpPr>
          <a:xfrm>
            <a:off x="185921" y="2355452"/>
            <a:ext cx="1081088" cy="244475"/>
            <a:chOff x="504" y="3523"/>
            <a:chExt cx="681" cy="154"/>
          </a:xfrm>
        </p:grpSpPr>
        <p:grpSp>
          <p:nvGrpSpPr>
            <p:cNvPr id="9977" name="Google Shape;9977;p115"/>
            <p:cNvGrpSpPr/>
            <p:nvPr/>
          </p:nvGrpSpPr>
          <p:grpSpPr>
            <a:xfrm>
              <a:off x="623" y="3523"/>
              <a:ext cx="480" cy="154"/>
              <a:chOff x="723" y="3453"/>
              <a:chExt cx="480" cy="154"/>
            </a:xfrm>
          </p:grpSpPr>
          <p:grpSp>
            <p:nvGrpSpPr>
              <p:cNvPr id="9978" name="Google Shape;9978;p115"/>
              <p:cNvGrpSpPr/>
              <p:nvPr/>
            </p:nvGrpSpPr>
            <p:grpSpPr>
              <a:xfrm>
                <a:off x="836" y="3453"/>
                <a:ext cx="354" cy="154"/>
                <a:chOff x="836" y="3305"/>
                <a:chExt cx="354" cy="154"/>
              </a:xfrm>
            </p:grpSpPr>
            <p:grpSp>
              <p:nvGrpSpPr>
                <p:cNvPr id="9979" name="Google Shape;9979;p115"/>
                <p:cNvGrpSpPr/>
                <p:nvPr/>
              </p:nvGrpSpPr>
              <p:grpSpPr>
                <a:xfrm>
                  <a:off x="890" y="3305"/>
                  <a:ext cx="290" cy="154"/>
                  <a:chOff x="844" y="3337"/>
                  <a:chExt cx="290" cy="154"/>
                </a:xfrm>
              </p:grpSpPr>
              <p:sp>
                <p:nvSpPr>
                  <p:cNvPr id="9980" name="Google Shape;9980;p115"/>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981" name="Google Shape;9981;p115"/>
                  <p:cNvSpPr txBox="1"/>
                  <p:nvPr/>
                </p:nvSpPr>
                <p:spPr>
                  <a:xfrm>
                    <a:off x="844" y="3337"/>
                    <a:ext cx="28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DNS</a:t>
                    </a:r>
                    <a:endParaRPr/>
                  </a:p>
                </p:txBody>
              </p:sp>
            </p:grpSp>
            <p:grpSp>
              <p:nvGrpSpPr>
                <p:cNvPr id="9982" name="Google Shape;9982;p115"/>
                <p:cNvGrpSpPr/>
                <p:nvPr/>
              </p:nvGrpSpPr>
              <p:grpSpPr>
                <a:xfrm>
                  <a:off x="836" y="3334"/>
                  <a:ext cx="354" cy="94"/>
                  <a:chOff x="836" y="3334"/>
                  <a:chExt cx="354" cy="94"/>
                </a:xfrm>
              </p:grpSpPr>
              <p:sp>
                <p:nvSpPr>
                  <p:cNvPr id="9983" name="Google Shape;9983;p115"/>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984" name="Google Shape;9984;p115"/>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sp>
            <p:nvSpPr>
              <p:cNvPr id="9985" name="Google Shape;9985;p115"/>
              <p:cNvSpPr/>
              <p:nvPr/>
            </p:nvSpPr>
            <p:spPr>
              <a:xfrm>
                <a:off x="732" y="3484"/>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986" name="Google Shape;9986;p115"/>
              <p:cNvSpPr/>
              <p:nvPr/>
            </p:nvSpPr>
            <p:spPr>
              <a:xfrm>
                <a:off x="723" y="3473"/>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9987" name="Google Shape;9987;p115"/>
            <p:cNvSpPr/>
            <p:nvPr/>
          </p:nvSpPr>
          <p:spPr>
            <a:xfrm>
              <a:off x="517" y="3545"/>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988" name="Google Shape;9988;p115"/>
            <p:cNvSpPr/>
            <p:nvPr/>
          </p:nvSpPr>
          <p:spPr>
            <a:xfrm>
              <a:off x="1115" y="3544"/>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989" name="Google Shape;9989;p115"/>
            <p:cNvSpPr/>
            <p:nvPr/>
          </p:nvSpPr>
          <p:spPr>
            <a:xfrm>
              <a:off x="504" y="3529"/>
              <a:ext cx="681" cy="138"/>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9990" name="Google Shape;9990;p115"/>
          <p:cNvSpPr/>
          <p:nvPr/>
        </p:nvSpPr>
        <p:spPr>
          <a:xfrm>
            <a:off x="402783" y="4451462"/>
            <a:ext cx="3216717" cy="130651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000099"/>
              </a:buClr>
              <a:buSzPts val="2400"/>
              <a:buFont typeface="Noto Sans Symbols"/>
              <a:buChar char="▪"/>
            </a:pPr>
            <a:r>
              <a:rPr lang="en-US" sz="2400">
                <a:solidFill>
                  <a:srgbClr val="000000"/>
                </a:solidFill>
                <a:latin typeface="Calibri"/>
                <a:ea typeface="Calibri"/>
                <a:cs typeface="Calibri"/>
                <a:sym typeface="Calibri"/>
              </a:rPr>
              <a:t>IP datagram containing DNS query forwarded via LAN switch from client to 1</a:t>
            </a:r>
            <a:r>
              <a:rPr baseline="30000" lang="en-US" sz="2400">
                <a:solidFill>
                  <a:srgbClr val="000000"/>
                </a:solidFill>
                <a:latin typeface="Calibri"/>
                <a:ea typeface="Calibri"/>
                <a:cs typeface="Calibri"/>
                <a:sym typeface="Calibri"/>
              </a:rPr>
              <a:t>st</a:t>
            </a:r>
            <a:r>
              <a:rPr lang="en-US" sz="2400">
                <a:solidFill>
                  <a:srgbClr val="000000"/>
                </a:solidFill>
                <a:latin typeface="Calibri"/>
                <a:ea typeface="Calibri"/>
                <a:cs typeface="Calibri"/>
                <a:sym typeface="Calibri"/>
              </a:rPr>
              <a:t> hop router</a:t>
            </a:r>
            <a:endParaRPr/>
          </a:p>
        </p:txBody>
      </p:sp>
      <p:sp>
        <p:nvSpPr>
          <p:cNvPr id="9991" name="Google Shape;9991;p115"/>
          <p:cNvSpPr/>
          <p:nvPr/>
        </p:nvSpPr>
        <p:spPr>
          <a:xfrm>
            <a:off x="4396562" y="4626361"/>
            <a:ext cx="5141138" cy="1482339"/>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000090"/>
              </a:buClr>
              <a:buSzPts val="2400"/>
              <a:buFont typeface="Noto Sans Symbols"/>
              <a:buChar char="▪"/>
            </a:pPr>
            <a:r>
              <a:rPr lang="en-US" sz="2400">
                <a:solidFill>
                  <a:srgbClr val="000000"/>
                </a:solidFill>
                <a:latin typeface="Calibri"/>
                <a:ea typeface="Calibri"/>
                <a:cs typeface="Calibri"/>
                <a:sym typeface="Calibri"/>
              </a:rPr>
              <a:t>IP datagram forwarded from campus network into Comcast network, routed (tables created by </a:t>
            </a:r>
            <a:r>
              <a:rPr lang="en-US" sz="2400">
                <a:solidFill>
                  <a:srgbClr val="C00000"/>
                </a:solidFill>
                <a:latin typeface="Calibri"/>
                <a:ea typeface="Calibri"/>
                <a:cs typeface="Calibri"/>
                <a:sym typeface="Calibri"/>
              </a:rPr>
              <a:t>RIP, OSPF, IS-IS </a:t>
            </a:r>
            <a:r>
              <a:rPr lang="en-US" sz="2400">
                <a:solidFill>
                  <a:srgbClr val="000000"/>
                </a:solidFill>
                <a:latin typeface="Calibri"/>
                <a:ea typeface="Calibri"/>
                <a:cs typeface="Calibri"/>
                <a:sym typeface="Calibri"/>
              </a:rPr>
              <a:t>and/or </a:t>
            </a:r>
            <a:r>
              <a:rPr lang="en-US" sz="2400">
                <a:solidFill>
                  <a:srgbClr val="C00000"/>
                </a:solidFill>
                <a:latin typeface="Calibri"/>
                <a:ea typeface="Calibri"/>
                <a:cs typeface="Calibri"/>
                <a:sym typeface="Calibri"/>
              </a:rPr>
              <a:t>BGP</a:t>
            </a:r>
            <a:r>
              <a:rPr lang="en-US" sz="2400">
                <a:solidFill>
                  <a:srgbClr val="000000"/>
                </a:solidFill>
                <a:latin typeface="Calibri"/>
                <a:ea typeface="Calibri"/>
                <a:cs typeface="Calibri"/>
                <a:sym typeface="Calibri"/>
              </a:rPr>
              <a:t> routing protocols) to DNS server</a:t>
            </a:r>
            <a:endParaRPr/>
          </a:p>
        </p:txBody>
      </p:sp>
      <p:sp>
        <p:nvSpPr>
          <p:cNvPr id="9992" name="Google Shape;9992;p115"/>
          <p:cNvSpPr/>
          <p:nvPr/>
        </p:nvSpPr>
        <p:spPr>
          <a:xfrm>
            <a:off x="8631237" y="1456182"/>
            <a:ext cx="3230563" cy="12922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000090"/>
              </a:buClr>
              <a:buSzPts val="2400"/>
              <a:buFont typeface="Noto Sans Symbols"/>
              <a:buChar char="▪"/>
            </a:pPr>
            <a:r>
              <a:rPr lang="en-US" sz="2400">
                <a:solidFill>
                  <a:srgbClr val="000000"/>
                </a:solidFill>
                <a:latin typeface="Calibri"/>
                <a:ea typeface="Calibri"/>
                <a:cs typeface="Calibri"/>
                <a:sym typeface="Calibri"/>
              </a:rPr>
              <a:t>de-muxed to DNS</a:t>
            </a:r>
            <a:endParaRPr/>
          </a:p>
          <a:p>
            <a:pPr indent="-342900" lvl="0" marL="342900" marR="0" rtl="0" algn="l">
              <a:lnSpc>
                <a:spcPct val="90000"/>
              </a:lnSpc>
              <a:spcBef>
                <a:spcPts val="480"/>
              </a:spcBef>
              <a:spcAft>
                <a:spcPts val="0"/>
              </a:spcAft>
              <a:buClr>
                <a:srgbClr val="000090"/>
              </a:buClr>
              <a:buSzPts val="2400"/>
              <a:buFont typeface="Noto Sans Symbols"/>
              <a:buChar char="▪"/>
            </a:pPr>
            <a:r>
              <a:rPr lang="en-US" sz="2400">
                <a:solidFill>
                  <a:srgbClr val="000000"/>
                </a:solidFill>
                <a:latin typeface="Calibri"/>
                <a:ea typeface="Calibri"/>
                <a:cs typeface="Calibri"/>
                <a:sym typeface="Calibri"/>
              </a:rPr>
              <a:t>DNS replies to client with IP address of www.google.com </a:t>
            </a:r>
            <a:endParaRPr/>
          </a:p>
        </p:txBody>
      </p:sp>
      <p:grpSp>
        <p:nvGrpSpPr>
          <p:cNvPr id="9993" name="Google Shape;9993;p115"/>
          <p:cNvGrpSpPr/>
          <p:nvPr/>
        </p:nvGrpSpPr>
        <p:grpSpPr>
          <a:xfrm>
            <a:off x="5809991" y="1480142"/>
            <a:ext cx="1317624" cy="1314450"/>
            <a:chOff x="931" y="1941"/>
            <a:chExt cx="830" cy="828"/>
          </a:xfrm>
        </p:grpSpPr>
        <p:sp>
          <p:nvSpPr>
            <p:cNvPr id="9994" name="Google Shape;9994;p115"/>
            <p:cNvSpPr/>
            <p:nvPr/>
          </p:nvSpPr>
          <p:spPr>
            <a:xfrm>
              <a:off x="1424" y="1965"/>
              <a:ext cx="337" cy="801"/>
            </a:xfrm>
            <a:custGeom>
              <a:rect b="b" l="l" r="r" t="t"/>
              <a:pathLst>
                <a:path extrusionOk="0" h="10000" w="10024">
                  <a:moveTo>
                    <a:pt x="254" y="0"/>
                  </a:moveTo>
                  <a:cubicBezTo>
                    <a:pt x="3503" y="1673"/>
                    <a:pt x="6158" y="3657"/>
                    <a:pt x="10000" y="5019"/>
                  </a:cubicBezTo>
                  <a:lnTo>
                    <a:pt x="10024" y="6921"/>
                  </a:lnTo>
                  <a:cubicBezTo>
                    <a:pt x="4939" y="8134"/>
                    <a:pt x="3414" y="8974"/>
                    <a:pt x="109" y="10000"/>
                  </a:cubicBezTo>
                  <a:cubicBezTo>
                    <a:pt x="151" y="8893"/>
                    <a:pt x="194" y="7786"/>
                    <a:pt x="236" y="6679"/>
                  </a:cubicBezTo>
                  <a:cubicBezTo>
                    <a:pt x="157" y="5997"/>
                    <a:pt x="79" y="5314"/>
                    <a:pt x="0" y="4632"/>
                  </a:cubicBezTo>
                  <a:cubicBezTo>
                    <a:pt x="85" y="3088"/>
                    <a:pt x="169" y="1544"/>
                    <a:pt x="254" y="0"/>
                  </a:cubicBezTo>
                  <a:close/>
                </a:path>
              </a:pathLst>
            </a:custGeom>
            <a:gradFill>
              <a:gsLst>
                <a:gs pos="0">
                  <a:srgbClr val="D8D8D8"/>
                </a:gs>
                <a:gs pos="99000">
                  <a:schemeClr val="lt1"/>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9995" name="Google Shape;9995;p115"/>
            <p:cNvGrpSpPr/>
            <p:nvPr/>
          </p:nvGrpSpPr>
          <p:grpSpPr>
            <a:xfrm>
              <a:off x="931" y="1941"/>
              <a:ext cx="500" cy="828"/>
              <a:chOff x="569" y="2954"/>
              <a:chExt cx="500" cy="828"/>
            </a:xfrm>
          </p:grpSpPr>
          <p:sp>
            <p:nvSpPr>
              <p:cNvPr id="9996" name="Google Shape;9996;p115"/>
              <p:cNvSpPr/>
              <p:nvPr/>
            </p:nvSpPr>
            <p:spPr>
              <a:xfrm>
                <a:off x="576" y="2973"/>
                <a:ext cx="493" cy="790"/>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997" name="Google Shape;9997;p115"/>
              <p:cNvSpPr txBox="1"/>
              <p:nvPr/>
            </p:nvSpPr>
            <p:spPr>
              <a:xfrm>
                <a:off x="639" y="2954"/>
                <a:ext cx="385" cy="82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DNS</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Eth</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Phy</a:t>
                </a:r>
                <a:endParaRPr/>
              </a:p>
            </p:txBody>
          </p:sp>
          <p:cxnSp>
            <p:nvCxnSpPr>
              <p:cNvPr id="9998" name="Google Shape;9998;p115"/>
              <p:cNvCxnSpPr/>
              <p:nvPr/>
            </p:nvCxnSpPr>
            <p:spPr>
              <a:xfrm>
                <a:off x="578" y="3130"/>
                <a:ext cx="489" cy="0"/>
              </a:xfrm>
              <a:prstGeom prst="straightConnector1">
                <a:avLst/>
              </a:prstGeom>
              <a:noFill/>
              <a:ln cap="flat" cmpd="sng" w="9525">
                <a:solidFill>
                  <a:srgbClr val="000000"/>
                </a:solidFill>
                <a:prstDash val="solid"/>
                <a:round/>
                <a:headEnd len="med" w="med" type="none"/>
                <a:tailEnd len="med" w="med" type="none"/>
              </a:ln>
            </p:spPr>
          </p:cxnSp>
          <p:cxnSp>
            <p:nvCxnSpPr>
              <p:cNvPr id="9999" name="Google Shape;9999;p115"/>
              <p:cNvCxnSpPr/>
              <p:nvPr/>
            </p:nvCxnSpPr>
            <p:spPr>
              <a:xfrm>
                <a:off x="575" y="3289"/>
                <a:ext cx="489" cy="0"/>
              </a:xfrm>
              <a:prstGeom prst="straightConnector1">
                <a:avLst/>
              </a:prstGeom>
              <a:noFill/>
              <a:ln cap="flat" cmpd="sng" w="9525">
                <a:solidFill>
                  <a:srgbClr val="000000"/>
                </a:solidFill>
                <a:prstDash val="solid"/>
                <a:round/>
                <a:headEnd len="med" w="med" type="none"/>
                <a:tailEnd len="med" w="med" type="none"/>
              </a:ln>
            </p:spPr>
          </p:cxnSp>
          <p:cxnSp>
            <p:nvCxnSpPr>
              <p:cNvPr id="10000" name="Google Shape;10000;p115"/>
              <p:cNvCxnSpPr/>
              <p:nvPr/>
            </p:nvCxnSpPr>
            <p:spPr>
              <a:xfrm>
                <a:off x="572" y="3448"/>
                <a:ext cx="489" cy="0"/>
              </a:xfrm>
              <a:prstGeom prst="straightConnector1">
                <a:avLst/>
              </a:prstGeom>
              <a:noFill/>
              <a:ln cap="flat" cmpd="sng" w="9525">
                <a:solidFill>
                  <a:srgbClr val="000000"/>
                </a:solidFill>
                <a:prstDash val="solid"/>
                <a:round/>
                <a:headEnd len="med" w="med" type="none"/>
                <a:tailEnd len="med" w="med" type="none"/>
              </a:ln>
            </p:spPr>
          </p:cxnSp>
          <p:cxnSp>
            <p:nvCxnSpPr>
              <p:cNvPr id="10001" name="Google Shape;10001;p115"/>
              <p:cNvCxnSpPr/>
              <p:nvPr/>
            </p:nvCxnSpPr>
            <p:spPr>
              <a:xfrm>
                <a:off x="569" y="3607"/>
                <a:ext cx="489" cy="0"/>
              </a:xfrm>
              <a:prstGeom prst="straightConnector1">
                <a:avLst/>
              </a:prstGeom>
              <a:noFill/>
              <a:ln cap="flat" cmpd="sng" w="9525">
                <a:solidFill>
                  <a:srgbClr val="000000"/>
                </a:solidFill>
                <a:prstDash val="solid"/>
                <a:round/>
                <a:headEnd len="med" w="med" type="none"/>
                <a:tailEnd len="med" w="med" type="none"/>
              </a:ln>
            </p:spPr>
          </p:cxnSp>
        </p:grpSp>
      </p:grpSp>
      <p:grpSp>
        <p:nvGrpSpPr>
          <p:cNvPr id="10002" name="Google Shape;10002;p115"/>
          <p:cNvGrpSpPr/>
          <p:nvPr/>
        </p:nvGrpSpPr>
        <p:grpSpPr>
          <a:xfrm>
            <a:off x="4711442" y="1600792"/>
            <a:ext cx="1081087" cy="1217613"/>
            <a:chOff x="1404" y="3105"/>
            <a:chExt cx="681" cy="767"/>
          </a:xfrm>
        </p:grpSpPr>
        <p:grpSp>
          <p:nvGrpSpPr>
            <p:cNvPr id="10003" name="Google Shape;10003;p115"/>
            <p:cNvGrpSpPr/>
            <p:nvPr/>
          </p:nvGrpSpPr>
          <p:grpSpPr>
            <a:xfrm>
              <a:off x="1404" y="3355"/>
              <a:ext cx="681" cy="468"/>
              <a:chOff x="42" y="886"/>
              <a:chExt cx="681" cy="468"/>
            </a:xfrm>
          </p:grpSpPr>
          <p:grpSp>
            <p:nvGrpSpPr>
              <p:cNvPr id="10004" name="Google Shape;10004;p115"/>
              <p:cNvGrpSpPr/>
              <p:nvPr/>
            </p:nvGrpSpPr>
            <p:grpSpPr>
              <a:xfrm>
                <a:off x="278" y="886"/>
                <a:ext cx="354" cy="154"/>
                <a:chOff x="740" y="3209"/>
                <a:chExt cx="354" cy="154"/>
              </a:xfrm>
            </p:grpSpPr>
            <p:grpSp>
              <p:nvGrpSpPr>
                <p:cNvPr id="10005" name="Google Shape;10005;p115"/>
                <p:cNvGrpSpPr/>
                <p:nvPr/>
              </p:nvGrpSpPr>
              <p:grpSpPr>
                <a:xfrm>
                  <a:off x="794" y="3209"/>
                  <a:ext cx="290" cy="154"/>
                  <a:chOff x="844" y="3337"/>
                  <a:chExt cx="290" cy="154"/>
                </a:xfrm>
              </p:grpSpPr>
              <p:sp>
                <p:nvSpPr>
                  <p:cNvPr id="10006" name="Google Shape;10006;p115"/>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007" name="Google Shape;10007;p115"/>
                  <p:cNvSpPr txBox="1"/>
                  <p:nvPr/>
                </p:nvSpPr>
                <p:spPr>
                  <a:xfrm>
                    <a:off x="844" y="3337"/>
                    <a:ext cx="28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DNS</a:t>
                    </a:r>
                    <a:endParaRPr/>
                  </a:p>
                </p:txBody>
              </p:sp>
            </p:grpSp>
            <p:sp>
              <p:nvSpPr>
                <p:cNvPr id="10008" name="Google Shape;10008;p115"/>
                <p:cNvSpPr/>
                <p:nvPr/>
              </p:nvSpPr>
              <p:spPr>
                <a:xfrm>
                  <a:off x="750" y="3244"/>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009" name="Google Shape;10009;p115"/>
                <p:cNvSpPr/>
                <p:nvPr/>
              </p:nvSpPr>
              <p:spPr>
                <a:xfrm>
                  <a:off x="740" y="3238"/>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10010" name="Google Shape;10010;p115"/>
              <p:cNvGrpSpPr/>
              <p:nvPr/>
            </p:nvGrpSpPr>
            <p:grpSpPr>
              <a:xfrm>
                <a:off x="278" y="1034"/>
                <a:ext cx="354" cy="154"/>
                <a:chOff x="836" y="3305"/>
                <a:chExt cx="354" cy="154"/>
              </a:xfrm>
            </p:grpSpPr>
            <p:grpSp>
              <p:nvGrpSpPr>
                <p:cNvPr id="10011" name="Google Shape;10011;p115"/>
                <p:cNvGrpSpPr/>
                <p:nvPr/>
              </p:nvGrpSpPr>
              <p:grpSpPr>
                <a:xfrm>
                  <a:off x="890" y="3305"/>
                  <a:ext cx="290" cy="154"/>
                  <a:chOff x="844" y="3337"/>
                  <a:chExt cx="290" cy="154"/>
                </a:xfrm>
              </p:grpSpPr>
              <p:sp>
                <p:nvSpPr>
                  <p:cNvPr id="10012" name="Google Shape;10012;p115"/>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013" name="Google Shape;10013;p115"/>
                  <p:cNvSpPr txBox="1"/>
                  <p:nvPr/>
                </p:nvSpPr>
                <p:spPr>
                  <a:xfrm>
                    <a:off x="844" y="3337"/>
                    <a:ext cx="28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DNS</a:t>
                    </a:r>
                    <a:endParaRPr/>
                  </a:p>
                </p:txBody>
              </p:sp>
            </p:grpSp>
            <p:grpSp>
              <p:nvGrpSpPr>
                <p:cNvPr id="10014" name="Google Shape;10014;p115"/>
                <p:cNvGrpSpPr/>
                <p:nvPr/>
              </p:nvGrpSpPr>
              <p:grpSpPr>
                <a:xfrm>
                  <a:off x="836" y="3334"/>
                  <a:ext cx="354" cy="94"/>
                  <a:chOff x="836" y="3334"/>
                  <a:chExt cx="354" cy="94"/>
                </a:xfrm>
              </p:grpSpPr>
              <p:sp>
                <p:nvSpPr>
                  <p:cNvPr id="10015" name="Google Shape;10015;p115"/>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016" name="Google Shape;10016;p115"/>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grpSp>
            <p:nvGrpSpPr>
              <p:cNvPr id="10017" name="Google Shape;10017;p115"/>
              <p:cNvGrpSpPr/>
              <p:nvPr/>
            </p:nvGrpSpPr>
            <p:grpSpPr>
              <a:xfrm>
                <a:off x="165" y="1054"/>
                <a:ext cx="480" cy="112"/>
                <a:chOff x="627" y="3377"/>
                <a:chExt cx="480" cy="112"/>
              </a:xfrm>
            </p:grpSpPr>
            <p:sp>
              <p:nvSpPr>
                <p:cNvPr id="10018" name="Google Shape;10018;p115"/>
                <p:cNvSpPr/>
                <p:nvPr/>
              </p:nvSpPr>
              <p:spPr>
                <a:xfrm>
                  <a:off x="636" y="3388"/>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019" name="Google Shape;10019;p115"/>
                <p:cNvSpPr/>
                <p:nvPr/>
              </p:nvSpPr>
              <p:spPr>
                <a:xfrm>
                  <a:off x="627" y="3377"/>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10020" name="Google Shape;10020;p115"/>
              <p:cNvGrpSpPr/>
              <p:nvPr/>
            </p:nvGrpSpPr>
            <p:grpSpPr>
              <a:xfrm>
                <a:off x="42" y="1200"/>
                <a:ext cx="681" cy="154"/>
                <a:chOff x="504" y="3523"/>
                <a:chExt cx="681" cy="154"/>
              </a:xfrm>
            </p:grpSpPr>
            <p:grpSp>
              <p:nvGrpSpPr>
                <p:cNvPr id="10021" name="Google Shape;10021;p115"/>
                <p:cNvGrpSpPr/>
                <p:nvPr/>
              </p:nvGrpSpPr>
              <p:grpSpPr>
                <a:xfrm>
                  <a:off x="623" y="3523"/>
                  <a:ext cx="480" cy="154"/>
                  <a:chOff x="723" y="3453"/>
                  <a:chExt cx="480" cy="154"/>
                </a:xfrm>
              </p:grpSpPr>
              <p:grpSp>
                <p:nvGrpSpPr>
                  <p:cNvPr id="10022" name="Google Shape;10022;p115"/>
                  <p:cNvGrpSpPr/>
                  <p:nvPr/>
                </p:nvGrpSpPr>
                <p:grpSpPr>
                  <a:xfrm>
                    <a:off x="836" y="3453"/>
                    <a:ext cx="354" cy="154"/>
                    <a:chOff x="836" y="3305"/>
                    <a:chExt cx="354" cy="154"/>
                  </a:xfrm>
                </p:grpSpPr>
                <p:grpSp>
                  <p:nvGrpSpPr>
                    <p:cNvPr id="10023" name="Google Shape;10023;p115"/>
                    <p:cNvGrpSpPr/>
                    <p:nvPr/>
                  </p:nvGrpSpPr>
                  <p:grpSpPr>
                    <a:xfrm>
                      <a:off x="890" y="3305"/>
                      <a:ext cx="290" cy="154"/>
                      <a:chOff x="844" y="3337"/>
                      <a:chExt cx="290" cy="154"/>
                    </a:xfrm>
                  </p:grpSpPr>
                  <p:sp>
                    <p:nvSpPr>
                      <p:cNvPr id="10024" name="Google Shape;10024;p115"/>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025" name="Google Shape;10025;p115"/>
                      <p:cNvSpPr txBox="1"/>
                      <p:nvPr/>
                    </p:nvSpPr>
                    <p:spPr>
                      <a:xfrm>
                        <a:off x="844" y="3337"/>
                        <a:ext cx="28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DNS</a:t>
                        </a:r>
                        <a:endParaRPr/>
                      </a:p>
                    </p:txBody>
                  </p:sp>
                </p:grpSp>
                <p:grpSp>
                  <p:nvGrpSpPr>
                    <p:cNvPr id="10026" name="Google Shape;10026;p115"/>
                    <p:cNvGrpSpPr/>
                    <p:nvPr/>
                  </p:nvGrpSpPr>
                  <p:grpSpPr>
                    <a:xfrm>
                      <a:off x="836" y="3334"/>
                      <a:ext cx="354" cy="94"/>
                      <a:chOff x="836" y="3334"/>
                      <a:chExt cx="354" cy="94"/>
                    </a:xfrm>
                  </p:grpSpPr>
                  <p:sp>
                    <p:nvSpPr>
                      <p:cNvPr id="10027" name="Google Shape;10027;p115"/>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028" name="Google Shape;10028;p115"/>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sp>
                <p:nvSpPr>
                  <p:cNvPr id="10029" name="Google Shape;10029;p115"/>
                  <p:cNvSpPr/>
                  <p:nvPr/>
                </p:nvSpPr>
                <p:spPr>
                  <a:xfrm>
                    <a:off x="732" y="3484"/>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030" name="Google Shape;10030;p115"/>
                  <p:cNvSpPr/>
                  <p:nvPr/>
                </p:nvSpPr>
                <p:spPr>
                  <a:xfrm>
                    <a:off x="723" y="3473"/>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10031" name="Google Shape;10031;p115"/>
                <p:cNvSpPr/>
                <p:nvPr/>
              </p:nvSpPr>
              <p:spPr>
                <a:xfrm>
                  <a:off x="517" y="3545"/>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032" name="Google Shape;10032;p115"/>
                <p:cNvSpPr/>
                <p:nvPr/>
              </p:nvSpPr>
              <p:spPr>
                <a:xfrm>
                  <a:off x="1115" y="3544"/>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033" name="Google Shape;10033;p115"/>
                <p:cNvSpPr/>
                <p:nvPr/>
              </p:nvSpPr>
              <p:spPr>
                <a:xfrm>
                  <a:off x="504" y="3529"/>
                  <a:ext cx="681" cy="138"/>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sp>
          <p:nvSpPr>
            <p:cNvPr id="10034" name="Google Shape;10034;p115"/>
            <p:cNvSpPr/>
            <p:nvPr/>
          </p:nvSpPr>
          <p:spPr>
            <a:xfrm rot="10800000">
              <a:off x="1727" y="3105"/>
              <a:ext cx="240" cy="767"/>
            </a:xfrm>
            <a:prstGeom prst="downArrow">
              <a:avLst>
                <a:gd fmla="val 54167" name="adj1"/>
                <a:gd fmla="val 51311" name="adj2"/>
              </a:avLst>
            </a:prstGeom>
            <a:gradFill>
              <a:gsLst>
                <a:gs pos="0">
                  <a:srgbClr val="FF0000">
                    <a:alpha val="24705"/>
                  </a:srgbClr>
                </a:gs>
                <a:gs pos="100000">
                  <a:srgbClr val="FF0000">
                    <a:alpha val="24705"/>
                  </a:srgbClr>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10035" name="Google Shape;10035;p115"/>
            <p:cNvGrpSpPr/>
            <p:nvPr/>
          </p:nvGrpSpPr>
          <p:grpSpPr>
            <a:xfrm>
              <a:off x="1695" y="3227"/>
              <a:ext cx="290" cy="154"/>
              <a:chOff x="844" y="3337"/>
              <a:chExt cx="290" cy="154"/>
            </a:xfrm>
          </p:grpSpPr>
          <p:sp>
            <p:nvSpPr>
              <p:cNvPr id="10036" name="Google Shape;10036;p115"/>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037" name="Google Shape;10037;p115"/>
              <p:cNvSpPr txBox="1"/>
              <p:nvPr/>
            </p:nvSpPr>
            <p:spPr>
              <a:xfrm>
                <a:off x="844" y="3337"/>
                <a:ext cx="28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DNS</a:t>
                </a:r>
                <a:endParaRPr/>
              </a:p>
            </p:txBody>
          </p:sp>
        </p:grpSp>
      </p:grpSp>
      <p:grpSp>
        <p:nvGrpSpPr>
          <p:cNvPr id="10038" name="Google Shape;10038;p115"/>
          <p:cNvGrpSpPr/>
          <p:nvPr/>
        </p:nvGrpSpPr>
        <p:grpSpPr>
          <a:xfrm>
            <a:off x="7043551" y="2123701"/>
            <a:ext cx="358775" cy="623888"/>
            <a:chOff x="4140" y="429"/>
            <a:chExt cx="1425" cy="2396"/>
          </a:xfrm>
        </p:grpSpPr>
        <p:sp>
          <p:nvSpPr>
            <p:cNvPr id="10039" name="Google Shape;10039;p11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040" name="Google Shape;10040;p115"/>
            <p:cNvSpPr/>
            <p:nvPr/>
          </p:nvSpPr>
          <p:spPr>
            <a:xfrm>
              <a:off x="4203" y="429"/>
              <a:ext cx="1053" cy="2286"/>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041" name="Google Shape;10041;p11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042" name="Google Shape;10042;p11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043" name="Google Shape;10043;p115"/>
            <p:cNvSpPr/>
            <p:nvPr/>
          </p:nvSpPr>
          <p:spPr>
            <a:xfrm>
              <a:off x="4209" y="691"/>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10044" name="Google Shape;10044;p115"/>
            <p:cNvGrpSpPr/>
            <p:nvPr/>
          </p:nvGrpSpPr>
          <p:grpSpPr>
            <a:xfrm>
              <a:off x="4751" y="667"/>
              <a:ext cx="580" cy="146"/>
              <a:chOff x="617" y="2567"/>
              <a:chExt cx="724" cy="140"/>
            </a:xfrm>
          </p:grpSpPr>
          <p:sp>
            <p:nvSpPr>
              <p:cNvPr id="10045" name="Google Shape;10045;p115"/>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046" name="Google Shape;10046;p115"/>
              <p:cNvSpPr/>
              <p:nvPr/>
            </p:nvSpPr>
            <p:spPr>
              <a:xfrm>
                <a:off x="633" y="2584"/>
                <a:ext cx="692"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10047" name="Google Shape;10047;p115"/>
            <p:cNvSpPr/>
            <p:nvPr/>
          </p:nvSpPr>
          <p:spPr>
            <a:xfrm>
              <a:off x="4222" y="1020"/>
              <a:ext cx="599"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10048" name="Google Shape;10048;p115"/>
            <p:cNvGrpSpPr/>
            <p:nvPr/>
          </p:nvGrpSpPr>
          <p:grpSpPr>
            <a:xfrm>
              <a:off x="4745" y="996"/>
              <a:ext cx="580" cy="134"/>
              <a:chOff x="612" y="2570"/>
              <a:chExt cx="724" cy="139"/>
            </a:xfrm>
          </p:grpSpPr>
          <p:sp>
            <p:nvSpPr>
              <p:cNvPr id="10049" name="Google Shape;10049;p115"/>
              <p:cNvSpPr/>
              <p:nvPr/>
            </p:nvSpPr>
            <p:spPr>
              <a:xfrm>
                <a:off x="612" y="2570"/>
                <a:ext cx="724"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050" name="Google Shape;10050;p115"/>
              <p:cNvSpPr/>
              <p:nvPr/>
            </p:nvSpPr>
            <p:spPr>
              <a:xfrm>
                <a:off x="628" y="2589"/>
                <a:ext cx="692"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10051" name="Google Shape;10051;p115"/>
            <p:cNvSpPr/>
            <p:nvPr/>
          </p:nvSpPr>
          <p:spPr>
            <a:xfrm>
              <a:off x="4216" y="1356"/>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052" name="Google Shape;10052;p115"/>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10053" name="Google Shape;10053;p115"/>
            <p:cNvGrpSpPr/>
            <p:nvPr/>
          </p:nvGrpSpPr>
          <p:grpSpPr>
            <a:xfrm>
              <a:off x="4733" y="1636"/>
              <a:ext cx="586" cy="140"/>
              <a:chOff x="611" y="2576"/>
              <a:chExt cx="730" cy="129"/>
            </a:xfrm>
          </p:grpSpPr>
          <p:sp>
            <p:nvSpPr>
              <p:cNvPr id="10054" name="Google Shape;10054;p115"/>
              <p:cNvSpPr/>
              <p:nvPr/>
            </p:nvSpPr>
            <p:spPr>
              <a:xfrm>
                <a:off x="611" y="2576"/>
                <a:ext cx="730" cy="12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055" name="Google Shape;10055;p115"/>
              <p:cNvSpPr/>
              <p:nvPr/>
            </p:nvSpPr>
            <p:spPr>
              <a:xfrm>
                <a:off x="627" y="2588"/>
                <a:ext cx="699"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10056" name="Google Shape;10056;p11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10057" name="Google Shape;10057;p115"/>
            <p:cNvGrpSpPr/>
            <p:nvPr/>
          </p:nvGrpSpPr>
          <p:grpSpPr>
            <a:xfrm>
              <a:off x="4739" y="1325"/>
              <a:ext cx="580" cy="140"/>
              <a:chOff x="614" y="2566"/>
              <a:chExt cx="723" cy="140"/>
            </a:xfrm>
          </p:grpSpPr>
          <p:sp>
            <p:nvSpPr>
              <p:cNvPr id="10058" name="Google Shape;10058;p115"/>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059" name="Google Shape;10059;p115"/>
              <p:cNvSpPr/>
              <p:nvPr/>
            </p:nvSpPr>
            <p:spPr>
              <a:xfrm>
                <a:off x="630" y="2585"/>
                <a:ext cx="691"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10060" name="Google Shape;10060;p115"/>
            <p:cNvSpPr/>
            <p:nvPr/>
          </p:nvSpPr>
          <p:spPr>
            <a:xfrm>
              <a:off x="5250" y="429"/>
              <a:ext cx="69" cy="2286"/>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061" name="Google Shape;10061;p11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062" name="Google Shape;10062;p11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063" name="Google Shape;10063;p115"/>
            <p:cNvSpPr/>
            <p:nvPr/>
          </p:nvSpPr>
          <p:spPr>
            <a:xfrm>
              <a:off x="5515" y="2612"/>
              <a:ext cx="50" cy="98"/>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064" name="Google Shape;10064;p11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065" name="Google Shape;10065;p115"/>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066" name="Google Shape;10066;p115"/>
            <p:cNvSpPr/>
            <p:nvPr/>
          </p:nvSpPr>
          <p:spPr>
            <a:xfrm>
              <a:off x="4203" y="2709"/>
              <a:ext cx="1072" cy="85"/>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067" name="Google Shape;10067;p115"/>
            <p:cNvSpPr/>
            <p:nvPr/>
          </p:nvSpPr>
          <p:spPr>
            <a:xfrm>
              <a:off x="4310" y="2386"/>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068" name="Google Shape;10068;p115"/>
            <p:cNvSpPr/>
            <p:nvPr/>
          </p:nvSpPr>
          <p:spPr>
            <a:xfrm>
              <a:off x="4487" y="2386"/>
              <a:ext cx="158" cy="14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10069" name="Google Shape;10069;p115"/>
            <p:cNvSpPr/>
            <p:nvPr/>
          </p:nvSpPr>
          <p:spPr>
            <a:xfrm>
              <a:off x="4663" y="2380"/>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070" name="Google Shape;10070;p115"/>
            <p:cNvSpPr/>
            <p:nvPr/>
          </p:nvSpPr>
          <p:spPr>
            <a:xfrm>
              <a:off x="5061" y="1837"/>
              <a:ext cx="88" cy="756"/>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10071" name="Google Shape;10071;p115"/>
          <p:cNvGrpSpPr/>
          <p:nvPr/>
        </p:nvGrpSpPr>
        <p:grpSpPr>
          <a:xfrm>
            <a:off x="4395993" y="1490721"/>
            <a:ext cx="460375" cy="487292"/>
            <a:chOff x="4568161" y="1475417"/>
            <a:chExt cx="460375" cy="487292"/>
          </a:xfrm>
        </p:grpSpPr>
        <p:grpSp>
          <p:nvGrpSpPr>
            <p:cNvPr id="10072" name="Google Shape;10072;p115"/>
            <p:cNvGrpSpPr/>
            <p:nvPr/>
          </p:nvGrpSpPr>
          <p:grpSpPr>
            <a:xfrm>
              <a:off x="4568161" y="1500816"/>
              <a:ext cx="460375" cy="244475"/>
              <a:chOff x="844" y="3337"/>
              <a:chExt cx="290" cy="154"/>
            </a:xfrm>
          </p:grpSpPr>
          <p:sp>
            <p:nvSpPr>
              <p:cNvPr id="10073" name="Google Shape;10073;p115"/>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074" name="Google Shape;10074;p115"/>
              <p:cNvSpPr txBox="1"/>
              <p:nvPr/>
            </p:nvSpPr>
            <p:spPr>
              <a:xfrm>
                <a:off x="844" y="3337"/>
                <a:ext cx="28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DNS</a:t>
                </a:r>
                <a:endParaRPr/>
              </a:p>
            </p:txBody>
          </p:sp>
        </p:grpSp>
        <p:sp>
          <p:nvSpPr>
            <p:cNvPr id="10075" name="Google Shape;10075;p115"/>
            <p:cNvSpPr/>
            <p:nvPr/>
          </p:nvSpPr>
          <p:spPr>
            <a:xfrm>
              <a:off x="4627915" y="1475417"/>
              <a:ext cx="381000" cy="487292"/>
            </a:xfrm>
            <a:prstGeom prst="downArrow">
              <a:avLst>
                <a:gd fmla="val 54167" name="adj1"/>
                <a:gd fmla="val 49170" name="adj2"/>
              </a:avLst>
            </a:prstGeom>
            <a:gradFill>
              <a:gsLst>
                <a:gs pos="0">
                  <a:srgbClr val="FF0000">
                    <a:alpha val="24705"/>
                  </a:srgbClr>
                </a:gs>
                <a:gs pos="100000">
                  <a:srgbClr val="FF0000">
                    <a:alpha val="24705"/>
                  </a:srgbClr>
                </a:gs>
              </a:gsLst>
              <a:lin ang="54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9942"/>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9976"/>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9990"/>
                                        </p:tgtEl>
                                        <p:attrNameLst>
                                          <p:attrName>style.visibility</p:attrName>
                                        </p:attrNameLst>
                                      </p:cBhvr>
                                      <p:to>
                                        <p:strVal val="visible"/>
                                      </p:to>
                                    </p:set>
                                    <p:animEffect filter="fade" transition="in">
                                      <p:cBhvr>
                                        <p:cTn dur="1000"/>
                                        <p:tgtEl>
                                          <p:spTgt spid="99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93"/>
                                        </p:tgtEl>
                                        <p:attrNameLst>
                                          <p:attrName>style.visibility</p:attrName>
                                        </p:attrNameLst>
                                      </p:cBhvr>
                                      <p:to>
                                        <p:strVal val="visible"/>
                                      </p:to>
                                    </p:set>
                                    <p:animEffect filter="fade" transition="in">
                                      <p:cBhvr>
                                        <p:cTn dur="500"/>
                                        <p:tgtEl>
                                          <p:spTgt spid="9993"/>
                                        </p:tgtEl>
                                      </p:cBhvr>
                                    </p:animEffect>
                                  </p:childTnLst>
                                </p:cTn>
                              </p:par>
                              <p:par>
                                <p:cTn fill="hold" nodeType="withEffect" presetClass="entr" presetID="10" presetSubtype="0">
                                  <p:stCondLst>
                                    <p:cond delay="0"/>
                                  </p:stCondLst>
                                  <p:childTnLst>
                                    <p:set>
                                      <p:cBhvr>
                                        <p:cTn dur="1" fill="hold">
                                          <p:stCondLst>
                                            <p:cond delay="0"/>
                                          </p:stCondLst>
                                        </p:cTn>
                                        <p:tgtEl>
                                          <p:spTgt spid="9991"/>
                                        </p:tgtEl>
                                        <p:attrNameLst>
                                          <p:attrName>style.visibility</p:attrName>
                                        </p:attrNameLst>
                                      </p:cBhvr>
                                      <p:to>
                                        <p:strVal val="visible"/>
                                      </p:to>
                                    </p:set>
                                    <p:animEffect filter="fade" transition="in">
                                      <p:cBhvr>
                                        <p:cTn dur="1000"/>
                                        <p:tgtEl>
                                          <p:spTgt spid="99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9976"/>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0002"/>
                                        </p:tgtEl>
                                        <p:attrNameLst>
                                          <p:attrName>style.visibility</p:attrName>
                                        </p:attrNameLst>
                                      </p:cBhvr>
                                      <p:to>
                                        <p:strVal val="visible"/>
                                      </p:to>
                                    </p:set>
                                    <p:animEffect filter="fade" transition="in">
                                      <p:cBhvr>
                                        <p:cTn dur="1000"/>
                                        <p:tgtEl>
                                          <p:spTgt spid="10002"/>
                                        </p:tgtEl>
                                      </p:cBhvr>
                                    </p:animEffect>
                                  </p:childTnLst>
                                </p:cTn>
                              </p:par>
                              <p:par>
                                <p:cTn fill="hold" nodeType="withEffect" presetClass="entr" presetID="10" presetSubtype="0">
                                  <p:stCondLst>
                                    <p:cond delay="0"/>
                                  </p:stCondLst>
                                  <p:childTnLst>
                                    <p:set>
                                      <p:cBhvr>
                                        <p:cTn dur="1" fill="hold">
                                          <p:stCondLst>
                                            <p:cond delay="0"/>
                                          </p:stCondLst>
                                        </p:cTn>
                                        <p:tgtEl>
                                          <p:spTgt spid="9992">
                                            <p:txEl>
                                              <p:pRg end="0" st="0"/>
                                            </p:txEl>
                                          </p:spTgt>
                                        </p:tgtEl>
                                        <p:attrNameLst>
                                          <p:attrName>style.visibility</p:attrName>
                                        </p:attrNameLst>
                                      </p:cBhvr>
                                      <p:to>
                                        <p:strVal val="visible"/>
                                      </p:to>
                                    </p:set>
                                    <p:animEffect filter="fade" transition="in">
                                      <p:cBhvr>
                                        <p:cTn dur="1000"/>
                                        <p:tgtEl>
                                          <p:spTgt spid="9992">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9992">
                                            <p:txEl>
                                              <p:pRg end="1" st="1"/>
                                            </p:txEl>
                                          </p:spTgt>
                                        </p:tgtEl>
                                        <p:attrNameLst>
                                          <p:attrName>style.visibility</p:attrName>
                                        </p:attrNameLst>
                                      </p:cBhvr>
                                      <p:to>
                                        <p:strVal val="visible"/>
                                      </p:to>
                                    </p:set>
                                    <p:animEffect filter="fade" transition="in">
                                      <p:cBhvr>
                                        <p:cTn dur="1000"/>
                                        <p:tgtEl>
                                          <p:spTgt spid="999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71"/>
                                        </p:tgtEl>
                                        <p:attrNameLst>
                                          <p:attrName>style.visibility</p:attrName>
                                        </p:attrNameLst>
                                      </p:cBhvr>
                                      <p:to>
                                        <p:strVal val="visible"/>
                                      </p:to>
                                    </p:set>
                                    <p:animEffect filter="fade" transition="in">
                                      <p:cBhvr>
                                        <p:cTn dur="500"/>
                                        <p:tgtEl>
                                          <p:spTgt spid="100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80" name="Shape 10080"/>
        <p:cNvGrpSpPr/>
        <p:nvPr/>
      </p:nvGrpSpPr>
      <p:grpSpPr>
        <a:xfrm>
          <a:off x="0" y="0"/>
          <a:ext cx="0" cy="0"/>
          <a:chOff x="0" y="0"/>
          <a:chExt cx="0" cy="0"/>
        </a:xfrm>
      </p:grpSpPr>
      <p:sp>
        <p:nvSpPr>
          <p:cNvPr id="10081" name="Google Shape;10081;p116"/>
          <p:cNvSpPr txBox="1"/>
          <p:nvPr>
            <p:ph type="title"/>
          </p:nvPr>
        </p:nvSpPr>
        <p:spPr>
          <a:xfrm>
            <a:off x="811306" y="303903"/>
            <a:ext cx="10999694" cy="89462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00A3"/>
              </a:buClr>
              <a:buSzPts val="4400"/>
              <a:buFont typeface="Calibri"/>
              <a:buNone/>
            </a:pPr>
            <a:r>
              <a:rPr b="0" lang="en-US">
                <a:latin typeface="Calibri"/>
                <a:ea typeface="Calibri"/>
                <a:cs typeface="Calibri"/>
                <a:sym typeface="Calibri"/>
              </a:rPr>
              <a:t>A day in the life…TCP connection carrying HTTP</a:t>
            </a:r>
            <a:endParaRPr b="0" sz="3200">
              <a:latin typeface="Calibri"/>
              <a:ea typeface="Calibri"/>
              <a:cs typeface="Calibri"/>
              <a:sym typeface="Calibri"/>
            </a:endParaRPr>
          </a:p>
        </p:txBody>
      </p:sp>
      <p:sp>
        <p:nvSpPr>
          <p:cNvPr id="10082" name="Google Shape;10082;p11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Link Layer: 6-</a:t>
            </a:r>
            <a:fld id="{00000000-1234-1234-1234-123412341234}" type="slidenum">
              <a:rPr lang="en-US"/>
              <a:t>‹#›</a:t>
            </a:fld>
            <a:endParaRPr/>
          </a:p>
        </p:txBody>
      </p:sp>
      <p:sp>
        <p:nvSpPr>
          <p:cNvPr id="10083" name="Google Shape;10083;p116"/>
          <p:cNvSpPr/>
          <p:nvPr/>
        </p:nvSpPr>
        <p:spPr>
          <a:xfrm>
            <a:off x="691870" y="1878292"/>
            <a:ext cx="3554412" cy="2754313"/>
          </a:xfrm>
          <a:custGeom>
            <a:rect b="b" l="l" r="r" t="t"/>
            <a:pathLst>
              <a:path extrusionOk="0" h="958" w="2406">
                <a:moveTo>
                  <a:pt x="2192" y="274"/>
                </a:moveTo>
                <a:cubicBezTo>
                  <a:pt x="1978" y="94"/>
                  <a:pt x="1990" y="122"/>
                  <a:pt x="1857" y="77"/>
                </a:cubicBezTo>
                <a:cubicBezTo>
                  <a:pt x="1724" y="32"/>
                  <a:pt x="1584" y="0"/>
                  <a:pt x="1393" y="7"/>
                </a:cubicBezTo>
                <a:cubicBezTo>
                  <a:pt x="1202" y="14"/>
                  <a:pt x="898" y="84"/>
                  <a:pt x="713" y="122"/>
                </a:cubicBezTo>
                <a:cubicBezTo>
                  <a:pt x="528" y="160"/>
                  <a:pt x="395" y="168"/>
                  <a:pt x="280" y="234"/>
                </a:cubicBezTo>
                <a:cubicBezTo>
                  <a:pt x="166" y="301"/>
                  <a:pt x="52" y="432"/>
                  <a:pt x="26" y="522"/>
                </a:cubicBezTo>
                <a:cubicBezTo>
                  <a:pt x="0" y="612"/>
                  <a:pt x="81" y="711"/>
                  <a:pt x="122" y="773"/>
                </a:cubicBezTo>
                <a:cubicBezTo>
                  <a:pt x="163" y="835"/>
                  <a:pt x="99" y="877"/>
                  <a:pt x="273" y="894"/>
                </a:cubicBezTo>
                <a:cubicBezTo>
                  <a:pt x="447" y="911"/>
                  <a:pt x="938" y="866"/>
                  <a:pt x="1169" y="876"/>
                </a:cubicBezTo>
                <a:cubicBezTo>
                  <a:pt x="1400" y="886"/>
                  <a:pt x="1499" y="950"/>
                  <a:pt x="1659" y="954"/>
                </a:cubicBezTo>
                <a:cubicBezTo>
                  <a:pt x="1819" y="958"/>
                  <a:pt x="2014" y="958"/>
                  <a:pt x="2129" y="897"/>
                </a:cubicBezTo>
                <a:cubicBezTo>
                  <a:pt x="2244" y="836"/>
                  <a:pt x="2327" y="856"/>
                  <a:pt x="2350" y="591"/>
                </a:cubicBezTo>
                <a:cubicBezTo>
                  <a:pt x="2373" y="326"/>
                  <a:pt x="2406" y="454"/>
                  <a:pt x="2192" y="274"/>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10084" name="Google Shape;10084;p116"/>
          <p:cNvCxnSpPr/>
          <p:nvPr/>
        </p:nvCxnSpPr>
        <p:spPr>
          <a:xfrm flipH="1" rot="10800000">
            <a:off x="3693832" y="2949855"/>
            <a:ext cx="155575" cy="142875"/>
          </a:xfrm>
          <a:prstGeom prst="straightConnector1">
            <a:avLst/>
          </a:prstGeom>
          <a:noFill/>
          <a:ln cap="flat" cmpd="sng" w="9525">
            <a:solidFill>
              <a:srgbClr val="000000"/>
            </a:solidFill>
            <a:prstDash val="solid"/>
            <a:round/>
            <a:headEnd len="med" w="med" type="none"/>
            <a:tailEnd len="med" w="med" type="none"/>
          </a:ln>
        </p:spPr>
      </p:cxnSp>
      <p:cxnSp>
        <p:nvCxnSpPr>
          <p:cNvPr id="10085" name="Google Shape;10085;p116"/>
          <p:cNvCxnSpPr/>
          <p:nvPr/>
        </p:nvCxnSpPr>
        <p:spPr>
          <a:xfrm>
            <a:off x="2584170" y="3122892"/>
            <a:ext cx="695325" cy="0"/>
          </a:xfrm>
          <a:prstGeom prst="straightConnector1">
            <a:avLst/>
          </a:prstGeom>
          <a:noFill/>
          <a:ln cap="flat" cmpd="sng" w="9525">
            <a:solidFill>
              <a:srgbClr val="000000"/>
            </a:solidFill>
            <a:prstDash val="solid"/>
            <a:round/>
            <a:headEnd len="med" w="med" type="none"/>
            <a:tailEnd len="med" w="med" type="none"/>
          </a:ln>
        </p:spPr>
      </p:cxnSp>
      <p:cxnSp>
        <p:nvCxnSpPr>
          <p:cNvPr id="10086" name="Google Shape;10086;p116"/>
          <p:cNvCxnSpPr/>
          <p:nvPr/>
        </p:nvCxnSpPr>
        <p:spPr>
          <a:xfrm flipH="1" rot="10800000">
            <a:off x="3843057" y="2806980"/>
            <a:ext cx="138113" cy="142875"/>
          </a:xfrm>
          <a:prstGeom prst="straightConnector1">
            <a:avLst/>
          </a:prstGeom>
          <a:noFill/>
          <a:ln cap="flat" cmpd="sng" w="9525">
            <a:solidFill>
              <a:srgbClr val="000000"/>
            </a:solidFill>
            <a:prstDash val="dash"/>
            <a:round/>
            <a:headEnd len="med" w="med" type="none"/>
            <a:tailEnd len="med" w="med" type="none"/>
          </a:ln>
        </p:spPr>
      </p:cxnSp>
      <p:cxnSp>
        <p:nvCxnSpPr>
          <p:cNvPr id="10087" name="Google Shape;10087;p116"/>
          <p:cNvCxnSpPr/>
          <p:nvPr/>
        </p:nvCxnSpPr>
        <p:spPr>
          <a:xfrm flipH="1" rot="10800000">
            <a:off x="3198532" y="3341967"/>
            <a:ext cx="512763" cy="612775"/>
          </a:xfrm>
          <a:prstGeom prst="straightConnector1">
            <a:avLst/>
          </a:prstGeom>
          <a:noFill/>
          <a:ln cap="flat" cmpd="sng" w="9525">
            <a:solidFill>
              <a:srgbClr val="000000"/>
            </a:solidFill>
            <a:prstDash val="solid"/>
            <a:round/>
            <a:headEnd len="med" w="med" type="none"/>
            <a:tailEnd len="med" w="med" type="none"/>
          </a:ln>
        </p:spPr>
      </p:cxnSp>
      <p:grpSp>
        <p:nvGrpSpPr>
          <p:cNvPr id="10088" name="Google Shape;10088;p116"/>
          <p:cNvGrpSpPr/>
          <p:nvPr/>
        </p:nvGrpSpPr>
        <p:grpSpPr>
          <a:xfrm>
            <a:off x="3087416" y="2965438"/>
            <a:ext cx="960147" cy="436668"/>
            <a:chOff x="3668110" y="2448910"/>
            <a:chExt cx="3794234" cy="2165130"/>
          </a:xfrm>
        </p:grpSpPr>
        <p:sp>
          <p:nvSpPr>
            <p:cNvPr id="10089" name="Google Shape;10089;p116"/>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090" name="Google Shape;10090;p116"/>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10091" name="Google Shape;10091;p116"/>
            <p:cNvGrpSpPr/>
            <p:nvPr/>
          </p:nvGrpSpPr>
          <p:grpSpPr>
            <a:xfrm>
              <a:off x="3941378" y="2603243"/>
              <a:ext cx="3202061" cy="1066110"/>
              <a:chOff x="7939341" y="3037317"/>
              <a:chExt cx="897649" cy="353919"/>
            </a:xfrm>
          </p:grpSpPr>
          <p:sp>
            <p:nvSpPr>
              <p:cNvPr id="10092" name="Google Shape;10092;p116"/>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093" name="Google Shape;10093;p116"/>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094" name="Google Shape;10094;p116"/>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095" name="Google Shape;10095;p116"/>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10096" name="Google Shape;10096;p116"/>
          <p:cNvSpPr/>
          <p:nvPr/>
        </p:nvSpPr>
        <p:spPr>
          <a:xfrm rot="5400000">
            <a:off x="2648281" y="3003260"/>
            <a:ext cx="134168" cy="25558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sp>
        <p:nvSpPr>
          <p:cNvPr id="10097" name="Google Shape;10097;p116"/>
          <p:cNvSpPr/>
          <p:nvPr/>
        </p:nvSpPr>
        <p:spPr>
          <a:xfrm rot="5400000">
            <a:off x="3522564" y="4176324"/>
            <a:ext cx="140795" cy="179874"/>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sp>
        <p:nvSpPr>
          <p:cNvPr id="10098" name="Google Shape;10098;p116"/>
          <p:cNvSpPr/>
          <p:nvPr/>
        </p:nvSpPr>
        <p:spPr>
          <a:xfrm rot="2603620">
            <a:off x="3123075" y="3881648"/>
            <a:ext cx="140795" cy="23552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grpSp>
        <p:nvGrpSpPr>
          <p:cNvPr id="10099" name="Google Shape;10099;p116"/>
          <p:cNvGrpSpPr/>
          <p:nvPr/>
        </p:nvGrpSpPr>
        <p:grpSpPr>
          <a:xfrm>
            <a:off x="2647027" y="4019872"/>
            <a:ext cx="853832" cy="472456"/>
            <a:chOff x="7493876" y="2774731"/>
            <a:chExt cx="1481958" cy="894622"/>
          </a:xfrm>
        </p:grpSpPr>
        <p:sp>
          <p:nvSpPr>
            <p:cNvPr id="10100" name="Google Shape;10100;p11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0101" name="Google Shape;10101;p11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0102" name="Google Shape;10102;p116"/>
            <p:cNvGrpSpPr/>
            <p:nvPr/>
          </p:nvGrpSpPr>
          <p:grpSpPr>
            <a:xfrm>
              <a:off x="7713663" y="2848339"/>
              <a:ext cx="1042107" cy="425543"/>
              <a:chOff x="7786941" y="2884917"/>
              <a:chExt cx="897649" cy="353919"/>
            </a:xfrm>
          </p:grpSpPr>
          <p:sp>
            <p:nvSpPr>
              <p:cNvPr id="10103" name="Google Shape;10103;p11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104" name="Google Shape;10104;p11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105" name="Google Shape;10105;p11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106" name="Google Shape;10106;p11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0107" name="Google Shape;10107;p116"/>
          <p:cNvGrpSpPr/>
          <p:nvPr/>
        </p:nvGrpSpPr>
        <p:grpSpPr>
          <a:xfrm>
            <a:off x="2606022" y="3858371"/>
            <a:ext cx="358775" cy="623888"/>
            <a:chOff x="4140" y="429"/>
            <a:chExt cx="1425" cy="2396"/>
          </a:xfrm>
        </p:grpSpPr>
        <p:sp>
          <p:nvSpPr>
            <p:cNvPr id="10108" name="Google Shape;10108;p116"/>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109" name="Google Shape;10109;p116"/>
            <p:cNvSpPr/>
            <p:nvPr/>
          </p:nvSpPr>
          <p:spPr>
            <a:xfrm>
              <a:off x="4203" y="429"/>
              <a:ext cx="1053" cy="2286"/>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110" name="Google Shape;10110;p116"/>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111" name="Google Shape;10111;p116"/>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112" name="Google Shape;10112;p116"/>
            <p:cNvSpPr/>
            <p:nvPr/>
          </p:nvSpPr>
          <p:spPr>
            <a:xfrm>
              <a:off x="4209" y="691"/>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10113" name="Google Shape;10113;p116"/>
            <p:cNvGrpSpPr/>
            <p:nvPr/>
          </p:nvGrpSpPr>
          <p:grpSpPr>
            <a:xfrm>
              <a:off x="4751" y="667"/>
              <a:ext cx="580" cy="146"/>
              <a:chOff x="617" y="2567"/>
              <a:chExt cx="724" cy="140"/>
            </a:xfrm>
          </p:grpSpPr>
          <p:sp>
            <p:nvSpPr>
              <p:cNvPr id="10114" name="Google Shape;10114;p116"/>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115" name="Google Shape;10115;p116"/>
              <p:cNvSpPr/>
              <p:nvPr/>
            </p:nvSpPr>
            <p:spPr>
              <a:xfrm>
                <a:off x="633" y="2584"/>
                <a:ext cx="692"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10116" name="Google Shape;10116;p116"/>
            <p:cNvSpPr/>
            <p:nvPr/>
          </p:nvSpPr>
          <p:spPr>
            <a:xfrm>
              <a:off x="4222" y="1020"/>
              <a:ext cx="599"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10117" name="Google Shape;10117;p116"/>
            <p:cNvGrpSpPr/>
            <p:nvPr/>
          </p:nvGrpSpPr>
          <p:grpSpPr>
            <a:xfrm>
              <a:off x="4745" y="996"/>
              <a:ext cx="580" cy="134"/>
              <a:chOff x="612" y="2570"/>
              <a:chExt cx="724" cy="139"/>
            </a:xfrm>
          </p:grpSpPr>
          <p:sp>
            <p:nvSpPr>
              <p:cNvPr id="10118" name="Google Shape;10118;p116"/>
              <p:cNvSpPr/>
              <p:nvPr/>
            </p:nvSpPr>
            <p:spPr>
              <a:xfrm>
                <a:off x="612" y="2570"/>
                <a:ext cx="724"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119" name="Google Shape;10119;p116"/>
              <p:cNvSpPr/>
              <p:nvPr/>
            </p:nvSpPr>
            <p:spPr>
              <a:xfrm>
                <a:off x="628" y="2589"/>
                <a:ext cx="692"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10120" name="Google Shape;10120;p116"/>
            <p:cNvSpPr/>
            <p:nvPr/>
          </p:nvSpPr>
          <p:spPr>
            <a:xfrm>
              <a:off x="4216" y="1356"/>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121" name="Google Shape;10121;p116"/>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10122" name="Google Shape;10122;p116"/>
            <p:cNvGrpSpPr/>
            <p:nvPr/>
          </p:nvGrpSpPr>
          <p:grpSpPr>
            <a:xfrm>
              <a:off x="4733" y="1636"/>
              <a:ext cx="586" cy="140"/>
              <a:chOff x="611" y="2576"/>
              <a:chExt cx="730" cy="129"/>
            </a:xfrm>
          </p:grpSpPr>
          <p:sp>
            <p:nvSpPr>
              <p:cNvPr id="10123" name="Google Shape;10123;p116"/>
              <p:cNvSpPr/>
              <p:nvPr/>
            </p:nvSpPr>
            <p:spPr>
              <a:xfrm>
                <a:off x="611" y="2576"/>
                <a:ext cx="730" cy="12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124" name="Google Shape;10124;p116"/>
              <p:cNvSpPr/>
              <p:nvPr/>
            </p:nvSpPr>
            <p:spPr>
              <a:xfrm>
                <a:off x="627" y="2588"/>
                <a:ext cx="699"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10125" name="Google Shape;10125;p116"/>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10126" name="Google Shape;10126;p116"/>
            <p:cNvGrpSpPr/>
            <p:nvPr/>
          </p:nvGrpSpPr>
          <p:grpSpPr>
            <a:xfrm>
              <a:off x="4739" y="1325"/>
              <a:ext cx="580" cy="140"/>
              <a:chOff x="614" y="2566"/>
              <a:chExt cx="723" cy="140"/>
            </a:xfrm>
          </p:grpSpPr>
          <p:sp>
            <p:nvSpPr>
              <p:cNvPr id="10127" name="Google Shape;10127;p116"/>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128" name="Google Shape;10128;p116"/>
              <p:cNvSpPr/>
              <p:nvPr/>
            </p:nvSpPr>
            <p:spPr>
              <a:xfrm>
                <a:off x="630" y="2585"/>
                <a:ext cx="691"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10129" name="Google Shape;10129;p116"/>
            <p:cNvSpPr/>
            <p:nvPr/>
          </p:nvSpPr>
          <p:spPr>
            <a:xfrm>
              <a:off x="5250" y="429"/>
              <a:ext cx="69" cy="2286"/>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130" name="Google Shape;10130;p116"/>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131" name="Google Shape;10131;p116"/>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132" name="Google Shape;10132;p116"/>
            <p:cNvSpPr/>
            <p:nvPr/>
          </p:nvSpPr>
          <p:spPr>
            <a:xfrm>
              <a:off x="5515" y="2612"/>
              <a:ext cx="50" cy="98"/>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133" name="Google Shape;10133;p116"/>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134" name="Google Shape;10134;p116"/>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135" name="Google Shape;10135;p116"/>
            <p:cNvSpPr/>
            <p:nvPr/>
          </p:nvSpPr>
          <p:spPr>
            <a:xfrm>
              <a:off x="4203" y="2709"/>
              <a:ext cx="1072" cy="85"/>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136" name="Google Shape;10136;p116"/>
            <p:cNvSpPr/>
            <p:nvPr/>
          </p:nvSpPr>
          <p:spPr>
            <a:xfrm>
              <a:off x="4310" y="2386"/>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137" name="Google Shape;10137;p116"/>
            <p:cNvSpPr/>
            <p:nvPr/>
          </p:nvSpPr>
          <p:spPr>
            <a:xfrm>
              <a:off x="4487" y="2386"/>
              <a:ext cx="158" cy="14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10138" name="Google Shape;10138;p116"/>
            <p:cNvSpPr/>
            <p:nvPr/>
          </p:nvSpPr>
          <p:spPr>
            <a:xfrm>
              <a:off x="4663" y="2380"/>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139" name="Google Shape;10139;p116"/>
            <p:cNvSpPr/>
            <p:nvPr/>
          </p:nvSpPr>
          <p:spPr>
            <a:xfrm>
              <a:off x="5061" y="1837"/>
              <a:ext cx="88" cy="756"/>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10140" name="Google Shape;10140;p116"/>
          <p:cNvGrpSpPr/>
          <p:nvPr/>
        </p:nvGrpSpPr>
        <p:grpSpPr>
          <a:xfrm>
            <a:off x="0" y="-1181562"/>
            <a:ext cx="762000" cy="876300"/>
            <a:chOff x="177" y="729"/>
            <a:chExt cx="480" cy="552"/>
          </a:xfrm>
        </p:grpSpPr>
        <p:grpSp>
          <p:nvGrpSpPr>
            <p:cNvPr id="10141" name="Google Shape;10141;p116"/>
            <p:cNvGrpSpPr/>
            <p:nvPr/>
          </p:nvGrpSpPr>
          <p:grpSpPr>
            <a:xfrm>
              <a:off x="343" y="732"/>
              <a:ext cx="290" cy="154"/>
              <a:chOff x="844" y="3337"/>
              <a:chExt cx="290" cy="154"/>
            </a:xfrm>
          </p:grpSpPr>
          <p:sp>
            <p:nvSpPr>
              <p:cNvPr id="10142" name="Google Shape;10142;p116"/>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143" name="Google Shape;10143;p116"/>
              <p:cNvSpPr txBox="1"/>
              <p:nvPr/>
            </p:nvSpPr>
            <p:spPr>
              <a:xfrm>
                <a:off x="844" y="3337"/>
                <a:ext cx="28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DNS</a:t>
                </a:r>
                <a:endParaRPr/>
              </a:p>
            </p:txBody>
          </p:sp>
        </p:grpSp>
        <p:grpSp>
          <p:nvGrpSpPr>
            <p:cNvPr id="10144" name="Google Shape;10144;p116"/>
            <p:cNvGrpSpPr/>
            <p:nvPr/>
          </p:nvGrpSpPr>
          <p:grpSpPr>
            <a:xfrm>
              <a:off x="290" y="874"/>
              <a:ext cx="354" cy="154"/>
              <a:chOff x="740" y="3209"/>
              <a:chExt cx="354" cy="154"/>
            </a:xfrm>
          </p:grpSpPr>
          <p:grpSp>
            <p:nvGrpSpPr>
              <p:cNvPr id="10145" name="Google Shape;10145;p116"/>
              <p:cNvGrpSpPr/>
              <p:nvPr/>
            </p:nvGrpSpPr>
            <p:grpSpPr>
              <a:xfrm>
                <a:off x="794" y="3209"/>
                <a:ext cx="290" cy="154"/>
                <a:chOff x="844" y="3337"/>
                <a:chExt cx="290" cy="154"/>
              </a:xfrm>
            </p:grpSpPr>
            <p:sp>
              <p:nvSpPr>
                <p:cNvPr id="10146" name="Google Shape;10146;p116"/>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147" name="Google Shape;10147;p116"/>
                <p:cNvSpPr txBox="1"/>
                <p:nvPr/>
              </p:nvSpPr>
              <p:spPr>
                <a:xfrm>
                  <a:off x="844" y="3337"/>
                  <a:ext cx="28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DNS</a:t>
                  </a:r>
                  <a:endParaRPr/>
                </a:p>
              </p:txBody>
            </p:sp>
          </p:grpSp>
          <p:sp>
            <p:nvSpPr>
              <p:cNvPr id="10148" name="Google Shape;10148;p116"/>
              <p:cNvSpPr/>
              <p:nvPr/>
            </p:nvSpPr>
            <p:spPr>
              <a:xfrm>
                <a:off x="750" y="3244"/>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149" name="Google Shape;10149;p116"/>
              <p:cNvSpPr/>
              <p:nvPr/>
            </p:nvSpPr>
            <p:spPr>
              <a:xfrm>
                <a:off x="740" y="3238"/>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10150" name="Google Shape;10150;p116"/>
            <p:cNvGrpSpPr/>
            <p:nvPr/>
          </p:nvGrpSpPr>
          <p:grpSpPr>
            <a:xfrm>
              <a:off x="290" y="1022"/>
              <a:ext cx="354" cy="154"/>
              <a:chOff x="836" y="3305"/>
              <a:chExt cx="354" cy="154"/>
            </a:xfrm>
          </p:grpSpPr>
          <p:grpSp>
            <p:nvGrpSpPr>
              <p:cNvPr id="10151" name="Google Shape;10151;p116"/>
              <p:cNvGrpSpPr/>
              <p:nvPr/>
            </p:nvGrpSpPr>
            <p:grpSpPr>
              <a:xfrm>
                <a:off x="890" y="3305"/>
                <a:ext cx="290" cy="154"/>
                <a:chOff x="844" y="3337"/>
                <a:chExt cx="290" cy="154"/>
              </a:xfrm>
            </p:grpSpPr>
            <p:sp>
              <p:nvSpPr>
                <p:cNvPr id="10152" name="Google Shape;10152;p116"/>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153" name="Google Shape;10153;p116"/>
                <p:cNvSpPr txBox="1"/>
                <p:nvPr/>
              </p:nvSpPr>
              <p:spPr>
                <a:xfrm>
                  <a:off x="844" y="3337"/>
                  <a:ext cx="28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DNS</a:t>
                  </a:r>
                  <a:endParaRPr/>
                </a:p>
              </p:txBody>
            </p:sp>
          </p:grpSp>
          <p:grpSp>
            <p:nvGrpSpPr>
              <p:cNvPr id="10154" name="Google Shape;10154;p116"/>
              <p:cNvGrpSpPr/>
              <p:nvPr/>
            </p:nvGrpSpPr>
            <p:grpSpPr>
              <a:xfrm>
                <a:off x="836" y="3334"/>
                <a:ext cx="354" cy="94"/>
                <a:chOff x="836" y="3334"/>
                <a:chExt cx="354" cy="94"/>
              </a:xfrm>
            </p:grpSpPr>
            <p:sp>
              <p:nvSpPr>
                <p:cNvPr id="10155" name="Google Shape;10155;p116"/>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156" name="Google Shape;10156;p116"/>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grpSp>
          <p:nvGrpSpPr>
            <p:cNvPr id="10157" name="Google Shape;10157;p116"/>
            <p:cNvGrpSpPr/>
            <p:nvPr/>
          </p:nvGrpSpPr>
          <p:grpSpPr>
            <a:xfrm>
              <a:off x="177" y="1042"/>
              <a:ext cx="480" cy="112"/>
              <a:chOff x="627" y="3377"/>
              <a:chExt cx="480" cy="112"/>
            </a:xfrm>
          </p:grpSpPr>
          <p:sp>
            <p:nvSpPr>
              <p:cNvPr id="10158" name="Google Shape;10158;p116"/>
              <p:cNvSpPr/>
              <p:nvPr/>
            </p:nvSpPr>
            <p:spPr>
              <a:xfrm>
                <a:off x="636" y="3388"/>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159" name="Google Shape;10159;p116"/>
              <p:cNvSpPr/>
              <p:nvPr/>
            </p:nvSpPr>
            <p:spPr>
              <a:xfrm>
                <a:off x="627" y="3377"/>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10160" name="Google Shape;10160;p116"/>
            <p:cNvSpPr/>
            <p:nvPr/>
          </p:nvSpPr>
          <p:spPr>
            <a:xfrm>
              <a:off x="393" y="729"/>
              <a:ext cx="240" cy="552"/>
            </a:xfrm>
            <a:prstGeom prst="downArrow">
              <a:avLst>
                <a:gd fmla="val 54167" name="adj1"/>
                <a:gd fmla="val 36928" name="adj2"/>
              </a:avLst>
            </a:prstGeom>
            <a:gradFill>
              <a:gsLst>
                <a:gs pos="0">
                  <a:srgbClr val="FF0000">
                    <a:alpha val="24705"/>
                  </a:srgbClr>
                </a:gs>
                <a:gs pos="100000">
                  <a:srgbClr val="FF0000">
                    <a:alpha val="24705"/>
                  </a:srgbClr>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10161" name="Google Shape;10161;p116"/>
          <p:cNvSpPr/>
          <p:nvPr/>
        </p:nvSpPr>
        <p:spPr>
          <a:xfrm>
            <a:off x="4781673" y="1792392"/>
            <a:ext cx="3486028" cy="2590938"/>
          </a:xfrm>
          <a:custGeom>
            <a:rect b="b" l="l" r="r" t="t"/>
            <a:pathLst>
              <a:path extrusionOk="0" h="9973" w="10000">
                <a:moveTo>
                  <a:pt x="334" y="2010"/>
                </a:moveTo>
                <a:cubicBezTo>
                  <a:pt x="-90" y="2671"/>
                  <a:pt x="-7" y="4166"/>
                  <a:pt x="38" y="4952"/>
                </a:cubicBezTo>
                <a:cubicBezTo>
                  <a:pt x="83" y="5738"/>
                  <a:pt x="308" y="6246"/>
                  <a:pt x="608" y="6726"/>
                </a:cubicBezTo>
                <a:cubicBezTo>
                  <a:pt x="906" y="7207"/>
                  <a:pt x="1176" y="7528"/>
                  <a:pt x="1830" y="7834"/>
                </a:cubicBezTo>
                <a:cubicBezTo>
                  <a:pt x="2484" y="8140"/>
                  <a:pt x="3678" y="8218"/>
                  <a:pt x="4532" y="8562"/>
                </a:cubicBezTo>
                <a:cubicBezTo>
                  <a:pt x="5384" y="8905"/>
                  <a:pt x="6078" y="9738"/>
                  <a:pt x="6946" y="9897"/>
                </a:cubicBezTo>
                <a:cubicBezTo>
                  <a:pt x="7814" y="10056"/>
                  <a:pt x="9200" y="9984"/>
                  <a:pt x="9743" y="9519"/>
                </a:cubicBezTo>
                <a:cubicBezTo>
                  <a:pt x="10214" y="8840"/>
                  <a:pt x="9709" y="6896"/>
                  <a:pt x="9752" y="5816"/>
                </a:cubicBezTo>
                <a:cubicBezTo>
                  <a:pt x="9796" y="4736"/>
                  <a:pt x="9959" y="3695"/>
                  <a:pt x="10000" y="3042"/>
                </a:cubicBezTo>
                <a:cubicBezTo>
                  <a:pt x="9911" y="2184"/>
                  <a:pt x="9932" y="1181"/>
                  <a:pt x="9226" y="676"/>
                </a:cubicBezTo>
                <a:cubicBezTo>
                  <a:pt x="8522" y="170"/>
                  <a:pt x="6876" y="-44"/>
                  <a:pt x="5768" y="7"/>
                </a:cubicBezTo>
                <a:cubicBezTo>
                  <a:pt x="4662" y="58"/>
                  <a:pt x="3493" y="270"/>
                  <a:pt x="2580" y="982"/>
                </a:cubicBezTo>
                <a:cubicBezTo>
                  <a:pt x="1535" y="1383"/>
                  <a:pt x="757" y="1348"/>
                  <a:pt x="334" y="2010"/>
                </a:cubicBezTo>
                <a:close/>
              </a:path>
            </a:pathLst>
          </a:custGeom>
          <a:gradFill>
            <a:gsLst>
              <a:gs pos="0">
                <a:srgbClr val="9CE0FA"/>
              </a:gs>
              <a:gs pos="65000">
                <a:schemeClr val="lt1"/>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0162" name="Google Shape;10162;p116"/>
          <p:cNvSpPr txBox="1"/>
          <p:nvPr/>
        </p:nvSpPr>
        <p:spPr>
          <a:xfrm>
            <a:off x="4838700" y="2566706"/>
            <a:ext cx="1811337" cy="5810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600">
                <a:solidFill>
                  <a:srgbClr val="000000"/>
                </a:solidFill>
                <a:latin typeface="Arial"/>
                <a:ea typeface="Arial"/>
                <a:cs typeface="Arial"/>
                <a:sym typeface="Arial"/>
              </a:rPr>
              <a:t>Comcast network </a:t>
            </a:r>
            <a:endParaRPr/>
          </a:p>
          <a:p>
            <a:pPr indent="0" lvl="0" marL="0" marR="0" rtl="0" algn="l">
              <a:spcBef>
                <a:spcPts val="0"/>
              </a:spcBef>
              <a:spcAft>
                <a:spcPts val="0"/>
              </a:spcAft>
              <a:buNone/>
            </a:pPr>
            <a:r>
              <a:rPr i="0" lang="en-US" sz="1600">
                <a:solidFill>
                  <a:srgbClr val="000000"/>
                </a:solidFill>
                <a:latin typeface="Arial"/>
                <a:ea typeface="Arial"/>
                <a:cs typeface="Arial"/>
                <a:sym typeface="Arial"/>
              </a:rPr>
              <a:t>68.80.0.0/13</a:t>
            </a:r>
            <a:endParaRPr/>
          </a:p>
        </p:txBody>
      </p:sp>
      <p:cxnSp>
        <p:nvCxnSpPr>
          <p:cNvPr id="10163" name="Google Shape;10163;p116"/>
          <p:cNvCxnSpPr/>
          <p:nvPr/>
        </p:nvCxnSpPr>
        <p:spPr>
          <a:xfrm flipH="1" rot="10800000">
            <a:off x="3670020" y="3535642"/>
            <a:ext cx="1819275" cy="733425"/>
          </a:xfrm>
          <a:prstGeom prst="straightConnector1">
            <a:avLst/>
          </a:prstGeom>
          <a:noFill/>
          <a:ln cap="flat" cmpd="sng" w="9525">
            <a:solidFill>
              <a:srgbClr val="000000"/>
            </a:solidFill>
            <a:prstDash val="solid"/>
            <a:round/>
            <a:headEnd len="med" w="med" type="none"/>
            <a:tailEnd len="med" w="med" type="none"/>
          </a:ln>
        </p:spPr>
      </p:cxnSp>
      <p:grpSp>
        <p:nvGrpSpPr>
          <p:cNvPr id="10164" name="Google Shape;10164;p116"/>
          <p:cNvGrpSpPr/>
          <p:nvPr/>
        </p:nvGrpSpPr>
        <p:grpSpPr>
          <a:xfrm flipH="1">
            <a:off x="5635438" y="3627064"/>
            <a:ext cx="400050" cy="152400"/>
            <a:chOff x="3228" y="1776"/>
            <a:chExt cx="252" cy="96"/>
          </a:xfrm>
        </p:grpSpPr>
        <p:cxnSp>
          <p:nvCxnSpPr>
            <p:cNvPr id="10165" name="Google Shape;10165;p116"/>
            <p:cNvCxnSpPr/>
            <p:nvPr/>
          </p:nvCxnSpPr>
          <p:spPr>
            <a:xfrm flipH="1" rot="10800000">
              <a:off x="3339" y="1776"/>
              <a:ext cx="141" cy="51"/>
            </a:xfrm>
            <a:prstGeom prst="straightConnector1">
              <a:avLst/>
            </a:prstGeom>
            <a:noFill/>
            <a:ln cap="flat" cmpd="sng" w="9525">
              <a:solidFill>
                <a:srgbClr val="000000"/>
              </a:solidFill>
              <a:prstDash val="solid"/>
              <a:round/>
              <a:headEnd len="med" w="med" type="none"/>
              <a:tailEnd len="med" w="med" type="none"/>
            </a:ln>
          </p:spPr>
        </p:cxnSp>
        <p:cxnSp>
          <p:nvCxnSpPr>
            <p:cNvPr id="10166" name="Google Shape;10166;p116"/>
            <p:cNvCxnSpPr/>
            <p:nvPr/>
          </p:nvCxnSpPr>
          <p:spPr>
            <a:xfrm flipH="1" rot="10800000">
              <a:off x="3228" y="1833"/>
              <a:ext cx="102" cy="39"/>
            </a:xfrm>
            <a:prstGeom prst="straightConnector1">
              <a:avLst/>
            </a:prstGeom>
            <a:noFill/>
            <a:ln cap="flat" cmpd="sng" w="9525">
              <a:solidFill>
                <a:srgbClr val="000000"/>
              </a:solidFill>
              <a:prstDash val="dash"/>
              <a:round/>
              <a:headEnd len="med" w="med" type="none"/>
              <a:tailEnd len="med" w="med" type="none"/>
            </a:ln>
          </p:spPr>
        </p:cxnSp>
      </p:grpSp>
      <p:grpSp>
        <p:nvGrpSpPr>
          <p:cNvPr id="10167" name="Google Shape;10167;p116"/>
          <p:cNvGrpSpPr/>
          <p:nvPr/>
        </p:nvGrpSpPr>
        <p:grpSpPr>
          <a:xfrm rot="10800000">
            <a:off x="5787838" y="3103189"/>
            <a:ext cx="400050" cy="152400"/>
            <a:chOff x="3228" y="1776"/>
            <a:chExt cx="252" cy="96"/>
          </a:xfrm>
        </p:grpSpPr>
        <p:cxnSp>
          <p:nvCxnSpPr>
            <p:cNvPr id="10168" name="Google Shape;10168;p116"/>
            <p:cNvCxnSpPr/>
            <p:nvPr/>
          </p:nvCxnSpPr>
          <p:spPr>
            <a:xfrm flipH="1" rot="10800000">
              <a:off x="3339" y="1776"/>
              <a:ext cx="141" cy="51"/>
            </a:xfrm>
            <a:prstGeom prst="straightConnector1">
              <a:avLst/>
            </a:prstGeom>
            <a:noFill/>
            <a:ln cap="flat" cmpd="sng" w="9525">
              <a:solidFill>
                <a:srgbClr val="000000"/>
              </a:solidFill>
              <a:prstDash val="solid"/>
              <a:round/>
              <a:headEnd len="med" w="med" type="none"/>
              <a:tailEnd len="med" w="med" type="none"/>
            </a:ln>
          </p:spPr>
        </p:cxnSp>
        <p:cxnSp>
          <p:nvCxnSpPr>
            <p:cNvPr id="10169" name="Google Shape;10169;p116"/>
            <p:cNvCxnSpPr/>
            <p:nvPr/>
          </p:nvCxnSpPr>
          <p:spPr>
            <a:xfrm flipH="1" rot="10800000">
              <a:off x="3228" y="1833"/>
              <a:ext cx="102" cy="39"/>
            </a:xfrm>
            <a:prstGeom prst="straightConnector1">
              <a:avLst/>
            </a:prstGeom>
            <a:noFill/>
            <a:ln cap="flat" cmpd="sng" w="9525">
              <a:solidFill>
                <a:srgbClr val="000000"/>
              </a:solidFill>
              <a:prstDash val="dash"/>
              <a:round/>
              <a:headEnd len="med" w="med" type="none"/>
              <a:tailEnd len="med" w="med" type="none"/>
            </a:ln>
          </p:spPr>
        </p:cxnSp>
      </p:grpSp>
      <p:grpSp>
        <p:nvGrpSpPr>
          <p:cNvPr id="10170" name="Google Shape;10170;p116"/>
          <p:cNvGrpSpPr/>
          <p:nvPr/>
        </p:nvGrpSpPr>
        <p:grpSpPr>
          <a:xfrm>
            <a:off x="5174932" y="3229968"/>
            <a:ext cx="853832" cy="472456"/>
            <a:chOff x="7493876" y="2774731"/>
            <a:chExt cx="1481958" cy="894622"/>
          </a:xfrm>
        </p:grpSpPr>
        <p:sp>
          <p:nvSpPr>
            <p:cNvPr id="10171" name="Google Shape;10171;p11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0172" name="Google Shape;10172;p11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0173" name="Google Shape;10173;p116"/>
            <p:cNvGrpSpPr/>
            <p:nvPr/>
          </p:nvGrpSpPr>
          <p:grpSpPr>
            <a:xfrm>
              <a:off x="7713663" y="2848339"/>
              <a:ext cx="1042107" cy="425543"/>
              <a:chOff x="7786941" y="2884917"/>
              <a:chExt cx="897649" cy="353919"/>
            </a:xfrm>
          </p:grpSpPr>
          <p:sp>
            <p:nvSpPr>
              <p:cNvPr id="10174" name="Google Shape;10174;p11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175" name="Google Shape;10175;p11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176" name="Google Shape;10176;p11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177" name="Google Shape;10177;p11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10178" name="Google Shape;10178;p116"/>
          <p:cNvSpPr/>
          <p:nvPr/>
        </p:nvSpPr>
        <p:spPr>
          <a:xfrm>
            <a:off x="915707" y="4764367"/>
            <a:ext cx="6419850" cy="1620838"/>
          </a:xfrm>
          <a:custGeom>
            <a:rect b="b" l="l" r="r" t="t"/>
            <a:pathLst>
              <a:path extrusionOk="0" h="958" w="2406">
                <a:moveTo>
                  <a:pt x="2192" y="274"/>
                </a:moveTo>
                <a:cubicBezTo>
                  <a:pt x="1978" y="94"/>
                  <a:pt x="1990" y="122"/>
                  <a:pt x="1857" y="77"/>
                </a:cubicBezTo>
                <a:cubicBezTo>
                  <a:pt x="1724" y="32"/>
                  <a:pt x="1584" y="0"/>
                  <a:pt x="1393" y="7"/>
                </a:cubicBezTo>
                <a:cubicBezTo>
                  <a:pt x="1202" y="14"/>
                  <a:pt x="898" y="84"/>
                  <a:pt x="713" y="122"/>
                </a:cubicBezTo>
                <a:cubicBezTo>
                  <a:pt x="528" y="160"/>
                  <a:pt x="395" y="168"/>
                  <a:pt x="280" y="234"/>
                </a:cubicBezTo>
                <a:cubicBezTo>
                  <a:pt x="166" y="301"/>
                  <a:pt x="52" y="432"/>
                  <a:pt x="26" y="522"/>
                </a:cubicBezTo>
                <a:cubicBezTo>
                  <a:pt x="0" y="612"/>
                  <a:pt x="81" y="711"/>
                  <a:pt x="122" y="773"/>
                </a:cubicBezTo>
                <a:cubicBezTo>
                  <a:pt x="163" y="835"/>
                  <a:pt x="99" y="877"/>
                  <a:pt x="273" y="894"/>
                </a:cubicBezTo>
                <a:cubicBezTo>
                  <a:pt x="447" y="911"/>
                  <a:pt x="938" y="866"/>
                  <a:pt x="1169" y="876"/>
                </a:cubicBezTo>
                <a:cubicBezTo>
                  <a:pt x="1400" y="886"/>
                  <a:pt x="1499" y="950"/>
                  <a:pt x="1659" y="954"/>
                </a:cubicBezTo>
                <a:cubicBezTo>
                  <a:pt x="1819" y="958"/>
                  <a:pt x="2014" y="958"/>
                  <a:pt x="2129" y="897"/>
                </a:cubicBezTo>
                <a:cubicBezTo>
                  <a:pt x="2244" y="836"/>
                  <a:pt x="2327" y="856"/>
                  <a:pt x="2350" y="591"/>
                </a:cubicBezTo>
                <a:cubicBezTo>
                  <a:pt x="2373" y="326"/>
                  <a:pt x="2406" y="454"/>
                  <a:pt x="2192" y="274"/>
                </a:cubicBezTo>
                <a:close/>
              </a:path>
            </a:pathLst>
          </a:custGeom>
          <a:gradFill>
            <a:gsLst>
              <a:gs pos="0">
                <a:srgbClr val="9CE0FA"/>
              </a:gs>
              <a:gs pos="65000">
                <a:schemeClr val="lt1"/>
              </a:gs>
              <a:gs pos="100000">
                <a:schemeClr val="lt1"/>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10179" name="Google Shape;10179;p116"/>
          <p:cNvCxnSpPr/>
          <p:nvPr/>
        </p:nvCxnSpPr>
        <p:spPr>
          <a:xfrm flipH="1" rot="10800000">
            <a:off x="4306607" y="3692805"/>
            <a:ext cx="1174750" cy="1651000"/>
          </a:xfrm>
          <a:prstGeom prst="straightConnector1">
            <a:avLst/>
          </a:prstGeom>
          <a:noFill/>
          <a:ln cap="flat" cmpd="sng" w="9525">
            <a:solidFill>
              <a:srgbClr val="000000"/>
            </a:solidFill>
            <a:prstDash val="solid"/>
            <a:round/>
            <a:headEnd len="med" w="med" type="none"/>
            <a:tailEnd len="med" w="med" type="none"/>
          </a:ln>
        </p:spPr>
      </p:cxnSp>
      <p:cxnSp>
        <p:nvCxnSpPr>
          <p:cNvPr id="10180" name="Google Shape;10180;p116"/>
          <p:cNvCxnSpPr/>
          <p:nvPr/>
        </p:nvCxnSpPr>
        <p:spPr>
          <a:xfrm flipH="1" rot="10800000">
            <a:off x="2885795" y="5512080"/>
            <a:ext cx="942975" cy="1587"/>
          </a:xfrm>
          <a:prstGeom prst="straightConnector1">
            <a:avLst/>
          </a:prstGeom>
          <a:noFill/>
          <a:ln cap="flat" cmpd="sng" w="9525">
            <a:solidFill>
              <a:srgbClr val="000000"/>
            </a:solidFill>
            <a:prstDash val="solid"/>
            <a:round/>
            <a:headEnd len="med" w="med" type="none"/>
            <a:tailEnd len="med" w="med" type="none"/>
          </a:ln>
        </p:spPr>
      </p:cxnSp>
      <p:sp>
        <p:nvSpPr>
          <p:cNvPr id="10181" name="Google Shape;10181;p116"/>
          <p:cNvSpPr txBox="1"/>
          <p:nvPr/>
        </p:nvSpPr>
        <p:spPr>
          <a:xfrm>
            <a:off x="1798357" y="5904192"/>
            <a:ext cx="1595438"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600">
                <a:solidFill>
                  <a:srgbClr val="000000"/>
                </a:solidFill>
                <a:latin typeface="Arial"/>
                <a:ea typeface="Arial"/>
                <a:cs typeface="Arial"/>
                <a:sym typeface="Arial"/>
              </a:rPr>
              <a:t>64.233.169.105</a:t>
            </a:r>
            <a:endParaRPr/>
          </a:p>
        </p:txBody>
      </p:sp>
      <p:sp>
        <p:nvSpPr>
          <p:cNvPr id="10182" name="Google Shape;10182;p116"/>
          <p:cNvSpPr txBox="1"/>
          <p:nvPr/>
        </p:nvSpPr>
        <p:spPr>
          <a:xfrm>
            <a:off x="1779307" y="5648605"/>
            <a:ext cx="1906291"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600">
                <a:solidFill>
                  <a:srgbClr val="000000"/>
                </a:solidFill>
                <a:latin typeface="Arial"/>
                <a:ea typeface="Arial"/>
                <a:cs typeface="Arial"/>
                <a:sym typeface="Arial"/>
              </a:rPr>
              <a:t>Google web server</a:t>
            </a:r>
            <a:endParaRPr/>
          </a:p>
        </p:txBody>
      </p:sp>
      <p:grpSp>
        <p:nvGrpSpPr>
          <p:cNvPr id="10183" name="Google Shape;10183;p116"/>
          <p:cNvGrpSpPr/>
          <p:nvPr/>
        </p:nvGrpSpPr>
        <p:grpSpPr>
          <a:xfrm>
            <a:off x="3765270" y="5718455"/>
            <a:ext cx="295275" cy="114300"/>
            <a:chOff x="3228" y="1776"/>
            <a:chExt cx="252" cy="96"/>
          </a:xfrm>
        </p:grpSpPr>
        <p:cxnSp>
          <p:nvCxnSpPr>
            <p:cNvPr id="10184" name="Google Shape;10184;p116"/>
            <p:cNvCxnSpPr/>
            <p:nvPr/>
          </p:nvCxnSpPr>
          <p:spPr>
            <a:xfrm flipH="1" rot="10800000">
              <a:off x="3339" y="1776"/>
              <a:ext cx="141" cy="51"/>
            </a:xfrm>
            <a:prstGeom prst="straightConnector1">
              <a:avLst/>
            </a:prstGeom>
            <a:noFill/>
            <a:ln cap="flat" cmpd="sng" w="9525">
              <a:solidFill>
                <a:srgbClr val="000000"/>
              </a:solidFill>
              <a:prstDash val="solid"/>
              <a:round/>
              <a:headEnd len="med" w="med" type="none"/>
              <a:tailEnd len="med" w="med" type="none"/>
            </a:ln>
          </p:spPr>
        </p:cxnSp>
        <p:cxnSp>
          <p:nvCxnSpPr>
            <p:cNvPr id="10185" name="Google Shape;10185;p116"/>
            <p:cNvCxnSpPr/>
            <p:nvPr/>
          </p:nvCxnSpPr>
          <p:spPr>
            <a:xfrm flipH="1" rot="10800000">
              <a:off x="3228" y="1833"/>
              <a:ext cx="102" cy="39"/>
            </a:xfrm>
            <a:prstGeom prst="straightConnector1">
              <a:avLst/>
            </a:prstGeom>
            <a:noFill/>
            <a:ln cap="flat" cmpd="sng" w="9525">
              <a:solidFill>
                <a:srgbClr val="000000"/>
              </a:solidFill>
              <a:prstDash val="dash"/>
              <a:round/>
              <a:headEnd len="med" w="med" type="none"/>
              <a:tailEnd len="med" w="med" type="none"/>
            </a:ln>
          </p:spPr>
        </p:cxnSp>
      </p:grpSp>
      <p:grpSp>
        <p:nvGrpSpPr>
          <p:cNvPr id="10186" name="Google Shape;10186;p116"/>
          <p:cNvGrpSpPr/>
          <p:nvPr/>
        </p:nvGrpSpPr>
        <p:grpSpPr>
          <a:xfrm flipH="1">
            <a:off x="4403445" y="5718455"/>
            <a:ext cx="295275" cy="114300"/>
            <a:chOff x="3228" y="1776"/>
            <a:chExt cx="252" cy="96"/>
          </a:xfrm>
        </p:grpSpPr>
        <p:cxnSp>
          <p:nvCxnSpPr>
            <p:cNvPr id="10187" name="Google Shape;10187;p116"/>
            <p:cNvCxnSpPr/>
            <p:nvPr/>
          </p:nvCxnSpPr>
          <p:spPr>
            <a:xfrm flipH="1" rot="10800000">
              <a:off x="3339" y="1776"/>
              <a:ext cx="141" cy="51"/>
            </a:xfrm>
            <a:prstGeom prst="straightConnector1">
              <a:avLst/>
            </a:prstGeom>
            <a:noFill/>
            <a:ln cap="flat" cmpd="sng" w="9525">
              <a:solidFill>
                <a:srgbClr val="000000"/>
              </a:solidFill>
              <a:prstDash val="solid"/>
              <a:round/>
              <a:headEnd len="med" w="med" type="none"/>
              <a:tailEnd len="med" w="med" type="none"/>
            </a:ln>
          </p:spPr>
        </p:cxnSp>
        <p:cxnSp>
          <p:nvCxnSpPr>
            <p:cNvPr id="10188" name="Google Shape;10188;p116"/>
            <p:cNvCxnSpPr/>
            <p:nvPr/>
          </p:nvCxnSpPr>
          <p:spPr>
            <a:xfrm flipH="1" rot="10800000">
              <a:off x="3228" y="1833"/>
              <a:ext cx="102" cy="39"/>
            </a:xfrm>
            <a:prstGeom prst="straightConnector1">
              <a:avLst/>
            </a:prstGeom>
            <a:noFill/>
            <a:ln cap="flat" cmpd="sng" w="9525">
              <a:solidFill>
                <a:srgbClr val="000000"/>
              </a:solidFill>
              <a:prstDash val="dash"/>
              <a:round/>
              <a:headEnd len="med" w="med" type="none"/>
              <a:tailEnd len="med" w="med" type="none"/>
            </a:ln>
          </p:spPr>
        </p:cxnSp>
      </p:grpSp>
      <p:grpSp>
        <p:nvGrpSpPr>
          <p:cNvPr id="10189" name="Google Shape;10189;p116"/>
          <p:cNvGrpSpPr/>
          <p:nvPr/>
        </p:nvGrpSpPr>
        <p:grpSpPr>
          <a:xfrm rot="10800000">
            <a:off x="4608232" y="5423180"/>
            <a:ext cx="295275" cy="114300"/>
            <a:chOff x="3228" y="1776"/>
            <a:chExt cx="252" cy="96"/>
          </a:xfrm>
        </p:grpSpPr>
        <p:cxnSp>
          <p:nvCxnSpPr>
            <p:cNvPr id="10190" name="Google Shape;10190;p116"/>
            <p:cNvCxnSpPr/>
            <p:nvPr/>
          </p:nvCxnSpPr>
          <p:spPr>
            <a:xfrm flipH="1" rot="10800000">
              <a:off x="3339" y="1776"/>
              <a:ext cx="141" cy="51"/>
            </a:xfrm>
            <a:prstGeom prst="straightConnector1">
              <a:avLst/>
            </a:prstGeom>
            <a:noFill/>
            <a:ln cap="flat" cmpd="sng" w="9525">
              <a:solidFill>
                <a:srgbClr val="000000"/>
              </a:solidFill>
              <a:prstDash val="solid"/>
              <a:round/>
              <a:headEnd len="med" w="med" type="none"/>
              <a:tailEnd len="med" w="med" type="none"/>
            </a:ln>
          </p:spPr>
        </p:cxnSp>
        <p:cxnSp>
          <p:nvCxnSpPr>
            <p:cNvPr id="10191" name="Google Shape;10191;p116"/>
            <p:cNvCxnSpPr/>
            <p:nvPr/>
          </p:nvCxnSpPr>
          <p:spPr>
            <a:xfrm flipH="1" rot="10800000">
              <a:off x="3228" y="1833"/>
              <a:ext cx="102" cy="39"/>
            </a:xfrm>
            <a:prstGeom prst="straightConnector1">
              <a:avLst/>
            </a:prstGeom>
            <a:noFill/>
            <a:ln cap="flat" cmpd="sng" w="9525">
              <a:solidFill>
                <a:srgbClr val="000000"/>
              </a:solidFill>
              <a:prstDash val="dash"/>
              <a:round/>
              <a:headEnd len="med" w="med" type="none"/>
              <a:tailEnd len="med" w="med" type="none"/>
            </a:ln>
          </p:spPr>
        </p:cxnSp>
      </p:grpSp>
      <p:grpSp>
        <p:nvGrpSpPr>
          <p:cNvPr id="10192" name="Google Shape;10192;p116"/>
          <p:cNvGrpSpPr/>
          <p:nvPr/>
        </p:nvGrpSpPr>
        <p:grpSpPr>
          <a:xfrm>
            <a:off x="3885507" y="5310841"/>
            <a:ext cx="809010" cy="502026"/>
            <a:chOff x="7493876" y="2774731"/>
            <a:chExt cx="1481958" cy="894622"/>
          </a:xfrm>
        </p:grpSpPr>
        <p:sp>
          <p:nvSpPr>
            <p:cNvPr id="10193" name="Google Shape;10193;p11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0194" name="Google Shape;10194;p11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0195" name="Google Shape;10195;p116"/>
            <p:cNvGrpSpPr/>
            <p:nvPr/>
          </p:nvGrpSpPr>
          <p:grpSpPr>
            <a:xfrm>
              <a:off x="7713663" y="2848339"/>
              <a:ext cx="1042107" cy="425543"/>
              <a:chOff x="7786941" y="2884917"/>
              <a:chExt cx="897649" cy="353919"/>
            </a:xfrm>
          </p:grpSpPr>
          <p:sp>
            <p:nvSpPr>
              <p:cNvPr id="10196" name="Google Shape;10196;p11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197" name="Google Shape;10197;p11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198" name="Google Shape;10198;p11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199" name="Google Shape;10199;p11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0200" name="Google Shape;10200;p116"/>
          <p:cNvGrpSpPr/>
          <p:nvPr/>
        </p:nvGrpSpPr>
        <p:grpSpPr>
          <a:xfrm>
            <a:off x="2703232" y="5072342"/>
            <a:ext cx="358775" cy="623888"/>
            <a:chOff x="4140" y="429"/>
            <a:chExt cx="1425" cy="2396"/>
          </a:xfrm>
        </p:grpSpPr>
        <p:sp>
          <p:nvSpPr>
            <p:cNvPr id="10201" name="Google Shape;10201;p116"/>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202" name="Google Shape;10202;p116"/>
            <p:cNvSpPr/>
            <p:nvPr/>
          </p:nvSpPr>
          <p:spPr>
            <a:xfrm>
              <a:off x="4203" y="429"/>
              <a:ext cx="1053" cy="2286"/>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203" name="Google Shape;10203;p116"/>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204" name="Google Shape;10204;p116"/>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205" name="Google Shape;10205;p116"/>
            <p:cNvSpPr/>
            <p:nvPr/>
          </p:nvSpPr>
          <p:spPr>
            <a:xfrm>
              <a:off x="4209" y="691"/>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10206" name="Google Shape;10206;p116"/>
            <p:cNvGrpSpPr/>
            <p:nvPr/>
          </p:nvGrpSpPr>
          <p:grpSpPr>
            <a:xfrm>
              <a:off x="4751" y="667"/>
              <a:ext cx="580" cy="146"/>
              <a:chOff x="617" y="2567"/>
              <a:chExt cx="724" cy="140"/>
            </a:xfrm>
          </p:grpSpPr>
          <p:sp>
            <p:nvSpPr>
              <p:cNvPr id="10207" name="Google Shape;10207;p116"/>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208" name="Google Shape;10208;p116"/>
              <p:cNvSpPr/>
              <p:nvPr/>
            </p:nvSpPr>
            <p:spPr>
              <a:xfrm>
                <a:off x="633" y="2584"/>
                <a:ext cx="692"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10209" name="Google Shape;10209;p116"/>
            <p:cNvSpPr/>
            <p:nvPr/>
          </p:nvSpPr>
          <p:spPr>
            <a:xfrm>
              <a:off x="4222" y="1020"/>
              <a:ext cx="599"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10210" name="Google Shape;10210;p116"/>
            <p:cNvGrpSpPr/>
            <p:nvPr/>
          </p:nvGrpSpPr>
          <p:grpSpPr>
            <a:xfrm>
              <a:off x="4745" y="996"/>
              <a:ext cx="580" cy="134"/>
              <a:chOff x="612" y="2570"/>
              <a:chExt cx="724" cy="139"/>
            </a:xfrm>
          </p:grpSpPr>
          <p:sp>
            <p:nvSpPr>
              <p:cNvPr id="10211" name="Google Shape;10211;p116"/>
              <p:cNvSpPr/>
              <p:nvPr/>
            </p:nvSpPr>
            <p:spPr>
              <a:xfrm>
                <a:off x="612" y="2570"/>
                <a:ext cx="724"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212" name="Google Shape;10212;p116"/>
              <p:cNvSpPr/>
              <p:nvPr/>
            </p:nvSpPr>
            <p:spPr>
              <a:xfrm>
                <a:off x="628" y="2589"/>
                <a:ext cx="692"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10213" name="Google Shape;10213;p116"/>
            <p:cNvSpPr/>
            <p:nvPr/>
          </p:nvSpPr>
          <p:spPr>
            <a:xfrm>
              <a:off x="4216" y="1356"/>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214" name="Google Shape;10214;p116"/>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10215" name="Google Shape;10215;p116"/>
            <p:cNvGrpSpPr/>
            <p:nvPr/>
          </p:nvGrpSpPr>
          <p:grpSpPr>
            <a:xfrm>
              <a:off x="4733" y="1636"/>
              <a:ext cx="586" cy="140"/>
              <a:chOff x="611" y="2576"/>
              <a:chExt cx="730" cy="129"/>
            </a:xfrm>
          </p:grpSpPr>
          <p:sp>
            <p:nvSpPr>
              <p:cNvPr id="10216" name="Google Shape;10216;p116"/>
              <p:cNvSpPr/>
              <p:nvPr/>
            </p:nvSpPr>
            <p:spPr>
              <a:xfrm>
                <a:off x="611" y="2576"/>
                <a:ext cx="730" cy="12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217" name="Google Shape;10217;p116"/>
              <p:cNvSpPr/>
              <p:nvPr/>
            </p:nvSpPr>
            <p:spPr>
              <a:xfrm>
                <a:off x="627" y="2588"/>
                <a:ext cx="699"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10218" name="Google Shape;10218;p116"/>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10219" name="Google Shape;10219;p116"/>
            <p:cNvGrpSpPr/>
            <p:nvPr/>
          </p:nvGrpSpPr>
          <p:grpSpPr>
            <a:xfrm>
              <a:off x="4739" y="1325"/>
              <a:ext cx="580" cy="140"/>
              <a:chOff x="614" y="2566"/>
              <a:chExt cx="723" cy="140"/>
            </a:xfrm>
          </p:grpSpPr>
          <p:sp>
            <p:nvSpPr>
              <p:cNvPr id="10220" name="Google Shape;10220;p116"/>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221" name="Google Shape;10221;p116"/>
              <p:cNvSpPr/>
              <p:nvPr/>
            </p:nvSpPr>
            <p:spPr>
              <a:xfrm>
                <a:off x="630" y="2585"/>
                <a:ext cx="691"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10222" name="Google Shape;10222;p116"/>
            <p:cNvSpPr/>
            <p:nvPr/>
          </p:nvSpPr>
          <p:spPr>
            <a:xfrm>
              <a:off x="5250" y="429"/>
              <a:ext cx="69" cy="2286"/>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223" name="Google Shape;10223;p116"/>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224" name="Google Shape;10224;p116"/>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225" name="Google Shape;10225;p116"/>
            <p:cNvSpPr/>
            <p:nvPr/>
          </p:nvSpPr>
          <p:spPr>
            <a:xfrm>
              <a:off x="5515" y="2612"/>
              <a:ext cx="50" cy="98"/>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226" name="Google Shape;10226;p116"/>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227" name="Google Shape;10227;p116"/>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228" name="Google Shape;10228;p116"/>
            <p:cNvSpPr/>
            <p:nvPr/>
          </p:nvSpPr>
          <p:spPr>
            <a:xfrm>
              <a:off x="4203" y="2709"/>
              <a:ext cx="1072" cy="85"/>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229" name="Google Shape;10229;p116"/>
            <p:cNvSpPr/>
            <p:nvPr/>
          </p:nvSpPr>
          <p:spPr>
            <a:xfrm>
              <a:off x="4310" y="2386"/>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230" name="Google Shape;10230;p116"/>
            <p:cNvSpPr/>
            <p:nvPr/>
          </p:nvSpPr>
          <p:spPr>
            <a:xfrm>
              <a:off x="4487" y="2386"/>
              <a:ext cx="158" cy="14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10231" name="Google Shape;10231;p116"/>
            <p:cNvSpPr/>
            <p:nvPr/>
          </p:nvSpPr>
          <p:spPr>
            <a:xfrm>
              <a:off x="4663" y="2380"/>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232" name="Google Shape;10232;p116"/>
            <p:cNvSpPr/>
            <p:nvPr/>
          </p:nvSpPr>
          <p:spPr>
            <a:xfrm>
              <a:off x="5061" y="1837"/>
              <a:ext cx="88" cy="756"/>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10233" name="Google Shape;10233;p116"/>
          <p:cNvGrpSpPr/>
          <p:nvPr/>
        </p:nvGrpSpPr>
        <p:grpSpPr>
          <a:xfrm>
            <a:off x="1323975" y="1595438"/>
            <a:ext cx="976312" cy="1460500"/>
            <a:chOff x="651" y="681"/>
            <a:chExt cx="615" cy="920"/>
          </a:xfrm>
        </p:grpSpPr>
        <p:sp>
          <p:nvSpPr>
            <p:cNvPr id="10234" name="Google Shape;10234;p116"/>
            <p:cNvSpPr/>
            <p:nvPr/>
          </p:nvSpPr>
          <p:spPr>
            <a:xfrm>
              <a:off x="662" y="698"/>
              <a:ext cx="604" cy="903"/>
            </a:xfrm>
            <a:custGeom>
              <a:rect b="b" l="l" r="r" t="t"/>
              <a:pathLst>
                <a:path extrusionOk="0" h="10000" w="10000">
                  <a:moveTo>
                    <a:pt x="8212" y="0"/>
                  </a:moveTo>
                  <a:lnTo>
                    <a:pt x="10000" y="10000"/>
                  </a:lnTo>
                  <a:lnTo>
                    <a:pt x="0" y="8726"/>
                  </a:lnTo>
                  <a:lnTo>
                    <a:pt x="7951" y="8723"/>
                  </a:lnTo>
                  <a:lnTo>
                    <a:pt x="8212" y="0"/>
                  </a:lnTo>
                  <a:close/>
                </a:path>
              </a:pathLst>
            </a:custGeom>
            <a:gradFill>
              <a:gsLst>
                <a:gs pos="0">
                  <a:srgbClr val="7F7F7F"/>
                </a:gs>
                <a:gs pos="100000">
                  <a:srgbClr val="FFFFFF">
                    <a:alpha val="77647"/>
                  </a:srgbClr>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10235" name="Google Shape;10235;p116"/>
            <p:cNvGrpSpPr/>
            <p:nvPr/>
          </p:nvGrpSpPr>
          <p:grpSpPr>
            <a:xfrm>
              <a:off x="651" y="681"/>
              <a:ext cx="500" cy="828"/>
              <a:chOff x="569" y="2954"/>
              <a:chExt cx="500" cy="828"/>
            </a:xfrm>
          </p:grpSpPr>
          <p:sp>
            <p:nvSpPr>
              <p:cNvPr id="10236" name="Google Shape;10236;p116"/>
              <p:cNvSpPr/>
              <p:nvPr/>
            </p:nvSpPr>
            <p:spPr>
              <a:xfrm>
                <a:off x="576" y="2973"/>
                <a:ext cx="493" cy="790"/>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237" name="Google Shape;10237;p116"/>
              <p:cNvSpPr txBox="1"/>
              <p:nvPr/>
            </p:nvSpPr>
            <p:spPr>
              <a:xfrm>
                <a:off x="607" y="2954"/>
                <a:ext cx="449" cy="82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HTTP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TCP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Eth</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Phy</a:t>
                </a:r>
                <a:endParaRPr/>
              </a:p>
            </p:txBody>
          </p:sp>
          <p:cxnSp>
            <p:nvCxnSpPr>
              <p:cNvPr id="10238" name="Google Shape;10238;p116"/>
              <p:cNvCxnSpPr/>
              <p:nvPr/>
            </p:nvCxnSpPr>
            <p:spPr>
              <a:xfrm>
                <a:off x="578" y="3130"/>
                <a:ext cx="489" cy="0"/>
              </a:xfrm>
              <a:prstGeom prst="straightConnector1">
                <a:avLst/>
              </a:prstGeom>
              <a:noFill/>
              <a:ln cap="flat" cmpd="sng" w="9525">
                <a:solidFill>
                  <a:srgbClr val="000000"/>
                </a:solidFill>
                <a:prstDash val="solid"/>
                <a:round/>
                <a:headEnd len="med" w="med" type="none"/>
                <a:tailEnd len="med" w="med" type="none"/>
              </a:ln>
            </p:spPr>
          </p:cxnSp>
          <p:cxnSp>
            <p:nvCxnSpPr>
              <p:cNvPr id="10239" name="Google Shape;10239;p116"/>
              <p:cNvCxnSpPr/>
              <p:nvPr/>
            </p:nvCxnSpPr>
            <p:spPr>
              <a:xfrm>
                <a:off x="575" y="3289"/>
                <a:ext cx="489" cy="0"/>
              </a:xfrm>
              <a:prstGeom prst="straightConnector1">
                <a:avLst/>
              </a:prstGeom>
              <a:noFill/>
              <a:ln cap="flat" cmpd="sng" w="9525">
                <a:solidFill>
                  <a:srgbClr val="000000"/>
                </a:solidFill>
                <a:prstDash val="solid"/>
                <a:round/>
                <a:headEnd len="med" w="med" type="none"/>
                <a:tailEnd len="med" w="med" type="none"/>
              </a:ln>
            </p:spPr>
          </p:cxnSp>
          <p:cxnSp>
            <p:nvCxnSpPr>
              <p:cNvPr id="10240" name="Google Shape;10240;p116"/>
              <p:cNvCxnSpPr/>
              <p:nvPr/>
            </p:nvCxnSpPr>
            <p:spPr>
              <a:xfrm>
                <a:off x="572" y="3448"/>
                <a:ext cx="489" cy="0"/>
              </a:xfrm>
              <a:prstGeom prst="straightConnector1">
                <a:avLst/>
              </a:prstGeom>
              <a:noFill/>
              <a:ln cap="flat" cmpd="sng" w="9525">
                <a:solidFill>
                  <a:srgbClr val="000000"/>
                </a:solidFill>
                <a:prstDash val="solid"/>
                <a:round/>
                <a:headEnd len="med" w="med" type="none"/>
                <a:tailEnd len="med" w="med" type="none"/>
              </a:ln>
            </p:spPr>
          </p:cxnSp>
          <p:cxnSp>
            <p:nvCxnSpPr>
              <p:cNvPr id="10241" name="Google Shape;10241;p116"/>
              <p:cNvCxnSpPr/>
              <p:nvPr/>
            </p:nvCxnSpPr>
            <p:spPr>
              <a:xfrm>
                <a:off x="569" y="3607"/>
                <a:ext cx="489" cy="0"/>
              </a:xfrm>
              <a:prstGeom prst="straightConnector1">
                <a:avLst/>
              </a:prstGeom>
              <a:noFill/>
              <a:ln cap="flat" cmpd="sng" w="9525">
                <a:solidFill>
                  <a:srgbClr val="000000"/>
                </a:solidFill>
                <a:prstDash val="solid"/>
                <a:round/>
                <a:headEnd len="med" w="med" type="none"/>
                <a:tailEnd len="med" w="med" type="none"/>
              </a:ln>
            </p:spPr>
          </p:cxnSp>
        </p:grpSp>
      </p:grpSp>
      <p:grpSp>
        <p:nvGrpSpPr>
          <p:cNvPr id="10242" name="Google Shape;10242;p116"/>
          <p:cNvGrpSpPr/>
          <p:nvPr/>
        </p:nvGrpSpPr>
        <p:grpSpPr>
          <a:xfrm>
            <a:off x="571500" y="1568450"/>
            <a:ext cx="515937" cy="333375"/>
            <a:chOff x="328" y="678"/>
            <a:chExt cx="325" cy="210"/>
          </a:xfrm>
        </p:grpSpPr>
        <p:grpSp>
          <p:nvGrpSpPr>
            <p:cNvPr id="10243" name="Google Shape;10243;p116"/>
            <p:cNvGrpSpPr/>
            <p:nvPr/>
          </p:nvGrpSpPr>
          <p:grpSpPr>
            <a:xfrm>
              <a:off x="328" y="693"/>
              <a:ext cx="325" cy="154"/>
              <a:chOff x="844" y="3337"/>
              <a:chExt cx="325" cy="154"/>
            </a:xfrm>
          </p:grpSpPr>
          <p:sp>
            <p:nvSpPr>
              <p:cNvPr id="10244" name="Google Shape;10244;p116"/>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245" name="Google Shape;10245;p116"/>
              <p:cNvSpPr txBox="1"/>
              <p:nvPr/>
            </p:nvSpPr>
            <p:spPr>
              <a:xfrm>
                <a:off x="844" y="3337"/>
                <a:ext cx="32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HTTP</a:t>
                </a:r>
                <a:endParaRPr/>
              </a:p>
            </p:txBody>
          </p:sp>
        </p:grpSp>
        <p:sp>
          <p:nvSpPr>
            <p:cNvPr id="10246" name="Google Shape;10246;p116"/>
            <p:cNvSpPr/>
            <p:nvPr/>
          </p:nvSpPr>
          <p:spPr>
            <a:xfrm>
              <a:off x="396" y="678"/>
              <a:ext cx="240" cy="210"/>
            </a:xfrm>
            <a:prstGeom prst="downArrow">
              <a:avLst>
                <a:gd fmla="val 49167" name="adj1"/>
                <a:gd fmla="val 24292" name="adj2"/>
              </a:avLst>
            </a:prstGeom>
            <a:gradFill>
              <a:gsLst>
                <a:gs pos="0">
                  <a:srgbClr val="FF0000">
                    <a:alpha val="24705"/>
                  </a:srgbClr>
                </a:gs>
                <a:gs pos="100000">
                  <a:srgbClr val="FF0000">
                    <a:alpha val="24705"/>
                  </a:srgbClr>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10247" name="Google Shape;10247;p116"/>
          <p:cNvSpPr/>
          <p:nvPr/>
        </p:nvSpPr>
        <p:spPr>
          <a:xfrm>
            <a:off x="7088188" y="1568450"/>
            <a:ext cx="4227512" cy="950913"/>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000099"/>
              </a:buClr>
              <a:buSzPts val="2800"/>
              <a:buFont typeface="Noto Sans Symbols"/>
              <a:buChar char="▪"/>
            </a:pPr>
            <a:r>
              <a:rPr lang="en-US" sz="2800">
                <a:solidFill>
                  <a:srgbClr val="000000"/>
                </a:solidFill>
                <a:latin typeface="Calibri"/>
                <a:ea typeface="Calibri"/>
                <a:cs typeface="Calibri"/>
                <a:sym typeface="Calibri"/>
              </a:rPr>
              <a:t>to send HTTP request, client first opens </a:t>
            </a:r>
            <a:r>
              <a:rPr lang="en-US" sz="2800">
                <a:solidFill>
                  <a:srgbClr val="C00000"/>
                </a:solidFill>
                <a:latin typeface="Calibri"/>
                <a:ea typeface="Calibri"/>
                <a:cs typeface="Calibri"/>
                <a:sym typeface="Calibri"/>
              </a:rPr>
              <a:t>TCP socket</a:t>
            </a:r>
            <a:r>
              <a:rPr lang="en-US" sz="2800">
                <a:solidFill>
                  <a:srgbClr val="000000"/>
                </a:solidFill>
                <a:latin typeface="Calibri"/>
                <a:ea typeface="Calibri"/>
                <a:cs typeface="Calibri"/>
                <a:sym typeface="Calibri"/>
              </a:rPr>
              <a:t> to web server</a:t>
            </a:r>
            <a:endParaRPr/>
          </a:p>
        </p:txBody>
      </p:sp>
      <p:sp>
        <p:nvSpPr>
          <p:cNvPr id="10248" name="Google Shape;10248;p116"/>
          <p:cNvSpPr/>
          <p:nvPr/>
        </p:nvSpPr>
        <p:spPr>
          <a:xfrm>
            <a:off x="7040562" y="2924175"/>
            <a:ext cx="4783138" cy="985838"/>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000099"/>
              </a:buClr>
              <a:buSzPts val="2800"/>
              <a:buFont typeface="Noto Sans Symbols"/>
              <a:buChar char="▪"/>
            </a:pPr>
            <a:r>
              <a:rPr lang="en-US" sz="2800">
                <a:solidFill>
                  <a:srgbClr val="000000"/>
                </a:solidFill>
                <a:latin typeface="Calibri"/>
                <a:ea typeface="Calibri"/>
                <a:cs typeface="Calibri"/>
                <a:sym typeface="Calibri"/>
              </a:rPr>
              <a:t>TCP </a:t>
            </a:r>
            <a:r>
              <a:rPr lang="en-US" sz="2800">
                <a:solidFill>
                  <a:srgbClr val="C00000"/>
                </a:solidFill>
                <a:latin typeface="Calibri"/>
                <a:ea typeface="Calibri"/>
                <a:cs typeface="Calibri"/>
                <a:sym typeface="Calibri"/>
              </a:rPr>
              <a:t>SYN segment </a:t>
            </a:r>
            <a:r>
              <a:rPr lang="en-US" sz="2400">
                <a:solidFill>
                  <a:srgbClr val="000000"/>
                </a:solidFill>
                <a:latin typeface="Calibri"/>
                <a:ea typeface="Calibri"/>
                <a:cs typeface="Calibri"/>
                <a:sym typeface="Calibri"/>
              </a:rPr>
              <a:t>(step 1 in TCP 3-way handshake)</a:t>
            </a:r>
            <a:r>
              <a:rPr lang="en-US" sz="2800">
                <a:solidFill>
                  <a:srgbClr val="000000"/>
                </a:solidFill>
                <a:latin typeface="Calibri"/>
                <a:ea typeface="Calibri"/>
                <a:cs typeface="Calibri"/>
                <a:sym typeface="Calibri"/>
              </a:rPr>
              <a:t> inter-domain routed to web server</a:t>
            </a:r>
            <a:endParaRPr/>
          </a:p>
        </p:txBody>
      </p:sp>
      <p:sp>
        <p:nvSpPr>
          <p:cNvPr id="10249" name="Google Shape;10249;p116"/>
          <p:cNvSpPr/>
          <p:nvPr/>
        </p:nvSpPr>
        <p:spPr>
          <a:xfrm>
            <a:off x="7081837" y="5397500"/>
            <a:ext cx="4997745" cy="5365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000099"/>
              </a:buClr>
              <a:buSzPts val="2800"/>
              <a:buFont typeface="Noto Sans Symbols"/>
              <a:buChar char="▪"/>
            </a:pPr>
            <a:r>
              <a:rPr lang="en-US" sz="2800">
                <a:solidFill>
                  <a:srgbClr val="000000"/>
                </a:solidFill>
                <a:latin typeface="Calibri"/>
                <a:ea typeface="Calibri"/>
                <a:cs typeface="Calibri"/>
                <a:sym typeface="Calibri"/>
              </a:rPr>
              <a:t>TCP </a:t>
            </a:r>
            <a:r>
              <a:rPr lang="en-US" sz="2800">
                <a:solidFill>
                  <a:srgbClr val="C00000"/>
                </a:solidFill>
                <a:latin typeface="Calibri"/>
                <a:ea typeface="Calibri"/>
                <a:cs typeface="Calibri"/>
                <a:sym typeface="Calibri"/>
              </a:rPr>
              <a:t>connection established!</a:t>
            </a:r>
            <a:endParaRPr/>
          </a:p>
        </p:txBody>
      </p:sp>
      <p:grpSp>
        <p:nvGrpSpPr>
          <p:cNvPr id="10250" name="Google Shape;10250;p116"/>
          <p:cNvGrpSpPr/>
          <p:nvPr/>
        </p:nvGrpSpPr>
        <p:grpSpPr>
          <a:xfrm>
            <a:off x="207962" y="2414588"/>
            <a:ext cx="1081088" cy="244475"/>
            <a:chOff x="410" y="1508"/>
            <a:chExt cx="681" cy="154"/>
          </a:xfrm>
        </p:grpSpPr>
        <p:sp>
          <p:nvSpPr>
            <p:cNvPr id="10251" name="Google Shape;10251;p116"/>
            <p:cNvSpPr/>
            <p:nvPr/>
          </p:nvSpPr>
          <p:spPr>
            <a:xfrm>
              <a:off x="410" y="1511"/>
              <a:ext cx="681" cy="138"/>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252" name="Google Shape;10252;p116"/>
            <p:cNvSpPr/>
            <p:nvPr/>
          </p:nvSpPr>
          <p:spPr>
            <a:xfrm>
              <a:off x="538" y="1536"/>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253" name="Google Shape;10253;p116"/>
            <p:cNvSpPr/>
            <p:nvPr/>
          </p:nvSpPr>
          <p:spPr>
            <a:xfrm>
              <a:off x="529" y="1525"/>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254" name="Google Shape;10254;p116"/>
            <p:cNvSpPr/>
            <p:nvPr/>
          </p:nvSpPr>
          <p:spPr>
            <a:xfrm>
              <a:off x="423" y="1527"/>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255" name="Google Shape;10255;p116"/>
            <p:cNvSpPr/>
            <p:nvPr/>
          </p:nvSpPr>
          <p:spPr>
            <a:xfrm>
              <a:off x="1021" y="1526"/>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10256" name="Google Shape;10256;p116"/>
            <p:cNvGrpSpPr/>
            <p:nvPr/>
          </p:nvGrpSpPr>
          <p:grpSpPr>
            <a:xfrm>
              <a:off x="647" y="1508"/>
              <a:ext cx="354" cy="154"/>
              <a:chOff x="290" y="875"/>
              <a:chExt cx="354" cy="154"/>
            </a:xfrm>
          </p:grpSpPr>
          <p:sp>
            <p:nvSpPr>
              <p:cNvPr id="10257" name="Google Shape;10257;p116"/>
              <p:cNvSpPr/>
              <p:nvPr/>
            </p:nvSpPr>
            <p:spPr>
              <a:xfrm>
                <a:off x="306" y="909"/>
                <a:ext cx="32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258" name="Google Shape;10258;p116"/>
              <p:cNvSpPr/>
              <p:nvPr/>
            </p:nvSpPr>
            <p:spPr>
              <a:xfrm>
                <a:off x="290" y="903"/>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259" name="Google Shape;10259;p116"/>
              <p:cNvSpPr txBox="1"/>
              <p:nvPr/>
            </p:nvSpPr>
            <p:spPr>
              <a:xfrm>
                <a:off x="332" y="875"/>
                <a:ext cx="280"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SYN</a:t>
                </a:r>
                <a:endParaRPr/>
              </a:p>
            </p:txBody>
          </p:sp>
        </p:grpSp>
      </p:grpSp>
      <p:grpSp>
        <p:nvGrpSpPr>
          <p:cNvPr id="10260" name="Google Shape;10260;p116"/>
          <p:cNvGrpSpPr/>
          <p:nvPr/>
        </p:nvGrpSpPr>
        <p:grpSpPr>
          <a:xfrm>
            <a:off x="549275" y="4546600"/>
            <a:ext cx="1081088" cy="782638"/>
            <a:chOff x="59" y="863"/>
            <a:chExt cx="681" cy="493"/>
          </a:xfrm>
        </p:grpSpPr>
        <p:grpSp>
          <p:nvGrpSpPr>
            <p:cNvPr id="10261" name="Google Shape;10261;p116"/>
            <p:cNvGrpSpPr/>
            <p:nvPr/>
          </p:nvGrpSpPr>
          <p:grpSpPr>
            <a:xfrm>
              <a:off x="177" y="1042"/>
              <a:ext cx="480" cy="112"/>
              <a:chOff x="627" y="3377"/>
              <a:chExt cx="480" cy="112"/>
            </a:xfrm>
          </p:grpSpPr>
          <p:sp>
            <p:nvSpPr>
              <p:cNvPr id="10262" name="Google Shape;10262;p116"/>
              <p:cNvSpPr/>
              <p:nvPr/>
            </p:nvSpPr>
            <p:spPr>
              <a:xfrm>
                <a:off x="636" y="3388"/>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263" name="Google Shape;10263;p116"/>
              <p:cNvSpPr/>
              <p:nvPr/>
            </p:nvSpPr>
            <p:spPr>
              <a:xfrm>
                <a:off x="627" y="3377"/>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10264" name="Google Shape;10264;p116"/>
            <p:cNvGrpSpPr/>
            <p:nvPr/>
          </p:nvGrpSpPr>
          <p:grpSpPr>
            <a:xfrm>
              <a:off x="290" y="863"/>
              <a:ext cx="354" cy="154"/>
              <a:chOff x="290" y="875"/>
              <a:chExt cx="354" cy="154"/>
            </a:xfrm>
          </p:grpSpPr>
          <p:sp>
            <p:nvSpPr>
              <p:cNvPr id="10265" name="Google Shape;10265;p116"/>
              <p:cNvSpPr/>
              <p:nvPr/>
            </p:nvSpPr>
            <p:spPr>
              <a:xfrm>
                <a:off x="306" y="909"/>
                <a:ext cx="32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266" name="Google Shape;10266;p116"/>
              <p:cNvSpPr/>
              <p:nvPr/>
            </p:nvSpPr>
            <p:spPr>
              <a:xfrm>
                <a:off x="290" y="903"/>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267" name="Google Shape;10267;p116"/>
              <p:cNvSpPr txBox="1"/>
              <p:nvPr/>
            </p:nvSpPr>
            <p:spPr>
              <a:xfrm>
                <a:off x="332" y="875"/>
                <a:ext cx="280"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SYN</a:t>
                </a:r>
                <a:endParaRPr/>
              </a:p>
            </p:txBody>
          </p:sp>
        </p:grpSp>
        <p:grpSp>
          <p:nvGrpSpPr>
            <p:cNvPr id="10268" name="Google Shape;10268;p116"/>
            <p:cNvGrpSpPr/>
            <p:nvPr/>
          </p:nvGrpSpPr>
          <p:grpSpPr>
            <a:xfrm>
              <a:off x="284" y="1022"/>
              <a:ext cx="354" cy="154"/>
              <a:chOff x="290" y="875"/>
              <a:chExt cx="354" cy="154"/>
            </a:xfrm>
          </p:grpSpPr>
          <p:sp>
            <p:nvSpPr>
              <p:cNvPr id="10269" name="Google Shape;10269;p116"/>
              <p:cNvSpPr/>
              <p:nvPr/>
            </p:nvSpPr>
            <p:spPr>
              <a:xfrm>
                <a:off x="306" y="909"/>
                <a:ext cx="32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270" name="Google Shape;10270;p116"/>
              <p:cNvSpPr/>
              <p:nvPr/>
            </p:nvSpPr>
            <p:spPr>
              <a:xfrm>
                <a:off x="290" y="903"/>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271" name="Google Shape;10271;p116"/>
              <p:cNvSpPr txBox="1"/>
              <p:nvPr/>
            </p:nvSpPr>
            <p:spPr>
              <a:xfrm>
                <a:off x="332" y="875"/>
                <a:ext cx="280"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SYN</a:t>
                </a:r>
                <a:endParaRPr/>
              </a:p>
            </p:txBody>
          </p:sp>
        </p:grpSp>
        <p:grpSp>
          <p:nvGrpSpPr>
            <p:cNvPr id="10272" name="Google Shape;10272;p116"/>
            <p:cNvGrpSpPr/>
            <p:nvPr/>
          </p:nvGrpSpPr>
          <p:grpSpPr>
            <a:xfrm>
              <a:off x="59" y="1202"/>
              <a:ext cx="681" cy="154"/>
              <a:chOff x="410" y="1508"/>
              <a:chExt cx="681" cy="154"/>
            </a:xfrm>
          </p:grpSpPr>
          <p:sp>
            <p:nvSpPr>
              <p:cNvPr id="10273" name="Google Shape;10273;p116"/>
              <p:cNvSpPr/>
              <p:nvPr/>
            </p:nvSpPr>
            <p:spPr>
              <a:xfrm>
                <a:off x="410" y="1511"/>
                <a:ext cx="681" cy="138"/>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274" name="Google Shape;10274;p116"/>
              <p:cNvSpPr/>
              <p:nvPr/>
            </p:nvSpPr>
            <p:spPr>
              <a:xfrm>
                <a:off x="538" y="1536"/>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275" name="Google Shape;10275;p116"/>
              <p:cNvSpPr/>
              <p:nvPr/>
            </p:nvSpPr>
            <p:spPr>
              <a:xfrm>
                <a:off x="529" y="1525"/>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276" name="Google Shape;10276;p116"/>
              <p:cNvSpPr/>
              <p:nvPr/>
            </p:nvSpPr>
            <p:spPr>
              <a:xfrm>
                <a:off x="423" y="1527"/>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277" name="Google Shape;10277;p116"/>
              <p:cNvSpPr/>
              <p:nvPr/>
            </p:nvSpPr>
            <p:spPr>
              <a:xfrm>
                <a:off x="1021" y="1526"/>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10278" name="Google Shape;10278;p116"/>
              <p:cNvGrpSpPr/>
              <p:nvPr/>
            </p:nvGrpSpPr>
            <p:grpSpPr>
              <a:xfrm>
                <a:off x="647" y="1508"/>
                <a:ext cx="354" cy="154"/>
                <a:chOff x="290" y="875"/>
                <a:chExt cx="354" cy="154"/>
              </a:xfrm>
            </p:grpSpPr>
            <p:sp>
              <p:nvSpPr>
                <p:cNvPr id="10279" name="Google Shape;10279;p116"/>
                <p:cNvSpPr/>
                <p:nvPr/>
              </p:nvSpPr>
              <p:spPr>
                <a:xfrm>
                  <a:off x="306" y="909"/>
                  <a:ext cx="32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280" name="Google Shape;10280;p116"/>
                <p:cNvSpPr/>
                <p:nvPr/>
              </p:nvSpPr>
              <p:spPr>
                <a:xfrm>
                  <a:off x="290" y="903"/>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281" name="Google Shape;10281;p116"/>
                <p:cNvSpPr txBox="1"/>
                <p:nvPr/>
              </p:nvSpPr>
              <p:spPr>
                <a:xfrm>
                  <a:off x="332" y="875"/>
                  <a:ext cx="280"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SYN</a:t>
                  </a:r>
                  <a:endParaRPr/>
                </a:p>
              </p:txBody>
            </p:sp>
          </p:grpSp>
        </p:grpSp>
      </p:grpSp>
      <p:grpSp>
        <p:nvGrpSpPr>
          <p:cNvPr id="10282" name="Google Shape;10282;p116"/>
          <p:cNvGrpSpPr/>
          <p:nvPr/>
        </p:nvGrpSpPr>
        <p:grpSpPr>
          <a:xfrm>
            <a:off x="1751013" y="4270375"/>
            <a:ext cx="973137" cy="1416050"/>
            <a:chOff x="4000" y="1895"/>
            <a:chExt cx="613" cy="892"/>
          </a:xfrm>
        </p:grpSpPr>
        <p:sp>
          <p:nvSpPr>
            <p:cNvPr id="10283" name="Google Shape;10283;p116"/>
            <p:cNvSpPr/>
            <p:nvPr/>
          </p:nvSpPr>
          <p:spPr>
            <a:xfrm>
              <a:off x="4011" y="1912"/>
              <a:ext cx="602" cy="875"/>
            </a:xfrm>
            <a:custGeom>
              <a:rect b="b" l="l" r="r" t="t"/>
              <a:pathLst>
                <a:path extrusionOk="0" h="10000" w="10000">
                  <a:moveTo>
                    <a:pt x="8239" y="0"/>
                  </a:moveTo>
                  <a:cubicBezTo>
                    <a:pt x="8793" y="2137"/>
                    <a:pt x="8981" y="4731"/>
                    <a:pt x="9900" y="6411"/>
                  </a:cubicBezTo>
                  <a:cubicBezTo>
                    <a:pt x="10055" y="7271"/>
                    <a:pt x="9844" y="9139"/>
                    <a:pt x="10000" y="10000"/>
                  </a:cubicBezTo>
                  <a:cubicBezTo>
                    <a:pt x="6733" y="9577"/>
                    <a:pt x="3333" y="9337"/>
                    <a:pt x="0" y="9005"/>
                  </a:cubicBezTo>
                  <a:lnTo>
                    <a:pt x="7575" y="8572"/>
                  </a:lnTo>
                  <a:cubicBezTo>
                    <a:pt x="7797" y="5714"/>
                    <a:pt x="8017" y="2858"/>
                    <a:pt x="8239" y="0"/>
                  </a:cubicBezTo>
                  <a:close/>
                </a:path>
              </a:pathLst>
            </a:custGeom>
            <a:gradFill>
              <a:gsLst>
                <a:gs pos="0">
                  <a:srgbClr val="7F7F7F"/>
                </a:gs>
                <a:gs pos="99000">
                  <a:srgbClr val="FFFFFF">
                    <a:alpha val="81960"/>
                  </a:srgbClr>
                </a:gs>
                <a:gs pos="100000">
                  <a:srgbClr val="FFFFFF">
                    <a:alpha val="81960"/>
                  </a:srgbClr>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10284" name="Google Shape;10284;p116"/>
            <p:cNvGrpSpPr/>
            <p:nvPr/>
          </p:nvGrpSpPr>
          <p:grpSpPr>
            <a:xfrm>
              <a:off x="4000" y="1895"/>
              <a:ext cx="500" cy="834"/>
              <a:chOff x="569" y="2954"/>
              <a:chExt cx="500" cy="834"/>
            </a:xfrm>
          </p:grpSpPr>
          <p:sp>
            <p:nvSpPr>
              <p:cNvPr id="10285" name="Google Shape;10285;p116"/>
              <p:cNvSpPr/>
              <p:nvPr/>
            </p:nvSpPr>
            <p:spPr>
              <a:xfrm>
                <a:off x="576" y="2973"/>
                <a:ext cx="493" cy="790"/>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286" name="Google Shape;10286;p116"/>
              <p:cNvSpPr txBox="1"/>
              <p:nvPr/>
            </p:nvSpPr>
            <p:spPr>
              <a:xfrm>
                <a:off x="645" y="2954"/>
                <a:ext cx="374" cy="83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Comic Sans MS"/>
                  <a:buNone/>
                </a:pPr>
                <a:r>
                  <a:t/>
                </a:r>
                <a:endParaRPr b="0"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TCP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Eth</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Phy</a:t>
                </a:r>
                <a:endParaRPr/>
              </a:p>
            </p:txBody>
          </p:sp>
          <p:cxnSp>
            <p:nvCxnSpPr>
              <p:cNvPr id="10287" name="Google Shape;10287;p116"/>
              <p:cNvCxnSpPr/>
              <p:nvPr/>
            </p:nvCxnSpPr>
            <p:spPr>
              <a:xfrm>
                <a:off x="578" y="3130"/>
                <a:ext cx="489" cy="0"/>
              </a:xfrm>
              <a:prstGeom prst="straightConnector1">
                <a:avLst/>
              </a:prstGeom>
              <a:noFill/>
              <a:ln cap="flat" cmpd="sng" w="9525">
                <a:solidFill>
                  <a:srgbClr val="000000"/>
                </a:solidFill>
                <a:prstDash val="solid"/>
                <a:round/>
                <a:headEnd len="med" w="med" type="none"/>
                <a:tailEnd len="med" w="med" type="none"/>
              </a:ln>
            </p:spPr>
          </p:cxnSp>
          <p:cxnSp>
            <p:nvCxnSpPr>
              <p:cNvPr id="10288" name="Google Shape;10288;p116"/>
              <p:cNvCxnSpPr/>
              <p:nvPr/>
            </p:nvCxnSpPr>
            <p:spPr>
              <a:xfrm>
                <a:off x="575" y="3289"/>
                <a:ext cx="489" cy="0"/>
              </a:xfrm>
              <a:prstGeom prst="straightConnector1">
                <a:avLst/>
              </a:prstGeom>
              <a:noFill/>
              <a:ln cap="flat" cmpd="sng" w="9525">
                <a:solidFill>
                  <a:srgbClr val="000000"/>
                </a:solidFill>
                <a:prstDash val="solid"/>
                <a:round/>
                <a:headEnd len="med" w="med" type="none"/>
                <a:tailEnd len="med" w="med" type="none"/>
              </a:ln>
            </p:spPr>
          </p:cxnSp>
          <p:cxnSp>
            <p:nvCxnSpPr>
              <p:cNvPr id="10289" name="Google Shape;10289;p116"/>
              <p:cNvCxnSpPr/>
              <p:nvPr/>
            </p:nvCxnSpPr>
            <p:spPr>
              <a:xfrm>
                <a:off x="572" y="3448"/>
                <a:ext cx="489" cy="0"/>
              </a:xfrm>
              <a:prstGeom prst="straightConnector1">
                <a:avLst/>
              </a:prstGeom>
              <a:noFill/>
              <a:ln cap="flat" cmpd="sng" w="9525">
                <a:solidFill>
                  <a:srgbClr val="000000"/>
                </a:solidFill>
                <a:prstDash val="solid"/>
                <a:round/>
                <a:headEnd len="med" w="med" type="none"/>
                <a:tailEnd len="med" w="med" type="none"/>
              </a:ln>
            </p:spPr>
          </p:cxnSp>
          <p:cxnSp>
            <p:nvCxnSpPr>
              <p:cNvPr id="10290" name="Google Shape;10290;p116"/>
              <p:cNvCxnSpPr/>
              <p:nvPr/>
            </p:nvCxnSpPr>
            <p:spPr>
              <a:xfrm>
                <a:off x="569" y="3607"/>
                <a:ext cx="489" cy="0"/>
              </a:xfrm>
              <a:prstGeom prst="straightConnector1">
                <a:avLst/>
              </a:prstGeom>
              <a:noFill/>
              <a:ln cap="flat" cmpd="sng" w="9525">
                <a:solidFill>
                  <a:srgbClr val="000000"/>
                </a:solidFill>
                <a:prstDash val="solid"/>
                <a:round/>
                <a:headEnd len="med" w="med" type="none"/>
                <a:tailEnd len="med" w="med" type="none"/>
              </a:ln>
            </p:spPr>
          </p:cxnSp>
        </p:grpSp>
      </p:grpSp>
      <p:grpSp>
        <p:nvGrpSpPr>
          <p:cNvPr id="10291" name="Google Shape;10291;p116"/>
          <p:cNvGrpSpPr/>
          <p:nvPr/>
        </p:nvGrpSpPr>
        <p:grpSpPr>
          <a:xfrm>
            <a:off x="207962" y="1870075"/>
            <a:ext cx="1081088" cy="782638"/>
            <a:chOff x="59" y="863"/>
            <a:chExt cx="681" cy="493"/>
          </a:xfrm>
        </p:grpSpPr>
        <p:grpSp>
          <p:nvGrpSpPr>
            <p:cNvPr id="10292" name="Google Shape;10292;p116"/>
            <p:cNvGrpSpPr/>
            <p:nvPr/>
          </p:nvGrpSpPr>
          <p:grpSpPr>
            <a:xfrm>
              <a:off x="177" y="1042"/>
              <a:ext cx="480" cy="112"/>
              <a:chOff x="627" y="3377"/>
              <a:chExt cx="480" cy="112"/>
            </a:xfrm>
          </p:grpSpPr>
          <p:sp>
            <p:nvSpPr>
              <p:cNvPr id="10293" name="Google Shape;10293;p116"/>
              <p:cNvSpPr/>
              <p:nvPr/>
            </p:nvSpPr>
            <p:spPr>
              <a:xfrm>
                <a:off x="636" y="3388"/>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294" name="Google Shape;10294;p116"/>
              <p:cNvSpPr/>
              <p:nvPr/>
            </p:nvSpPr>
            <p:spPr>
              <a:xfrm>
                <a:off x="627" y="3377"/>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10295" name="Google Shape;10295;p116"/>
            <p:cNvGrpSpPr/>
            <p:nvPr/>
          </p:nvGrpSpPr>
          <p:grpSpPr>
            <a:xfrm>
              <a:off x="290" y="863"/>
              <a:ext cx="354" cy="154"/>
              <a:chOff x="290" y="875"/>
              <a:chExt cx="354" cy="154"/>
            </a:xfrm>
          </p:grpSpPr>
          <p:sp>
            <p:nvSpPr>
              <p:cNvPr id="10296" name="Google Shape;10296;p116"/>
              <p:cNvSpPr/>
              <p:nvPr/>
            </p:nvSpPr>
            <p:spPr>
              <a:xfrm>
                <a:off x="306" y="909"/>
                <a:ext cx="32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297" name="Google Shape;10297;p116"/>
              <p:cNvSpPr/>
              <p:nvPr/>
            </p:nvSpPr>
            <p:spPr>
              <a:xfrm>
                <a:off x="290" y="903"/>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298" name="Google Shape;10298;p116"/>
              <p:cNvSpPr txBox="1"/>
              <p:nvPr/>
            </p:nvSpPr>
            <p:spPr>
              <a:xfrm>
                <a:off x="332" y="875"/>
                <a:ext cx="280"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SYN</a:t>
                </a:r>
                <a:endParaRPr/>
              </a:p>
            </p:txBody>
          </p:sp>
        </p:grpSp>
        <p:grpSp>
          <p:nvGrpSpPr>
            <p:cNvPr id="10299" name="Google Shape;10299;p116"/>
            <p:cNvGrpSpPr/>
            <p:nvPr/>
          </p:nvGrpSpPr>
          <p:grpSpPr>
            <a:xfrm>
              <a:off x="284" y="1022"/>
              <a:ext cx="354" cy="154"/>
              <a:chOff x="290" y="875"/>
              <a:chExt cx="354" cy="154"/>
            </a:xfrm>
          </p:grpSpPr>
          <p:sp>
            <p:nvSpPr>
              <p:cNvPr id="10300" name="Google Shape;10300;p116"/>
              <p:cNvSpPr/>
              <p:nvPr/>
            </p:nvSpPr>
            <p:spPr>
              <a:xfrm>
                <a:off x="306" y="909"/>
                <a:ext cx="32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301" name="Google Shape;10301;p116"/>
              <p:cNvSpPr/>
              <p:nvPr/>
            </p:nvSpPr>
            <p:spPr>
              <a:xfrm>
                <a:off x="290" y="903"/>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302" name="Google Shape;10302;p116"/>
              <p:cNvSpPr txBox="1"/>
              <p:nvPr/>
            </p:nvSpPr>
            <p:spPr>
              <a:xfrm>
                <a:off x="332" y="875"/>
                <a:ext cx="280"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SYN</a:t>
                </a:r>
                <a:endParaRPr/>
              </a:p>
            </p:txBody>
          </p:sp>
        </p:grpSp>
        <p:grpSp>
          <p:nvGrpSpPr>
            <p:cNvPr id="10303" name="Google Shape;10303;p116"/>
            <p:cNvGrpSpPr/>
            <p:nvPr/>
          </p:nvGrpSpPr>
          <p:grpSpPr>
            <a:xfrm>
              <a:off x="59" y="1202"/>
              <a:ext cx="681" cy="154"/>
              <a:chOff x="410" y="1508"/>
              <a:chExt cx="681" cy="154"/>
            </a:xfrm>
          </p:grpSpPr>
          <p:sp>
            <p:nvSpPr>
              <p:cNvPr id="10304" name="Google Shape;10304;p116"/>
              <p:cNvSpPr/>
              <p:nvPr/>
            </p:nvSpPr>
            <p:spPr>
              <a:xfrm>
                <a:off x="410" y="1511"/>
                <a:ext cx="681" cy="138"/>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305" name="Google Shape;10305;p116"/>
              <p:cNvSpPr/>
              <p:nvPr/>
            </p:nvSpPr>
            <p:spPr>
              <a:xfrm>
                <a:off x="538" y="1536"/>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306" name="Google Shape;10306;p116"/>
              <p:cNvSpPr/>
              <p:nvPr/>
            </p:nvSpPr>
            <p:spPr>
              <a:xfrm>
                <a:off x="529" y="1525"/>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307" name="Google Shape;10307;p116"/>
              <p:cNvSpPr/>
              <p:nvPr/>
            </p:nvSpPr>
            <p:spPr>
              <a:xfrm>
                <a:off x="423" y="1527"/>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308" name="Google Shape;10308;p116"/>
              <p:cNvSpPr/>
              <p:nvPr/>
            </p:nvSpPr>
            <p:spPr>
              <a:xfrm>
                <a:off x="1021" y="1526"/>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10309" name="Google Shape;10309;p116"/>
              <p:cNvGrpSpPr/>
              <p:nvPr/>
            </p:nvGrpSpPr>
            <p:grpSpPr>
              <a:xfrm>
                <a:off x="647" y="1508"/>
                <a:ext cx="354" cy="154"/>
                <a:chOff x="290" y="875"/>
                <a:chExt cx="354" cy="154"/>
              </a:xfrm>
            </p:grpSpPr>
            <p:sp>
              <p:nvSpPr>
                <p:cNvPr id="10310" name="Google Shape;10310;p116"/>
                <p:cNvSpPr/>
                <p:nvPr/>
              </p:nvSpPr>
              <p:spPr>
                <a:xfrm>
                  <a:off x="306" y="909"/>
                  <a:ext cx="32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311" name="Google Shape;10311;p116"/>
                <p:cNvSpPr/>
                <p:nvPr/>
              </p:nvSpPr>
              <p:spPr>
                <a:xfrm>
                  <a:off x="290" y="903"/>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312" name="Google Shape;10312;p116"/>
                <p:cNvSpPr txBox="1"/>
                <p:nvPr/>
              </p:nvSpPr>
              <p:spPr>
                <a:xfrm>
                  <a:off x="332" y="875"/>
                  <a:ext cx="280"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SYN</a:t>
                  </a:r>
                  <a:endParaRPr/>
                </a:p>
              </p:txBody>
            </p:sp>
          </p:grpSp>
        </p:grpSp>
      </p:grpSp>
      <p:sp>
        <p:nvSpPr>
          <p:cNvPr id="10313" name="Google Shape;10313;p116"/>
          <p:cNvSpPr/>
          <p:nvPr/>
        </p:nvSpPr>
        <p:spPr>
          <a:xfrm>
            <a:off x="1220788" y="4757738"/>
            <a:ext cx="184150" cy="2444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00">
              <a:solidFill>
                <a:srgbClr val="000000"/>
              </a:solidFill>
              <a:latin typeface="Arial"/>
              <a:ea typeface="Arial"/>
              <a:cs typeface="Arial"/>
              <a:sym typeface="Arial"/>
            </a:endParaRPr>
          </a:p>
        </p:txBody>
      </p:sp>
      <p:grpSp>
        <p:nvGrpSpPr>
          <p:cNvPr id="10314" name="Google Shape;10314;p116"/>
          <p:cNvGrpSpPr/>
          <p:nvPr/>
        </p:nvGrpSpPr>
        <p:grpSpPr>
          <a:xfrm>
            <a:off x="547688" y="4546600"/>
            <a:ext cx="1081087" cy="782638"/>
            <a:chOff x="2675" y="3676"/>
            <a:chExt cx="681" cy="493"/>
          </a:xfrm>
        </p:grpSpPr>
        <p:grpSp>
          <p:nvGrpSpPr>
            <p:cNvPr id="10315" name="Google Shape;10315;p116"/>
            <p:cNvGrpSpPr/>
            <p:nvPr/>
          </p:nvGrpSpPr>
          <p:grpSpPr>
            <a:xfrm>
              <a:off x="2793" y="3855"/>
              <a:ext cx="480" cy="112"/>
              <a:chOff x="627" y="3377"/>
              <a:chExt cx="480" cy="112"/>
            </a:xfrm>
          </p:grpSpPr>
          <p:sp>
            <p:nvSpPr>
              <p:cNvPr id="10316" name="Google Shape;10316;p116"/>
              <p:cNvSpPr/>
              <p:nvPr/>
            </p:nvSpPr>
            <p:spPr>
              <a:xfrm>
                <a:off x="636" y="3388"/>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317" name="Google Shape;10317;p116"/>
              <p:cNvSpPr/>
              <p:nvPr/>
            </p:nvSpPr>
            <p:spPr>
              <a:xfrm>
                <a:off x="627" y="3377"/>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10318" name="Google Shape;10318;p116"/>
            <p:cNvGrpSpPr/>
            <p:nvPr/>
          </p:nvGrpSpPr>
          <p:grpSpPr>
            <a:xfrm>
              <a:off x="2855" y="3676"/>
              <a:ext cx="444" cy="154"/>
              <a:chOff x="2717" y="3676"/>
              <a:chExt cx="444" cy="154"/>
            </a:xfrm>
          </p:grpSpPr>
          <p:sp>
            <p:nvSpPr>
              <p:cNvPr id="10319" name="Google Shape;10319;p116"/>
              <p:cNvSpPr/>
              <p:nvPr/>
            </p:nvSpPr>
            <p:spPr>
              <a:xfrm>
                <a:off x="2775" y="3710"/>
                <a:ext cx="32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320" name="Google Shape;10320;p116"/>
              <p:cNvSpPr/>
              <p:nvPr/>
            </p:nvSpPr>
            <p:spPr>
              <a:xfrm>
                <a:off x="2759" y="370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321" name="Google Shape;10321;p116"/>
              <p:cNvSpPr txBox="1"/>
              <p:nvPr/>
            </p:nvSpPr>
            <p:spPr>
              <a:xfrm>
                <a:off x="2717" y="3676"/>
                <a:ext cx="444"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SYNACK</a:t>
                </a:r>
                <a:endParaRPr/>
              </a:p>
            </p:txBody>
          </p:sp>
        </p:grpSp>
        <p:sp>
          <p:nvSpPr>
            <p:cNvPr id="10322" name="Google Shape;10322;p116"/>
            <p:cNvSpPr/>
            <p:nvPr/>
          </p:nvSpPr>
          <p:spPr>
            <a:xfrm>
              <a:off x="2675" y="4018"/>
              <a:ext cx="681" cy="138"/>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323" name="Google Shape;10323;p116"/>
            <p:cNvSpPr/>
            <p:nvPr/>
          </p:nvSpPr>
          <p:spPr>
            <a:xfrm>
              <a:off x="2803" y="4043"/>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324" name="Google Shape;10324;p116"/>
            <p:cNvSpPr/>
            <p:nvPr/>
          </p:nvSpPr>
          <p:spPr>
            <a:xfrm>
              <a:off x="2794" y="4032"/>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325" name="Google Shape;10325;p116"/>
            <p:cNvSpPr/>
            <p:nvPr/>
          </p:nvSpPr>
          <p:spPr>
            <a:xfrm>
              <a:off x="2688" y="4034"/>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326" name="Google Shape;10326;p116"/>
            <p:cNvSpPr/>
            <p:nvPr/>
          </p:nvSpPr>
          <p:spPr>
            <a:xfrm>
              <a:off x="3286" y="4033"/>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10327" name="Google Shape;10327;p116"/>
            <p:cNvGrpSpPr/>
            <p:nvPr/>
          </p:nvGrpSpPr>
          <p:grpSpPr>
            <a:xfrm>
              <a:off x="2864" y="3835"/>
              <a:ext cx="444" cy="154"/>
              <a:chOff x="2717" y="3676"/>
              <a:chExt cx="444" cy="154"/>
            </a:xfrm>
          </p:grpSpPr>
          <p:sp>
            <p:nvSpPr>
              <p:cNvPr id="10328" name="Google Shape;10328;p116"/>
              <p:cNvSpPr/>
              <p:nvPr/>
            </p:nvSpPr>
            <p:spPr>
              <a:xfrm>
                <a:off x="2775" y="3710"/>
                <a:ext cx="32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329" name="Google Shape;10329;p116"/>
              <p:cNvSpPr/>
              <p:nvPr/>
            </p:nvSpPr>
            <p:spPr>
              <a:xfrm>
                <a:off x="2759" y="370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330" name="Google Shape;10330;p116"/>
              <p:cNvSpPr txBox="1"/>
              <p:nvPr/>
            </p:nvSpPr>
            <p:spPr>
              <a:xfrm>
                <a:off x="2717" y="3676"/>
                <a:ext cx="444"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SYNACK</a:t>
                </a:r>
                <a:endParaRPr/>
              </a:p>
            </p:txBody>
          </p:sp>
        </p:grpSp>
        <p:grpSp>
          <p:nvGrpSpPr>
            <p:cNvPr id="10331" name="Google Shape;10331;p116"/>
            <p:cNvGrpSpPr/>
            <p:nvPr/>
          </p:nvGrpSpPr>
          <p:grpSpPr>
            <a:xfrm>
              <a:off x="2867" y="4015"/>
              <a:ext cx="444" cy="154"/>
              <a:chOff x="2717" y="3676"/>
              <a:chExt cx="444" cy="154"/>
            </a:xfrm>
          </p:grpSpPr>
          <p:sp>
            <p:nvSpPr>
              <p:cNvPr id="10332" name="Google Shape;10332;p116"/>
              <p:cNvSpPr/>
              <p:nvPr/>
            </p:nvSpPr>
            <p:spPr>
              <a:xfrm>
                <a:off x="2775" y="3710"/>
                <a:ext cx="32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333" name="Google Shape;10333;p116"/>
              <p:cNvSpPr/>
              <p:nvPr/>
            </p:nvSpPr>
            <p:spPr>
              <a:xfrm>
                <a:off x="2759" y="370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334" name="Google Shape;10334;p116"/>
              <p:cNvSpPr txBox="1"/>
              <p:nvPr/>
            </p:nvSpPr>
            <p:spPr>
              <a:xfrm>
                <a:off x="2717" y="3676"/>
                <a:ext cx="444"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SYNACK</a:t>
                </a:r>
                <a:endParaRPr/>
              </a:p>
            </p:txBody>
          </p:sp>
        </p:grpSp>
      </p:grpSp>
      <p:grpSp>
        <p:nvGrpSpPr>
          <p:cNvPr id="10335" name="Google Shape;10335;p116"/>
          <p:cNvGrpSpPr/>
          <p:nvPr/>
        </p:nvGrpSpPr>
        <p:grpSpPr>
          <a:xfrm>
            <a:off x="211137" y="1868488"/>
            <a:ext cx="1081088" cy="782637"/>
            <a:chOff x="2613" y="3554"/>
            <a:chExt cx="681" cy="493"/>
          </a:xfrm>
        </p:grpSpPr>
        <p:grpSp>
          <p:nvGrpSpPr>
            <p:cNvPr id="10336" name="Google Shape;10336;p116"/>
            <p:cNvGrpSpPr/>
            <p:nvPr/>
          </p:nvGrpSpPr>
          <p:grpSpPr>
            <a:xfrm>
              <a:off x="2731" y="3733"/>
              <a:ext cx="480" cy="112"/>
              <a:chOff x="627" y="3377"/>
              <a:chExt cx="480" cy="112"/>
            </a:xfrm>
          </p:grpSpPr>
          <p:sp>
            <p:nvSpPr>
              <p:cNvPr id="10337" name="Google Shape;10337;p116"/>
              <p:cNvSpPr/>
              <p:nvPr/>
            </p:nvSpPr>
            <p:spPr>
              <a:xfrm>
                <a:off x="636" y="3388"/>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338" name="Google Shape;10338;p116"/>
              <p:cNvSpPr/>
              <p:nvPr/>
            </p:nvSpPr>
            <p:spPr>
              <a:xfrm>
                <a:off x="627" y="3377"/>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10339" name="Google Shape;10339;p116"/>
            <p:cNvGrpSpPr/>
            <p:nvPr/>
          </p:nvGrpSpPr>
          <p:grpSpPr>
            <a:xfrm>
              <a:off x="2793" y="3554"/>
              <a:ext cx="444" cy="154"/>
              <a:chOff x="2717" y="3676"/>
              <a:chExt cx="444" cy="154"/>
            </a:xfrm>
          </p:grpSpPr>
          <p:sp>
            <p:nvSpPr>
              <p:cNvPr id="10340" name="Google Shape;10340;p116"/>
              <p:cNvSpPr/>
              <p:nvPr/>
            </p:nvSpPr>
            <p:spPr>
              <a:xfrm>
                <a:off x="2775" y="3710"/>
                <a:ext cx="32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341" name="Google Shape;10341;p116"/>
              <p:cNvSpPr/>
              <p:nvPr/>
            </p:nvSpPr>
            <p:spPr>
              <a:xfrm>
                <a:off x="2759" y="370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342" name="Google Shape;10342;p116"/>
              <p:cNvSpPr txBox="1"/>
              <p:nvPr/>
            </p:nvSpPr>
            <p:spPr>
              <a:xfrm>
                <a:off x="2717" y="3676"/>
                <a:ext cx="444"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SYNACK</a:t>
                </a:r>
                <a:endParaRPr/>
              </a:p>
            </p:txBody>
          </p:sp>
        </p:grpSp>
        <p:sp>
          <p:nvSpPr>
            <p:cNvPr id="10343" name="Google Shape;10343;p116"/>
            <p:cNvSpPr/>
            <p:nvPr/>
          </p:nvSpPr>
          <p:spPr>
            <a:xfrm>
              <a:off x="2613" y="3896"/>
              <a:ext cx="681" cy="138"/>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344" name="Google Shape;10344;p116"/>
            <p:cNvSpPr/>
            <p:nvPr/>
          </p:nvSpPr>
          <p:spPr>
            <a:xfrm>
              <a:off x="2741" y="3921"/>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345" name="Google Shape;10345;p116"/>
            <p:cNvSpPr/>
            <p:nvPr/>
          </p:nvSpPr>
          <p:spPr>
            <a:xfrm>
              <a:off x="2732" y="3910"/>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346" name="Google Shape;10346;p116"/>
            <p:cNvSpPr/>
            <p:nvPr/>
          </p:nvSpPr>
          <p:spPr>
            <a:xfrm>
              <a:off x="2626" y="3912"/>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347" name="Google Shape;10347;p116"/>
            <p:cNvSpPr/>
            <p:nvPr/>
          </p:nvSpPr>
          <p:spPr>
            <a:xfrm>
              <a:off x="3224" y="3911"/>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10348" name="Google Shape;10348;p116"/>
            <p:cNvGrpSpPr/>
            <p:nvPr/>
          </p:nvGrpSpPr>
          <p:grpSpPr>
            <a:xfrm>
              <a:off x="2802" y="3713"/>
              <a:ext cx="444" cy="154"/>
              <a:chOff x="2717" y="3676"/>
              <a:chExt cx="444" cy="154"/>
            </a:xfrm>
          </p:grpSpPr>
          <p:sp>
            <p:nvSpPr>
              <p:cNvPr id="10349" name="Google Shape;10349;p116"/>
              <p:cNvSpPr/>
              <p:nvPr/>
            </p:nvSpPr>
            <p:spPr>
              <a:xfrm>
                <a:off x="2775" y="3710"/>
                <a:ext cx="32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350" name="Google Shape;10350;p116"/>
              <p:cNvSpPr/>
              <p:nvPr/>
            </p:nvSpPr>
            <p:spPr>
              <a:xfrm>
                <a:off x="2759" y="370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351" name="Google Shape;10351;p116"/>
              <p:cNvSpPr txBox="1"/>
              <p:nvPr/>
            </p:nvSpPr>
            <p:spPr>
              <a:xfrm>
                <a:off x="2717" y="3676"/>
                <a:ext cx="444"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SYNACK</a:t>
                </a:r>
                <a:endParaRPr/>
              </a:p>
            </p:txBody>
          </p:sp>
        </p:grpSp>
        <p:grpSp>
          <p:nvGrpSpPr>
            <p:cNvPr id="10352" name="Google Shape;10352;p116"/>
            <p:cNvGrpSpPr/>
            <p:nvPr/>
          </p:nvGrpSpPr>
          <p:grpSpPr>
            <a:xfrm>
              <a:off x="2805" y="3893"/>
              <a:ext cx="444" cy="154"/>
              <a:chOff x="2717" y="3676"/>
              <a:chExt cx="444" cy="154"/>
            </a:xfrm>
          </p:grpSpPr>
          <p:sp>
            <p:nvSpPr>
              <p:cNvPr id="10353" name="Google Shape;10353;p116"/>
              <p:cNvSpPr/>
              <p:nvPr/>
            </p:nvSpPr>
            <p:spPr>
              <a:xfrm>
                <a:off x="2775" y="3710"/>
                <a:ext cx="32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354" name="Google Shape;10354;p116"/>
              <p:cNvSpPr/>
              <p:nvPr/>
            </p:nvSpPr>
            <p:spPr>
              <a:xfrm>
                <a:off x="2759" y="370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355" name="Google Shape;10355;p116"/>
              <p:cNvSpPr txBox="1"/>
              <p:nvPr/>
            </p:nvSpPr>
            <p:spPr>
              <a:xfrm>
                <a:off x="2717" y="3676"/>
                <a:ext cx="444"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SYNACK</a:t>
                </a:r>
                <a:endParaRPr/>
              </a:p>
            </p:txBody>
          </p:sp>
        </p:grpSp>
      </p:grpSp>
      <p:grpSp>
        <p:nvGrpSpPr>
          <p:cNvPr id="10356" name="Google Shape;10356;p116"/>
          <p:cNvGrpSpPr/>
          <p:nvPr/>
        </p:nvGrpSpPr>
        <p:grpSpPr>
          <a:xfrm>
            <a:off x="552450" y="5076825"/>
            <a:ext cx="1081088" cy="244475"/>
            <a:chOff x="2709" y="3989"/>
            <a:chExt cx="681" cy="154"/>
          </a:xfrm>
        </p:grpSpPr>
        <p:sp>
          <p:nvSpPr>
            <p:cNvPr id="10357" name="Google Shape;10357;p116"/>
            <p:cNvSpPr/>
            <p:nvPr/>
          </p:nvSpPr>
          <p:spPr>
            <a:xfrm>
              <a:off x="2709" y="3992"/>
              <a:ext cx="681" cy="138"/>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358" name="Google Shape;10358;p116"/>
            <p:cNvSpPr/>
            <p:nvPr/>
          </p:nvSpPr>
          <p:spPr>
            <a:xfrm>
              <a:off x="2837" y="4017"/>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359" name="Google Shape;10359;p116"/>
            <p:cNvSpPr/>
            <p:nvPr/>
          </p:nvSpPr>
          <p:spPr>
            <a:xfrm>
              <a:off x="2828" y="4006"/>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360" name="Google Shape;10360;p116"/>
            <p:cNvSpPr/>
            <p:nvPr/>
          </p:nvSpPr>
          <p:spPr>
            <a:xfrm>
              <a:off x="2722" y="4008"/>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361" name="Google Shape;10361;p116"/>
            <p:cNvSpPr/>
            <p:nvPr/>
          </p:nvSpPr>
          <p:spPr>
            <a:xfrm>
              <a:off x="3320" y="4007"/>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10362" name="Google Shape;10362;p116"/>
            <p:cNvGrpSpPr/>
            <p:nvPr/>
          </p:nvGrpSpPr>
          <p:grpSpPr>
            <a:xfrm>
              <a:off x="2901" y="3989"/>
              <a:ext cx="444" cy="154"/>
              <a:chOff x="2717" y="3676"/>
              <a:chExt cx="444" cy="154"/>
            </a:xfrm>
          </p:grpSpPr>
          <p:sp>
            <p:nvSpPr>
              <p:cNvPr id="10363" name="Google Shape;10363;p116"/>
              <p:cNvSpPr/>
              <p:nvPr/>
            </p:nvSpPr>
            <p:spPr>
              <a:xfrm>
                <a:off x="2775" y="3710"/>
                <a:ext cx="32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364" name="Google Shape;10364;p116"/>
              <p:cNvSpPr/>
              <p:nvPr/>
            </p:nvSpPr>
            <p:spPr>
              <a:xfrm>
                <a:off x="2759" y="370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365" name="Google Shape;10365;p116"/>
              <p:cNvSpPr txBox="1"/>
              <p:nvPr/>
            </p:nvSpPr>
            <p:spPr>
              <a:xfrm>
                <a:off x="2717" y="3676"/>
                <a:ext cx="444"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SYNACK</a:t>
                </a:r>
                <a:endParaRPr/>
              </a:p>
            </p:txBody>
          </p:sp>
        </p:grpSp>
      </p:grpSp>
      <p:sp>
        <p:nvSpPr>
          <p:cNvPr id="10366" name="Google Shape;10366;p116"/>
          <p:cNvSpPr/>
          <p:nvPr/>
        </p:nvSpPr>
        <p:spPr>
          <a:xfrm>
            <a:off x="7037388" y="4141788"/>
            <a:ext cx="4652603" cy="985837"/>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000099"/>
              </a:buClr>
              <a:buSzPts val="2800"/>
              <a:buFont typeface="Noto Sans Symbols"/>
              <a:buChar char="▪"/>
            </a:pPr>
            <a:r>
              <a:rPr lang="en-US" sz="2800">
                <a:solidFill>
                  <a:srgbClr val="000000"/>
                </a:solidFill>
                <a:latin typeface="Calibri"/>
                <a:ea typeface="Calibri"/>
                <a:cs typeface="Calibri"/>
                <a:sym typeface="Calibri"/>
              </a:rPr>
              <a:t>web server responds with </a:t>
            </a:r>
            <a:r>
              <a:rPr lang="en-US" sz="2800">
                <a:solidFill>
                  <a:srgbClr val="C00000"/>
                </a:solidFill>
                <a:latin typeface="Calibri"/>
                <a:ea typeface="Calibri"/>
                <a:cs typeface="Calibri"/>
                <a:sym typeface="Calibri"/>
              </a:rPr>
              <a:t>TCP SYNACK </a:t>
            </a:r>
            <a:r>
              <a:rPr lang="en-US" sz="2400">
                <a:solidFill>
                  <a:srgbClr val="000000"/>
                </a:solidFill>
                <a:latin typeface="Calibri"/>
                <a:ea typeface="Calibri"/>
                <a:cs typeface="Calibri"/>
                <a:sym typeface="Calibri"/>
              </a:rPr>
              <a:t>(step 2 in TCP 3-way handshake)</a:t>
            </a:r>
            <a:endParaRPr sz="2800">
              <a:solidFill>
                <a:srgbClr val="000000"/>
              </a:solidFill>
              <a:latin typeface="Calibri"/>
              <a:ea typeface="Calibri"/>
              <a:cs typeface="Calibri"/>
              <a:sym typeface="Calibri"/>
            </a:endParaRPr>
          </a:p>
        </p:txBody>
      </p:sp>
      <p:grpSp>
        <p:nvGrpSpPr>
          <p:cNvPr id="10367" name="Google Shape;10367;p116"/>
          <p:cNvGrpSpPr/>
          <p:nvPr/>
        </p:nvGrpSpPr>
        <p:grpSpPr>
          <a:xfrm>
            <a:off x="1946552" y="2678242"/>
            <a:ext cx="913139" cy="665131"/>
            <a:chOff x="7455987" y="2414528"/>
            <a:chExt cx="511700" cy="327647"/>
          </a:xfrm>
        </p:grpSpPr>
        <p:pic>
          <p:nvPicPr>
            <p:cNvPr descr="laptop_keyboard" id="10368" name="Google Shape;10368;p116"/>
            <p:cNvPicPr preferRelativeResize="0"/>
            <p:nvPr/>
          </p:nvPicPr>
          <p:blipFill rotWithShape="1">
            <a:blip r:embed="rId3">
              <a:alphaModFix/>
            </a:blip>
            <a:srcRect b="0" l="0" r="0" t="0"/>
            <a:stretch/>
          </p:blipFill>
          <p:spPr>
            <a:xfrm flipH="1" rot="109064">
              <a:off x="7458407" y="2575770"/>
              <a:ext cx="437221" cy="159511"/>
            </a:xfrm>
            <a:prstGeom prst="rect">
              <a:avLst/>
            </a:prstGeom>
            <a:noFill/>
            <a:ln>
              <a:noFill/>
            </a:ln>
          </p:spPr>
        </p:pic>
        <p:sp>
          <p:nvSpPr>
            <p:cNvPr id="10369" name="Google Shape;10369;p116"/>
            <p:cNvSpPr/>
            <p:nvPr/>
          </p:nvSpPr>
          <p:spPr>
            <a:xfrm>
              <a:off x="7603304" y="242098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10370" name="Google Shape;10370;p116"/>
            <p:cNvPicPr preferRelativeResize="0"/>
            <p:nvPr/>
          </p:nvPicPr>
          <p:blipFill rotWithShape="1">
            <a:blip r:embed="rId4">
              <a:alphaModFix/>
            </a:blip>
            <a:srcRect b="0" l="0" r="0" t="0"/>
            <a:stretch/>
          </p:blipFill>
          <p:spPr>
            <a:xfrm>
              <a:off x="7620637" y="2426338"/>
              <a:ext cx="319785" cy="189429"/>
            </a:xfrm>
            <a:prstGeom prst="rect">
              <a:avLst/>
            </a:prstGeom>
            <a:noFill/>
            <a:ln>
              <a:noFill/>
            </a:ln>
          </p:spPr>
        </p:pic>
        <p:sp>
          <p:nvSpPr>
            <p:cNvPr id="10371" name="Google Shape;10371;p116"/>
            <p:cNvSpPr/>
            <p:nvPr/>
          </p:nvSpPr>
          <p:spPr>
            <a:xfrm>
              <a:off x="7667378" y="241484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372" name="Google Shape;10372;p116"/>
            <p:cNvSpPr/>
            <p:nvPr/>
          </p:nvSpPr>
          <p:spPr>
            <a:xfrm>
              <a:off x="7600188" y="241452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373" name="Google Shape;10373;p116"/>
            <p:cNvSpPr/>
            <p:nvPr/>
          </p:nvSpPr>
          <p:spPr>
            <a:xfrm>
              <a:off x="7874205" y="244334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374" name="Google Shape;10374;p116"/>
            <p:cNvSpPr/>
            <p:nvPr/>
          </p:nvSpPr>
          <p:spPr>
            <a:xfrm>
              <a:off x="7599214" y="256758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375" name="Google Shape;10375;p116"/>
            <p:cNvSpPr/>
            <p:nvPr/>
          </p:nvSpPr>
          <p:spPr>
            <a:xfrm>
              <a:off x="7884138" y="244491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376" name="Google Shape;10376;p116"/>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0377" name="Google Shape;10377;p116"/>
            <p:cNvGrpSpPr/>
            <p:nvPr/>
          </p:nvGrpSpPr>
          <p:grpSpPr>
            <a:xfrm>
              <a:off x="7594735" y="2642220"/>
              <a:ext cx="98740" cy="36846"/>
              <a:chOff x="1740" y="2642"/>
              <a:chExt cx="752" cy="327"/>
            </a:xfrm>
          </p:grpSpPr>
          <p:sp>
            <p:nvSpPr>
              <p:cNvPr id="10378" name="Google Shape;10378;p116"/>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379" name="Google Shape;10379;p116"/>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380" name="Google Shape;10380;p116"/>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381" name="Google Shape;10381;p116"/>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382" name="Google Shape;10382;p116"/>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383" name="Google Shape;10383;p116"/>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0384" name="Google Shape;10384;p116"/>
            <p:cNvSpPr/>
            <p:nvPr/>
          </p:nvSpPr>
          <p:spPr>
            <a:xfrm>
              <a:off x="7763780" y="264773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385" name="Google Shape;10385;p116"/>
            <p:cNvSpPr/>
            <p:nvPr/>
          </p:nvSpPr>
          <p:spPr>
            <a:xfrm>
              <a:off x="7458602" y="265418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386" name="Google Shape;10386;p116"/>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387" name="Google Shape;10387;p116"/>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388" name="Google Shape;10388;p116"/>
            <p:cNvSpPr/>
            <p:nvPr/>
          </p:nvSpPr>
          <p:spPr>
            <a:xfrm>
              <a:off x="7468535" y="264379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389" name="Google Shape;10389;p116"/>
            <p:cNvSpPr/>
            <p:nvPr/>
          </p:nvSpPr>
          <p:spPr>
            <a:xfrm flipH="1" rot="10800000">
              <a:off x="7758327" y="263875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33"/>
                                        </p:tgtEl>
                                        <p:attrNameLst>
                                          <p:attrName>style.visibility</p:attrName>
                                        </p:attrNameLst>
                                      </p:cBhvr>
                                      <p:to>
                                        <p:strVal val="visible"/>
                                      </p:to>
                                    </p:set>
                                    <p:animEffect filter="fade" transition="in">
                                      <p:cBhvr>
                                        <p:cTn dur="500"/>
                                        <p:tgtEl>
                                          <p:spTgt spid="1023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0242"/>
                                        </p:tgtEl>
                                        <p:attrNameLst>
                                          <p:attrName>style.visibility</p:attrName>
                                        </p:attrNameLst>
                                      </p:cBhvr>
                                      <p:to>
                                        <p:strVal val="visible"/>
                                      </p:to>
                                    </p:set>
                                    <p:animEffect filter="fade" transition="in">
                                      <p:cBhvr>
                                        <p:cTn dur="1000"/>
                                        <p:tgtEl>
                                          <p:spTgt spid="102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47"/>
                                        </p:tgtEl>
                                        <p:attrNameLst>
                                          <p:attrName>style.visibility</p:attrName>
                                        </p:attrNameLst>
                                      </p:cBhvr>
                                      <p:to>
                                        <p:strVal val="visible"/>
                                      </p:to>
                                    </p:set>
                                    <p:animEffect filter="fade" transition="in">
                                      <p:cBhvr>
                                        <p:cTn dur="500"/>
                                        <p:tgtEl>
                                          <p:spTgt spid="10247"/>
                                        </p:tgtEl>
                                      </p:cBhvr>
                                    </p:animEffect>
                                  </p:childTnLst>
                                </p:cTn>
                              </p:par>
                              <p:par>
                                <p:cTn fill="hold" nodeType="withEffect" presetClass="entr" presetID="10" presetSubtype="0">
                                  <p:stCondLst>
                                    <p:cond delay="0"/>
                                  </p:stCondLst>
                                  <p:childTnLst>
                                    <p:set>
                                      <p:cBhvr>
                                        <p:cTn dur="1" fill="hold">
                                          <p:stCondLst>
                                            <p:cond delay="0"/>
                                          </p:stCondLst>
                                        </p:cTn>
                                        <p:tgtEl>
                                          <p:spTgt spid="10291"/>
                                        </p:tgtEl>
                                        <p:attrNameLst>
                                          <p:attrName>style.visibility</p:attrName>
                                        </p:attrNameLst>
                                      </p:cBhvr>
                                      <p:to>
                                        <p:strVal val="visible"/>
                                      </p:to>
                                    </p:set>
                                    <p:animEffect filter="fade" transition="in">
                                      <p:cBhvr>
                                        <p:cTn dur="1000"/>
                                        <p:tgtEl>
                                          <p:spTgt spid="102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50"/>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10248"/>
                                        </p:tgtEl>
                                        <p:attrNameLst>
                                          <p:attrName>style.visibility</p:attrName>
                                        </p:attrNameLst>
                                      </p:cBhvr>
                                      <p:to>
                                        <p:strVal val="visible"/>
                                      </p:to>
                                    </p:set>
                                    <p:animEffect filter="fade" transition="in">
                                      <p:cBhvr>
                                        <p:cTn dur="500"/>
                                        <p:tgtEl>
                                          <p:spTgt spid="10248"/>
                                        </p:tgtEl>
                                      </p:cBhvr>
                                    </p:animEffec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500"/>
                                        <p:tgtEl>
                                          <p:spTgt spid="10291"/>
                                        </p:tgtEl>
                                      </p:cBhvr>
                                    </p:animEffect>
                                    <p:set>
                                      <p:cBhvr>
                                        <p:cTn dur="1" fill="hold">
                                          <p:stCondLst>
                                            <p:cond delay="500"/>
                                          </p:stCondLst>
                                        </p:cTn>
                                        <p:tgtEl>
                                          <p:spTgt spid="10291"/>
                                        </p:tgtEl>
                                        <p:attrNameLst>
                                          <p:attrName>style.visibility</p:attrName>
                                        </p:attrNameLst>
                                      </p:cBhvr>
                                      <p:to>
                                        <p:strVal val="hidden"/>
                                      </p:to>
                                    </p:se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282"/>
                                        </p:tgtEl>
                                        <p:attrNameLst>
                                          <p:attrName>style.visibility</p:attrName>
                                        </p:attrNameLst>
                                      </p:cBhvr>
                                      <p:to>
                                        <p:strVal val="visible"/>
                                      </p:to>
                                    </p:set>
                                    <p:animEffect filter="fade" transition="in">
                                      <p:cBhvr>
                                        <p:cTn dur="1000"/>
                                        <p:tgtEl>
                                          <p:spTgt spid="102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60"/>
                                        </p:tgtEl>
                                        <p:attrNameLst>
                                          <p:attrName>style.visibility</p:attrName>
                                        </p:attrNameLst>
                                      </p:cBhvr>
                                      <p:to>
                                        <p:strVal val="visible"/>
                                      </p:to>
                                    </p:set>
                                    <p:animEffect filter="fade" transition="in">
                                      <p:cBhvr>
                                        <p:cTn dur="500"/>
                                        <p:tgtEl>
                                          <p:spTgt spid="10260"/>
                                        </p:tgtEl>
                                      </p:cBhvr>
                                    </p:animEffect>
                                  </p:childTnLst>
                                </p:cTn>
                              </p:par>
                              <p:par>
                                <p:cTn fill="hold" nodeType="withEffect" presetClass="exit" presetID="10" presetSubtype="0">
                                  <p:stCondLst>
                                    <p:cond delay="0"/>
                                  </p:stCondLst>
                                  <p:childTnLst>
                                    <p:animEffect filter="fade" transition="out">
                                      <p:cBhvr>
                                        <p:cTn dur="500"/>
                                        <p:tgtEl>
                                          <p:spTgt spid="10250"/>
                                        </p:tgtEl>
                                      </p:cBhvr>
                                    </p:animEffect>
                                    <p:set>
                                      <p:cBhvr>
                                        <p:cTn dur="1" fill="hold">
                                          <p:stCondLst>
                                            <p:cond delay="500"/>
                                          </p:stCondLst>
                                        </p:cTn>
                                        <p:tgtEl>
                                          <p:spTgt spid="1025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0260"/>
                                        </p:tgtEl>
                                      </p:cBhvr>
                                    </p:animEffect>
                                    <p:set>
                                      <p:cBhvr>
                                        <p:cTn dur="1" fill="hold">
                                          <p:stCondLst>
                                            <p:cond delay="500"/>
                                          </p:stCondLst>
                                        </p:cTn>
                                        <p:tgtEl>
                                          <p:spTgt spid="1026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14"/>
                                        </p:tgtEl>
                                        <p:attrNameLst>
                                          <p:attrName>style.visibility</p:attrName>
                                        </p:attrNameLst>
                                      </p:cBhvr>
                                      <p:to>
                                        <p:strVal val="visible"/>
                                      </p:to>
                                    </p:set>
                                    <p:animEffect filter="fade" transition="in">
                                      <p:cBhvr>
                                        <p:cTn dur="500"/>
                                        <p:tgtEl>
                                          <p:spTgt spid="1031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0366"/>
                                        </p:tgtEl>
                                        <p:attrNameLst>
                                          <p:attrName>style.visibility</p:attrName>
                                        </p:attrNameLst>
                                      </p:cBhvr>
                                      <p:to>
                                        <p:strVal val="visible"/>
                                      </p:to>
                                    </p:set>
                                    <p:animEffect filter="fade" transition="in">
                                      <p:cBhvr>
                                        <p:cTn dur="500"/>
                                        <p:tgtEl>
                                          <p:spTgt spid="103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56"/>
                                        </p:tgtEl>
                                        <p:attrNameLst>
                                          <p:attrName>style.visibility</p:attrName>
                                        </p:attrNameLst>
                                      </p:cBhvr>
                                      <p:to>
                                        <p:strVal val="visible"/>
                                      </p:to>
                                    </p:set>
                                    <p:animEffect filter="fade" transition="in">
                                      <p:cBhvr>
                                        <p:cTn dur="500"/>
                                        <p:tgtEl>
                                          <p:spTgt spid="10356"/>
                                        </p:tgtEl>
                                      </p:cBhvr>
                                    </p:animEffec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500"/>
                                        <p:tgtEl>
                                          <p:spTgt spid="10314"/>
                                        </p:tgtEl>
                                      </p:cBhvr>
                                    </p:animEffect>
                                    <p:set>
                                      <p:cBhvr>
                                        <p:cTn dur="1" fill="hold">
                                          <p:stCondLst>
                                            <p:cond delay="500"/>
                                          </p:stCondLst>
                                        </p:cTn>
                                        <p:tgtEl>
                                          <p:spTgt spid="10314"/>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0260"/>
                                        </p:tgtEl>
                                      </p:cBhvr>
                                    </p:animEffect>
                                    <p:set>
                                      <p:cBhvr>
                                        <p:cTn dur="1" fill="hold">
                                          <p:stCondLst>
                                            <p:cond delay="500"/>
                                          </p:stCondLst>
                                        </p:cTn>
                                        <p:tgtEl>
                                          <p:spTgt spid="10260"/>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0282"/>
                                        </p:tgtEl>
                                      </p:cBhvr>
                                    </p:animEffect>
                                    <p:set>
                                      <p:cBhvr>
                                        <p:cTn dur="1" fill="hold">
                                          <p:stCondLst>
                                            <p:cond delay="500"/>
                                          </p:stCondLst>
                                        </p:cTn>
                                        <p:tgtEl>
                                          <p:spTgt spid="1028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0356"/>
                                        </p:tgtEl>
                                      </p:cBhvr>
                                    </p:animEffect>
                                    <p:set>
                                      <p:cBhvr>
                                        <p:cTn dur="1" fill="hold">
                                          <p:stCondLst>
                                            <p:cond delay="500"/>
                                          </p:stCondLst>
                                        </p:cTn>
                                        <p:tgtEl>
                                          <p:spTgt spid="10356"/>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0335"/>
                                        </p:tgtEl>
                                        <p:attrNameLst>
                                          <p:attrName>style.visibility</p:attrName>
                                        </p:attrNameLst>
                                      </p:cBhvr>
                                      <p:to>
                                        <p:strVal val="visible"/>
                                      </p:to>
                                    </p:set>
                                    <p:animEffect filter="fade" transition="in">
                                      <p:cBhvr>
                                        <p:cTn dur="1000"/>
                                        <p:tgtEl>
                                          <p:spTgt spid="10335"/>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0249"/>
                                        </p:tgtEl>
                                        <p:attrNameLst>
                                          <p:attrName>style.visibility</p:attrName>
                                        </p:attrNameLst>
                                      </p:cBhvr>
                                      <p:to>
                                        <p:strVal val="visible"/>
                                      </p:to>
                                    </p:set>
                                    <p:animEffect filter="fade" transition="in">
                                      <p:cBhvr>
                                        <p:cTn dur="500"/>
                                        <p:tgtEl>
                                          <p:spTgt spid="102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94" name="Shape 10394"/>
        <p:cNvGrpSpPr/>
        <p:nvPr/>
      </p:nvGrpSpPr>
      <p:grpSpPr>
        <a:xfrm>
          <a:off x="0" y="0"/>
          <a:ext cx="0" cy="0"/>
          <a:chOff x="0" y="0"/>
          <a:chExt cx="0" cy="0"/>
        </a:xfrm>
      </p:grpSpPr>
      <p:sp>
        <p:nvSpPr>
          <p:cNvPr id="10395" name="Google Shape;10395;p117"/>
          <p:cNvSpPr txBox="1"/>
          <p:nvPr>
            <p:ph type="title"/>
          </p:nvPr>
        </p:nvSpPr>
        <p:spPr>
          <a:xfrm>
            <a:off x="811306" y="303903"/>
            <a:ext cx="10999694" cy="89462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00A3"/>
              </a:buClr>
              <a:buSzPts val="4400"/>
              <a:buFont typeface="Calibri"/>
              <a:buNone/>
            </a:pPr>
            <a:r>
              <a:rPr b="0" lang="en-US">
                <a:latin typeface="Calibri"/>
                <a:ea typeface="Calibri"/>
                <a:cs typeface="Calibri"/>
                <a:sym typeface="Calibri"/>
              </a:rPr>
              <a:t>A day in the life… HTTP request/reply </a:t>
            </a:r>
            <a:endParaRPr b="0" sz="3200">
              <a:latin typeface="Calibri"/>
              <a:ea typeface="Calibri"/>
              <a:cs typeface="Calibri"/>
              <a:sym typeface="Calibri"/>
            </a:endParaRPr>
          </a:p>
        </p:txBody>
      </p:sp>
      <p:sp>
        <p:nvSpPr>
          <p:cNvPr id="10396" name="Google Shape;10396;p11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Link Layer: 6-</a:t>
            </a:r>
            <a:fld id="{00000000-1234-1234-1234-123412341234}" type="slidenum">
              <a:rPr lang="en-US"/>
              <a:t>‹#›</a:t>
            </a:fld>
            <a:endParaRPr/>
          </a:p>
        </p:txBody>
      </p:sp>
      <p:sp>
        <p:nvSpPr>
          <p:cNvPr id="10397" name="Google Shape;10397;p117"/>
          <p:cNvSpPr/>
          <p:nvPr/>
        </p:nvSpPr>
        <p:spPr>
          <a:xfrm>
            <a:off x="691870" y="1878292"/>
            <a:ext cx="3554412" cy="2754313"/>
          </a:xfrm>
          <a:custGeom>
            <a:rect b="b" l="l" r="r" t="t"/>
            <a:pathLst>
              <a:path extrusionOk="0" h="958" w="2406">
                <a:moveTo>
                  <a:pt x="2192" y="274"/>
                </a:moveTo>
                <a:cubicBezTo>
                  <a:pt x="1978" y="94"/>
                  <a:pt x="1990" y="122"/>
                  <a:pt x="1857" y="77"/>
                </a:cubicBezTo>
                <a:cubicBezTo>
                  <a:pt x="1724" y="32"/>
                  <a:pt x="1584" y="0"/>
                  <a:pt x="1393" y="7"/>
                </a:cubicBezTo>
                <a:cubicBezTo>
                  <a:pt x="1202" y="14"/>
                  <a:pt x="898" y="84"/>
                  <a:pt x="713" y="122"/>
                </a:cubicBezTo>
                <a:cubicBezTo>
                  <a:pt x="528" y="160"/>
                  <a:pt x="395" y="168"/>
                  <a:pt x="280" y="234"/>
                </a:cubicBezTo>
                <a:cubicBezTo>
                  <a:pt x="166" y="301"/>
                  <a:pt x="52" y="432"/>
                  <a:pt x="26" y="522"/>
                </a:cubicBezTo>
                <a:cubicBezTo>
                  <a:pt x="0" y="612"/>
                  <a:pt x="81" y="711"/>
                  <a:pt x="122" y="773"/>
                </a:cubicBezTo>
                <a:cubicBezTo>
                  <a:pt x="163" y="835"/>
                  <a:pt x="99" y="877"/>
                  <a:pt x="273" y="894"/>
                </a:cubicBezTo>
                <a:cubicBezTo>
                  <a:pt x="447" y="911"/>
                  <a:pt x="938" y="866"/>
                  <a:pt x="1169" y="876"/>
                </a:cubicBezTo>
                <a:cubicBezTo>
                  <a:pt x="1400" y="886"/>
                  <a:pt x="1499" y="950"/>
                  <a:pt x="1659" y="954"/>
                </a:cubicBezTo>
                <a:cubicBezTo>
                  <a:pt x="1819" y="958"/>
                  <a:pt x="2014" y="958"/>
                  <a:pt x="2129" y="897"/>
                </a:cubicBezTo>
                <a:cubicBezTo>
                  <a:pt x="2244" y="836"/>
                  <a:pt x="2327" y="856"/>
                  <a:pt x="2350" y="591"/>
                </a:cubicBezTo>
                <a:cubicBezTo>
                  <a:pt x="2373" y="326"/>
                  <a:pt x="2406" y="454"/>
                  <a:pt x="2192" y="274"/>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10398" name="Google Shape;10398;p117"/>
          <p:cNvCxnSpPr/>
          <p:nvPr/>
        </p:nvCxnSpPr>
        <p:spPr>
          <a:xfrm flipH="1" rot="10800000">
            <a:off x="3693832" y="2949855"/>
            <a:ext cx="155575" cy="142875"/>
          </a:xfrm>
          <a:prstGeom prst="straightConnector1">
            <a:avLst/>
          </a:prstGeom>
          <a:noFill/>
          <a:ln cap="flat" cmpd="sng" w="9525">
            <a:solidFill>
              <a:srgbClr val="000000"/>
            </a:solidFill>
            <a:prstDash val="solid"/>
            <a:round/>
            <a:headEnd len="med" w="med" type="none"/>
            <a:tailEnd len="med" w="med" type="none"/>
          </a:ln>
        </p:spPr>
      </p:cxnSp>
      <p:cxnSp>
        <p:nvCxnSpPr>
          <p:cNvPr id="10399" name="Google Shape;10399;p117"/>
          <p:cNvCxnSpPr/>
          <p:nvPr/>
        </p:nvCxnSpPr>
        <p:spPr>
          <a:xfrm>
            <a:off x="2584170" y="3122892"/>
            <a:ext cx="695325" cy="0"/>
          </a:xfrm>
          <a:prstGeom prst="straightConnector1">
            <a:avLst/>
          </a:prstGeom>
          <a:noFill/>
          <a:ln cap="flat" cmpd="sng" w="9525">
            <a:solidFill>
              <a:srgbClr val="000000"/>
            </a:solidFill>
            <a:prstDash val="solid"/>
            <a:round/>
            <a:headEnd len="med" w="med" type="none"/>
            <a:tailEnd len="med" w="med" type="none"/>
          </a:ln>
        </p:spPr>
      </p:cxnSp>
      <p:cxnSp>
        <p:nvCxnSpPr>
          <p:cNvPr id="10400" name="Google Shape;10400;p117"/>
          <p:cNvCxnSpPr/>
          <p:nvPr/>
        </p:nvCxnSpPr>
        <p:spPr>
          <a:xfrm flipH="1" rot="10800000">
            <a:off x="3843057" y="2806980"/>
            <a:ext cx="138113" cy="142875"/>
          </a:xfrm>
          <a:prstGeom prst="straightConnector1">
            <a:avLst/>
          </a:prstGeom>
          <a:noFill/>
          <a:ln cap="flat" cmpd="sng" w="9525">
            <a:solidFill>
              <a:srgbClr val="000000"/>
            </a:solidFill>
            <a:prstDash val="dash"/>
            <a:round/>
            <a:headEnd len="med" w="med" type="none"/>
            <a:tailEnd len="med" w="med" type="none"/>
          </a:ln>
        </p:spPr>
      </p:cxnSp>
      <p:cxnSp>
        <p:nvCxnSpPr>
          <p:cNvPr id="10401" name="Google Shape;10401;p117"/>
          <p:cNvCxnSpPr/>
          <p:nvPr/>
        </p:nvCxnSpPr>
        <p:spPr>
          <a:xfrm flipH="1" rot="10800000">
            <a:off x="3198532" y="3341967"/>
            <a:ext cx="512763" cy="612775"/>
          </a:xfrm>
          <a:prstGeom prst="straightConnector1">
            <a:avLst/>
          </a:prstGeom>
          <a:noFill/>
          <a:ln cap="flat" cmpd="sng" w="9525">
            <a:solidFill>
              <a:srgbClr val="000000"/>
            </a:solidFill>
            <a:prstDash val="solid"/>
            <a:round/>
            <a:headEnd len="med" w="med" type="none"/>
            <a:tailEnd len="med" w="med" type="none"/>
          </a:ln>
        </p:spPr>
      </p:cxnSp>
      <p:grpSp>
        <p:nvGrpSpPr>
          <p:cNvPr id="10402" name="Google Shape;10402;p117"/>
          <p:cNvGrpSpPr/>
          <p:nvPr/>
        </p:nvGrpSpPr>
        <p:grpSpPr>
          <a:xfrm>
            <a:off x="3087416" y="2965438"/>
            <a:ext cx="960147" cy="436668"/>
            <a:chOff x="3668110" y="2448910"/>
            <a:chExt cx="3794234" cy="2165130"/>
          </a:xfrm>
        </p:grpSpPr>
        <p:sp>
          <p:nvSpPr>
            <p:cNvPr id="10403" name="Google Shape;10403;p117"/>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404" name="Google Shape;10404;p117"/>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10405" name="Google Shape;10405;p117"/>
            <p:cNvGrpSpPr/>
            <p:nvPr/>
          </p:nvGrpSpPr>
          <p:grpSpPr>
            <a:xfrm>
              <a:off x="3941378" y="2603243"/>
              <a:ext cx="3202061" cy="1066110"/>
              <a:chOff x="7939341" y="3037317"/>
              <a:chExt cx="897649" cy="353919"/>
            </a:xfrm>
          </p:grpSpPr>
          <p:sp>
            <p:nvSpPr>
              <p:cNvPr id="10406" name="Google Shape;10406;p117"/>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407" name="Google Shape;10407;p117"/>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408" name="Google Shape;10408;p117"/>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409" name="Google Shape;10409;p117"/>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10410" name="Google Shape;10410;p117"/>
          <p:cNvSpPr/>
          <p:nvPr/>
        </p:nvSpPr>
        <p:spPr>
          <a:xfrm rot="5400000">
            <a:off x="2648281" y="3003260"/>
            <a:ext cx="134168" cy="25558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sp>
        <p:nvSpPr>
          <p:cNvPr id="10411" name="Google Shape;10411;p117"/>
          <p:cNvSpPr/>
          <p:nvPr/>
        </p:nvSpPr>
        <p:spPr>
          <a:xfrm rot="5400000">
            <a:off x="3522564" y="4176324"/>
            <a:ext cx="140795" cy="179874"/>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sp>
        <p:nvSpPr>
          <p:cNvPr id="10412" name="Google Shape;10412;p117"/>
          <p:cNvSpPr/>
          <p:nvPr/>
        </p:nvSpPr>
        <p:spPr>
          <a:xfrm rot="2603620">
            <a:off x="3123075" y="3881648"/>
            <a:ext cx="140795" cy="23552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grpSp>
        <p:nvGrpSpPr>
          <p:cNvPr id="10413" name="Google Shape;10413;p117"/>
          <p:cNvGrpSpPr/>
          <p:nvPr/>
        </p:nvGrpSpPr>
        <p:grpSpPr>
          <a:xfrm>
            <a:off x="2647027" y="4019872"/>
            <a:ext cx="853832" cy="472456"/>
            <a:chOff x="7493876" y="2774731"/>
            <a:chExt cx="1481958" cy="894622"/>
          </a:xfrm>
        </p:grpSpPr>
        <p:sp>
          <p:nvSpPr>
            <p:cNvPr id="10414" name="Google Shape;10414;p11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0415" name="Google Shape;10415;p117"/>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0416" name="Google Shape;10416;p117"/>
            <p:cNvGrpSpPr/>
            <p:nvPr/>
          </p:nvGrpSpPr>
          <p:grpSpPr>
            <a:xfrm>
              <a:off x="7713663" y="2848339"/>
              <a:ext cx="1042107" cy="425543"/>
              <a:chOff x="7786941" y="2884917"/>
              <a:chExt cx="897649" cy="353919"/>
            </a:xfrm>
          </p:grpSpPr>
          <p:sp>
            <p:nvSpPr>
              <p:cNvPr id="10417" name="Google Shape;10417;p11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418" name="Google Shape;10418;p11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419" name="Google Shape;10419;p11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420" name="Google Shape;10420;p11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0421" name="Google Shape;10421;p117"/>
          <p:cNvGrpSpPr/>
          <p:nvPr/>
        </p:nvGrpSpPr>
        <p:grpSpPr>
          <a:xfrm>
            <a:off x="2606022" y="3858371"/>
            <a:ext cx="358775" cy="623888"/>
            <a:chOff x="4140" y="429"/>
            <a:chExt cx="1425" cy="2396"/>
          </a:xfrm>
        </p:grpSpPr>
        <p:sp>
          <p:nvSpPr>
            <p:cNvPr id="10422" name="Google Shape;10422;p117"/>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423" name="Google Shape;10423;p117"/>
            <p:cNvSpPr/>
            <p:nvPr/>
          </p:nvSpPr>
          <p:spPr>
            <a:xfrm>
              <a:off x="4203" y="429"/>
              <a:ext cx="1053" cy="2286"/>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424" name="Google Shape;10424;p117"/>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425" name="Google Shape;10425;p117"/>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426" name="Google Shape;10426;p117"/>
            <p:cNvSpPr/>
            <p:nvPr/>
          </p:nvSpPr>
          <p:spPr>
            <a:xfrm>
              <a:off x="4209" y="691"/>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10427" name="Google Shape;10427;p117"/>
            <p:cNvGrpSpPr/>
            <p:nvPr/>
          </p:nvGrpSpPr>
          <p:grpSpPr>
            <a:xfrm>
              <a:off x="4751" y="667"/>
              <a:ext cx="580" cy="146"/>
              <a:chOff x="617" y="2567"/>
              <a:chExt cx="724" cy="140"/>
            </a:xfrm>
          </p:grpSpPr>
          <p:sp>
            <p:nvSpPr>
              <p:cNvPr id="10428" name="Google Shape;10428;p117"/>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429" name="Google Shape;10429;p117"/>
              <p:cNvSpPr/>
              <p:nvPr/>
            </p:nvSpPr>
            <p:spPr>
              <a:xfrm>
                <a:off x="633" y="2584"/>
                <a:ext cx="692"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10430" name="Google Shape;10430;p117"/>
            <p:cNvSpPr/>
            <p:nvPr/>
          </p:nvSpPr>
          <p:spPr>
            <a:xfrm>
              <a:off x="4222" y="1020"/>
              <a:ext cx="599"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10431" name="Google Shape;10431;p117"/>
            <p:cNvGrpSpPr/>
            <p:nvPr/>
          </p:nvGrpSpPr>
          <p:grpSpPr>
            <a:xfrm>
              <a:off x="4745" y="996"/>
              <a:ext cx="580" cy="134"/>
              <a:chOff x="612" y="2570"/>
              <a:chExt cx="724" cy="139"/>
            </a:xfrm>
          </p:grpSpPr>
          <p:sp>
            <p:nvSpPr>
              <p:cNvPr id="10432" name="Google Shape;10432;p117"/>
              <p:cNvSpPr/>
              <p:nvPr/>
            </p:nvSpPr>
            <p:spPr>
              <a:xfrm>
                <a:off x="612" y="2570"/>
                <a:ext cx="724"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433" name="Google Shape;10433;p117"/>
              <p:cNvSpPr/>
              <p:nvPr/>
            </p:nvSpPr>
            <p:spPr>
              <a:xfrm>
                <a:off x="628" y="2589"/>
                <a:ext cx="692"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10434" name="Google Shape;10434;p117"/>
            <p:cNvSpPr/>
            <p:nvPr/>
          </p:nvSpPr>
          <p:spPr>
            <a:xfrm>
              <a:off x="4216" y="1356"/>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435" name="Google Shape;10435;p117"/>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10436" name="Google Shape;10436;p117"/>
            <p:cNvGrpSpPr/>
            <p:nvPr/>
          </p:nvGrpSpPr>
          <p:grpSpPr>
            <a:xfrm>
              <a:off x="4733" y="1636"/>
              <a:ext cx="586" cy="140"/>
              <a:chOff x="611" y="2576"/>
              <a:chExt cx="730" cy="129"/>
            </a:xfrm>
          </p:grpSpPr>
          <p:sp>
            <p:nvSpPr>
              <p:cNvPr id="10437" name="Google Shape;10437;p117"/>
              <p:cNvSpPr/>
              <p:nvPr/>
            </p:nvSpPr>
            <p:spPr>
              <a:xfrm>
                <a:off x="611" y="2576"/>
                <a:ext cx="730" cy="12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438" name="Google Shape;10438;p117"/>
              <p:cNvSpPr/>
              <p:nvPr/>
            </p:nvSpPr>
            <p:spPr>
              <a:xfrm>
                <a:off x="627" y="2588"/>
                <a:ext cx="699"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10439" name="Google Shape;10439;p117"/>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10440" name="Google Shape;10440;p117"/>
            <p:cNvGrpSpPr/>
            <p:nvPr/>
          </p:nvGrpSpPr>
          <p:grpSpPr>
            <a:xfrm>
              <a:off x="4739" y="1325"/>
              <a:ext cx="580" cy="140"/>
              <a:chOff x="614" y="2566"/>
              <a:chExt cx="723" cy="140"/>
            </a:xfrm>
          </p:grpSpPr>
          <p:sp>
            <p:nvSpPr>
              <p:cNvPr id="10441" name="Google Shape;10441;p117"/>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442" name="Google Shape;10442;p117"/>
              <p:cNvSpPr/>
              <p:nvPr/>
            </p:nvSpPr>
            <p:spPr>
              <a:xfrm>
                <a:off x="630" y="2585"/>
                <a:ext cx="691"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10443" name="Google Shape;10443;p117"/>
            <p:cNvSpPr/>
            <p:nvPr/>
          </p:nvSpPr>
          <p:spPr>
            <a:xfrm>
              <a:off x="5250" y="429"/>
              <a:ext cx="69" cy="2286"/>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444" name="Google Shape;10444;p117"/>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445" name="Google Shape;10445;p117"/>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446" name="Google Shape;10446;p117"/>
            <p:cNvSpPr/>
            <p:nvPr/>
          </p:nvSpPr>
          <p:spPr>
            <a:xfrm>
              <a:off x="5515" y="2612"/>
              <a:ext cx="50" cy="98"/>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447" name="Google Shape;10447;p117"/>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448" name="Google Shape;10448;p117"/>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449" name="Google Shape;10449;p117"/>
            <p:cNvSpPr/>
            <p:nvPr/>
          </p:nvSpPr>
          <p:spPr>
            <a:xfrm>
              <a:off x="4203" y="2709"/>
              <a:ext cx="1072" cy="85"/>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450" name="Google Shape;10450;p117"/>
            <p:cNvSpPr/>
            <p:nvPr/>
          </p:nvSpPr>
          <p:spPr>
            <a:xfrm>
              <a:off x="4310" y="2386"/>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451" name="Google Shape;10451;p117"/>
            <p:cNvSpPr/>
            <p:nvPr/>
          </p:nvSpPr>
          <p:spPr>
            <a:xfrm>
              <a:off x="4487" y="2386"/>
              <a:ext cx="158" cy="14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10452" name="Google Shape;10452;p117"/>
            <p:cNvSpPr/>
            <p:nvPr/>
          </p:nvSpPr>
          <p:spPr>
            <a:xfrm>
              <a:off x="4663" y="2380"/>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453" name="Google Shape;10453;p117"/>
            <p:cNvSpPr/>
            <p:nvPr/>
          </p:nvSpPr>
          <p:spPr>
            <a:xfrm>
              <a:off x="5061" y="1837"/>
              <a:ext cx="88" cy="756"/>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10454" name="Google Shape;10454;p117"/>
          <p:cNvGrpSpPr/>
          <p:nvPr/>
        </p:nvGrpSpPr>
        <p:grpSpPr>
          <a:xfrm>
            <a:off x="0" y="-1181562"/>
            <a:ext cx="762000" cy="876300"/>
            <a:chOff x="177" y="729"/>
            <a:chExt cx="480" cy="552"/>
          </a:xfrm>
        </p:grpSpPr>
        <p:grpSp>
          <p:nvGrpSpPr>
            <p:cNvPr id="10455" name="Google Shape;10455;p117"/>
            <p:cNvGrpSpPr/>
            <p:nvPr/>
          </p:nvGrpSpPr>
          <p:grpSpPr>
            <a:xfrm>
              <a:off x="343" y="732"/>
              <a:ext cx="290" cy="154"/>
              <a:chOff x="844" y="3337"/>
              <a:chExt cx="290" cy="154"/>
            </a:xfrm>
          </p:grpSpPr>
          <p:sp>
            <p:nvSpPr>
              <p:cNvPr id="10456" name="Google Shape;10456;p117"/>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457" name="Google Shape;10457;p117"/>
              <p:cNvSpPr txBox="1"/>
              <p:nvPr/>
            </p:nvSpPr>
            <p:spPr>
              <a:xfrm>
                <a:off x="844" y="3337"/>
                <a:ext cx="28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DNS</a:t>
                </a:r>
                <a:endParaRPr/>
              </a:p>
            </p:txBody>
          </p:sp>
        </p:grpSp>
        <p:grpSp>
          <p:nvGrpSpPr>
            <p:cNvPr id="10458" name="Google Shape;10458;p117"/>
            <p:cNvGrpSpPr/>
            <p:nvPr/>
          </p:nvGrpSpPr>
          <p:grpSpPr>
            <a:xfrm>
              <a:off x="290" y="874"/>
              <a:ext cx="354" cy="154"/>
              <a:chOff x="740" y="3209"/>
              <a:chExt cx="354" cy="154"/>
            </a:xfrm>
          </p:grpSpPr>
          <p:grpSp>
            <p:nvGrpSpPr>
              <p:cNvPr id="10459" name="Google Shape;10459;p117"/>
              <p:cNvGrpSpPr/>
              <p:nvPr/>
            </p:nvGrpSpPr>
            <p:grpSpPr>
              <a:xfrm>
                <a:off x="794" y="3209"/>
                <a:ext cx="290" cy="154"/>
                <a:chOff x="844" y="3337"/>
                <a:chExt cx="290" cy="154"/>
              </a:xfrm>
            </p:grpSpPr>
            <p:sp>
              <p:nvSpPr>
                <p:cNvPr id="10460" name="Google Shape;10460;p117"/>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461" name="Google Shape;10461;p117"/>
                <p:cNvSpPr txBox="1"/>
                <p:nvPr/>
              </p:nvSpPr>
              <p:spPr>
                <a:xfrm>
                  <a:off x="844" y="3337"/>
                  <a:ext cx="28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DNS</a:t>
                  </a:r>
                  <a:endParaRPr/>
                </a:p>
              </p:txBody>
            </p:sp>
          </p:grpSp>
          <p:sp>
            <p:nvSpPr>
              <p:cNvPr id="10462" name="Google Shape;10462;p117"/>
              <p:cNvSpPr/>
              <p:nvPr/>
            </p:nvSpPr>
            <p:spPr>
              <a:xfrm>
                <a:off x="750" y="3244"/>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463" name="Google Shape;10463;p117"/>
              <p:cNvSpPr/>
              <p:nvPr/>
            </p:nvSpPr>
            <p:spPr>
              <a:xfrm>
                <a:off x="740" y="3238"/>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10464" name="Google Shape;10464;p117"/>
            <p:cNvGrpSpPr/>
            <p:nvPr/>
          </p:nvGrpSpPr>
          <p:grpSpPr>
            <a:xfrm>
              <a:off x="290" y="1022"/>
              <a:ext cx="354" cy="154"/>
              <a:chOff x="836" y="3305"/>
              <a:chExt cx="354" cy="154"/>
            </a:xfrm>
          </p:grpSpPr>
          <p:grpSp>
            <p:nvGrpSpPr>
              <p:cNvPr id="10465" name="Google Shape;10465;p117"/>
              <p:cNvGrpSpPr/>
              <p:nvPr/>
            </p:nvGrpSpPr>
            <p:grpSpPr>
              <a:xfrm>
                <a:off x="890" y="3305"/>
                <a:ext cx="290" cy="154"/>
                <a:chOff x="844" y="3337"/>
                <a:chExt cx="290" cy="154"/>
              </a:xfrm>
            </p:grpSpPr>
            <p:sp>
              <p:nvSpPr>
                <p:cNvPr id="10466" name="Google Shape;10466;p117"/>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467" name="Google Shape;10467;p117"/>
                <p:cNvSpPr txBox="1"/>
                <p:nvPr/>
              </p:nvSpPr>
              <p:spPr>
                <a:xfrm>
                  <a:off x="844" y="3337"/>
                  <a:ext cx="28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DNS</a:t>
                  </a:r>
                  <a:endParaRPr/>
                </a:p>
              </p:txBody>
            </p:sp>
          </p:grpSp>
          <p:grpSp>
            <p:nvGrpSpPr>
              <p:cNvPr id="10468" name="Google Shape;10468;p117"/>
              <p:cNvGrpSpPr/>
              <p:nvPr/>
            </p:nvGrpSpPr>
            <p:grpSpPr>
              <a:xfrm>
                <a:off x="836" y="3334"/>
                <a:ext cx="354" cy="94"/>
                <a:chOff x="836" y="3334"/>
                <a:chExt cx="354" cy="94"/>
              </a:xfrm>
            </p:grpSpPr>
            <p:sp>
              <p:nvSpPr>
                <p:cNvPr id="10469" name="Google Shape;10469;p117"/>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470" name="Google Shape;10470;p117"/>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grpSp>
          <p:nvGrpSpPr>
            <p:cNvPr id="10471" name="Google Shape;10471;p117"/>
            <p:cNvGrpSpPr/>
            <p:nvPr/>
          </p:nvGrpSpPr>
          <p:grpSpPr>
            <a:xfrm>
              <a:off x="177" y="1042"/>
              <a:ext cx="480" cy="112"/>
              <a:chOff x="627" y="3377"/>
              <a:chExt cx="480" cy="112"/>
            </a:xfrm>
          </p:grpSpPr>
          <p:sp>
            <p:nvSpPr>
              <p:cNvPr id="10472" name="Google Shape;10472;p117"/>
              <p:cNvSpPr/>
              <p:nvPr/>
            </p:nvSpPr>
            <p:spPr>
              <a:xfrm>
                <a:off x="636" y="3388"/>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473" name="Google Shape;10473;p117"/>
              <p:cNvSpPr/>
              <p:nvPr/>
            </p:nvSpPr>
            <p:spPr>
              <a:xfrm>
                <a:off x="627" y="3377"/>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10474" name="Google Shape;10474;p117"/>
            <p:cNvSpPr/>
            <p:nvPr/>
          </p:nvSpPr>
          <p:spPr>
            <a:xfrm>
              <a:off x="393" y="729"/>
              <a:ext cx="240" cy="552"/>
            </a:xfrm>
            <a:prstGeom prst="downArrow">
              <a:avLst>
                <a:gd fmla="val 54167" name="adj1"/>
                <a:gd fmla="val 36928" name="adj2"/>
              </a:avLst>
            </a:prstGeom>
            <a:gradFill>
              <a:gsLst>
                <a:gs pos="0">
                  <a:srgbClr val="FF0000">
                    <a:alpha val="24705"/>
                  </a:srgbClr>
                </a:gs>
                <a:gs pos="100000">
                  <a:srgbClr val="FF0000">
                    <a:alpha val="24705"/>
                  </a:srgbClr>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10475" name="Google Shape;10475;p117"/>
          <p:cNvSpPr/>
          <p:nvPr/>
        </p:nvSpPr>
        <p:spPr>
          <a:xfrm>
            <a:off x="4781673" y="1792392"/>
            <a:ext cx="3486028" cy="2590938"/>
          </a:xfrm>
          <a:custGeom>
            <a:rect b="b" l="l" r="r" t="t"/>
            <a:pathLst>
              <a:path extrusionOk="0" h="9973" w="10000">
                <a:moveTo>
                  <a:pt x="334" y="2010"/>
                </a:moveTo>
                <a:cubicBezTo>
                  <a:pt x="-90" y="2671"/>
                  <a:pt x="-7" y="4166"/>
                  <a:pt x="38" y="4952"/>
                </a:cubicBezTo>
                <a:cubicBezTo>
                  <a:pt x="83" y="5738"/>
                  <a:pt x="308" y="6246"/>
                  <a:pt x="608" y="6726"/>
                </a:cubicBezTo>
                <a:cubicBezTo>
                  <a:pt x="906" y="7207"/>
                  <a:pt x="1176" y="7528"/>
                  <a:pt x="1830" y="7834"/>
                </a:cubicBezTo>
                <a:cubicBezTo>
                  <a:pt x="2484" y="8140"/>
                  <a:pt x="3678" y="8218"/>
                  <a:pt x="4532" y="8562"/>
                </a:cubicBezTo>
                <a:cubicBezTo>
                  <a:pt x="5384" y="8905"/>
                  <a:pt x="6078" y="9738"/>
                  <a:pt x="6946" y="9897"/>
                </a:cubicBezTo>
                <a:cubicBezTo>
                  <a:pt x="7814" y="10056"/>
                  <a:pt x="9200" y="9984"/>
                  <a:pt x="9743" y="9519"/>
                </a:cubicBezTo>
                <a:cubicBezTo>
                  <a:pt x="10214" y="8840"/>
                  <a:pt x="9709" y="6896"/>
                  <a:pt x="9752" y="5816"/>
                </a:cubicBezTo>
                <a:cubicBezTo>
                  <a:pt x="9796" y="4736"/>
                  <a:pt x="9959" y="3695"/>
                  <a:pt x="10000" y="3042"/>
                </a:cubicBezTo>
                <a:cubicBezTo>
                  <a:pt x="9911" y="2184"/>
                  <a:pt x="9932" y="1181"/>
                  <a:pt x="9226" y="676"/>
                </a:cubicBezTo>
                <a:cubicBezTo>
                  <a:pt x="8522" y="170"/>
                  <a:pt x="6876" y="-44"/>
                  <a:pt x="5768" y="7"/>
                </a:cubicBezTo>
                <a:cubicBezTo>
                  <a:pt x="4662" y="58"/>
                  <a:pt x="3493" y="270"/>
                  <a:pt x="2580" y="982"/>
                </a:cubicBezTo>
                <a:cubicBezTo>
                  <a:pt x="1535" y="1383"/>
                  <a:pt x="757" y="1348"/>
                  <a:pt x="334" y="2010"/>
                </a:cubicBezTo>
                <a:close/>
              </a:path>
            </a:pathLst>
          </a:custGeom>
          <a:gradFill>
            <a:gsLst>
              <a:gs pos="0">
                <a:srgbClr val="9CE0FA"/>
              </a:gs>
              <a:gs pos="65000">
                <a:schemeClr val="lt1"/>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0476" name="Google Shape;10476;p117"/>
          <p:cNvSpPr txBox="1"/>
          <p:nvPr/>
        </p:nvSpPr>
        <p:spPr>
          <a:xfrm>
            <a:off x="4838700" y="2566706"/>
            <a:ext cx="1811337" cy="5810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600">
                <a:solidFill>
                  <a:srgbClr val="000000"/>
                </a:solidFill>
                <a:latin typeface="Arial"/>
                <a:ea typeface="Arial"/>
                <a:cs typeface="Arial"/>
                <a:sym typeface="Arial"/>
              </a:rPr>
              <a:t>Comcast network </a:t>
            </a:r>
            <a:endParaRPr/>
          </a:p>
          <a:p>
            <a:pPr indent="0" lvl="0" marL="0" marR="0" rtl="0" algn="l">
              <a:spcBef>
                <a:spcPts val="0"/>
              </a:spcBef>
              <a:spcAft>
                <a:spcPts val="0"/>
              </a:spcAft>
              <a:buNone/>
            </a:pPr>
            <a:r>
              <a:rPr i="0" lang="en-US" sz="1600">
                <a:solidFill>
                  <a:srgbClr val="000000"/>
                </a:solidFill>
                <a:latin typeface="Arial"/>
                <a:ea typeface="Arial"/>
                <a:cs typeface="Arial"/>
                <a:sym typeface="Arial"/>
              </a:rPr>
              <a:t>68.80.0.0/13</a:t>
            </a:r>
            <a:endParaRPr/>
          </a:p>
        </p:txBody>
      </p:sp>
      <p:cxnSp>
        <p:nvCxnSpPr>
          <p:cNvPr id="10477" name="Google Shape;10477;p117"/>
          <p:cNvCxnSpPr/>
          <p:nvPr/>
        </p:nvCxnSpPr>
        <p:spPr>
          <a:xfrm flipH="1" rot="10800000">
            <a:off x="3670020" y="3535642"/>
            <a:ext cx="1819275" cy="733425"/>
          </a:xfrm>
          <a:prstGeom prst="straightConnector1">
            <a:avLst/>
          </a:prstGeom>
          <a:noFill/>
          <a:ln cap="flat" cmpd="sng" w="9525">
            <a:solidFill>
              <a:srgbClr val="000000"/>
            </a:solidFill>
            <a:prstDash val="solid"/>
            <a:round/>
            <a:headEnd len="med" w="med" type="none"/>
            <a:tailEnd len="med" w="med" type="none"/>
          </a:ln>
        </p:spPr>
      </p:cxnSp>
      <p:grpSp>
        <p:nvGrpSpPr>
          <p:cNvPr id="10478" name="Google Shape;10478;p117"/>
          <p:cNvGrpSpPr/>
          <p:nvPr/>
        </p:nvGrpSpPr>
        <p:grpSpPr>
          <a:xfrm flipH="1">
            <a:off x="5635438" y="3627064"/>
            <a:ext cx="400050" cy="152400"/>
            <a:chOff x="3228" y="1776"/>
            <a:chExt cx="252" cy="96"/>
          </a:xfrm>
        </p:grpSpPr>
        <p:cxnSp>
          <p:nvCxnSpPr>
            <p:cNvPr id="10479" name="Google Shape;10479;p117"/>
            <p:cNvCxnSpPr/>
            <p:nvPr/>
          </p:nvCxnSpPr>
          <p:spPr>
            <a:xfrm flipH="1" rot="10800000">
              <a:off x="3339" y="1776"/>
              <a:ext cx="141" cy="51"/>
            </a:xfrm>
            <a:prstGeom prst="straightConnector1">
              <a:avLst/>
            </a:prstGeom>
            <a:noFill/>
            <a:ln cap="flat" cmpd="sng" w="9525">
              <a:solidFill>
                <a:srgbClr val="000000"/>
              </a:solidFill>
              <a:prstDash val="solid"/>
              <a:round/>
              <a:headEnd len="med" w="med" type="none"/>
              <a:tailEnd len="med" w="med" type="none"/>
            </a:ln>
          </p:spPr>
        </p:cxnSp>
        <p:cxnSp>
          <p:nvCxnSpPr>
            <p:cNvPr id="10480" name="Google Shape;10480;p117"/>
            <p:cNvCxnSpPr/>
            <p:nvPr/>
          </p:nvCxnSpPr>
          <p:spPr>
            <a:xfrm flipH="1" rot="10800000">
              <a:off x="3228" y="1833"/>
              <a:ext cx="102" cy="39"/>
            </a:xfrm>
            <a:prstGeom prst="straightConnector1">
              <a:avLst/>
            </a:prstGeom>
            <a:noFill/>
            <a:ln cap="flat" cmpd="sng" w="9525">
              <a:solidFill>
                <a:srgbClr val="000000"/>
              </a:solidFill>
              <a:prstDash val="dash"/>
              <a:round/>
              <a:headEnd len="med" w="med" type="none"/>
              <a:tailEnd len="med" w="med" type="none"/>
            </a:ln>
          </p:spPr>
        </p:cxnSp>
      </p:grpSp>
      <p:grpSp>
        <p:nvGrpSpPr>
          <p:cNvPr id="10481" name="Google Shape;10481;p117"/>
          <p:cNvGrpSpPr/>
          <p:nvPr/>
        </p:nvGrpSpPr>
        <p:grpSpPr>
          <a:xfrm rot="10800000">
            <a:off x="5787838" y="3103189"/>
            <a:ext cx="400050" cy="152400"/>
            <a:chOff x="3228" y="1776"/>
            <a:chExt cx="252" cy="96"/>
          </a:xfrm>
        </p:grpSpPr>
        <p:cxnSp>
          <p:nvCxnSpPr>
            <p:cNvPr id="10482" name="Google Shape;10482;p117"/>
            <p:cNvCxnSpPr/>
            <p:nvPr/>
          </p:nvCxnSpPr>
          <p:spPr>
            <a:xfrm flipH="1" rot="10800000">
              <a:off x="3339" y="1776"/>
              <a:ext cx="141" cy="51"/>
            </a:xfrm>
            <a:prstGeom prst="straightConnector1">
              <a:avLst/>
            </a:prstGeom>
            <a:noFill/>
            <a:ln cap="flat" cmpd="sng" w="9525">
              <a:solidFill>
                <a:srgbClr val="000000"/>
              </a:solidFill>
              <a:prstDash val="solid"/>
              <a:round/>
              <a:headEnd len="med" w="med" type="none"/>
              <a:tailEnd len="med" w="med" type="none"/>
            </a:ln>
          </p:spPr>
        </p:cxnSp>
        <p:cxnSp>
          <p:nvCxnSpPr>
            <p:cNvPr id="10483" name="Google Shape;10483;p117"/>
            <p:cNvCxnSpPr/>
            <p:nvPr/>
          </p:nvCxnSpPr>
          <p:spPr>
            <a:xfrm flipH="1" rot="10800000">
              <a:off x="3228" y="1833"/>
              <a:ext cx="102" cy="39"/>
            </a:xfrm>
            <a:prstGeom prst="straightConnector1">
              <a:avLst/>
            </a:prstGeom>
            <a:noFill/>
            <a:ln cap="flat" cmpd="sng" w="9525">
              <a:solidFill>
                <a:srgbClr val="000000"/>
              </a:solidFill>
              <a:prstDash val="dash"/>
              <a:round/>
              <a:headEnd len="med" w="med" type="none"/>
              <a:tailEnd len="med" w="med" type="none"/>
            </a:ln>
          </p:spPr>
        </p:cxnSp>
      </p:grpSp>
      <p:grpSp>
        <p:nvGrpSpPr>
          <p:cNvPr id="10484" name="Google Shape;10484;p117"/>
          <p:cNvGrpSpPr/>
          <p:nvPr/>
        </p:nvGrpSpPr>
        <p:grpSpPr>
          <a:xfrm>
            <a:off x="5174932" y="3229968"/>
            <a:ext cx="853832" cy="472456"/>
            <a:chOff x="7493876" y="2774731"/>
            <a:chExt cx="1481958" cy="894622"/>
          </a:xfrm>
        </p:grpSpPr>
        <p:sp>
          <p:nvSpPr>
            <p:cNvPr id="10485" name="Google Shape;10485;p11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0486" name="Google Shape;10486;p117"/>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0487" name="Google Shape;10487;p117"/>
            <p:cNvGrpSpPr/>
            <p:nvPr/>
          </p:nvGrpSpPr>
          <p:grpSpPr>
            <a:xfrm>
              <a:off x="7713663" y="2848339"/>
              <a:ext cx="1042107" cy="425543"/>
              <a:chOff x="7786941" y="2884917"/>
              <a:chExt cx="897649" cy="353919"/>
            </a:xfrm>
          </p:grpSpPr>
          <p:sp>
            <p:nvSpPr>
              <p:cNvPr id="10488" name="Google Shape;10488;p11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489" name="Google Shape;10489;p11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490" name="Google Shape;10490;p11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491" name="Google Shape;10491;p11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10492" name="Google Shape;10492;p117"/>
          <p:cNvSpPr/>
          <p:nvPr/>
        </p:nvSpPr>
        <p:spPr>
          <a:xfrm>
            <a:off x="915707" y="4764367"/>
            <a:ext cx="6419850" cy="1620838"/>
          </a:xfrm>
          <a:custGeom>
            <a:rect b="b" l="l" r="r" t="t"/>
            <a:pathLst>
              <a:path extrusionOk="0" h="958" w="2406">
                <a:moveTo>
                  <a:pt x="2192" y="274"/>
                </a:moveTo>
                <a:cubicBezTo>
                  <a:pt x="1978" y="94"/>
                  <a:pt x="1990" y="122"/>
                  <a:pt x="1857" y="77"/>
                </a:cubicBezTo>
                <a:cubicBezTo>
                  <a:pt x="1724" y="32"/>
                  <a:pt x="1584" y="0"/>
                  <a:pt x="1393" y="7"/>
                </a:cubicBezTo>
                <a:cubicBezTo>
                  <a:pt x="1202" y="14"/>
                  <a:pt x="898" y="84"/>
                  <a:pt x="713" y="122"/>
                </a:cubicBezTo>
                <a:cubicBezTo>
                  <a:pt x="528" y="160"/>
                  <a:pt x="395" y="168"/>
                  <a:pt x="280" y="234"/>
                </a:cubicBezTo>
                <a:cubicBezTo>
                  <a:pt x="166" y="301"/>
                  <a:pt x="52" y="432"/>
                  <a:pt x="26" y="522"/>
                </a:cubicBezTo>
                <a:cubicBezTo>
                  <a:pt x="0" y="612"/>
                  <a:pt x="81" y="711"/>
                  <a:pt x="122" y="773"/>
                </a:cubicBezTo>
                <a:cubicBezTo>
                  <a:pt x="163" y="835"/>
                  <a:pt x="99" y="877"/>
                  <a:pt x="273" y="894"/>
                </a:cubicBezTo>
                <a:cubicBezTo>
                  <a:pt x="447" y="911"/>
                  <a:pt x="938" y="866"/>
                  <a:pt x="1169" y="876"/>
                </a:cubicBezTo>
                <a:cubicBezTo>
                  <a:pt x="1400" y="886"/>
                  <a:pt x="1499" y="950"/>
                  <a:pt x="1659" y="954"/>
                </a:cubicBezTo>
                <a:cubicBezTo>
                  <a:pt x="1819" y="958"/>
                  <a:pt x="2014" y="958"/>
                  <a:pt x="2129" y="897"/>
                </a:cubicBezTo>
                <a:cubicBezTo>
                  <a:pt x="2244" y="836"/>
                  <a:pt x="2327" y="856"/>
                  <a:pt x="2350" y="591"/>
                </a:cubicBezTo>
                <a:cubicBezTo>
                  <a:pt x="2373" y="326"/>
                  <a:pt x="2406" y="454"/>
                  <a:pt x="2192" y="274"/>
                </a:cubicBezTo>
                <a:close/>
              </a:path>
            </a:pathLst>
          </a:custGeom>
          <a:gradFill>
            <a:gsLst>
              <a:gs pos="0">
                <a:srgbClr val="9CE0FA"/>
              </a:gs>
              <a:gs pos="65000">
                <a:schemeClr val="lt1"/>
              </a:gs>
              <a:gs pos="100000">
                <a:schemeClr val="lt1"/>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10493" name="Google Shape;10493;p117"/>
          <p:cNvCxnSpPr/>
          <p:nvPr/>
        </p:nvCxnSpPr>
        <p:spPr>
          <a:xfrm flipH="1" rot="10800000">
            <a:off x="4306607" y="3692805"/>
            <a:ext cx="1174750" cy="1651000"/>
          </a:xfrm>
          <a:prstGeom prst="straightConnector1">
            <a:avLst/>
          </a:prstGeom>
          <a:noFill/>
          <a:ln cap="flat" cmpd="sng" w="9525">
            <a:solidFill>
              <a:srgbClr val="000000"/>
            </a:solidFill>
            <a:prstDash val="solid"/>
            <a:round/>
            <a:headEnd len="med" w="med" type="none"/>
            <a:tailEnd len="med" w="med" type="none"/>
          </a:ln>
        </p:spPr>
      </p:cxnSp>
      <p:cxnSp>
        <p:nvCxnSpPr>
          <p:cNvPr id="10494" name="Google Shape;10494;p117"/>
          <p:cNvCxnSpPr/>
          <p:nvPr/>
        </p:nvCxnSpPr>
        <p:spPr>
          <a:xfrm flipH="1" rot="10800000">
            <a:off x="2885795" y="5512080"/>
            <a:ext cx="942975" cy="1587"/>
          </a:xfrm>
          <a:prstGeom prst="straightConnector1">
            <a:avLst/>
          </a:prstGeom>
          <a:noFill/>
          <a:ln cap="flat" cmpd="sng" w="9525">
            <a:solidFill>
              <a:srgbClr val="000000"/>
            </a:solidFill>
            <a:prstDash val="solid"/>
            <a:round/>
            <a:headEnd len="med" w="med" type="none"/>
            <a:tailEnd len="med" w="med" type="none"/>
          </a:ln>
        </p:spPr>
      </p:cxnSp>
      <p:sp>
        <p:nvSpPr>
          <p:cNvPr id="10495" name="Google Shape;10495;p117"/>
          <p:cNvSpPr txBox="1"/>
          <p:nvPr/>
        </p:nvSpPr>
        <p:spPr>
          <a:xfrm>
            <a:off x="1798357" y="5904192"/>
            <a:ext cx="1595438"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600">
                <a:solidFill>
                  <a:srgbClr val="000000"/>
                </a:solidFill>
                <a:latin typeface="Arial"/>
                <a:ea typeface="Arial"/>
                <a:cs typeface="Arial"/>
                <a:sym typeface="Arial"/>
              </a:rPr>
              <a:t>64.233.169.105</a:t>
            </a:r>
            <a:endParaRPr/>
          </a:p>
        </p:txBody>
      </p:sp>
      <p:sp>
        <p:nvSpPr>
          <p:cNvPr id="10496" name="Google Shape;10496;p117"/>
          <p:cNvSpPr txBox="1"/>
          <p:nvPr/>
        </p:nvSpPr>
        <p:spPr>
          <a:xfrm>
            <a:off x="1779307" y="5648605"/>
            <a:ext cx="1906291"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600">
                <a:solidFill>
                  <a:srgbClr val="000000"/>
                </a:solidFill>
                <a:latin typeface="Arial"/>
                <a:ea typeface="Arial"/>
                <a:cs typeface="Arial"/>
                <a:sym typeface="Arial"/>
              </a:rPr>
              <a:t>Google web server</a:t>
            </a:r>
            <a:endParaRPr/>
          </a:p>
        </p:txBody>
      </p:sp>
      <p:grpSp>
        <p:nvGrpSpPr>
          <p:cNvPr id="10497" name="Google Shape;10497;p117"/>
          <p:cNvGrpSpPr/>
          <p:nvPr/>
        </p:nvGrpSpPr>
        <p:grpSpPr>
          <a:xfrm>
            <a:off x="3765270" y="5718455"/>
            <a:ext cx="295275" cy="114300"/>
            <a:chOff x="3228" y="1776"/>
            <a:chExt cx="252" cy="96"/>
          </a:xfrm>
        </p:grpSpPr>
        <p:cxnSp>
          <p:nvCxnSpPr>
            <p:cNvPr id="10498" name="Google Shape;10498;p117"/>
            <p:cNvCxnSpPr/>
            <p:nvPr/>
          </p:nvCxnSpPr>
          <p:spPr>
            <a:xfrm flipH="1" rot="10800000">
              <a:off x="3339" y="1776"/>
              <a:ext cx="141" cy="51"/>
            </a:xfrm>
            <a:prstGeom prst="straightConnector1">
              <a:avLst/>
            </a:prstGeom>
            <a:noFill/>
            <a:ln cap="flat" cmpd="sng" w="9525">
              <a:solidFill>
                <a:srgbClr val="000000"/>
              </a:solidFill>
              <a:prstDash val="solid"/>
              <a:round/>
              <a:headEnd len="med" w="med" type="none"/>
              <a:tailEnd len="med" w="med" type="none"/>
            </a:ln>
          </p:spPr>
        </p:cxnSp>
        <p:cxnSp>
          <p:nvCxnSpPr>
            <p:cNvPr id="10499" name="Google Shape;10499;p117"/>
            <p:cNvCxnSpPr/>
            <p:nvPr/>
          </p:nvCxnSpPr>
          <p:spPr>
            <a:xfrm flipH="1" rot="10800000">
              <a:off x="3228" y="1833"/>
              <a:ext cx="102" cy="39"/>
            </a:xfrm>
            <a:prstGeom prst="straightConnector1">
              <a:avLst/>
            </a:prstGeom>
            <a:noFill/>
            <a:ln cap="flat" cmpd="sng" w="9525">
              <a:solidFill>
                <a:srgbClr val="000000"/>
              </a:solidFill>
              <a:prstDash val="dash"/>
              <a:round/>
              <a:headEnd len="med" w="med" type="none"/>
              <a:tailEnd len="med" w="med" type="none"/>
            </a:ln>
          </p:spPr>
        </p:cxnSp>
      </p:grpSp>
      <p:grpSp>
        <p:nvGrpSpPr>
          <p:cNvPr id="10500" name="Google Shape;10500;p117"/>
          <p:cNvGrpSpPr/>
          <p:nvPr/>
        </p:nvGrpSpPr>
        <p:grpSpPr>
          <a:xfrm flipH="1">
            <a:off x="4403445" y="5718455"/>
            <a:ext cx="295275" cy="114300"/>
            <a:chOff x="3228" y="1776"/>
            <a:chExt cx="252" cy="96"/>
          </a:xfrm>
        </p:grpSpPr>
        <p:cxnSp>
          <p:nvCxnSpPr>
            <p:cNvPr id="10501" name="Google Shape;10501;p117"/>
            <p:cNvCxnSpPr/>
            <p:nvPr/>
          </p:nvCxnSpPr>
          <p:spPr>
            <a:xfrm flipH="1" rot="10800000">
              <a:off x="3339" y="1776"/>
              <a:ext cx="141" cy="51"/>
            </a:xfrm>
            <a:prstGeom prst="straightConnector1">
              <a:avLst/>
            </a:prstGeom>
            <a:noFill/>
            <a:ln cap="flat" cmpd="sng" w="9525">
              <a:solidFill>
                <a:srgbClr val="000000"/>
              </a:solidFill>
              <a:prstDash val="solid"/>
              <a:round/>
              <a:headEnd len="med" w="med" type="none"/>
              <a:tailEnd len="med" w="med" type="none"/>
            </a:ln>
          </p:spPr>
        </p:cxnSp>
        <p:cxnSp>
          <p:nvCxnSpPr>
            <p:cNvPr id="10502" name="Google Shape;10502;p117"/>
            <p:cNvCxnSpPr/>
            <p:nvPr/>
          </p:nvCxnSpPr>
          <p:spPr>
            <a:xfrm flipH="1" rot="10800000">
              <a:off x="3228" y="1833"/>
              <a:ext cx="102" cy="39"/>
            </a:xfrm>
            <a:prstGeom prst="straightConnector1">
              <a:avLst/>
            </a:prstGeom>
            <a:noFill/>
            <a:ln cap="flat" cmpd="sng" w="9525">
              <a:solidFill>
                <a:srgbClr val="000000"/>
              </a:solidFill>
              <a:prstDash val="dash"/>
              <a:round/>
              <a:headEnd len="med" w="med" type="none"/>
              <a:tailEnd len="med" w="med" type="none"/>
            </a:ln>
          </p:spPr>
        </p:cxnSp>
      </p:grpSp>
      <p:grpSp>
        <p:nvGrpSpPr>
          <p:cNvPr id="10503" name="Google Shape;10503;p117"/>
          <p:cNvGrpSpPr/>
          <p:nvPr/>
        </p:nvGrpSpPr>
        <p:grpSpPr>
          <a:xfrm rot="10800000">
            <a:off x="4608232" y="5423180"/>
            <a:ext cx="295275" cy="114300"/>
            <a:chOff x="3228" y="1776"/>
            <a:chExt cx="252" cy="96"/>
          </a:xfrm>
        </p:grpSpPr>
        <p:cxnSp>
          <p:nvCxnSpPr>
            <p:cNvPr id="10504" name="Google Shape;10504;p117"/>
            <p:cNvCxnSpPr/>
            <p:nvPr/>
          </p:nvCxnSpPr>
          <p:spPr>
            <a:xfrm flipH="1" rot="10800000">
              <a:off x="3339" y="1776"/>
              <a:ext cx="141" cy="51"/>
            </a:xfrm>
            <a:prstGeom prst="straightConnector1">
              <a:avLst/>
            </a:prstGeom>
            <a:noFill/>
            <a:ln cap="flat" cmpd="sng" w="9525">
              <a:solidFill>
                <a:srgbClr val="000000"/>
              </a:solidFill>
              <a:prstDash val="solid"/>
              <a:round/>
              <a:headEnd len="med" w="med" type="none"/>
              <a:tailEnd len="med" w="med" type="none"/>
            </a:ln>
          </p:spPr>
        </p:cxnSp>
        <p:cxnSp>
          <p:nvCxnSpPr>
            <p:cNvPr id="10505" name="Google Shape;10505;p117"/>
            <p:cNvCxnSpPr/>
            <p:nvPr/>
          </p:nvCxnSpPr>
          <p:spPr>
            <a:xfrm flipH="1" rot="10800000">
              <a:off x="3228" y="1833"/>
              <a:ext cx="102" cy="39"/>
            </a:xfrm>
            <a:prstGeom prst="straightConnector1">
              <a:avLst/>
            </a:prstGeom>
            <a:noFill/>
            <a:ln cap="flat" cmpd="sng" w="9525">
              <a:solidFill>
                <a:srgbClr val="000000"/>
              </a:solidFill>
              <a:prstDash val="dash"/>
              <a:round/>
              <a:headEnd len="med" w="med" type="none"/>
              <a:tailEnd len="med" w="med" type="none"/>
            </a:ln>
          </p:spPr>
        </p:cxnSp>
      </p:grpSp>
      <p:grpSp>
        <p:nvGrpSpPr>
          <p:cNvPr id="10506" name="Google Shape;10506;p117"/>
          <p:cNvGrpSpPr/>
          <p:nvPr/>
        </p:nvGrpSpPr>
        <p:grpSpPr>
          <a:xfrm>
            <a:off x="3885507" y="5310841"/>
            <a:ext cx="809010" cy="502026"/>
            <a:chOff x="7493876" y="2774731"/>
            <a:chExt cx="1481958" cy="894622"/>
          </a:xfrm>
        </p:grpSpPr>
        <p:sp>
          <p:nvSpPr>
            <p:cNvPr id="10507" name="Google Shape;10507;p11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0508" name="Google Shape;10508;p117"/>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0509" name="Google Shape;10509;p117"/>
            <p:cNvGrpSpPr/>
            <p:nvPr/>
          </p:nvGrpSpPr>
          <p:grpSpPr>
            <a:xfrm>
              <a:off x="7713663" y="2848339"/>
              <a:ext cx="1042107" cy="425543"/>
              <a:chOff x="7786941" y="2884917"/>
              <a:chExt cx="897649" cy="353919"/>
            </a:xfrm>
          </p:grpSpPr>
          <p:sp>
            <p:nvSpPr>
              <p:cNvPr id="10510" name="Google Shape;10510;p11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511" name="Google Shape;10511;p11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512" name="Google Shape;10512;p11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513" name="Google Shape;10513;p11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0514" name="Google Shape;10514;p117"/>
          <p:cNvGrpSpPr/>
          <p:nvPr/>
        </p:nvGrpSpPr>
        <p:grpSpPr>
          <a:xfrm>
            <a:off x="2703232" y="5072342"/>
            <a:ext cx="358775" cy="623888"/>
            <a:chOff x="4140" y="429"/>
            <a:chExt cx="1425" cy="2396"/>
          </a:xfrm>
        </p:grpSpPr>
        <p:sp>
          <p:nvSpPr>
            <p:cNvPr id="10515" name="Google Shape;10515;p117"/>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516" name="Google Shape;10516;p117"/>
            <p:cNvSpPr/>
            <p:nvPr/>
          </p:nvSpPr>
          <p:spPr>
            <a:xfrm>
              <a:off x="4203" y="429"/>
              <a:ext cx="1053" cy="2286"/>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517" name="Google Shape;10517;p117"/>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518" name="Google Shape;10518;p117"/>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519" name="Google Shape;10519;p117"/>
            <p:cNvSpPr/>
            <p:nvPr/>
          </p:nvSpPr>
          <p:spPr>
            <a:xfrm>
              <a:off x="4209" y="691"/>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10520" name="Google Shape;10520;p117"/>
            <p:cNvGrpSpPr/>
            <p:nvPr/>
          </p:nvGrpSpPr>
          <p:grpSpPr>
            <a:xfrm>
              <a:off x="4751" y="667"/>
              <a:ext cx="580" cy="146"/>
              <a:chOff x="617" y="2567"/>
              <a:chExt cx="724" cy="140"/>
            </a:xfrm>
          </p:grpSpPr>
          <p:sp>
            <p:nvSpPr>
              <p:cNvPr id="10521" name="Google Shape;10521;p117"/>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522" name="Google Shape;10522;p117"/>
              <p:cNvSpPr/>
              <p:nvPr/>
            </p:nvSpPr>
            <p:spPr>
              <a:xfrm>
                <a:off x="633" y="2584"/>
                <a:ext cx="692"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10523" name="Google Shape;10523;p117"/>
            <p:cNvSpPr/>
            <p:nvPr/>
          </p:nvSpPr>
          <p:spPr>
            <a:xfrm>
              <a:off x="4222" y="1020"/>
              <a:ext cx="599"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10524" name="Google Shape;10524;p117"/>
            <p:cNvGrpSpPr/>
            <p:nvPr/>
          </p:nvGrpSpPr>
          <p:grpSpPr>
            <a:xfrm>
              <a:off x="4745" y="996"/>
              <a:ext cx="580" cy="134"/>
              <a:chOff x="612" y="2570"/>
              <a:chExt cx="724" cy="139"/>
            </a:xfrm>
          </p:grpSpPr>
          <p:sp>
            <p:nvSpPr>
              <p:cNvPr id="10525" name="Google Shape;10525;p117"/>
              <p:cNvSpPr/>
              <p:nvPr/>
            </p:nvSpPr>
            <p:spPr>
              <a:xfrm>
                <a:off x="612" y="2570"/>
                <a:ext cx="724"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526" name="Google Shape;10526;p117"/>
              <p:cNvSpPr/>
              <p:nvPr/>
            </p:nvSpPr>
            <p:spPr>
              <a:xfrm>
                <a:off x="628" y="2589"/>
                <a:ext cx="692"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10527" name="Google Shape;10527;p117"/>
            <p:cNvSpPr/>
            <p:nvPr/>
          </p:nvSpPr>
          <p:spPr>
            <a:xfrm>
              <a:off x="4216" y="1356"/>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528" name="Google Shape;10528;p117"/>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10529" name="Google Shape;10529;p117"/>
            <p:cNvGrpSpPr/>
            <p:nvPr/>
          </p:nvGrpSpPr>
          <p:grpSpPr>
            <a:xfrm>
              <a:off x="4733" y="1636"/>
              <a:ext cx="586" cy="140"/>
              <a:chOff x="611" y="2576"/>
              <a:chExt cx="730" cy="129"/>
            </a:xfrm>
          </p:grpSpPr>
          <p:sp>
            <p:nvSpPr>
              <p:cNvPr id="10530" name="Google Shape;10530;p117"/>
              <p:cNvSpPr/>
              <p:nvPr/>
            </p:nvSpPr>
            <p:spPr>
              <a:xfrm>
                <a:off x="611" y="2576"/>
                <a:ext cx="730" cy="12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531" name="Google Shape;10531;p117"/>
              <p:cNvSpPr/>
              <p:nvPr/>
            </p:nvSpPr>
            <p:spPr>
              <a:xfrm>
                <a:off x="627" y="2588"/>
                <a:ext cx="699"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10532" name="Google Shape;10532;p117"/>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10533" name="Google Shape;10533;p117"/>
            <p:cNvGrpSpPr/>
            <p:nvPr/>
          </p:nvGrpSpPr>
          <p:grpSpPr>
            <a:xfrm>
              <a:off x="4739" y="1325"/>
              <a:ext cx="580" cy="140"/>
              <a:chOff x="614" y="2566"/>
              <a:chExt cx="723" cy="140"/>
            </a:xfrm>
          </p:grpSpPr>
          <p:sp>
            <p:nvSpPr>
              <p:cNvPr id="10534" name="Google Shape;10534;p117"/>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535" name="Google Shape;10535;p117"/>
              <p:cNvSpPr/>
              <p:nvPr/>
            </p:nvSpPr>
            <p:spPr>
              <a:xfrm>
                <a:off x="630" y="2585"/>
                <a:ext cx="691"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10536" name="Google Shape;10536;p117"/>
            <p:cNvSpPr/>
            <p:nvPr/>
          </p:nvSpPr>
          <p:spPr>
            <a:xfrm>
              <a:off x="5250" y="429"/>
              <a:ext cx="69" cy="2286"/>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537" name="Google Shape;10537;p117"/>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538" name="Google Shape;10538;p117"/>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539" name="Google Shape;10539;p117"/>
            <p:cNvSpPr/>
            <p:nvPr/>
          </p:nvSpPr>
          <p:spPr>
            <a:xfrm>
              <a:off x="5515" y="2612"/>
              <a:ext cx="50" cy="98"/>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540" name="Google Shape;10540;p117"/>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541" name="Google Shape;10541;p117"/>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542" name="Google Shape;10542;p117"/>
            <p:cNvSpPr/>
            <p:nvPr/>
          </p:nvSpPr>
          <p:spPr>
            <a:xfrm>
              <a:off x="4203" y="2709"/>
              <a:ext cx="1072" cy="85"/>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543" name="Google Shape;10543;p117"/>
            <p:cNvSpPr/>
            <p:nvPr/>
          </p:nvSpPr>
          <p:spPr>
            <a:xfrm>
              <a:off x="4310" y="2386"/>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544" name="Google Shape;10544;p117"/>
            <p:cNvSpPr/>
            <p:nvPr/>
          </p:nvSpPr>
          <p:spPr>
            <a:xfrm>
              <a:off x="4487" y="2386"/>
              <a:ext cx="158" cy="14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10545" name="Google Shape;10545;p117"/>
            <p:cNvSpPr/>
            <p:nvPr/>
          </p:nvSpPr>
          <p:spPr>
            <a:xfrm>
              <a:off x="4663" y="2380"/>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546" name="Google Shape;10546;p117"/>
            <p:cNvSpPr/>
            <p:nvPr/>
          </p:nvSpPr>
          <p:spPr>
            <a:xfrm>
              <a:off x="5061" y="1837"/>
              <a:ext cx="88" cy="756"/>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10547" name="Google Shape;10547;p117"/>
          <p:cNvGrpSpPr/>
          <p:nvPr/>
        </p:nvGrpSpPr>
        <p:grpSpPr>
          <a:xfrm>
            <a:off x="1323975" y="1595438"/>
            <a:ext cx="976312" cy="1460500"/>
            <a:chOff x="651" y="681"/>
            <a:chExt cx="615" cy="920"/>
          </a:xfrm>
        </p:grpSpPr>
        <p:sp>
          <p:nvSpPr>
            <p:cNvPr id="10548" name="Google Shape;10548;p117"/>
            <p:cNvSpPr/>
            <p:nvPr/>
          </p:nvSpPr>
          <p:spPr>
            <a:xfrm>
              <a:off x="662" y="698"/>
              <a:ext cx="604" cy="903"/>
            </a:xfrm>
            <a:custGeom>
              <a:rect b="b" l="l" r="r" t="t"/>
              <a:pathLst>
                <a:path extrusionOk="0" h="10000" w="10000">
                  <a:moveTo>
                    <a:pt x="8212" y="0"/>
                  </a:moveTo>
                  <a:lnTo>
                    <a:pt x="10000" y="10000"/>
                  </a:lnTo>
                  <a:lnTo>
                    <a:pt x="0" y="8726"/>
                  </a:lnTo>
                  <a:lnTo>
                    <a:pt x="7951" y="8723"/>
                  </a:lnTo>
                  <a:lnTo>
                    <a:pt x="8212" y="0"/>
                  </a:lnTo>
                  <a:close/>
                </a:path>
              </a:pathLst>
            </a:custGeom>
            <a:gradFill>
              <a:gsLst>
                <a:gs pos="0">
                  <a:srgbClr val="7F7F7F"/>
                </a:gs>
                <a:gs pos="100000">
                  <a:srgbClr val="FFFFFF">
                    <a:alpha val="77647"/>
                  </a:srgbClr>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10549" name="Google Shape;10549;p117"/>
            <p:cNvGrpSpPr/>
            <p:nvPr/>
          </p:nvGrpSpPr>
          <p:grpSpPr>
            <a:xfrm>
              <a:off x="651" y="681"/>
              <a:ext cx="500" cy="834"/>
              <a:chOff x="569" y="2954"/>
              <a:chExt cx="500" cy="834"/>
            </a:xfrm>
          </p:grpSpPr>
          <p:sp>
            <p:nvSpPr>
              <p:cNvPr id="10550" name="Google Shape;10550;p117"/>
              <p:cNvSpPr/>
              <p:nvPr/>
            </p:nvSpPr>
            <p:spPr>
              <a:xfrm>
                <a:off x="576" y="2973"/>
                <a:ext cx="493" cy="790"/>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551" name="Google Shape;10551;p117"/>
              <p:cNvSpPr txBox="1"/>
              <p:nvPr/>
            </p:nvSpPr>
            <p:spPr>
              <a:xfrm>
                <a:off x="606" y="2954"/>
                <a:ext cx="453" cy="83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HTTP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TCP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Eth</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Phy</a:t>
                </a:r>
                <a:endParaRPr/>
              </a:p>
            </p:txBody>
          </p:sp>
          <p:cxnSp>
            <p:nvCxnSpPr>
              <p:cNvPr id="10552" name="Google Shape;10552;p117"/>
              <p:cNvCxnSpPr/>
              <p:nvPr/>
            </p:nvCxnSpPr>
            <p:spPr>
              <a:xfrm>
                <a:off x="578" y="3130"/>
                <a:ext cx="489" cy="0"/>
              </a:xfrm>
              <a:prstGeom prst="straightConnector1">
                <a:avLst/>
              </a:prstGeom>
              <a:noFill/>
              <a:ln cap="flat" cmpd="sng" w="9525">
                <a:solidFill>
                  <a:srgbClr val="000000"/>
                </a:solidFill>
                <a:prstDash val="solid"/>
                <a:round/>
                <a:headEnd len="med" w="med" type="none"/>
                <a:tailEnd len="med" w="med" type="none"/>
              </a:ln>
            </p:spPr>
          </p:cxnSp>
          <p:cxnSp>
            <p:nvCxnSpPr>
              <p:cNvPr id="10553" name="Google Shape;10553;p117"/>
              <p:cNvCxnSpPr/>
              <p:nvPr/>
            </p:nvCxnSpPr>
            <p:spPr>
              <a:xfrm>
                <a:off x="575" y="3289"/>
                <a:ext cx="489" cy="0"/>
              </a:xfrm>
              <a:prstGeom prst="straightConnector1">
                <a:avLst/>
              </a:prstGeom>
              <a:noFill/>
              <a:ln cap="flat" cmpd="sng" w="9525">
                <a:solidFill>
                  <a:srgbClr val="000000"/>
                </a:solidFill>
                <a:prstDash val="solid"/>
                <a:round/>
                <a:headEnd len="med" w="med" type="none"/>
                <a:tailEnd len="med" w="med" type="none"/>
              </a:ln>
            </p:spPr>
          </p:cxnSp>
          <p:cxnSp>
            <p:nvCxnSpPr>
              <p:cNvPr id="10554" name="Google Shape;10554;p117"/>
              <p:cNvCxnSpPr/>
              <p:nvPr/>
            </p:nvCxnSpPr>
            <p:spPr>
              <a:xfrm>
                <a:off x="572" y="3448"/>
                <a:ext cx="489" cy="0"/>
              </a:xfrm>
              <a:prstGeom prst="straightConnector1">
                <a:avLst/>
              </a:prstGeom>
              <a:noFill/>
              <a:ln cap="flat" cmpd="sng" w="9525">
                <a:solidFill>
                  <a:srgbClr val="000000"/>
                </a:solidFill>
                <a:prstDash val="solid"/>
                <a:round/>
                <a:headEnd len="med" w="med" type="none"/>
                <a:tailEnd len="med" w="med" type="none"/>
              </a:ln>
            </p:spPr>
          </p:cxnSp>
          <p:cxnSp>
            <p:nvCxnSpPr>
              <p:cNvPr id="10555" name="Google Shape;10555;p117"/>
              <p:cNvCxnSpPr/>
              <p:nvPr/>
            </p:nvCxnSpPr>
            <p:spPr>
              <a:xfrm>
                <a:off x="569" y="3607"/>
                <a:ext cx="489" cy="0"/>
              </a:xfrm>
              <a:prstGeom prst="straightConnector1">
                <a:avLst/>
              </a:prstGeom>
              <a:noFill/>
              <a:ln cap="flat" cmpd="sng" w="9525">
                <a:solidFill>
                  <a:srgbClr val="000000"/>
                </a:solidFill>
                <a:prstDash val="solid"/>
                <a:round/>
                <a:headEnd len="med" w="med" type="none"/>
                <a:tailEnd len="med" w="med" type="none"/>
              </a:ln>
            </p:spPr>
          </p:cxnSp>
        </p:grpSp>
      </p:grpSp>
      <p:grpSp>
        <p:nvGrpSpPr>
          <p:cNvPr id="10556" name="Google Shape;10556;p117"/>
          <p:cNvGrpSpPr/>
          <p:nvPr/>
        </p:nvGrpSpPr>
        <p:grpSpPr>
          <a:xfrm>
            <a:off x="1751013" y="4270375"/>
            <a:ext cx="973137" cy="1416050"/>
            <a:chOff x="4000" y="1895"/>
            <a:chExt cx="613" cy="892"/>
          </a:xfrm>
        </p:grpSpPr>
        <p:sp>
          <p:nvSpPr>
            <p:cNvPr id="10557" name="Google Shape;10557;p117"/>
            <p:cNvSpPr/>
            <p:nvPr/>
          </p:nvSpPr>
          <p:spPr>
            <a:xfrm>
              <a:off x="4011" y="1912"/>
              <a:ext cx="602" cy="875"/>
            </a:xfrm>
            <a:custGeom>
              <a:rect b="b" l="l" r="r" t="t"/>
              <a:pathLst>
                <a:path extrusionOk="0" h="10000" w="10000">
                  <a:moveTo>
                    <a:pt x="8239" y="0"/>
                  </a:moveTo>
                  <a:cubicBezTo>
                    <a:pt x="8793" y="2137"/>
                    <a:pt x="8981" y="4731"/>
                    <a:pt x="9900" y="6411"/>
                  </a:cubicBezTo>
                  <a:cubicBezTo>
                    <a:pt x="10055" y="7271"/>
                    <a:pt x="9844" y="9139"/>
                    <a:pt x="10000" y="10000"/>
                  </a:cubicBezTo>
                  <a:cubicBezTo>
                    <a:pt x="6733" y="9577"/>
                    <a:pt x="3333" y="9337"/>
                    <a:pt x="0" y="9005"/>
                  </a:cubicBezTo>
                  <a:lnTo>
                    <a:pt x="7575" y="8572"/>
                  </a:lnTo>
                  <a:cubicBezTo>
                    <a:pt x="7797" y="5714"/>
                    <a:pt x="8017" y="2858"/>
                    <a:pt x="8239" y="0"/>
                  </a:cubicBezTo>
                  <a:close/>
                </a:path>
              </a:pathLst>
            </a:custGeom>
            <a:gradFill>
              <a:gsLst>
                <a:gs pos="0">
                  <a:srgbClr val="7F7F7F"/>
                </a:gs>
                <a:gs pos="99000">
                  <a:srgbClr val="FFFFFF">
                    <a:alpha val="81960"/>
                  </a:srgbClr>
                </a:gs>
                <a:gs pos="100000">
                  <a:srgbClr val="FFFFFF">
                    <a:alpha val="81960"/>
                  </a:srgbClr>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10558" name="Google Shape;10558;p117"/>
            <p:cNvGrpSpPr/>
            <p:nvPr/>
          </p:nvGrpSpPr>
          <p:grpSpPr>
            <a:xfrm>
              <a:off x="4000" y="1895"/>
              <a:ext cx="500" cy="834"/>
              <a:chOff x="569" y="2954"/>
              <a:chExt cx="500" cy="834"/>
            </a:xfrm>
          </p:grpSpPr>
          <p:sp>
            <p:nvSpPr>
              <p:cNvPr id="10559" name="Google Shape;10559;p117"/>
              <p:cNvSpPr/>
              <p:nvPr/>
            </p:nvSpPr>
            <p:spPr>
              <a:xfrm>
                <a:off x="576" y="2973"/>
                <a:ext cx="493" cy="790"/>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560" name="Google Shape;10560;p117"/>
              <p:cNvSpPr txBox="1"/>
              <p:nvPr/>
            </p:nvSpPr>
            <p:spPr>
              <a:xfrm>
                <a:off x="606" y="2954"/>
                <a:ext cx="453" cy="83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HTTP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TCP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Eth</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Phy</a:t>
                </a:r>
                <a:endParaRPr/>
              </a:p>
            </p:txBody>
          </p:sp>
          <p:cxnSp>
            <p:nvCxnSpPr>
              <p:cNvPr id="10561" name="Google Shape;10561;p117"/>
              <p:cNvCxnSpPr/>
              <p:nvPr/>
            </p:nvCxnSpPr>
            <p:spPr>
              <a:xfrm>
                <a:off x="578" y="3130"/>
                <a:ext cx="489" cy="0"/>
              </a:xfrm>
              <a:prstGeom prst="straightConnector1">
                <a:avLst/>
              </a:prstGeom>
              <a:noFill/>
              <a:ln cap="flat" cmpd="sng" w="9525">
                <a:solidFill>
                  <a:srgbClr val="000000"/>
                </a:solidFill>
                <a:prstDash val="solid"/>
                <a:round/>
                <a:headEnd len="med" w="med" type="none"/>
                <a:tailEnd len="med" w="med" type="none"/>
              </a:ln>
            </p:spPr>
          </p:cxnSp>
          <p:cxnSp>
            <p:nvCxnSpPr>
              <p:cNvPr id="10562" name="Google Shape;10562;p117"/>
              <p:cNvCxnSpPr/>
              <p:nvPr/>
            </p:nvCxnSpPr>
            <p:spPr>
              <a:xfrm>
                <a:off x="575" y="3289"/>
                <a:ext cx="489" cy="0"/>
              </a:xfrm>
              <a:prstGeom prst="straightConnector1">
                <a:avLst/>
              </a:prstGeom>
              <a:noFill/>
              <a:ln cap="flat" cmpd="sng" w="9525">
                <a:solidFill>
                  <a:srgbClr val="000000"/>
                </a:solidFill>
                <a:prstDash val="solid"/>
                <a:round/>
                <a:headEnd len="med" w="med" type="none"/>
                <a:tailEnd len="med" w="med" type="none"/>
              </a:ln>
            </p:spPr>
          </p:cxnSp>
          <p:cxnSp>
            <p:nvCxnSpPr>
              <p:cNvPr id="10563" name="Google Shape;10563;p117"/>
              <p:cNvCxnSpPr/>
              <p:nvPr/>
            </p:nvCxnSpPr>
            <p:spPr>
              <a:xfrm>
                <a:off x="572" y="3448"/>
                <a:ext cx="489" cy="0"/>
              </a:xfrm>
              <a:prstGeom prst="straightConnector1">
                <a:avLst/>
              </a:prstGeom>
              <a:noFill/>
              <a:ln cap="flat" cmpd="sng" w="9525">
                <a:solidFill>
                  <a:srgbClr val="000000"/>
                </a:solidFill>
                <a:prstDash val="solid"/>
                <a:round/>
                <a:headEnd len="med" w="med" type="none"/>
                <a:tailEnd len="med" w="med" type="none"/>
              </a:ln>
            </p:spPr>
          </p:cxnSp>
          <p:cxnSp>
            <p:nvCxnSpPr>
              <p:cNvPr id="10564" name="Google Shape;10564;p117"/>
              <p:cNvCxnSpPr/>
              <p:nvPr/>
            </p:nvCxnSpPr>
            <p:spPr>
              <a:xfrm>
                <a:off x="569" y="3607"/>
                <a:ext cx="489" cy="0"/>
              </a:xfrm>
              <a:prstGeom prst="straightConnector1">
                <a:avLst/>
              </a:prstGeom>
              <a:noFill/>
              <a:ln cap="flat" cmpd="sng" w="9525">
                <a:solidFill>
                  <a:srgbClr val="000000"/>
                </a:solidFill>
                <a:prstDash val="solid"/>
                <a:round/>
                <a:headEnd len="med" w="med" type="none"/>
                <a:tailEnd len="med" w="med" type="none"/>
              </a:ln>
            </p:spPr>
          </p:cxnSp>
        </p:grpSp>
      </p:grpSp>
      <p:grpSp>
        <p:nvGrpSpPr>
          <p:cNvPr id="10565" name="Google Shape;10565;p117"/>
          <p:cNvGrpSpPr/>
          <p:nvPr/>
        </p:nvGrpSpPr>
        <p:grpSpPr>
          <a:xfrm>
            <a:off x="1946552" y="2678242"/>
            <a:ext cx="913139" cy="665131"/>
            <a:chOff x="7455987" y="2414528"/>
            <a:chExt cx="511700" cy="327647"/>
          </a:xfrm>
        </p:grpSpPr>
        <p:pic>
          <p:nvPicPr>
            <p:cNvPr descr="laptop_keyboard" id="10566" name="Google Shape;10566;p117"/>
            <p:cNvPicPr preferRelativeResize="0"/>
            <p:nvPr/>
          </p:nvPicPr>
          <p:blipFill rotWithShape="1">
            <a:blip r:embed="rId3">
              <a:alphaModFix/>
            </a:blip>
            <a:srcRect b="0" l="0" r="0" t="0"/>
            <a:stretch/>
          </p:blipFill>
          <p:spPr>
            <a:xfrm flipH="1" rot="109064">
              <a:off x="7458407" y="2575770"/>
              <a:ext cx="437221" cy="159511"/>
            </a:xfrm>
            <a:prstGeom prst="rect">
              <a:avLst/>
            </a:prstGeom>
            <a:noFill/>
            <a:ln>
              <a:noFill/>
            </a:ln>
          </p:spPr>
        </p:pic>
        <p:sp>
          <p:nvSpPr>
            <p:cNvPr id="10567" name="Google Shape;10567;p117"/>
            <p:cNvSpPr/>
            <p:nvPr/>
          </p:nvSpPr>
          <p:spPr>
            <a:xfrm>
              <a:off x="7603304" y="242098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10568" name="Google Shape;10568;p117"/>
            <p:cNvPicPr preferRelativeResize="0"/>
            <p:nvPr/>
          </p:nvPicPr>
          <p:blipFill rotWithShape="1">
            <a:blip r:embed="rId4">
              <a:alphaModFix/>
            </a:blip>
            <a:srcRect b="0" l="0" r="0" t="0"/>
            <a:stretch/>
          </p:blipFill>
          <p:spPr>
            <a:xfrm>
              <a:off x="7620637" y="2426338"/>
              <a:ext cx="319785" cy="189429"/>
            </a:xfrm>
            <a:prstGeom prst="rect">
              <a:avLst/>
            </a:prstGeom>
            <a:noFill/>
            <a:ln>
              <a:noFill/>
            </a:ln>
          </p:spPr>
        </p:pic>
        <p:sp>
          <p:nvSpPr>
            <p:cNvPr id="10569" name="Google Shape;10569;p117"/>
            <p:cNvSpPr/>
            <p:nvPr/>
          </p:nvSpPr>
          <p:spPr>
            <a:xfrm>
              <a:off x="7667378" y="241484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570" name="Google Shape;10570;p117"/>
            <p:cNvSpPr/>
            <p:nvPr/>
          </p:nvSpPr>
          <p:spPr>
            <a:xfrm>
              <a:off x="7600188" y="241452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571" name="Google Shape;10571;p117"/>
            <p:cNvSpPr/>
            <p:nvPr/>
          </p:nvSpPr>
          <p:spPr>
            <a:xfrm>
              <a:off x="7874205" y="244334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572" name="Google Shape;10572;p117"/>
            <p:cNvSpPr/>
            <p:nvPr/>
          </p:nvSpPr>
          <p:spPr>
            <a:xfrm>
              <a:off x="7599214" y="256758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573" name="Google Shape;10573;p117"/>
            <p:cNvSpPr/>
            <p:nvPr/>
          </p:nvSpPr>
          <p:spPr>
            <a:xfrm>
              <a:off x="7884138" y="244491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574" name="Google Shape;10574;p117"/>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0575" name="Google Shape;10575;p117"/>
            <p:cNvGrpSpPr/>
            <p:nvPr/>
          </p:nvGrpSpPr>
          <p:grpSpPr>
            <a:xfrm>
              <a:off x="7594735" y="2642220"/>
              <a:ext cx="98740" cy="36846"/>
              <a:chOff x="1740" y="2642"/>
              <a:chExt cx="752" cy="327"/>
            </a:xfrm>
          </p:grpSpPr>
          <p:sp>
            <p:nvSpPr>
              <p:cNvPr id="10576" name="Google Shape;10576;p117"/>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577" name="Google Shape;10577;p117"/>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578" name="Google Shape;10578;p117"/>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579" name="Google Shape;10579;p117"/>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580" name="Google Shape;10580;p117"/>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581" name="Google Shape;10581;p117"/>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0582" name="Google Shape;10582;p117"/>
            <p:cNvSpPr/>
            <p:nvPr/>
          </p:nvSpPr>
          <p:spPr>
            <a:xfrm>
              <a:off x="7763780" y="264773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583" name="Google Shape;10583;p117"/>
            <p:cNvSpPr/>
            <p:nvPr/>
          </p:nvSpPr>
          <p:spPr>
            <a:xfrm>
              <a:off x="7458602" y="265418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584" name="Google Shape;10584;p117"/>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585" name="Google Shape;10585;p117"/>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586" name="Google Shape;10586;p117"/>
            <p:cNvSpPr/>
            <p:nvPr/>
          </p:nvSpPr>
          <p:spPr>
            <a:xfrm>
              <a:off x="7468535" y="264379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587" name="Google Shape;10587;p117"/>
            <p:cNvSpPr/>
            <p:nvPr/>
          </p:nvSpPr>
          <p:spPr>
            <a:xfrm flipH="1" rot="10800000">
              <a:off x="7758327" y="263875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0588" name="Google Shape;10588;p117"/>
          <p:cNvGrpSpPr/>
          <p:nvPr/>
        </p:nvGrpSpPr>
        <p:grpSpPr>
          <a:xfrm>
            <a:off x="544513" y="1574800"/>
            <a:ext cx="515937" cy="333375"/>
            <a:chOff x="328" y="678"/>
            <a:chExt cx="325" cy="210"/>
          </a:xfrm>
        </p:grpSpPr>
        <p:grpSp>
          <p:nvGrpSpPr>
            <p:cNvPr id="10589" name="Google Shape;10589;p117"/>
            <p:cNvGrpSpPr/>
            <p:nvPr/>
          </p:nvGrpSpPr>
          <p:grpSpPr>
            <a:xfrm>
              <a:off x="328" y="693"/>
              <a:ext cx="325" cy="154"/>
              <a:chOff x="844" y="3337"/>
              <a:chExt cx="325" cy="154"/>
            </a:xfrm>
          </p:grpSpPr>
          <p:sp>
            <p:nvSpPr>
              <p:cNvPr id="10590" name="Google Shape;10590;p117"/>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591" name="Google Shape;10591;p117"/>
              <p:cNvSpPr txBox="1"/>
              <p:nvPr/>
            </p:nvSpPr>
            <p:spPr>
              <a:xfrm>
                <a:off x="844" y="3337"/>
                <a:ext cx="32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HTTP</a:t>
                </a:r>
                <a:endParaRPr/>
              </a:p>
            </p:txBody>
          </p:sp>
        </p:grpSp>
        <p:sp>
          <p:nvSpPr>
            <p:cNvPr id="10592" name="Google Shape;10592;p117"/>
            <p:cNvSpPr/>
            <p:nvPr/>
          </p:nvSpPr>
          <p:spPr>
            <a:xfrm>
              <a:off x="396" y="678"/>
              <a:ext cx="240" cy="210"/>
            </a:xfrm>
            <a:prstGeom prst="downArrow">
              <a:avLst>
                <a:gd fmla="val 49167" name="adj1"/>
                <a:gd fmla="val 24292" name="adj2"/>
              </a:avLst>
            </a:prstGeom>
            <a:gradFill>
              <a:gsLst>
                <a:gs pos="0">
                  <a:srgbClr val="FF0000">
                    <a:alpha val="24705"/>
                  </a:srgbClr>
                </a:gs>
                <a:gs pos="100000">
                  <a:srgbClr val="FF0000">
                    <a:alpha val="24705"/>
                  </a:srgbClr>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10593" name="Google Shape;10593;p117"/>
          <p:cNvSpPr/>
          <p:nvPr/>
        </p:nvSpPr>
        <p:spPr>
          <a:xfrm>
            <a:off x="7289800" y="1581150"/>
            <a:ext cx="4383088" cy="950913"/>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000099"/>
              </a:buClr>
              <a:buSzPts val="2800"/>
              <a:buFont typeface="Noto Sans Symbols"/>
              <a:buChar char="▪"/>
            </a:pPr>
            <a:r>
              <a:rPr lang="en-US" sz="2800">
                <a:solidFill>
                  <a:srgbClr val="C00000"/>
                </a:solidFill>
                <a:latin typeface="Calibri"/>
                <a:ea typeface="Calibri"/>
                <a:cs typeface="Calibri"/>
                <a:sym typeface="Calibri"/>
              </a:rPr>
              <a:t>HTTP request </a:t>
            </a:r>
            <a:r>
              <a:rPr lang="en-US" sz="2800">
                <a:solidFill>
                  <a:srgbClr val="000000"/>
                </a:solidFill>
                <a:latin typeface="Calibri"/>
                <a:ea typeface="Calibri"/>
                <a:cs typeface="Calibri"/>
                <a:sym typeface="Calibri"/>
              </a:rPr>
              <a:t>sent into TCP socket</a:t>
            </a:r>
            <a:endParaRPr/>
          </a:p>
        </p:txBody>
      </p:sp>
      <p:sp>
        <p:nvSpPr>
          <p:cNvPr id="10594" name="Google Shape;10594;p117"/>
          <p:cNvSpPr/>
          <p:nvPr/>
        </p:nvSpPr>
        <p:spPr>
          <a:xfrm>
            <a:off x="7264991" y="2527300"/>
            <a:ext cx="4558710" cy="985838"/>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000099"/>
              </a:buClr>
              <a:buSzPts val="2800"/>
              <a:buFont typeface="Noto Sans Symbols"/>
              <a:buChar char="▪"/>
            </a:pPr>
            <a:r>
              <a:rPr lang="en-US" sz="2800">
                <a:solidFill>
                  <a:srgbClr val="000000"/>
                </a:solidFill>
                <a:latin typeface="Calibri"/>
                <a:ea typeface="Calibri"/>
                <a:cs typeface="Calibri"/>
                <a:sym typeface="Calibri"/>
              </a:rPr>
              <a:t>IP datagram containing HTTP request routed to www.google.com</a:t>
            </a:r>
            <a:endParaRPr/>
          </a:p>
        </p:txBody>
      </p:sp>
      <p:sp>
        <p:nvSpPr>
          <p:cNvPr id="10595" name="Google Shape;10595;p117"/>
          <p:cNvSpPr/>
          <p:nvPr/>
        </p:nvSpPr>
        <p:spPr>
          <a:xfrm>
            <a:off x="7269114" y="5168900"/>
            <a:ext cx="4364086" cy="5365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000099"/>
              </a:buClr>
              <a:buSzPts val="2800"/>
              <a:buFont typeface="Noto Sans Symbols"/>
              <a:buChar char="▪"/>
            </a:pPr>
            <a:r>
              <a:rPr lang="en-US" sz="2800">
                <a:solidFill>
                  <a:srgbClr val="000000"/>
                </a:solidFill>
                <a:latin typeface="Calibri"/>
                <a:ea typeface="Calibri"/>
                <a:cs typeface="Calibri"/>
                <a:sym typeface="Calibri"/>
              </a:rPr>
              <a:t>IP datagram containing HTTP reply routed back to client</a:t>
            </a:r>
            <a:endParaRPr/>
          </a:p>
        </p:txBody>
      </p:sp>
      <p:sp>
        <p:nvSpPr>
          <p:cNvPr id="10596" name="Google Shape;10596;p117"/>
          <p:cNvSpPr/>
          <p:nvPr/>
        </p:nvSpPr>
        <p:spPr>
          <a:xfrm>
            <a:off x="7271340" y="3859213"/>
            <a:ext cx="4823823" cy="985837"/>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000099"/>
              </a:buClr>
              <a:buSzPts val="2800"/>
              <a:buFont typeface="Noto Sans Symbols"/>
              <a:buChar char="▪"/>
            </a:pPr>
            <a:r>
              <a:rPr lang="en-US" sz="2800">
                <a:solidFill>
                  <a:srgbClr val="000000"/>
                </a:solidFill>
                <a:latin typeface="Calibri"/>
                <a:ea typeface="Calibri"/>
                <a:cs typeface="Calibri"/>
                <a:sym typeface="Calibri"/>
              </a:rPr>
              <a:t>web server responds with </a:t>
            </a:r>
            <a:r>
              <a:rPr lang="en-US" sz="2800">
                <a:solidFill>
                  <a:srgbClr val="C00000"/>
                </a:solidFill>
                <a:latin typeface="Calibri"/>
                <a:ea typeface="Calibri"/>
                <a:cs typeface="Calibri"/>
                <a:sym typeface="Calibri"/>
              </a:rPr>
              <a:t>HTTP reply </a:t>
            </a:r>
            <a:r>
              <a:rPr lang="en-US" sz="2800">
                <a:solidFill>
                  <a:srgbClr val="000000"/>
                </a:solidFill>
                <a:latin typeface="Calibri"/>
                <a:ea typeface="Calibri"/>
                <a:cs typeface="Calibri"/>
                <a:sym typeface="Calibri"/>
              </a:rPr>
              <a:t>(containing web page)</a:t>
            </a:r>
            <a:endParaRPr/>
          </a:p>
        </p:txBody>
      </p:sp>
      <p:grpSp>
        <p:nvGrpSpPr>
          <p:cNvPr id="10597" name="Google Shape;10597;p117"/>
          <p:cNvGrpSpPr/>
          <p:nvPr/>
        </p:nvGrpSpPr>
        <p:grpSpPr>
          <a:xfrm>
            <a:off x="190500" y="1884363"/>
            <a:ext cx="1081088" cy="1058862"/>
            <a:chOff x="56" y="859"/>
            <a:chExt cx="681" cy="667"/>
          </a:xfrm>
        </p:grpSpPr>
        <p:grpSp>
          <p:nvGrpSpPr>
            <p:cNvPr id="10598" name="Google Shape;10598;p117"/>
            <p:cNvGrpSpPr/>
            <p:nvPr/>
          </p:nvGrpSpPr>
          <p:grpSpPr>
            <a:xfrm>
              <a:off x="290" y="874"/>
              <a:ext cx="379" cy="154"/>
              <a:chOff x="740" y="3209"/>
              <a:chExt cx="379" cy="154"/>
            </a:xfrm>
          </p:grpSpPr>
          <p:grpSp>
            <p:nvGrpSpPr>
              <p:cNvPr id="10599" name="Google Shape;10599;p117"/>
              <p:cNvGrpSpPr/>
              <p:nvPr/>
            </p:nvGrpSpPr>
            <p:grpSpPr>
              <a:xfrm>
                <a:off x="794" y="3209"/>
                <a:ext cx="325" cy="154"/>
                <a:chOff x="844" y="3337"/>
                <a:chExt cx="325" cy="154"/>
              </a:xfrm>
            </p:grpSpPr>
            <p:sp>
              <p:nvSpPr>
                <p:cNvPr id="10600" name="Google Shape;10600;p117"/>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601" name="Google Shape;10601;p117"/>
                <p:cNvSpPr txBox="1"/>
                <p:nvPr/>
              </p:nvSpPr>
              <p:spPr>
                <a:xfrm>
                  <a:off x="844" y="3337"/>
                  <a:ext cx="32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HTTP</a:t>
                  </a:r>
                  <a:endParaRPr/>
                </a:p>
              </p:txBody>
            </p:sp>
          </p:grpSp>
          <p:sp>
            <p:nvSpPr>
              <p:cNvPr id="10602" name="Google Shape;10602;p117"/>
              <p:cNvSpPr/>
              <p:nvPr/>
            </p:nvSpPr>
            <p:spPr>
              <a:xfrm>
                <a:off x="750" y="3244"/>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603" name="Google Shape;10603;p117"/>
              <p:cNvSpPr/>
              <p:nvPr/>
            </p:nvSpPr>
            <p:spPr>
              <a:xfrm>
                <a:off x="740" y="3238"/>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10604" name="Google Shape;10604;p117"/>
            <p:cNvGrpSpPr/>
            <p:nvPr/>
          </p:nvGrpSpPr>
          <p:grpSpPr>
            <a:xfrm>
              <a:off x="290" y="1022"/>
              <a:ext cx="379" cy="154"/>
              <a:chOff x="836" y="3305"/>
              <a:chExt cx="379" cy="154"/>
            </a:xfrm>
          </p:grpSpPr>
          <p:grpSp>
            <p:nvGrpSpPr>
              <p:cNvPr id="10605" name="Google Shape;10605;p117"/>
              <p:cNvGrpSpPr/>
              <p:nvPr/>
            </p:nvGrpSpPr>
            <p:grpSpPr>
              <a:xfrm>
                <a:off x="890" y="3305"/>
                <a:ext cx="325" cy="154"/>
                <a:chOff x="844" y="3337"/>
                <a:chExt cx="325" cy="154"/>
              </a:xfrm>
            </p:grpSpPr>
            <p:sp>
              <p:nvSpPr>
                <p:cNvPr id="10606" name="Google Shape;10606;p117"/>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607" name="Google Shape;10607;p117"/>
                <p:cNvSpPr txBox="1"/>
                <p:nvPr/>
              </p:nvSpPr>
              <p:spPr>
                <a:xfrm>
                  <a:off x="844" y="3337"/>
                  <a:ext cx="32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HTTP</a:t>
                  </a:r>
                  <a:endParaRPr/>
                </a:p>
              </p:txBody>
            </p:sp>
          </p:grpSp>
          <p:grpSp>
            <p:nvGrpSpPr>
              <p:cNvPr id="10608" name="Google Shape;10608;p117"/>
              <p:cNvGrpSpPr/>
              <p:nvPr/>
            </p:nvGrpSpPr>
            <p:grpSpPr>
              <a:xfrm>
                <a:off x="836" y="3334"/>
                <a:ext cx="354" cy="94"/>
                <a:chOff x="836" y="3334"/>
                <a:chExt cx="354" cy="94"/>
              </a:xfrm>
            </p:grpSpPr>
            <p:sp>
              <p:nvSpPr>
                <p:cNvPr id="10609" name="Google Shape;10609;p117"/>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610" name="Google Shape;10610;p117"/>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grpSp>
          <p:nvGrpSpPr>
            <p:cNvPr id="10611" name="Google Shape;10611;p117"/>
            <p:cNvGrpSpPr/>
            <p:nvPr/>
          </p:nvGrpSpPr>
          <p:grpSpPr>
            <a:xfrm>
              <a:off x="177" y="1042"/>
              <a:ext cx="480" cy="112"/>
              <a:chOff x="627" y="3377"/>
              <a:chExt cx="480" cy="112"/>
            </a:xfrm>
          </p:grpSpPr>
          <p:sp>
            <p:nvSpPr>
              <p:cNvPr id="10612" name="Google Shape;10612;p117"/>
              <p:cNvSpPr/>
              <p:nvPr/>
            </p:nvSpPr>
            <p:spPr>
              <a:xfrm>
                <a:off x="636" y="3388"/>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613" name="Google Shape;10613;p117"/>
              <p:cNvSpPr/>
              <p:nvPr/>
            </p:nvSpPr>
            <p:spPr>
              <a:xfrm>
                <a:off x="627" y="3377"/>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10614" name="Google Shape;10614;p117"/>
            <p:cNvGrpSpPr/>
            <p:nvPr/>
          </p:nvGrpSpPr>
          <p:grpSpPr>
            <a:xfrm>
              <a:off x="56" y="1189"/>
              <a:ext cx="681" cy="154"/>
              <a:chOff x="504" y="3523"/>
              <a:chExt cx="681" cy="154"/>
            </a:xfrm>
          </p:grpSpPr>
          <p:grpSp>
            <p:nvGrpSpPr>
              <p:cNvPr id="10615" name="Google Shape;10615;p117"/>
              <p:cNvGrpSpPr/>
              <p:nvPr/>
            </p:nvGrpSpPr>
            <p:grpSpPr>
              <a:xfrm>
                <a:off x="623" y="3523"/>
                <a:ext cx="492" cy="154"/>
                <a:chOff x="723" y="3453"/>
                <a:chExt cx="492" cy="154"/>
              </a:xfrm>
            </p:grpSpPr>
            <p:grpSp>
              <p:nvGrpSpPr>
                <p:cNvPr id="10616" name="Google Shape;10616;p117"/>
                <p:cNvGrpSpPr/>
                <p:nvPr/>
              </p:nvGrpSpPr>
              <p:grpSpPr>
                <a:xfrm>
                  <a:off x="836" y="3453"/>
                  <a:ext cx="379" cy="154"/>
                  <a:chOff x="836" y="3305"/>
                  <a:chExt cx="379" cy="154"/>
                </a:xfrm>
              </p:grpSpPr>
              <p:grpSp>
                <p:nvGrpSpPr>
                  <p:cNvPr id="10617" name="Google Shape;10617;p117"/>
                  <p:cNvGrpSpPr/>
                  <p:nvPr/>
                </p:nvGrpSpPr>
                <p:grpSpPr>
                  <a:xfrm>
                    <a:off x="890" y="3305"/>
                    <a:ext cx="325" cy="154"/>
                    <a:chOff x="844" y="3337"/>
                    <a:chExt cx="325" cy="154"/>
                  </a:xfrm>
                </p:grpSpPr>
                <p:sp>
                  <p:nvSpPr>
                    <p:cNvPr id="10618" name="Google Shape;10618;p117"/>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619" name="Google Shape;10619;p117"/>
                    <p:cNvSpPr txBox="1"/>
                    <p:nvPr/>
                  </p:nvSpPr>
                  <p:spPr>
                    <a:xfrm>
                      <a:off x="844" y="3337"/>
                      <a:ext cx="32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HTTP</a:t>
                      </a:r>
                      <a:endParaRPr/>
                    </a:p>
                  </p:txBody>
                </p:sp>
              </p:grpSp>
              <p:grpSp>
                <p:nvGrpSpPr>
                  <p:cNvPr id="10620" name="Google Shape;10620;p117"/>
                  <p:cNvGrpSpPr/>
                  <p:nvPr/>
                </p:nvGrpSpPr>
                <p:grpSpPr>
                  <a:xfrm>
                    <a:off x="836" y="3334"/>
                    <a:ext cx="354" cy="94"/>
                    <a:chOff x="836" y="3334"/>
                    <a:chExt cx="354" cy="94"/>
                  </a:xfrm>
                </p:grpSpPr>
                <p:sp>
                  <p:nvSpPr>
                    <p:cNvPr id="10621" name="Google Shape;10621;p117"/>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622" name="Google Shape;10622;p117"/>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sp>
              <p:nvSpPr>
                <p:cNvPr id="10623" name="Google Shape;10623;p117"/>
                <p:cNvSpPr/>
                <p:nvPr/>
              </p:nvSpPr>
              <p:spPr>
                <a:xfrm>
                  <a:off x="732" y="3484"/>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624" name="Google Shape;10624;p117"/>
                <p:cNvSpPr/>
                <p:nvPr/>
              </p:nvSpPr>
              <p:spPr>
                <a:xfrm>
                  <a:off x="723" y="3473"/>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10625" name="Google Shape;10625;p117"/>
              <p:cNvSpPr/>
              <p:nvPr/>
            </p:nvSpPr>
            <p:spPr>
              <a:xfrm>
                <a:off x="517" y="3545"/>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626" name="Google Shape;10626;p117"/>
              <p:cNvSpPr/>
              <p:nvPr/>
            </p:nvSpPr>
            <p:spPr>
              <a:xfrm>
                <a:off x="1115" y="3544"/>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627" name="Google Shape;10627;p117"/>
              <p:cNvSpPr/>
              <p:nvPr/>
            </p:nvSpPr>
            <p:spPr>
              <a:xfrm>
                <a:off x="504" y="3529"/>
                <a:ext cx="681" cy="138"/>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10628" name="Google Shape;10628;p117"/>
            <p:cNvSpPr/>
            <p:nvPr/>
          </p:nvSpPr>
          <p:spPr>
            <a:xfrm>
              <a:off x="341" y="859"/>
              <a:ext cx="240" cy="667"/>
            </a:xfrm>
            <a:prstGeom prst="downArrow">
              <a:avLst>
                <a:gd fmla="val 49167" name="adj1"/>
                <a:gd fmla="val 67511" name="adj2"/>
              </a:avLst>
            </a:prstGeom>
            <a:gradFill>
              <a:gsLst>
                <a:gs pos="0">
                  <a:srgbClr val="FF0000">
                    <a:alpha val="24705"/>
                  </a:srgbClr>
                </a:gs>
                <a:gs pos="100000">
                  <a:srgbClr val="FF0000">
                    <a:alpha val="24705"/>
                  </a:srgbClr>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10629" name="Google Shape;10629;p117"/>
          <p:cNvGrpSpPr/>
          <p:nvPr/>
        </p:nvGrpSpPr>
        <p:grpSpPr>
          <a:xfrm>
            <a:off x="193675" y="2411413"/>
            <a:ext cx="1081088" cy="244475"/>
            <a:chOff x="0" y="2762"/>
            <a:chExt cx="681" cy="154"/>
          </a:xfrm>
        </p:grpSpPr>
        <p:sp>
          <p:nvSpPr>
            <p:cNvPr id="10630" name="Google Shape;10630;p117"/>
            <p:cNvSpPr/>
            <p:nvPr/>
          </p:nvSpPr>
          <p:spPr>
            <a:xfrm>
              <a:off x="0" y="2768"/>
              <a:ext cx="681" cy="138"/>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10631" name="Google Shape;10631;p117"/>
            <p:cNvGrpSpPr/>
            <p:nvPr/>
          </p:nvGrpSpPr>
          <p:grpSpPr>
            <a:xfrm>
              <a:off x="119" y="2762"/>
              <a:ext cx="492" cy="154"/>
              <a:chOff x="723" y="3453"/>
              <a:chExt cx="492" cy="154"/>
            </a:xfrm>
          </p:grpSpPr>
          <p:grpSp>
            <p:nvGrpSpPr>
              <p:cNvPr id="10632" name="Google Shape;10632;p117"/>
              <p:cNvGrpSpPr/>
              <p:nvPr/>
            </p:nvGrpSpPr>
            <p:grpSpPr>
              <a:xfrm>
                <a:off x="836" y="3453"/>
                <a:ext cx="379" cy="154"/>
                <a:chOff x="836" y="3305"/>
                <a:chExt cx="379" cy="154"/>
              </a:xfrm>
            </p:grpSpPr>
            <p:grpSp>
              <p:nvGrpSpPr>
                <p:cNvPr id="10633" name="Google Shape;10633;p117"/>
                <p:cNvGrpSpPr/>
                <p:nvPr/>
              </p:nvGrpSpPr>
              <p:grpSpPr>
                <a:xfrm>
                  <a:off x="890" y="3305"/>
                  <a:ext cx="325" cy="154"/>
                  <a:chOff x="844" y="3337"/>
                  <a:chExt cx="325" cy="154"/>
                </a:xfrm>
              </p:grpSpPr>
              <p:sp>
                <p:nvSpPr>
                  <p:cNvPr id="10634" name="Google Shape;10634;p117"/>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635" name="Google Shape;10635;p117"/>
                  <p:cNvSpPr txBox="1"/>
                  <p:nvPr/>
                </p:nvSpPr>
                <p:spPr>
                  <a:xfrm>
                    <a:off x="844" y="3337"/>
                    <a:ext cx="32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HTTP</a:t>
                    </a:r>
                    <a:endParaRPr/>
                  </a:p>
                </p:txBody>
              </p:sp>
            </p:grpSp>
            <p:grpSp>
              <p:nvGrpSpPr>
                <p:cNvPr id="10636" name="Google Shape;10636;p117"/>
                <p:cNvGrpSpPr/>
                <p:nvPr/>
              </p:nvGrpSpPr>
              <p:grpSpPr>
                <a:xfrm>
                  <a:off x="836" y="3334"/>
                  <a:ext cx="354" cy="94"/>
                  <a:chOff x="836" y="3334"/>
                  <a:chExt cx="354" cy="94"/>
                </a:xfrm>
              </p:grpSpPr>
              <p:sp>
                <p:nvSpPr>
                  <p:cNvPr id="10637" name="Google Shape;10637;p117"/>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638" name="Google Shape;10638;p117"/>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sp>
            <p:nvSpPr>
              <p:cNvPr id="10639" name="Google Shape;10639;p117"/>
              <p:cNvSpPr/>
              <p:nvPr/>
            </p:nvSpPr>
            <p:spPr>
              <a:xfrm>
                <a:off x="732" y="3484"/>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640" name="Google Shape;10640;p117"/>
              <p:cNvSpPr/>
              <p:nvPr/>
            </p:nvSpPr>
            <p:spPr>
              <a:xfrm>
                <a:off x="723" y="3473"/>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10641" name="Google Shape;10641;p117"/>
            <p:cNvSpPr/>
            <p:nvPr/>
          </p:nvSpPr>
          <p:spPr>
            <a:xfrm>
              <a:off x="13" y="2784"/>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642" name="Google Shape;10642;p117"/>
            <p:cNvSpPr/>
            <p:nvPr/>
          </p:nvSpPr>
          <p:spPr>
            <a:xfrm>
              <a:off x="611" y="2783"/>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10643" name="Google Shape;10643;p117"/>
          <p:cNvGrpSpPr/>
          <p:nvPr/>
        </p:nvGrpSpPr>
        <p:grpSpPr>
          <a:xfrm>
            <a:off x="665163" y="4308475"/>
            <a:ext cx="1081087" cy="949325"/>
            <a:chOff x="2231" y="3555"/>
            <a:chExt cx="681" cy="598"/>
          </a:xfrm>
        </p:grpSpPr>
        <p:grpSp>
          <p:nvGrpSpPr>
            <p:cNvPr id="10644" name="Google Shape;10644;p117"/>
            <p:cNvGrpSpPr/>
            <p:nvPr/>
          </p:nvGrpSpPr>
          <p:grpSpPr>
            <a:xfrm>
              <a:off x="2231" y="3684"/>
              <a:ext cx="681" cy="469"/>
              <a:chOff x="152" y="970"/>
              <a:chExt cx="681" cy="469"/>
            </a:xfrm>
          </p:grpSpPr>
          <p:grpSp>
            <p:nvGrpSpPr>
              <p:cNvPr id="10645" name="Google Shape;10645;p117"/>
              <p:cNvGrpSpPr/>
              <p:nvPr/>
            </p:nvGrpSpPr>
            <p:grpSpPr>
              <a:xfrm>
                <a:off x="386" y="970"/>
                <a:ext cx="379" cy="154"/>
                <a:chOff x="740" y="3209"/>
                <a:chExt cx="379" cy="154"/>
              </a:xfrm>
            </p:grpSpPr>
            <p:grpSp>
              <p:nvGrpSpPr>
                <p:cNvPr id="10646" name="Google Shape;10646;p117"/>
                <p:cNvGrpSpPr/>
                <p:nvPr/>
              </p:nvGrpSpPr>
              <p:grpSpPr>
                <a:xfrm>
                  <a:off x="794" y="3209"/>
                  <a:ext cx="325" cy="154"/>
                  <a:chOff x="844" y="3337"/>
                  <a:chExt cx="325" cy="154"/>
                </a:xfrm>
              </p:grpSpPr>
              <p:sp>
                <p:nvSpPr>
                  <p:cNvPr id="10647" name="Google Shape;10647;p117"/>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648" name="Google Shape;10648;p117"/>
                  <p:cNvSpPr txBox="1"/>
                  <p:nvPr/>
                </p:nvSpPr>
                <p:spPr>
                  <a:xfrm>
                    <a:off x="844" y="3337"/>
                    <a:ext cx="32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HTTP</a:t>
                    </a:r>
                    <a:endParaRPr/>
                  </a:p>
                </p:txBody>
              </p:sp>
            </p:grpSp>
            <p:sp>
              <p:nvSpPr>
                <p:cNvPr id="10649" name="Google Shape;10649;p117"/>
                <p:cNvSpPr/>
                <p:nvPr/>
              </p:nvSpPr>
              <p:spPr>
                <a:xfrm>
                  <a:off x="750" y="3244"/>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650" name="Google Shape;10650;p117"/>
                <p:cNvSpPr/>
                <p:nvPr/>
              </p:nvSpPr>
              <p:spPr>
                <a:xfrm>
                  <a:off x="740" y="3238"/>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10651" name="Google Shape;10651;p117"/>
              <p:cNvGrpSpPr/>
              <p:nvPr/>
            </p:nvGrpSpPr>
            <p:grpSpPr>
              <a:xfrm>
                <a:off x="386" y="1118"/>
                <a:ext cx="379" cy="154"/>
                <a:chOff x="836" y="3305"/>
                <a:chExt cx="379" cy="154"/>
              </a:xfrm>
            </p:grpSpPr>
            <p:grpSp>
              <p:nvGrpSpPr>
                <p:cNvPr id="10652" name="Google Shape;10652;p117"/>
                <p:cNvGrpSpPr/>
                <p:nvPr/>
              </p:nvGrpSpPr>
              <p:grpSpPr>
                <a:xfrm>
                  <a:off x="890" y="3305"/>
                  <a:ext cx="325" cy="154"/>
                  <a:chOff x="844" y="3337"/>
                  <a:chExt cx="325" cy="154"/>
                </a:xfrm>
              </p:grpSpPr>
              <p:sp>
                <p:nvSpPr>
                  <p:cNvPr id="10653" name="Google Shape;10653;p117"/>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654" name="Google Shape;10654;p117"/>
                  <p:cNvSpPr txBox="1"/>
                  <p:nvPr/>
                </p:nvSpPr>
                <p:spPr>
                  <a:xfrm>
                    <a:off x="844" y="3337"/>
                    <a:ext cx="32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HTTP</a:t>
                    </a:r>
                    <a:endParaRPr/>
                  </a:p>
                </p:txBody>
              </p:sp>
            </p:grpSp>
            <p:grpSp>
              <p:nvGrpSpPr>
                <p:cNvPr id="10655" name="Google Shape;10655;p117"/>
                <p:cNvGrpSpPr/>
                <p:nvPr/>
              </p:nvGrpSpPr>
              <p:grpSpPr>
                <a:xfrm>
                  <a:off x="836" y="3334"/>
                  <a:ext cx="354" cy="94"/>
                  <a:chOff x="836" y="3334"/>
                  <a:chExt cx="354" cy="94"/>
                </a:xfrm>
              </p:grpSpPr>
              <p:sp>
                <p:nvSpPr>
                  <p:cNvPr id="10656" name="Google Shape;10656;p117"/>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657" name="Google Shape;10657;p117"/>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grpSp>
            <p:nvGrpSpPr>
              <p:cNvPr id="10658" name="Google Shape;10658;p117"/>
              <p:cNvGrpSpPr/>
              <p:nvPr/>
            </p:nvGrpSpPr>
            <p:grpSpPr>
              <a:xfrm>
                <a:off x="273" y="1138"/>
                <a:ext cx="480" cy="112"/>
                <a:chOff x="627" y="3377"/>
                <a:chExt cx="480" cy="112"/>
              </a:xfrm>
            </p:grpSpPr>
            <p:sp>
              <p:nvSpPr>
                <p:cNvPr id="10659" name="Google Shape;10659;p117"/>
                <p:cNvSpPr/>
                <p:nvPr/>
              </p:nvSpPr>
              <p:spPr>
                <a:xfrm>
                  <a:off x="636" y="3388"/>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660" name="Google Shape;10660;p117"/>
                <p:cNvSpPr/>
                <p:nvPr/>
              </p:nvSpPr>
              <p:spPr>
                <a:xfrm>
                  <a:off x="627" y="3377"/>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10661" name="Google Shape;10661;p117"/>
              <p:cNvGrpSpPr/>
              <p:nvPr/>
            </p:nvGrpSpPr>
            <p:grpSpPr>
              <a:xfrm>
                <a:off x="152" y="1285"/>
                <a:ext cx="681" cy="154"/>
                <a:chOff x="504" y="3523"/>
                <a:chExt cx="681" cy="154"/>
              </a:xfrm>
            </p:grpSpPr>
            <p:grpSp>
              <p:nvGrpSpPr>
                <p:cNvPr id="10662" name="Google Shape;10662;p117"/>
                <p:cNvGrpSpPr/>
                <p:nvPr/>
              </p:nvGrpSpPr>
              <p:grpSpPr>
                <a:xfrm>
                  <a:off x="623" y="3523"/>
                  <a:ext cx="492" cy="154"/>
                  <a:chOff x="723" y="3453"/>
                  <a:chExt cx="492" cy="154"/>
                </a:xfrm>
              </p:grpSpPr>
              <p:grpSp>
                <p:nvGrpSpPr>
                  <p:cNvPr id="10663" name="Google Shape;10663;p117"/>
                  <p:cNvGrpSpPr/>
                  <p:nvPr/>
                </p:nvGrpSpPr>
                <p:grpSpPr>
                  <a:xfrm>
                    <a:off x="836" y="3453"/>
                    <a:ext cx="379" cy="154"/>
                    <a:chOff x="836" y="3305"/>
                    <a:chExt cx="379" cy="154"/>
                  </a:xfrm>
                </p:grpSpPr>
                <p:grpSp>
                  <p:nvGrpSpPr>
                    <p:cNvPr id="10664" name="Google Shape;10664;p117"/>
                    <p:cNvGrpSpPr/>
                    <p:nvPr/>
                  </p:nvGrpSpPr>
                  <p:grpSpPr>
                    <a:xfrm>
                      <a:off x="890" y="3305"/>
                      <a:ext cx="325" cy="154"/>
                      <a:chOff x="844" y="3337"/>
                      <a:chExt cx="325" cy="154"/>
                    </a:xfrm>
                  </p:grpSpPr>
                  <p:sp>
                    <p:nvSpPr>
                      <p:cNvPr id="10665" name="Google Shape;10665;p117"/>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666" name="Google Shape;10666;p117"/>
                      <p:cNvSpPr txBox="1"/>
                      <p:nvPr/>
                    </p:nvSpPr>
                    <p:spPr>
                      <a:xfrm>
                        <a:off x="844" y="3337"/>
                        <a:ext cx="32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HTTP</a:t>
                        </a:r>
                        <a:endParaRPr/>
                      </a:p>
                    </p:txBody>
                  </p:sp>
                </p:grpSp>
                <p:grpSp>
                  <p:nvGrpSpPr>
                    <p:cNvPr id="10667" name="Google Shape;10667;p117"/>
                    <p:cNvGrpSpPr/>
                    <p:nvPr/>
                  </p:nvGrpSpPr>
                  <p:grpSpPr>
                    <a:xfrm>
                      <a:off x="836" y="3334"/>
                      <a:ext cx="354" cy="94"/>
                      <a:chOff x="836" y="3334"/>
                      <a:chExt cx="354" cy="94"/>
                    </a:xfrm>
                  </p:grpSpPr>
                  <p:sp>
                    <p:nvSpPr>
                      <p:cNvPr id="10668" name="Google Shape;10668;p117"/>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669" name="Google Shape;10669;p117"/>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sp>
                <p:nvSpPr>
                  <p:cNvPr id="10670" name="Google Shape;10670;p117"/>
                  <p:cNvSpPr/>
                  <p:nvPr/>
                </p:nvSpPr>
                <p:spPr>
                  <a:xfrm>
                    <a:off x="732" y="3484"/>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671" name="Google Shape;10671;p117"/>
                  <p:cNvSpPr/>
                  <p:nvPr/>
                </p:nvSpPr>
                <p:spPr>
                  <a:xfrm>
                    <a:off x="723" y="3473"/>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10672" name="Google Shape;10672;p117"/>
                <p:cNvSpPr/>
                <p:nvPr/>
              </p:nvSpPr>
              <p:spPr>
                <a:xfrm>
                  <a:off x="517" y="3545"/>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673" name="Google Shape;10673;p117"/>
                <p:cNvSpPr/>
                <p:nvPr/>
              </p:nvSpPr>
              <p:spPr>
                <a:xfrm>
                  <a:off x="1115" y="3544"/>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674" name="Google Shape;10674;p117"/>
                <p:cNvSpPr/>
                <p:nvPr/>
              </p:nvSpPr>
              <p:spPr>
                <a:xfrm>
                  <a:off x="504" y="3529"/>
                  <a:ext cx="681" cy="138"/>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grpSp>
          <p:nvGrpSpPr>
            <p:cNvPr id="10675" name="Google Shape;10675;p117"/>
            <p:cNvGrpSpPr/>
            <p:nvPr/>
          </p:nvGrpSpPr>
          <p:grpSpPr>
            <a:xfrm>
              <a:off x="2517" y="3555"/>
              <a:ext cx="325" cy="154"/>
              <a:chOff x="844" y="3337"/>
              <a:chExt cx="325" cy="154"/>
            </a:xfrm>
          </p:grpSpPr>
          <p:sp>
            <p:nvSpPr>
              <p:cNvPr id="10676" name="Google Shape;10676;p117"/>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677" name="Google Shape;10677;p117"/>
              <p:cNvSpPr txBox="1"/>
              <p:nvPr/>
            </p:nvSpPr>
            <p:spPr>
              <a:xfrm>
                <a:off x="844" y="3337"/>
                <a:ext cx="32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HTTP</a:t>
                </a:r>
                <a:endParaRPr/>
              </a:p>
            </p:txBody>
          </p:sp>
        </p:grpSp>
      </p:grpSp>
      <p:grpSp>
        <p:nvGrpSpPr>
          <p:cNvPr id="10678" name="Google Shape;10678;p117"/>
          <p:cNvGrpSpPr/>
          <p:nvPr/>
        </p:nvGrpSpPr>
        <p:grpSpPr>
          <a:xfrm>
            <a:off x="177800" y="1639888"/>
            <a:ext cx="1081088" cy="1016000"/>
            <a:chOff x="2256" y="3531"/>
            <a:chExt cx="681" cy="640"/>
          </a:xfrm>
        </p:grpSpPr>
        <p:grpSp>
          <p:nvGrpSpPr>
            <p:cNvPr id="10679" name="Google Shape;10679;p117"/>
            <p:cNvGrpSpPr/>
            <p:nvPr/>
          </p:nvGrpSpPr>
          <p:grpSpPr>
            <a:xfrm>
              <a:off x="2482" y="3684"/>
              <a:ext cx="379" cy="154"/>
              <a:chOff x="740" y="3209"/>
              <a:chExt cx="379" cy="154"/>
            </a:xfrm>
          </p:grpSpPr>
          <p:grpSp>
            <p:nvGrpSpPr>
              <p:cNvPr id="10680" name="Google Shape;10680;p117"/>
              <p:cNvGrpSpPr/>
              <p:nvPr/>
            </p:nvGrpSpPr>
            <p:grpSpPr>
              <a:xfrm>
                <a:off x="794" y="3209"/>
                <a:ext cx="325" cy="154"/>
                <a:chOff x="844" y="3337"/>
                <a:chExt cx="325" cy="154"/>
              </a:xfrm>
            </p:grpSpPr>
            <p:sp>
              <p:nvSpPr>
                <p:cNvPr id="10681" name="Google Shape;10681;p117"/>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682" name="Google Shape;10682;p117"/>
                <p:cNvSpPr txBox="1"/>
                <p:nvPr/>
              </p:nvSpPr>
              <p:spPr>
                <a:xfrm>
                  <a:off x="844" y="3337"/>
                  <a:ext cx="32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HTTP</a:t>
                  </a:r>
                  <a:endParaRPr/>
                </a:p>
              </p:txBody>
            </p:sp>
          </p:grpSp>
          <p:sp>
            <p:nvSpPr>
              <p:cNvPr id="10683" name="Google Shape;10683;p117"/>
              <p:cNvSpPr/>
              <p:nvPr/>
            </p:nvSpPr>
            <p:spPr>
              <a:xfrm>
                <a:off x="750" y="3244"/>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684" name="Google Shape;10684;p117"/>
              <p:cNvSpPr/>
              <p:nvPr/>
            </p:nvSpPr>
            <p:spPr>
              <a:xfrm>
                <a:off x="740" y="3238"/>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10685" name="Google Shape;10685;p117"/>
            <p:cNvGrpSpPr/>
            <p:nvPr/>
          </p:nvGrpSpPr>
          <p:grpSpPr>
            <a:xfrm>
              <a:off x="2482" y="3844"/>
              <a:ext cx="379" cy="154"/>
              <a:chOff x="836" y="3305"/>
              <a:chExt cx="379" cy="154"/>
            </a:xfrm>
          </p:grpSpPr>
          <p:grpSp>
            <p:nvGrpSpPr>
              <p:cNvPr id="10686" name="Google Shape;10686;p117"/>
              <p:cNvGrpSpPr/>
              <p:nvPr/>
            </p:nvGrpSpPr>
            <p:grpSpPr>
              <a:xfrm>
                <a:off x="890" y="3305"/>
                <a:ext cx="325" cy="154"/>
                <a:chOff x="844" y="3337"/>
                <a:chExt cx="325" cy="154"/>
              </a:xfrm>
            </p:grpSpPr>
            <p:sp>
              <p:nvSpPr>
                <p:cNvPr id="10687" name="Google Shape;10687;p117"/>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688" name="Google Shape;10688;p117"/>
                <p:cNvSpPr txBox="1"/>
                <p:nvPr/>
              </p:nvSpPr>
              <p:spPr>
                <a:xfrm>
                  <a:off x="844" y="3337"/>
                  <a:ext cx="32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HTTP</a:t>
                  </a:r>
                  <a:endParaRPr/>
                </a:p>
              </p:txBody>
            </p:sp>
          </p:grpSp>
          <p:grpSp>
            <p:nvGrpSpPr>
              <p:cNvPr id="10689" name="Google Shape;10689;p117"/>
              <p:cNvGrpSpPr/>
              <p:nvPr/>
            </p:nvGrpSpPr>
            <p:grpSpPr>
              <a:xfrm>
                <a:off x="836" y="3334"/>
                <a:ext cx="354" cy="94"/>
                <a:chOff x="836" y="3334"/>
                <a:chExt cx="354" cy="94"/>
              </a:xfrm>
            </p:grpSpPr>
            <p:sp>
              <p:nvSpPr>
                <p:cNvPr id="10690" name="Google Shape;10690;p117"/>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691" name="Google Shape;10691;p117"/>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grpSp>
          <p:nvGrpSpPr>
            <p:cNvPr id="10692" name="Google Shape;10692;p117"/>
            <p:cNvGrpSpPr/>
            <p:nvPr/>
          </p:nvGrpSpPr>
          <p:grpSpPr>
            <a:xfrm>
              <a:off x="2369" y="3858"/>
              <a:ext cx="480" cy="112"/>
              <a:chOff x="627" y="3377"/>
              <a:chExt cx="480" cy="112"/>
            </a:xfrm>
          </p:grpSpPr>
          <p:sp>
            <p:nvSpPr>
              <p:cNvPr id="10693" name="Google Shape;10693;p117"/>
              <p:cNvSpPr/>
              <p:nvPr/>
            </p:nvSpPr>
            <p:spPr>
              <a:xfrm>
                <a:off x="636" y="3388"/>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694" name="Google Shape;10694;p117"/>
              <p:cNvSpPr/>
              <p:nvPr/>
            </p:nvSpPr>
            <p:spPr>
              <a:xfrm>
                <a:off x="627" y="3377"/>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10695" name="Google Shape;10695;p117"/>
            <p:cNvGrpSpPr/>
            <p:nvPr/>
          </p:nvGrpSpPr>
          <p:grpSpPr>
            <a:xfrm>
              <a:off x="2534" y="3531"/>
              <a:ext cx="325" cy="154"/>
              <a:chOff x="844" y="3337"/>
              <a:chExt cx="325" cy="154"/>
            </a:xfrm>
          </p:grpSpPr>
          <p:sp>
            <p:nvSpPr>
              <p:cNvPr id="10696" name="Google Shape;10696;p117"/>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697" name="Google Shape;10697;p117"/>
              <p:cNvSpPr txBox="1"/>
              <p:nvPr/>
            </p:nvSpPr>
            <p:spPr>
              <a:xfrm>
                <a:off x="844" y="3337"/>
                <a:ext cx="32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HTTP</a:t>
                </a:r>
                <a:endParaRPr/>
              </a:p>
            </p:txBody>
          </p:sp>
        </p:grpSp>
        <p:grpSp>
          <p:nvGrpSpPr>
            <p:cNvPr id="10698" name="Google Shape;10698;p117"/>
            <p:cNvGrpSpPr/>
            <p:nvPr/>
          </p:nvGrpSpPr>
          <p:grpSpPr>
            <a:xfrm>
              <a:off x="2256" y="4017"/>
              <a:ext cx="681" cy="154"/>
              <a:chOff x="-341" y="3180"/>
              <a:chExt cx="681" cy="154"/>
            </a:xfrm>
          </p:grpSpPr>
          <p:sp>
            <p:nvSpPr>
              <p:cNvPr id="10699" name="Google Shape;10699;p117"/>
              <p:cNvSpPr/>
              <p:nvPr/>
            </p:nvSpPr>
            <p:spPr>
              <a:xfrm>
                <a:off x="-341" y="3186"/>
                <a:ext cx="681" cy="138"/>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10700" name="Google Shape;10700;p117"/>
              <p:cNvGrpSpPr/>
              <p:nvPr/>
            </p:nvGrpSpPr>
            <p:grpSpPr>
              <a:xfrm>
                <a:off x="-222" y="3180"/>
                <a:ext cx="492" cy="154"/>
                <a:chOff x="723" y="3453"/>
                <a:chExt cx="492" cy="154"/>
              </a:xfrm>
            </p:grpSpPr>
            <p:grpSp>
              <p:nvGrpSpPr>
                <p:cNvPr id="10701" name="Google Shape;10701;p117"/>
                <p:cNvGrpSpPr/>
                <p:nvPr/>
              </p:nvGrpSpPr>
              <p:grpSpPr>
                <a:xfrm>
                  <a:off x="836" y="3453"/>
                  <a:ext cx="379" cy="154"/>
                  <a:chOff x="836" y="3305"/>
                  <a:chExt cx="379" cy="154"/>
                </a:xfrm>
              </p:grpSpPr>
              <p:grpSp>
                <p:nvGrpSpPr>
                  <p:cNvPr id="10702" name="Google Shape;10702;p117"/>
                  <p:cNvGrpSpPr/>
                  <p:nvPr/>
                </p:nvGrpSpPr>
                <p:grpSpPr>
                  <a:xfrm>
                    <a:off x="890" y="3305"/>
                    <a:ext cx="325" cy="154"/>
                    <a:chOff x="844" y="3337"/>
                    <a:chExt cx="325" cy="154"/>
                  </a:xfrm>
                </p:grpSpPr>
                <p:sp>
                  <p:nvSpPr>
                    <p:cNvPr id="10703" name="Google Shape;10703;p117"/>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704" name="Google Shape;10704;p117"/>
                    <p:cNvSpPr txBox="1"/>
                    <p:nvPr/>
                  </p:nvSpPr>
                  <p:spPr>
                    <a:xfrm>
                      <a:off x="844" y="3337"/>
                      <a:ext cx="32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HTTP</a:t>
                      </a:r>
                      <a:endParaRPr/>
                    </a:p>
                  </p:txBody>
                </p:sp>
              </p:grpSp>
              <p:grpSp>
                <p:nvGrpSpPr>
                  <p:cNvPr id="10705" name="Google Shape;10705;p117"/>
                  <p:cNvGrpSpPr/>
                  <p:nvPr/>
                </p:nvGrpSpPr>
                <p:grpSpPr>
                  <a:xfrm>
                    <a:off x="836" y="3334"/>
                    <a:ext cx="354" cy="94"/>
                    <a:chOff x="836" y="3334"/>
                    <a:chExt cx="354" cy="94"/>
                  </a:xfrm>
                </p:grpSpPr>
                <p:sp>
                  <p:nvSpPr>
                    <p:cNvPr id="10706" name="Google Shape;10706;p117"/>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707" name="Google Shape;10707;p117"/>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sp>
              <p:nvSpPr>
                <p:cNvPr id="10708" name="Google Shape;10708;p117"/>
                <p:cNvSpPr/>
                <p:nvPr/>
              </p:nvSpPr>
              <p:spPr>
                <a:xfrm>
                  <a:off x="732" y="3484"/>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709" name="Google Shape;10709;p117"/>
                <p:cNvSpPr/>
                <p:nvPr/>
              </p:nvSpPr>
              <p:spPr>
                <a:xfrm>
                  <a:off x="723" y="3473"/>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10710" name="Google Shape;10710;p117"/>
              <p:cNvSpPr/>
              <p:nvPr/>
            </p:nvSpPr>
            <p:spPr>
              <a:xfrm>
                <a:off x="-328" y="3202"/>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711" name="Google Shape;10711;p117"/>
              <p:cNvSpPr/>
              <p:nvPr/>
            </p:nvSpPr>
            <p:spPr>
              <a:xfrm>
                <a:off x="270" y="3201"/>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grpSp>
        <p:nvGrpSpPr>
          <p:cNvPr id="10712" name="Google Shape;10712;p117"/>
          <p:cNvGrpSpPr/>
          <p:nvPr/>
        </p:nvGrpSpPr>
        <p:grpSpPr>
          <a:xfrm>
            <a:off x="668338" y="5013325"/>
            <a:ext cx="1081087" cy="244475"/>
            <a:chOff x="-341" y="3180"/>
            <a:chExt cx="681" cy="154"/>
          </a:xfrm>
        </p:grpSpPr>
        <p:sp>
          <p:nvSpPr>
            <p:cNvPr id="10713" name="Google Shape;10713;p117"/>
            <p:cNvSpPr/>
            <p:nvPr/>
          </p:nvSpPr>
          <p:spPr>
            <a:xfrm>
              <a:off x="-341" y="3186"/>
              <a:ext cx="681" cy="138"/>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10714" name="Google Shape;10714;p117"/>
            <p:cNvGrpSpPr/>
            <p:nvPr/>
          </p:nvGrpSpPr>
          <p:grpSpPr>
            <a:xfrm>
              <a:off x="-222" y="3180"/>
              <a:ext cx="492" cy="154"/>
              <a:chOff x="723" y="3453"/>
              <a:chExt cx="492" cy="154"/>
            </a:xfrm>
          </p:grpSpPr>
          <p:grpSp>
            <p:nvGrpSpPr>
              <p:cNvPr id="10715" name="Google Shape;10715;p117"/>
              <p:cNvGrpSpPr/>
              <p:nvPr/>
            </p:nvGrpSpPr>
            <p:grpSpPr>
              <a:xfrm>
                <a:off x="836" y="3453"/>
                <a:ext cx="379" cy="154"/>
                <a:chOff x="836" y="3305"/>
                <a:chExt cx="379" cy="154"/>
              </a:xfrm>
            </p:grpSpPr>
            <p:grpSp>
              <p:nvGrpSpPr>
                <p:cNvPr id="10716" name="Google Shape;10716;p117"/>
                <p:cNvGrpSpPr/>
                <p:nvPr/>
              </p:nvGrpSpPr>
              <p:grpSpPr>
                <a:xfrm>
                  <a:off x="890" y="3305"/>
                  <a:ext cx="325" cy="154"/>
                  <a:chOff x="844" y="3337"/>
                  <a:chExt cx="325" cy="154"/>
                </a:xfrm>
              </p:grpSpPr>
              <p:sp>
                <p:nvSpPr>
                  <p:cNvPr id="10717" name="Google Shape;10717;p117"/>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718" name="Google Shape;10718;p117"/>
                  <p:cNvSpPr txBox="1"/>
                  <p:nvPr/>
                </p:nvSpPr>
                <p:spPr>
                  <a:xfrm>
                    <a:off x="844" y="3337"/>
                    <a:ext cx="32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HTTP</a:t>
                    </a:r>
                    <a:endParaRPr/>
                  </a:p>
                </p:txBody>
              </p:sp>
            </p:grpSp>
            <p:grpSp>
              <p:nvGrpSpPr>
                <p:cNvPr id="10719" name="Google Shape;10719;p117"/>
                <p:cNvGrpSpPr/>
                <p:nvPr/>
              </p:nvGrpSpPr>
              <p:grpSpPr>
                <a:xfrm>
                  <a:off x="836" y="3334"/>
                  <a:ext cx="354" cy="94"/>
                  <a:chOff x="836" y="3334"/>
                  <a:chExt cx="354" cy="94"/>
                </a:xfrm>
              </p:grpSpPr>
              <p:sp>
                <p:nvSpPr>
                  <p:cNvPr id="10720" name="Google Shape;10720;p117"/>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721" name="Google Shape;10721;p117"/>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sp>
            <p:nvSpPr>
              <p:cNvPr id="10722" name="Google Shape;10722;p117"/>
              <p:cNvSpPr/>
              <p:nvPr/>
            </p:nvSpPr>
            <p:spPr>
              <a:xfrm>
                <a:off x="732" y="3484"/>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723" name="Google Shape;10723;p117"/>
              <p:cNvSpPr/>
              <p:nvPr/>
            </p:nvSpPr>
            <p:spPr>
              <a:xfrm>
                <a:off x="723" y="3473"/>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10724" name="Google Shape;10724;p117"/>
            <p:cNvSpPr/>
            <p:nvPr/>
          </p:nvSpPr>
          <p:spPr>
            <a:xfrm>
              <a:off x="-328" y="3202"/>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725" name="Google Shape;10725;p117"/>
            <p:cNvSpPr/>
            <p:nvPr/>
          </p:nvSpPr>
          <p:spPr>
            <a:xfrm>
              <a:off x="270" y="3201"/>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pic>
        <p:nvPicPr>
          <p:cNvPr id="10726" name="Google Shape;10726;p117"/>
          <p:cNvPicPr preferRelativeResize="0"/>
          <p:nvPr/>
        </p:nvPicPr>
        <p:blipFill rotWithShape="1">
          <a:blip r:embed="rId5">
            <a:alphaModFix/>
          </a:blip>
          <a:srcRect b="0" l="0" r="0" t="0"/>
          <a:stretch/>
        </p:blipFill>
        <p:spPr>
          <a:xfrm>
            <a:off x="2344776" y="2632037"/>
            <a:ext cx="639182" cy="395101"/>
          </a:xfrm>
          <a:prstGeom prst="rect">
            <a:avLst/>
          </a:prstGeom>
          <a:noFill/>
          <a:ln cap="flat" cmpd="sng" w="19050">
            <a:solidFill>
              <a:srgbClr val="FF0000"/>
            </a:solidFill>
            <a:prstDash val="solid"/>
            <a:miter lim="800000"/>
            <a:headEnd len="sm" w="sm" type="none"/>
            <a:tailEnd len="sm" w="sm" type="none"/>
          </a:ln>
          <a:effectLst>
            <a:outerShdw blurRad="50800" rotWithShape="0" algn="bl" dir="18900000" dist="38100">
              <a:srgbClr val="000000">
                <a:alpha val="40000"/>
              </a:srgbClr>
            </a:outerShdw>
          </a:effectLst>
        </p:spPr>
      </p:pic>
      <p:sp>
        <p:nvSpPr>
          <p:cNvPr id="10727" name="Google Shape;10727;p117"/>
          <p:cNvSpPr/>
          <p:nvPr/>
        </p:nvSpPr>
        <p:spPr>
          <a:xfrm>
            <a:off x="2344747" y="1988349"/>
            <a:ext cx="2595553" cy="536575"/>
          </a:xfrm>
          <a:prstGeom prst="rect">
            <a:avLst/>
          </a:prstGeom>
          <a:noFill/>
          <a:ln>
            <a:noFill/>
          </a:ln>
        </p:spPr>
        <p:txBody>
          <a:bodyPr anchorCtr="0" anchor="t" bIns="45700" lIns="91425" spcFirstLastPara="1" rIns="91425" wrap="square" tIns="45700">
            <a:noAutofit/>
          </a:bodyPr>
          <a:lstStyle/>
          <a:p>
            <a:pPr indent="-187325" lvl="0" marL="238125" marR="0" rtl="0" algn="l">
              <a:lnSpc>
                <a:spcPct val="90000"/>
              </a:lnSpc>
              <a:spcBef>
                <a:spcPts val="0"/>
              </a:spcBef>
              <a:spcAft>
                <a:spcPts val="0"/>
              </a:spcAft>
              <a:buClr>
                <a:srgbClr val="000099"/>
              </a:buClr>
              <a:buSzPts val="2000"/>
              <a:buFont typeface="Noto Sans Symbols"/>
              <a:buChar char="▪"/>
            </a:pPr>
            <a:r>
              <a:rPr lang="en-US" sz="2000">
                <a:solidFill>
                  <a:srgbClr val="000000"/>
                </a:solidFill>
                <a:latin typeface="Calibri"/>
                <a:ea typeface="Calibri"/>
                <a:cs typeface="Calibri"/>
                <a:sym typeface="Calibri"/>
              </a:rPr>
              <a:t>web page </a:t>
            </a:r>
            <a:r>
              <a:rPr i="1" lang="en-US" sz="2000">
                <a:solidFill>
                  <a:srgbClr val="C00000"/>
                </a:solidFill>
                <a:latin typeface="Calibri"/>
                <a:ea typeface="Calibri"/>
                <a:cs typeface="Calibri"/>
                <a:sym typeface="Calibri"/>
              </a:rPr>
              <a:t>finally (!!!) </a:t>
            </a:r>
            <a:r>
              <a:rPr lang="en-US" sz="2000">
                <a:solidFill>
                  <a:srgbClr val="000000"/>
                </a:solidFill>
                <a:latin typeface="Calibri"/>
                <a:ea typeface="Calibri"/>
                <a:cs typeface="Calibri"/>
                <a:sym typeface="Calibri"/>
              </a:rPr>
              <a:t>displayed</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47"/>
                                        </p:tgtEl>
                                        <p:attrNameLst>
                                          <p:attrName>style.visibility</p:attrName>
                                        </p:attrNameLst>
                                      </p:cBhvr>
                                      <p:to>
                                        <p:strVal val="visible"/>
                                      </p:to>
                                    </p:set>
                                    <p:animEffect filter="fade" transition="in">
                                      <p:cBhvr>
                                        <p:cTn dur="500"/>
                                        <p:tgtEl>
                                          <p:spTgt spid="1054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0588"/>
                                        </p:tgtEl>
                                        <p:attrNameLst>
                                          <p:attrName>style.visibility</p:attrName>
                                        </p:attrNameLst>
                                      </p:cBhvr>
                                      <p:to>
                                        <p:strVal val="visible"/>
                                      </p:to>
                                    </p:set>
                                    <p:animEffect filter="fade" transition="in">
                                      <p:cBhvr>
                                        <p:cTn dur="500"/>
                                        <p:tgtEl>
                                          <p:spTgt spid="1058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556"/>
                                        </p:tgtEl>
                                        <p:attrNameLst>
                                          <p:attrName>style.visibility</p:attrName>
                                        </p:attrNameLst>
                                      </p:cBhvr>
                                      <p:to>
                                        <p:strVal val="visible"/>
                                      </p:to>
                                    </p:set>
                                    <p:animEffect filter="fade" transition="in">
                                      <p:cBhvr>
                                        <p:cTn dur="1000"/>
                                        <p:tgtEl>
                                          <p:spTgt spid="105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97"/>
                                        </p:tgtEl>
                                        <p:attrNameLst>
                                          <p:attrName>style.visibility</p:attrName>
                                        </p:attrNameLst>
                                      </p:cBhvr>
                                      <p:to>
                                        <p:strVal val="visible"/>
                                      </p:to>
                                    </p:set>
                                    <p:animEffect filter="fade" transition="in">
                                      <p:cBhvr>
                                        <p:cTn dur="500"/>
                                        <p:tgtEl>
                                          <p:spTgt spid="10597"/>
                                        </p:tgtEl>
                                      </p:cBhvr>
                                    </p:animEffect>
                                  </p:childTnLst>
                                </p:cTn>
                              </p:par>
                              <p:par>
                                <p:cTn fill="hold" nodeType="withEffect" presetClass="entr" presetID="10" presetSubtype="0">
                                  <p:stCondLst>
                                    <p:cond delay="0"/>
                                  </p:stCondLst>
                                  <p:childTnLst>
                                    <p:set>
                                      <p:cBhvr>
                                        <p:cTn dur="1" fill="hold">
                                          <p:stCondLst>
                                            <p:cond delay="0"/>
                                          </p:stCondLst>
                                        </p:cTn>
                                        <p:tgtEl>
                                          <p:spTgt spid="10593"/>
                                        </p:tgtEl>
                                        <p:attrNameLst>
                                          <p:attrName>style.visibility</p:attrName>
                                        </p:attrNameLst>
                                      </p:cBhvr>
                                      <p:to>
                                        <p:strVal val="visible"/>
                                      </p:to>
                                    </p:set>
                                    <p:animEffect filter="fade" transition="in">
                                      <p:cBhvr>
                                        <p:cTn dur="500"/>
                                        <p:tgtEl>
                                          <p:spTgt spid="105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29"/>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10594"/>
                                        </p:tgtEl>
                                        <p:attrNameLst>
                                          <p:attrName>style.visibility</p:attrName>
                                        </p:attrNameLst>
                                      </p:cBhvr>
                                      <p:to>
                                        <p:strVal val="visible"/>
                                      </p:to>
                                    </p:set>
                                    <p:animEffect filter="fade" transition="in">
                                      <p:cBhvr>
                                        <p:cTn dur="500"/>
                                        <p:tgtEl>
                                          <p:spTgt spid="10594"/>
                                        </p:tgtEl>
                                      </p:cBhvr>
                                    </p:animEffect>
                                  </p:childTnLst>
                                </p:cTn>
                              </p:par>
                              <p:par>
                                <p:cTn fill="hold" nodeType="withEffect" presetClass="exit" presetID="10" presetSubtype="0">
                                  <p:stCondLst>
                                    <p:cond delay="0"/>
                                  </p:stCondLst>
                                  <p:childTnLst>
                                    <p:animEffect filter="fade" transition="out">
                                      <p:cBhvr>
                                        <p:cTn dur="500"/>
                                        <p:tgtEl>
                                          <p:spTgt spid="10597"/>
                                        </p:tgtEl>
                                      </p:cBhvr>
                                    </p:animEffect>
                                    <p:set>
                                      <p:cBhvr>
                                        <p:cTn dur="1" fill="hold">
                                          <p:stCondLst>
                                            <p:cond delay="500"/>
                                          </p:stCondLst>
                                        </p:cTn>
                                        <p:tgtEl>
                                          <p:spTgt spid="10597"/>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0588"/>
                                        </p:tgtEl>
                                      </p:cBhvr>
                                    </p:animEffect>
                                    <p:set>
                                      <p:cBhvr>
                                        <p:cTn dur="1" fill="hold">
                                          <p:stCondLst>
                                            <p:cond delay="500"/>
                                          </p:stCondLst>
                                        </p:cTn>
                                        <p:tgtEl>
                                          <p:spTgt spid="1058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43"/>
                                        </p:tgtEl>
                                        <p:attrNameLst>
                                          <p:attrName>style.visibility</p:attrName>
                                        </p:attrNameLst>
                                      </p:cBhvr>
                                      <p:to>
                                        <p:strVal val="visible"/>
                                      </p:to>
                                    </p:set>
                                    <p:animEffect filter="fade" transition="in">
                                      <p:cBhvr>
                                        <p:cTn dur="500"/>
                                        <p:tgtEl>
                                          <p:spTgt spid="10643"/>
                                        </p:tgtEl>
                                      </p:cBhvr>
                                    </p:animEffect>
                                  </p:childTnLst>
                                </p:cTn>
                              </p:par>
                              <p:par>
                                <p:cTn fill="hold" nodeType="withEffect" presetClass="exit" presetID="10" presetSubtype="0">
                                  <p:stCondLst>
                                    <p:cond delay="0"/>
                                  </p:stCondLst>
                                  <p:childTnLst>
                                    <p:animEffect filter="fade" transition="out">
                                      <p:cBhvr>
                                        <p:cTn dur="500"/>
                                        <p:tgtEl>
                                          <p:spTgt spid="10629"/>
                                        </p:tgtEl>
                                      </p:cBhvr>
                                    </p:animEffect>
                                    <p:set>
                                      <p:cBhvr>
                                        <p:cTn dur="1" fill="hold">
                                          <p:stCondLst>
                                            <p:cond delay="500"/>
                                          </p:stCondLst>
                                        </p:cTn>
                                        <p:tgtEl>
                                          <p:spTgt spid="1062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0643"/>
                                        </p:tgtEl>
                                      </p:cBhvr>
                                    </p:animEffect>
                                    <p:set>
                                      <p:cBhvr>
                                        <p:cTn dur="1" fill="hold">
                                          <p:stCondLst>
                                            <p:cond delay="500"/>
                                          </p:stCondLst>
                                        </p:cTn>
                                        <p:tgtEl>
                                          <p:spTgt spid="10643"/>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0643"/>
                                        </p:tgtEl>
                                        <p:attrNameLst>
                                          <p:attrName>style.visibility</p:attrName>
                                        </p:attrNameLst>
                                      </p:cBhvr>
                                      <p:to>
                                        <p:strVal val="visible"/>
                                      </p:to>
                                    </p:set>
                                    <p:animEffect filter="fade" transition="in">
                                      <p:cBhvr>
                                        <p:cTn dur="500"/>
                                        <p:tgtEl>
                                          <p:spTgt spid="10643"/>
                                        </p:tgtEl>
                                      </p:cBhvr>
                                    </p:animEffect>
                                  </p:childTnLst>
                                </p:cTn>
                              </p:par>
                              <p:par>
                                <p:cTn fill="hold" nodeType="withEffect" presetClass="entr" presetID="10" presetSubtype="0">
                                  <p:stCondLst>
                                    <p:cond delay="0"/>
                                  </p:stCondLst>
                                  <p:childTnLst>
                                    <p:set>
                                      <p:cBhvr>
                                        <p:cTn dur="1" fill="hold">
                                          <p:stCondLst>
                                            <p:cond delay="0"/>
                                          </p:stCondLst>
                                        </p:cTn>
                                        <p:tgtEl>
                                          <p:spTgt spid="10596"/>
                                        </p:tgtEl>
                                        <p:attrNameLst>
                                          <p:attrName>style.visibility</p:attrName>
                                        </p:attrNameLst>
                                      </p:cBhvr>
                                      <p:to>
                                        <p:strVal val="visible"/>
                                      </p:to>
                                    </p:set>
                                    <p:animEffect filter="fade" transition="in">
                                      <p:cBhvr>
                                        <p:cTn dur="500"/>
                                        <p:tgtEl>
                                          <p:spTgt spid="105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12"/>
                                        </p:tgtEl>
                                        <p:attrNameLst>
                                          <p:attrName>style.visibility</p:attrName>
                                        </p:attrNameLst>
                                      </p:cBhvr>
                                      <p:to>
                                        <p:strVal val="visible"/>
                                      </p:to>
                                    </p:set>
                                    <p:animEffect filter="fade" transition="in">
                                      <p:cBhvr>
                                        <p:cTn dur="500"/>
                                        <p:tgtEl>
                                          <p:spTgt spid="10712"/>
                                        </p:tgtEl>
                                      </p:cBhvr>
                                    </p:animEffect>
                                  </p:childTnLst>
                                </p:cTn>
                              </p:par>
                              <p:par>
                                <p:cTn fill="hold" nodeType="withEffect" presetClass="exit" presetID="10" presetSubtype="0">
                                  <p:stCondLst>
                                    <p:cond delay="0"/>
                                  </p:stCondLst>
                                  <p:childTnLst>
                                    <p:animEffect filter="fade" transition="out">
                                      <p:cBhvr>
                                        <p:cTn dur="500"/>
                                        <p:tgtEl>
                                          <p:spTgt spid="10643"/>
                                        </p:tgtEl>
                                      </p:cBhvr>
                                    </p:animEffect>
                                    <p:set>
                                      <p:cBhvr>
                                        <p:cTn dur="1" fill="hold">
                                          <p:stCondLst>
                                            <p:cond delay="500"/>
                                          </p:stCondLst>
                                        </p:cTn>
                                        <p:tgtEl>
                                          <p:spTgt spid="10643"/>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0595"/>
                                        </p:tgtEl>
                                        <p:attrNameLst>
                                          <p:attrName>style.visibility</p:attrName>
                                        </p:attrNameLst>
                                      </p:cBhvr>
                                      <p:to>
                                        <p:strVal val="visible"/>
                                      </p:to>
                                    </p:set>
                                    <p:animEffect filter="fade" transition="in">
                                      <p:cBhvr>
                                        <p:cTn dur="500"/>
                                        <p:tgtEl>
                                          <p:spTgt spid="105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0712"/>
                                        </p:tgtEl>
                                      </p:cBhvr>
                                    </p:animEffect>
                                    <p:set>
                                      <p:cBhvr>
                                        <p:cTn dur="1" fill="hold">
                                          <p:stCondLst>
                                            <p:cond delay="500"/>
                                          </p:stCondLst>
                                        </p:cTn>
                                        <p:tgtEl>
                                          <p:spTgt spid="10712"/>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0678"/>
                                        </p:tgtEl>
                                        <p:attrNameLst>
                                          <p:attrName>style.visibility</p:attrName>
                                        </p:attrNameLst>
                                      </p:cBhvr>
                                      <p:to>
                                        <p:strVal val="visible"/>
                                      </p:to>
                                    </p:set>
                                    <p:animEffect filter="fade" transition="in">
                                      <p:cBhvr>
                                        <p:cTn dur="500"/>
                                        <p:tgtEl>
                                          <p:spTgt spid="1067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726"/>
                                        </p:tgtEl>
                                        <p:attrNameLst>
                                          <p:attrName>style.visibility</p:attrName>
                                        </p:attrNameLst>
                                      </p:cBhvr>
                                      <p:to>
                                        <p:strVal val="visible"/>
                                      </p:to>
                                    </p:set>
                                    <p:animEffect filter="fade" transition="in">
                                      <p:cBhvr>
                                        <p:cTn dur="1000"/>
                                        <p:tgtEl>
                                          <p:spTgt spid="10726"/>
                                        </p:tgtEl>
                                      </p:cBhvr>
                                    </p:animEffect>
                                  </p:childTnLst>
                                </p:cTn>
                              </p:par>
                              <p:par>
                                <p:cTn fill="hold" nodeType="withEffect" presetClass="entr" presetID="1" presetSubtype="0">
                                  <p:stCondLst>
                                    <p:cond delay="0"/>
                                  </p:stCondLst>
                                  <p:childTnLst>
                                    <p:set>
                                      <p:cBhvr>
                                        <p:cTn dur="1" fill="hold">
                                          <p:stCondLst>
                                            <p:cond delay="0"/>
                                          </p:stCondLst>
                                        </p:cTn>
                                        <p:tgtEl>
                                          <p:spTgt spid="10727"/>
                                        </p:tgtEl>
                                        <p:attrNameLst>
                                          <p:attrName>style.visibility</p:attrName>
                                        </p:attrNameLst>
                                      </p:cBhvr>
                                      <p:to>
                                        <p:strVal val="visible"/>
                                      </p:to>
                                    </p:se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0727"/>
                                        </p:tgtEl>
                                        <p:attrNameLst>
                                          <p:attrName>style.visibility</p:attrName>
                                        </p:attrNameLst>
                                      </p:cBhvr>
                                      <p:to>
                                        <p:strVal val="visible"/>
                                      </p:to>
                                    </p:set>
                                    <p:animEffect filter="fade" transition="in">
                                      <p:cBhvr>
                                        <p:cTn dur="500"/>
                                        <p:tgtEl>
                                          <p:spTgt spid="107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32" name="Shape 10732"/>
        <p:cNvGrpSpPr/>
        <p:nvPr/>
      </p:nvGrpSpPr>
      <p:grpSpPr>
        <a:xfrm>
          <a:off x="0" y="0"/>
          <a:ext cx="0" cy="0"/>
          <a:chOff x="0" y="0"/>
          <a:chExt cx="0" cy="0"/>
        </a:xfrm>
      </p:grpSpPr>
      <p:sp>
        <p:nvSpPr>
          <p:cNvPr id="10733" name="Google Shape;10733;p118"/>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b="0" lang="en-US">
                <a:latin typeface="Calibri"/>
                <a:ea typeface="Calibri"/>
                <a:cs typeface="Calibri"/>
                <a:sym typeface="Calibri"/>
              </a:rPr>
              <a:t>Chapter 6: Summary</a:t>
            </a:r>
            <a:endParaRPr b="0" sz="4400">
              <a:latin typeface="Calibri"/>
              <a:ea typeface="Calibri"/>
              <a:cs typeface="Calibri"/>
              <a:sym typeface="Calibri"/>
            </a:endParaRPr>
          </a:p>
        </p:txBody>
      </p:sp>
      <p:sp>
        <p:nvSpPr>
          <p:cNvPr id="10734" name="Google Shape;10734;p118"/>
          <p:cNvSpPr txBox="1"/>
          <p:nvPr>
            <p:ph idx="12" type="sldNum"/>
          </p:nvPr>
        </p:nvSpPr>
        <p:spPr>
          <a:xfrm>
            <a:off x="9206737" y="6492875"/>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Link Layer: 6-</a:t>
            </a:r>
            <a:fld id="{00000000-1234-1234-1234-123412341234}" type="slidenum">
              <a:rPr lang="en-US"/>
              <a:t>‹#›</a:t>
            </a:fld>
            <a:endParaRPr/>
          </a:p>
        </p:txBody>
      </p:sp>
      <p:sp>
        <p:nvSpPr>
          <p:cNvPr id="10735" name="Google Shape;10735;p118"/>
          <p:cNvSpPr txBox="1"/>
          <p:nvPr/>
        </p:nvSpPr>
        <p:spPr>
          <a:xfrm>
            <a:off x="757518" y="1324816"/>
            <a:ext cx="11434482" cy="4648200"/>
          </a:xfrm>
          <a:prstGeom prst="rect">
            <a:avLst/>
          </a:prstGeom>
          <a:noFill/>
          <a:ln>
            <a:noFill/>
          </a:ln>
        </p:spPr>
        <p:txBody>
          <a:bodyPr anchorCtr="0" anchor="t" bIns="45700" lIns="91425" spcFirstLastPara="1" rIns="91425" wrap="square" tIns="45700">
            <a:normAutofit/>
          </a:bodyPr>
          <a:lstStyle/>
          <a:p>
            <a:pPr indent="-285750" lvl="0" marL="352425" marR="0" rtl="0" algn="l">
              <a:lnSpc>
                <a:spcPct val="90000"/>
              </a:lnSpc>
              <a:spcBef>
                <a:spcPts val="0"/>
              </a:spcBef>
              <a:spcAft>
                <a:spcPts val="0"/>
              </a:spcAft>
              <a:buClr>
                <a:srgbClr val="0000A3"/>
              </a:buClr>
              <a:buSzPts val="3200"/>
              <a:buFont typeface="Noto Sans Symbols"/>
              <a:buChar char="▪"/>
            </a:pPr>
            <a:r>
              <a:rPr lang="en-US" sz="3200">
                <a:solidFill>
                  <a:schemeClr val="dk1"/>
                </a:solidFill>
                <a:latin typeface="Calibri"/>
                <a:ea typeface="Calibri"/>
                <a:cs typeface="Calibri"/>
                <a:sym typeface="Calibri"/>
              </a:rPr>
              <a:t>principles behind data link layer services: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error detection, correction</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sharing a broadcast channel: multiple access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link layer addressing</a:t>
            </a:r>
            <a:endParaRPr/>
          </a:p>
          <a:p>
            <a:pPr indent="-285750" lvl="0" marL="352425" marR="0" rtl="0" algn="l">
              <a:lnSpc>
                <a:spcPct val="90000"/>
              </a:lnSpc>
              <a:spcBef>
                <a:spcPts val="1000"/>
              </a:spcBef>
              <a:spcAft>
                <a:spcPts val="0"/>
              </a:spcAft>
              <a:buClr>
                <a:srgbClr val="0000A3"/>
              </a:buClr>
              <a:buSzPts val="3200"/>
              <a:buFont typeface="Noto Sans Symbols"/>
              <a:buChar char="▪"/>
            </a:pPr>
            <a:r>
              <a:rPr lang="en-US" sz="3200">
                <a:solidFill>
                  <a:schemeClr val="dk1"/>
                </a:solidFill>
                <a:latin typeface="Calibri"/>
                <a:ea typeface="Calibri"/>
                <a:cs typeface="Calibri"/>
                <a:sym typeface="Calibri"/>
              </a:rPr>
              <a:t>instantiation, implementation of various link layer technologies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Ethernet</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switched LANS, VLANs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virtualized networks as a link layer: MPLS</a:t>
            </a:r>
            <a:endParaRPr/>
          </a:p>
          <a:p>
            <a:pPr indent="-285750" lvl="0" marL="352425" marR="0" rtl="0" algn="l">
              <a:lnSpc>
                <a:spcPct val="90000"/>
              </a:lnSpc>
              <a:spcBef>
                <a:spcPts val="1000"/>
              </a:spcBef>
              <a:spcAft>
                <a:spcPts val="0"/>
              </a:spcAft>
              <a:buClr>
                <a:srgbClr val="0000A3"/>
              </a:buClr>
              <a:buSzPts val="3200"/>
              <a:buFont typeface="Noto Sans Symbols"/>
              <a:buChar char="▪"/>
            </a:pPr>
            <a:r>
              <a:rPr lang="en-US" sz="3200">
                <a:solidFill>
                  <a:schemeClr val="dk1"/>
                </a:solidFill>
                <a:latin typeface="Calibri"/>
                <a:ea typeface="Calibri"/>
                <a:cs typeface="Calibri"/>
                <a:sym typeface="Calibri"/>
              </a:rPr>
              <a:t>synthesis: a day in the life of a web request</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sz="2800">
              <a:solidFill>
                <a:schemeClr val="dk1"/>
              </a:solidFill>
              <a:latin typeface="Gill Sans"/>
              <a:ea typeface="Gill Sans"/>
              <a:cs typeface="Gill Sans"/>
              <a:sym typeface="Gill Sans"/>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0735">
                                            <p:txEl>
                                              <p:pRg end="0" st="0"/>
                                            </p:txEl>
                                          </p:spTgt>
                                        </p:tgtEl>
                                        <p:attrNameLst>
                                          <p:attrName>style.visibility</p:attrName>
                                        </p:attrNameLst>
                                      </p:cBhvr>
                                      <p:to>
                                        <p:strVal val="visible"/>
                                      </p:to>
                                    </p:set>
                                    <p:animEffect filter="fade" transition="in">
                                      <p:cBhvr>
                                        <p:cTn dur="500"/>
                                        <p:tgtEl>
                                          <p:spTgt spid="10735">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10735">
                                            <p:txEl>
                                              <p:pRg end="1" st="1"/>
                                            </p:txEl>
                                          </p:spTgt>
                                        </p:tgtEl>
                                        <p:attrNameLst>
                                          <p:attrName>style.visibility</p:attrName>
                                        </p:attrNameLst>
                                      </p:cBhvr>
                                      <p:to>
                                        <p:strVal val="visible"/>
                                      </p:to>
                                    </p:set>
                                    <p:animEffect filter="fade" transition="in">
                                      <p:cBhvr>
                                        <p:cTn dur="500"/>
                                        <p:tgtEl>
                                          <p:spTgt spid="10735">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10735">
                                            <p:txEl>
                                              <p:pRg end="2" st="2"/>
                                            </p:txEl>
                                          </p:spTgt>
                                        </p:tgtEl>
                                        <p:attrNameLst>
                                          <p:attrName>style.visibility</p:attrName>
                                        </p:attrNameLst>
                                      </p:cBhvr>
                                      <p:to>
                                        <p:strVal val="visible"/>
                                      </p:to>
                                    </p:set>
                                    <p:animEffect filter="fade" transition="in">
                                      <p:cBhvr>
                                        <p:cTn dur="500"/>
                                        <p:tgtEl>
                                          <p:spTgt spid="10735">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10735">
                                            <p:txEl>
                                              <p:pRg end="3" st="3"/>
                                            </p:txEl>
                                          </p:spTgt>
                                        </p:tgtEl>
                                        <p:attrNameLst>
                                          <p:attrName>style.visibility</p:attrName>
                                        </p:attrNameLst>
                                      </p:cBhvr>
                                      <p:to>
                                        <p:strVal val="visible"/>
                                      </p:to>
                                    </p:set>
                                    <p:animEffect filter="fade" transition="in">
                                      <p:cBhvr>
                                        <p:cTn dur="500"/>
                                        <p:tgtEl>
                                          <p:spTgt spid="10735">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10735">
                                            <p:txEl>
                                              <p:pRg end="4" st="4"/>
                                            </p:txEl>
                                          </p:spTgt>
                                        </p:tgtEl>
                                        <p:attrNameLst>
                                          <p:attrName>style.visibility</p:attrName>
                                        </p:attrNameLst>
                                      </p:cBhvr>
                                      <p:to>
                                        <p:strVal val="visible"/>
                                      </p:to>
                                    </p:set>
                                    <p:animEffect filter="fade" transition="in">
                                      <p:cBhvr>
                                        <p:cTn dur="500"/>
                                        <p:tgtEl>
                                          <p:spTgt spid="10735">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10735">
                                            <p:txEl>
                                              <p:pRg end="5" st="5"/>
                                            </p:txEl>
                                          </p:spTgt>
                                        </p:tgtEl>
                                        <p:attrNameLst>
                                          <p:attrName>style.visibility</p:attrName>
                                        </p:attrNameLst>
                                      </p:cBhvr>
                                      <p:to>
                                        <p:strVal val="visible"/>
                                      </p:to>
                                    </p:set>
                                    <p:animEffect filter="fade" transition="in">
                                      <p:cBhvr>
                                        <p:cTn dur="500"/>
                                        <p:tgtEl>
                                          <p:spTgt spid="10735">
                                            <p:txEl>
                                              <p:pRg end="5" st="5"/>
                                            </p:txEl>
                                          </p:spTgt>
                                        </p:tgtEl>
                                      </p:cBhvr>
                                    </p:animEffect>
                                  </p:childTnLst>
                                </p:cTn>
                              </p:par>
                              <p:par>
                                <p:cTn fill="hold" nodeType="withEffect" presetClass="entr" presetID="10" presetSubtype="0">
                                  <p:stCondLst>
                                    <p:cond delay="0"/>
                                  </p:stCondLst>
                                  <p:childTnLst>
                                    <p:set>
                                      <p:cBhvr>
                                        <p:cTn dur="1" fill="hold">
                                          <p:stCondLst>
                                            <p:cond delay="0"/>
                                          </p:stCondLst>
                                        </p:cTn>
                                        <p:tgtEl>
                                          <p:spTgt spid="10735">
                                            <p:txEl>
                                              <p:pRg end="6" st="6"/>
                                            </p:txEl>
                                          </p:spTgt>
                                        </p:tgtEl>
                                        <p:attrNameLst>
                                          <p:attrName>style.visibility</p:attrName>
                                        </p:attrNameLst>
                                      </p:cBhvr>
                                      <p:to>
                                        <p:strVal val="visible"/>
                                      </p:to>
                                    </p:set>
                                    <p:animEffect filter="fade" transition="in">
                                      <p:cBhvr>
                                        <p:cTn dur="500"/>
                                        <p:tgtEl>
                                          <p:spTgt spid="10735">
                                            <p:txEl>
                                              <p:pRg end="6" st="6"/>
                                            </p:txEl>
                                          </p:spTgt>
                                        </p:tgtEl>
                                      </p:cBhvr>
                                    </p:animEffect>
                                  </p:childTnLst>
                                </p:cTn>
                              </p:par>
                              <p:par>
                                <p:cTn fill="hold" nodeType="withEffect" presetClass="entr" presetID="10" presetSubtype="0">
                                  <p:stCondLst>
                                    <p:cond delay="0"/>
                                  </p:stCondLst>
                                  <p:childTnLst>
                                    <p:set>
                                      <p:cBhvr>
                                        <p:cTn dur="1" fill="hold">
                                          <p:stCondLst>
                                            <p:cond delay="0"/>
                                          </p:stCondLst>
                                        </p:cTn>
                                        <p:tgtEl>
                                          <p:spTgt spid="10735">
                                            <p:txEl>
                                              <p:pRg end="7" st="7"/>
                                            </p:txEl>
                                          </p:spTgt>
                                        </p:tgtEl>
                                        <p:attrNameLst>
                                          <p:attrName>style.visibility</p:attrName>
                                        </p:attrNameLst>
                                      </p:cBhvr>
                                      <p:to>
                                        <p:strVal val="visible"/>
                                      </p:to>
                                    </p:set>
                                    <p:animEffect filter="fade" transition="in">
                                      <p:cBhvr>
                                        <p:cTn dur="500"/>
                                        <p:tgtEl>
                                          <p:spTgt spid="10735">
                                            <p:txEl>
                                              <p:pRg end="7" st="7"/>
                                            </p:txEl>
                                          </p:spTgt>
                                        </p:tgtEl>
                                      </p:cBhvr>
                                    </p:animEffect>
                                  </p:childTnLst>
                                </p:cTn>
                              </p:par>
                              <p:par>
                                <p:cTn fill="hold" nodeType="withEffect" presetClass="entr" presetID="10" presetSubtype="0">
                                  <p:stCondLst>
                                    <p:cond delay="0"/>
                                  </p:stCondLst>
                                  <p:childTnLst>
                                    <p:set>
                                      <p:cBhvr>
                                        <p:cTn dur="1" fill="hold">
                                          <p:stCondLst>
                                            <p:cond delay="0"/>
                                          </p:stCondLst>
                                        </p:cTn>
                                        <p:tgtEl>
                                          <p:spTgt spid="10735">
                                            <p:txEl>
                                              <p:pRg end="8" st="8"/>
                                            </p:txEl>
                                          </p:spTgt>
                                        </p:tgtEl>
                                        <p:attrNameLst>
                                          <p:attrName>style.visibility</p:attrName>
                                        </p:attrNameLst>
                                      </p:cBhvr>
                                      <p:to>
                                        <p:strVal val="visible"/>
                                      </p:to>
                                    </p:set>
                                    <p:animEffect filter="fade" transition="in">
                                      <p:cBhvr>
                                        <p:cTn dur="500"/>
                                        <p:tgtEl>
                                          <p:spTgt spid="10735">
                                            <p:txEl>
                                              <p:pRg end="8" st="8"/>
                                            </p:txEl>
                                          </p:spTgt>
                                        </p:tgtEl>
                                      </p:cBhvr>
                                    </p:animEffect>
                                  </p:childTnLst>
                                </p:cTn>
                              </p:par>
                              <p:par>
                                <p:cTn fill="hold" nodeType="withEffect" presetClass="entr" presetID="10" presetSubtype="0">
                                  <p:stCondLst>
                                    <p:cond delay="0"/>
                                  </p:stCondLst>
                                  <p:childTnLst>
                                    <p:set>
                                      <p:cBhvr>
                                        <p:cTn dur="1" fill="hold">
                                          <p:stCondLst>
                                            <p:cond delay="0"/>
                                          </p:stCondLst>
                                        </p:cTn>
                                        <p:tgtEl>
                                          <p:spTgt spid="10735">
                                            <p:txEl>
                                              <p:pRg end="9" st="9"/>
                                            </p:txEl>
                                          </p:spTgt>
                                        </p:tgtEl>
                                        <p:attrNameLst>
                                          <p:attrName>style.visibility</p:attrName>
                                        </p:attrNameLst>
                                      </p:cBhvr>
                                      <p:to>
                                        <p:strVal val="visible"/>
                                      </p:to>
                                    </p:set>
                                    <p:animEffect filter="fade" transition="in">
                                      <p:cBhvr>
                                        <p:cTn dur="500"/>
                                        <p:tgtEl>
                                          <p:spTgt spid="10735">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40" name="Shape 10740"/>
        <p:cNvGrpSpPr/>
        <p:nvPr/>
      </p:nvGrpSpPr>
      <p:grpSpPr>
        <a:xfrm>
          <a:off x="0" y="0"/>
          <a:ext cx="0" cy="0"/>
          <a:chOff x="0" y="0"/>
          <a:chExt cx="0" cy="0"/>
        </a:xfrm>
      </p:grpSpPr>
      <p:sp>
        <p:nvSpPr>
          <p:cNvPr id="10741" name="Google Shape;10741;p119"/>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b="0" lang="en-US">
                <a:latin typeface="Calibri"/>
                <a:ea typeface="Calibri"/>
                <a:cs typeface="Calibri"/>
                <a:sym typeface="Calibri"/>
              </a:rPr>
              <a:t>Chapter 6: let’s take a breath</a:t>
            </a:r>
            <a:endParaRPr b="0" sz="4400">
              <a:latin typeface="Calibri"/>
              <a:ea typeface="Calibri"/>
              <a:cs typeface="Calibri"/>
              <a:sym typeface="Calibri"/>
            </a:endParaRPr>
          </a:p>
        </p:txBody>
      </p:sp>
      <p:sp>
        <p:nvSpPr>
          <p:cNvPr id="10742" name="Google Shape;10742;p119"/>
          <p:cNvSpPr txBox="1"/>
          <p:nvPr>
            <p:ph idx="12" type="sldNum"/>
          </p:nvPr>
        </p:nvSpPr>
        <p:spPr>
          <a:xfrm>
            <a:off x="9206737" y="6492875"/>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Link Layer: 6-</a:t>
            </a:r>
            <a:fld id="{00000000-1234-1234-1234-123412341234}" type="slidenum">
              <a:rPr lang="en-US"/>
              <a:t>‹#›</a:t>
            </a:fld>
            <a:endParaRPr/>
          </a:p>
        </p:txBody>
      </p:sp>
      <p:sp>
        <p:nvSpPr>
          <p:cNvPr id="10743" name="Google Shape;10743;p119"/>
          <p:cNvSpPr txBox="1"/>
          <p:nvPr/>
        </p:nvSpPr>
        <p:spPr>
          <a:xfrm>
            <a:off x="1026459" y="1365157"/>
            <a:ext cx="10215282" cy="2937902"/>
          </a:xfrm>
          <a:prstGeom prst="rect">
            <a:avLst/>
          </a:prstGeom>
          <a:noFill/>
          <a:ln>
            <a:noFill/>
          </a:ln>
        </p:spPr>
        <p:txBody>
          <a:bodyPr anchorCtr="0" anchor="t" bIns="45700" lIns="91425" spcFirstLastPara="1" rIns="91425" wrap="square" tIns="45700">
            <a:normAutofit/>
          </a:bodyPr>
          <a:lstStyle/>
          <a:p>
            <a:pPr indent="-339725" lvl="0" marL="352425" marR="0" rtl="0" algn="l">
              <a:lnSpc>
                <a:spcPct val="90000"/>
              </a:lnSpc>
              <a:spcBef>
                <a:spcPts val="0"/>
              </a:spcBef>
              <a:spcAft>
                <a:spcPts val="0"/>
              </a:spcAft>
              <a:buClr>
                <a:srgbClr val="0000A3"/>
              </a:buClr>
              <a:buSzPts val="3200"/>
              <a:buFont typeface="Noto Sans Symbols"/>
              <a:buChar char="▪"/>
            </a:pPr>
            <a:r>
              <a:rPr lang="en-US" sz="3200">
                <a:solidFill>
                  <a:schemeClr val="dk1"/>
                </a:solidFill>
                <a:latin typeface="Calibri"/>
                <a:ea typeface="Calibri"/>
                <a:cs typeface="Calibri"/>
                <a:sym typeface="Calibri"/>
              </a:rPr>
              <a:t>journey down protocol stack </a:t>
            </a:r>
            <a:r>
              <a:rPr i="1" lang="en-US" sz="3200">
                <a:solidFill>
                  <a:srgbClr val="C00000"/>
                </a:solidFill>
                <a:latin typeface="Calibri"/>
                <a:ea typeface="Calibri"/>
                <a:cs typeface="Calibri"/>
                <a:sym typeface="Calibri"/>
              </a:rPr>
              <a:t>complete</a:t>
            </a:r>
            <a:r>
              <a:rPr lang="en-US" sz="3200">
                <a:solidFill>
                  <a:srgbClr val="C00000"/>
                </a:solidFill>
                <a:latin typeface="Calibri"/>
                <a:ea typeface="Calibri"/>
                <a:cs typeface="Calibri"/>
                <a:sym typeface="Calibri"/>
              </a:rPr>
              <a:t> </a:t>
            </a:r>
            <a:r>
              <a:rPr lang="en-US" sz="3200">
                <a:solidFill>
                  <a:schemeClr val="dk1"/>
                </a:solidFill>
                <a:latin typeface="Calibri"/>
                <a:ea typeface="Calibri"/>
                <a:cs typeface="Calibri"/>
                <a:sym typeface="Calibri"/>
              </a:rPr>
              <a:t>(except PHY)</a:t>
            </a:r>
            <a:endParaRPr/>
          </a:p>
          <a:p>
            <a:pPr indent="-339725" lvl="0" marL="352425" marR="0" rtl="0" algn="l">
              <a:lnSpc>
                <a:spcPct val="90000"/>
              </a:lnSpc>
              <a:spcBef>
                <a:spcPts val="1000"/>
              </a:spcBef>
              <a:spcAft>
                <a:spcPts val="0"/>
              </a:spcAft>
              <a:buClr>
                <a:srgbClr val="0000A3"/>
              </a:buClr>
              <a:buSzPts val="3200"/>
              <a:buFont typeface="Noto Sans Symbols"/>
              <a:buChar char="▪"/>
            </a:pPr>
            <a:r>
              <a:rPr lang="en-US" sz="3200">
                <a:solidFill>
                  <a:schemeClr val="dk1"/>
                </a:solidFill>
                <a:latin typeface="Calibri"/>
                <a:ea typeface="Calibri"/>
                <a:cs typeface="Calibri"/>
                <a:sym typeface="Calibri"/>
              </a:rPr>
              <a:t>solid understanding of networking principles, practice!</a:t>
            </a:r>
            <a:endParaRPr/>
          </a:p>
          <a:p>
            <a:pPr indent="-339725" lvl="0" marL="352425" marR="0" rtl="0" algn="l">
              <a:lnSpc>
                <a:spcPct val="90000"/>
              </a:lnSpc>
              <a:spcBef>
                <a:spcPts val="1000"/>
              </a:spcBef>
              <a:spcAft>
                <a:spcPts val="0"/>
              </a:spcAft>
              <a:buClr>
                <a:srgbClr val="0000A3"/>
              </a:buClr>
              <a:buSzPts val="3200"/>
              <a:buFont typeface="Noto Sans Symbols"/>
              <a:buChar char="▪"/>
            </a:pPr>
            <a:r>
              <a:rPr lang="en-US" sz="3200">
                <a:solidFill>
                  <a:schemeClr val="dk1"/>
                </a:solidFill>
                <a:latin typeface="Calibri"/>
                <a:ea typeface="Calibri"/>
                <a:cs typeface="Calibri"/>
                <a:sym typeface="Calibri"/>
              </a:rPr>
              <a:t>….. could stop here …. but </a:t>
            </a:r>
            <a:r>
              <a:rPr i="1" lang="en-US" sz="3200">
                <a:solidFill>
                  <a:srgbClr val="C00000"/>
                </a:solidFill>
                <a:latin typeface="Calibri"/>
                <a:ea typeface="Calibri"/>
                <a:cs typeface="Calibri"/>
                <a:sym typeface="Calibri"/>
              </a:rPr>
              <a:t>more </a:t>
            </a:r>
            <a:r>
              <a:rPr lang="en-US" sz="3200">
                <a:solidFill>
                  <a:schemeClr val="dk1"/>
                </a:solidFill>
                <a:latin typeface="Calibri"/>
                <a:ea typeface="Calibri"/>
                <a:cs typeface="Calibri"/>
                <a:sym typeface="Calibri"/>
              </a:rPr>
              <a:t>interesting topics!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wireless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security </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sz="2800">
              <a:solidFill>
                <a:schemeClr val="dk1"/>
              </a:solidFill>
              <a:latin typeface="Gill Sans"/>
              <a:ea typeface="Gill Sans"/>
              <a:cs typeface="Gill Sans"/>
              <a:sym typeface="Gill Sans"/>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43">
                                            <p:txEl>
                                              <p:pRg end="0" st="0"/>
                                            </p:txEl>
                                          </p:spTgt>
                                        </p:tgtEl>
                                        <p:attrNameLst>
                                          <p:attrName>style.visibility</p:attrName>
                                        </p:attrNameLst>
                                      </p:cBhvr>
                                      <p:to>
                                        <p:strVal val="visible"/>
                                      </p:to>
                                    </p:set>
                                    <p:animEffect filter="fade" transition="in">
                                      <p:cBhvr>
                                        <p:cTn dur="500"/>
                                        <p:tgtEl>
                                          <p:spTgt spid="1074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43">
                                            <p:txEl>
                                              <p:pRg end="1" st="1"/>
                                            </p:txEl>
                                          </p:spTgt>
                                        </p:tgtEl>
                                        <p:attrNameLst>
                                          <p:attrName>style.visibility</p:attrName>
                                        </p:attrNameLst>
                                      </p:cBhvr>
                                      <p:to>
                                        <p:strVal val="visible"/>
                                      </p:to>
                                    </p:set>
                                    <p:animEffect filter="fade" transition="in">
                                      <p:cBhvr>
                                        <p:cTn dur="500"/>
                                        <p:tgtEl>
                                          <p:spTgt spid="1074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43">
                                            <p:txEl>
                                              <p:pRg end="2" st="2"/>
                                            </p:txEl>
                                          </p:spTgt>
                                        </p:tgtEl>
                                        <p:attrNameLst>
                                          <p:attrName>style.visibility</p:attrName>
                                        </p:attrNameLst>
                                      </p:cBhvr>
                                      <p:to>
                                        <p:strVal val="visible"/>
                                      </p:to>
                                    </p:set>
                                    <p:animEffect filter="fade" transition="in">
                                      <p:cBhvr>
                                        <p:cTn dur="500"/>
                                        <p:tgtEl>
                                          <p:spTgt spid="1074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43">
                                            <p:txEl>
                                              <p:pRg end="3" st="3"/>
                                            </p:txEl>
                                          </p:spTgt>
                                        </p:tgtEl>
                                        <p:attrNameLst>
                                          <p:attrName>style.visibility</p:attrName>
                                        </p:attrNameLst>
                                      </p:cBhvr>
                                      <p:to>
                                        <p:strVal val="visible"/>
                                      </p:to>
                                    </p:set>
                                    <p:animEffect filter="fade" transition="in">
                                      <p:cBhvr>
                                        <p:cTn dur="500"/>
                                        <p:tgtEl>
                                          <p:spTgt spid="1074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43">
                                            <p:txEl>
                                              <p:pRg end="4" st="4"/>
                                            </p:txEl>
                                          </p:spTgt>
                                        </p:tgtEl>
                                        <p:attrNameLst>
                                          <p:attrName>style.visibility</p:attrName>
                                        </p:attrNameLst>
                                      </p:cBhvr>
                                      <p:to>
                                        <p:strVal val="visible"/>
                                      </p:to>
                                    </p:set>
                                    <p:animEffect filter="fade" transition="in">
                                      <p:cBhvr>
                                        <p:cTn dur="500"/>
                                        <p:tgtEl>
                                          <p:spTgt spid="1074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43">
                                            <p:txEl>
                                              <p:pRg end="5" st="5"/>
                                            </p:txEl>
                                          </p:spTgt>
                                        </p:tgtEl>
                                        <p:attrNameLst>
                                          <p:attrName>style.visibility</p:attrName>
                                        </p:attrNameLst>
                                      </p:cBhvr>
                                      <p:to>
                                        <p:strVal val="visible"/>
                                      </p:to>
                                    </p:set>
                                    <p:animEffect filter="fade" transition="in">
                                      <p:cBhvr>
                                        <p:cTn dur="500"/>
                                        <p:tgtEl>
                                          <p:spTgt spid="10743">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48" name="Shape 10748"/>
        <p:cNvGrpSpPr/>
        <p:nvPr/>
      </p:nvGrpSpPr>
      <p:grpSpPr>
        <a:xfrm>
          <a:off x="0" y="0"/>
          <a:ext cx="0" cy="0"/>
          <a:chOff x="0" y="0"/>
          <a:chExt cx="0" cy="0"/>
        </a:xfrm>
      </p:grpSpPr>
      <p:sp>
        <p:nvSpPr>
          <p:cNvPr id="10749" name="Google Shape;10749;p120"/>
          <p:cNvSpPr txBox="1"/>
          <p:nvPr>
            <p:ph type="title"/>
          </p:nvPr>
        </p:nvSpPr>
        <p:spPr>
          <a:xfrm>
            <a:off x="809033" y="2676196"/>
            <a:ext cx="10515600" cy="89462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00A3"/>
              </a:buClr>
              <a:buSzPts val="4400"/>
              <a:buFont typeface="Calibri"/>
              <a:buNone/>
            </a:pPr>
            <a:r>
              <a:rPr lang="en-US" sz="4400"/>
              <a:t>Additional Chapter 6 slides</a:t>
            </a:r>
            <a:endParaRPr sz="4400"/>
          </a:p>
        </p:txBody>
      </p:sp>
      <p:sp>
        <p:nvSpPr>
          <p:cNvPr id="10750" name="Google Shape;10750;p12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5-</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55" name="Shape 10755"/>
        <p:cNvGrpSpPr/>
        <p:nvPr/>
      </p:nvGrpSpPr>
      <p:grpSpPr>
        <a:xfrm>
          <a:off x="0" y="0"/>
          <a:ext cx="0" cy="0"/>
          <a:chOff x="0" y="0"/>
          <a:chExt cx="0" cy="0"/>
        </a:xfrm>
      </p:grpSpPr>
      <p:sp>
        <p:nvSpPr>
          <p:cNvPr id="10756" name="Google Shape;10756;p121"/>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b="0" lang="en-US">
                <a:latin typeface="Calibri"/>
                <a:ea typeface="Calibri"/>
                <a:cs typeface="Calibri"/>
                <a:sym typeface="Calibri"/>
              </a:rPr>
              <a:t>Pure ALOHA efficiency</a:t>
            </a:r>
            <a:endParaRPr b="0" sz="4400">
              <a:latin typeface="Calibri"/>
              <a:ea typeface="Calibri"/>
              <a:cs typeface="Calibri"/>
              <a:sym typeface="Calibri"/>
            </a:endParaRPr>
          </a:p>
        </p:txBody>
      </p:sp>
      <p:sp>
        <p:nvSpPr>
          <p:cNvPr id="10757" name="Google Shape;10757;p12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Link Layer: 6-</a:t>
            </a:r>
            <a:fld id="{00000000-1234-1234-1234-123412341234}" type="slidenum">
              <a:rPr lang="en-US"/>
              <a:t>‹#›</a:t>
            </a:fld>
            <a:endParaRPr/>
          </a:p>
        </p:txBody>
      </p:sp>
      <p:sp>
        <p:nvSpPr>
          <p:cNvPr id="10758" name="Google Shape;10758;p121"/>
          <p:cNvSpPr txBox="1"/>
          <p:nvPr/>
        </p:nvSpPr>
        <p:spPr>
          <a:xfrm>
            <a:off x="1063487" y="1408251"/>
            <a:ext cx="10399643" cy="46482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None/>
            </a:pPr>
            <a:r>
              <a:rPr lang="en-US" sz="2800">
                <a:solidFill>
                  <a:schemeClr val="dk1"/>
                </a:solidFill>
                <a:latin typeface="Calibri"/>
                <a:ea typeface="Calibri"/>
                <a:cs typeface="Calibri"/>
                <a:sym typeface="Calibri"/>
              </a:rPr>
              <a:t>P(success by given node) = P(node transmits)   </a:t>
            </a:r>
            <a:endParaRPr/>
          </a:p>
          <a:p>
            <a:pPr indent="-222250" lvl="0" marL="352425" marR="0" rtl="0" algn="l">
              <a:lnSpc>
                <a:spcPct val="90000"/>
              </a:lnSpc>
              <a:spcBef>
                <a:spcPts val="1000"/>
              </a:spcBef>
              <a:spcAft>
                <a:spcPts val="0"/>
              </a:spcAft>
              <a:buClr>
                <a:srgbClr val="0000A3"/>
              </a:buClr>
              <a:buSzPts val="2800"/>
              <a:buFont typeface="Noto Sans Symbols"/>
              <a:buNone/>
            </a:pPr>
            <a:r>
              <a:rPr lang="en-US" sz="2800">
                <a:solidFill>
                  <a:schemeClr val="dk1"/>
                </a:solidFill>
                <a:latin typeface="Calibri"/>
                <a:ea typeface="Calibri"/>
                <a:cs typeface="Calibri"/>
                <a:sym typeface="Calibri"/>
              </a:rPr>
              <a:t>                                              P(no other node transmits in [t</a:t>
            </a:r>
            <a:r>
              <a:rPr baseline="-25000" lang="en-US" sz="2800">
                <a:solidFill>
                  <a:schemeClr val="dk1"/>
                </a:solidFill>
                <a:latin typeface="Calibri"/>
                <a:ea typeface="Calibri"/>
                <a:cs typeface="Calibri"/>
                <a:sym typeface="Calibri"/>
              </a:rPr>
              <a:t>0</a:t>
            </a:r>
            <a:r>
              <a:rPr lang="en-US" sz="2800">
                <a:solidFill>
                  <a:schemeClr val="dk1"/>
                </a:solidFill>
                <a:latin typeface="Calibri"/>
                <a:ea typeface="Calibri"/>
                <a:cs typeface="Calibri"/>
                <a:sym typeface="Calibri"/>
              </a:rPr>
              <a:t>-1,t</a:t>
            </a:r>
            <a:r>
              <a:rPr baseline="-25000" lang="en-US" sz="2800">
                <a:solidFill>
                  <a:schemeClr val="dk1"/>
                </a:solidFill>
                <a:latin typeface="Calibri"/>
                <a:ea typeface="Calibri"/>
                <a:cs typeface="Calibri"/>
                <a:sym typeface="Calibri"/>
              </a:rPr>
              <a:t>0</a:t>
            </a:r>
            <a:r>
              <a:rPr lang="en-US" sz="2800">
                <a:solidFill>
                  <a:schemeClr val="dk1"/>
                </a:solidFill>
                <a:latin typeface="Calibri"/>
                <a:ea typeface="Calibri"/>
                <a:cs typeface="Calibri"/>
                <a:sym typeface="Calibri"/>
              </a:rPr>
              <a:t>]</a:t>
            </a:r>
            <a:endParaRPr baseline="-25000" sz="2800">
              <a:solidFill>
                <a:schemeClr val="dk1"/>
              </a:solidFill>
              <a:latin typeface="Calibri"/>
              <a:ea typeface="Calibri"/>
              <a:cs typeface="Calibri"/>
              <a:sym typeface="Calibri"/>
            </a:endParaRPr>
          </a:p>
          <a:p>
            <a:pPr indent="-222250" lvl="0" marL="352425" marR="0" rtl="0" algn="l">
              <a:lnSpc>
                <a:spcPct val="90000"/>
              </a:lnSpc>
              <a:spcBef>
                <a:spcPts val="1000"/>
              </a:spcBef>
              <a:spcAft>
                <a:spcPts val="0"/>
              </a:spcAft>
              <a:buClr>
                <a:srgbClr val="0000A3"/>
              </a:buClr>
              <a:buSzPts val="2800"/>
              <a:buFont typeface="Noto Sans Symbols"/>
              <a:buNone/>
            </a:pPr>
            <a:r>
              <a:rPr lang="en-US" sz="2800">
                <a:solidFill>
                  <a:schemeClr val="dk1"/>
                </a:solidFill>
                <a:latin typeface="Calibri"/>
                <a:ea typeface="Calibri"/>
                <a:cs typeface="Calibri"/>
                <a:sym typeface="Calibri"/>
              </a:rPr>
              <a:t>                                              P(no other node transmits in [t</a:t>
            </a:r>
            <a:r>
              <a:rPr baseline="-25000" lang="en-US" sz="2800">
                <a:solidFill>
                  <a:schemeClr val="dk1"/>
                </a:solidFill>
                <a:latin typeface="Calibri"/>
                <a:ea typeface="Calibri"/>
                <a:cs typeface="Calibri"/>
                <a:sym typeface="Calibri"/>
              </a:rPr>
              <a:t>0</a:t>
            </a:r>
            <a:r>
              <a:rPr lang="en-US" sz="2800">
                <a:solidFill>
                  <a:schemeClr val="dk1"/>
                </a:solidFill>
                <a:latin typeface="Calibri"/>
                <a:ea typeface="Calibri"/>
                <a:cs typeface="Calibri"/>
                <a:sym typeface="Calibri"/>
              </a:rPr>
              <a:t>-1,t</a:t>
            </a:r>
            <a:r>
              <a:rPr baseline="-25000" lang="en-US" sz="2800">
                <a:solidFill>
                  <a:schemeClr val="dk1"/>
                </a:solidFill>
                <a:latin typeface="Calibri"/>
                <a:ea typeface="Calibri"/>
                <a:cs typeface="Calibri"/>
                <a:sym typeface="Calibri"/>
              </a:rPr>
              <a:t>0</a:t>
            </a:r>
            <a:r>
              <a:rPr lang="en-US" sz="2800">
                <a:solidFill>
                  <a:schemeClr val="dk1"/>
                </a:solidFill>
                <a:latin typeface="Calibri"/>
                <a:ea typeface="Calibri"/>
                <a:cs typeface="Calibri"/>
                <a:sym typeface="Calibri"/>
              </a:rPr>
              <a:t>] </a:t>
            </a:r>
            <a:endParaRPr/>
          </a:p>
          <a:p>
            <a:pPr indent="-222250" lvl="0" marL="352425" marR="0" rtl="0" algn="l">
              <a:lnSpc>
                <a:spcPct val="90000"/>
              </a:lnSpc>
              <a:spcBef>
                <a:spcPts val="1000"/>
              </a:spcBef>
              <a:spcAft>
                <a:spcPts val="0"/>
              </a:spcAft>
              <a:buClr>
                <a:srgbClr val="0000A3"/>
              </a:buClr>
              <a:buSzPts val="3200"/>
              <a:buFont typeface="Noto Sans Symbols"/>
              <a:buNone/>
            </a:pPr>
            <a:r>
              <a:rPr lang="en-US" sz="3200">
                <a:solidFill>
                  <a:schemeClr val="dk1"/>
                </a:solidFill>
                <a:latin typeface="Calibri"/>
                <a:ea typeface="Calibri"/>
                <a:cs typeface="Calibri"/>
                <a:sym typeface="Calibri"/>
              </a:rPr>
              <a:t>                                    </a:t>
            </a:r>
            <a:r>
              <a:rPr i="1" lang="en-US" sz="3200">
                <a:solidFill>
                  <a:schemeClr val="dk1"/>
                </a:solidFill>
                <a:latin typeface="Calibri"/>
                <a:ea typeface="Calibri"/>
                <a:cs typeface="Calibri"/>
                <a:sym typeface="Calibri"/>
              </a:rPr>
              <a:t>  = p </a:t>
            </a:r>
            <a:r>
              <a:rPr baseline="30000" i="1" lang="en-US" sz="3200">
                <a:solidFill>
                  <a:schemeClr val="dk1"/>
                </a:solidFill>
                <a:latin typeface="Calibri"/>
                <a:ea typeface="Calibri"/>
                <a:cs typeface="Calibri"/>
                <a:sym typeface="Calibri"/>
              </a:rPr>
              <a:t>. </a:t>
            </a:r>
            <a:r>
              <a:rPr i="1" lang="en-US" sz="3200">
                <a:solidFill>
                  <a:schemeClr val="dk1"/>
                </a:solidFill>
                <a:latin typeface="Calibri"/>
                <a:ea typeface="Calibri"/>
                <a:cs typeface="Calibri"/>
                <a:sym typeface="Calibri"/>
              </a:rPr>
              <a:t>(1-p)</a:t>
            </a:r>
            <a:r>
              <a:rPr b="1" baseline="30000" i="1" lang="en-US" sz="3200">
                <a:solidFill>
                  <a:schemeClr val="dk1"/>
                </a:solidFill>
                <a:latin typeface="Calibri"/>
                <a:ea typeface="Calibri"/>
                <a:cs typeface="Calibri"/>
                <a:sym typeface="Calibri"/>
              </a:rPr>
              <a:t>N-1</a:t>
            </a:r>
            <a:r>
              <a:rPr baseline="30000" i="1" lang="en-US" sz="3200">
                <a:solidFill>
                  <a:schemeClr val="dk1"/>
                </a:solidFill>
                <a:latin typeface="Calibri"/>
                <a:ea typeface="Calibri"/>
                <a:cs typeface="Calibri"/>
                <a:sym typeface="Calibri"/>
              </a:rPr>
              <a:t> . </a:t>
            </a:r>
            <a:r>
              <a:rPr i="1" lang="en-US" sz="3200">
                <a:solidFill>
                  <a:schemeClr val="dk1"/>
                </a:solidFill>
                <a:latin typeface="Calibri"/>
                <a:ea typeface="Calibri"/>
                <a:cs typeface="Calibri"/>
                <a:sym typeface="Calibri"/>
              </a:rPr>
              <a:t>(1-p)</a:t>
            </a:r>
            <a:r>
              <a:rPr b="1" baseline="30000" i="1" lang="en-US" sz="3200">
                <a:solidFill>
                  <a:schemeClr val="dk1"/>
                </a:solidFill>
                <a:latin typeface="Calibri"/>
                <a:ea typeface="Calibri"/>
                <a:cs typeface="Calibri"/>
                <a:sym typeface="Calibri"/>
              </a:rPr>
              <a:t>N-1  </a:t>
            </a:r>
            <a:endParaRPr/>
          </a:p>
          <a:p>
            <a:pPr indent="-222250" lvl="0" marL="352425" marR="0" rtl="0" algn="l">
              <a:lnSpc>
                <a:spcPct val="90000"/>
              </a:lnSpc>
              <a:spcBef>
                <a:spcPts val="1000"/>
              </a:spcBef>
              <a:spcAft>
                <a:spcPts val="0"/>
              </a:spcAft>
              <a:buClr>
                <a:srgbClr val="0000A3"/>
              </a:buClr>
              <a:buSzPts val="3200"/>
              <a:buFont typeface="Noto Sans Symbols"/>
              <a:buNone/>
            </a:pPr>
            <a:r>
              <a:rPr b="1" baseline="30000" lang="en-US" sz="3200">
                <a:solidFill>
                  <a:schemeClr val="dk1"/>
                </a:solidFill>
                <a:latin typeface="Calibri"/>
                <a:ea typeface="Calibri"/>
                <a:cs typeface="Calibri"/>
                <a:sym typeface="Calibri"/>
              </a:rPr>
              <a:t>                                                    </a:t>
            </a:r>
            <a:r>
              <a:rPr b="1" baseline="30000" i="1" lang="en-US" sz="3200">
                <a:solidFill>
                  <a:schemeClr val="dk1"/>
                </a:solidFill>
                <a:latin typeface="Calibri"/>
                <a:ea typeface="Calibri"/>
                <a:cs typeface="Calibri"/>
                <a:sym typeface="Calibri"/>
              </a:rPr>
              <a:t>     </a:t>
            </a:r>
            <a:r>
              <a:rPr i="1" lang="en-US" sz="3200">
                <a:solidFill>
                  <a:schemeClr val="dk1"/>
                </a:solidFill>
                <a:latin typeface="Calibri"/>
                <a:ea typeface="Calibri"/>
                <a:cs typeface="Calibri"/>
                <a:sym typeface="Calibri"/>
              </a:rPr>
              <a:t>=</a:t>
            </a:r>
            <a:r>
              <a:rPr b="1" i="1" lang="en-US" sz="3200">
                <a:solidFill>
                  <a:schemeClr val="dk1"/>
                </a:solidFill>
                <a:latin typeface="Calibri"/>
                <a:ea typeface="Calibri"/>
                <a:cs typeface="Calibri"/>
                <a:sym typeface="Calibri"/>
              </a:rPr>
              <a:t> </a:t>
            </a:r>
            <a:r>
              <a:rPr i="1" lang="en-US" sz="3200">
                <a:solidFill>
                  <a:schemeClr val="dk1"/>
                </a:solidFill>
                <a:latin typeface="Calibri"/>
                <a:ea typeface="Calibri"/>
                <a:cs typeface="Calibri"/>
                <a:sym typeface="Calibri"/>
              </a:rPr>
              <a:t>p </a:t>
            </a:r>
            <a:r>
              <a:rPr baseline="30000" i="1" lang="en-US" sz="3200">
                <a:solidFill>
                  <a:schemeClr val="dk1"/>
                </a:solidFill>
                <a:latin typeface="Calibri"/>
                <a:ea typeface="Calibri"/>
                <a:cs typeface="Calibri"/>
                <a:sym typeface="Calibri"/>
              </a:rPr>
              <a:t>. </a:t>
            </a:r>
            <a:r>
              <a:rPr i="1" lang="en-US" sz="3200">
                <a:solidFill>
                  <a:schemeClr val="dk1"/>
                </a:solidFill>
                <a:latin typeface="Calibri"/>
                <a:ea typeface="Calibri"/>
                <a:cs typeface="Calibri"/>
                <a:sym typeface="Calibri"/>
              </a:rPr>
              <a:t>(1-p)</a:t>
            </a:r>
            <a:r>
              <a:rPr b="1" baseline="30000" i="1" lang="en-US" sz="3200">
                <a:solidFill>
                  <a:schemeClr val="dk1"/>
                </a:solidFill>
                <a:latin typeface="Calibri"/>
                <a:ea typeface="Calibri"/>
                <a:cs typeface="Calibri"/>
                <a:sym typeface="Calibri"/>
              </a:rPr>
              <a:t>2(N-1)</a:t>
            </a:r>
            <a:r>
              <a:rPr baseline="30000" i="1" lang="en-US" sz="3600">
                <a:solidFill>
                  <a:schemeClr val="dk1"/>
                </a:solidFill>
                <a:latin typeface="Calibri"/>
                <a:ea typeface="Calibri"/>
                <a:cs typeface="Calibri"/>
                <a:sym typeface="Calibri"/>
              </a:rPr>
              <a:t> </a:t>
            </a:r>
            <a:endParaRPr baseline="30000" sz="2800">
              <a:solidFill>
                <a:schemeClr val="dk1"/>
              </a:solidFill>
              <a:latin typeface="Gill Sans"/>
              <a:ea typeface="Gill Sans"/>
              <a:cs typeface="Gill Sans"/>
              <a:sym typeface="Gill Sans"/>
            </a:endParaRPr>
          </a:p>
          <a:p>
            <a:pPr indent="-222250" lvl="0" marL="352425" marR="0" rtl="0" algn="l">
              <a:lnSpc>
                <a:spcPct val="90000"/>
              </a:lnSpc>
              <a:spcBef>
                <a:spcPts val="1000"/>
              </a:spcBef>
              <a:spcAft>
                <a:spcPts val="0"/>
              </a:spcAft>
              <a:buClr>
                <a:srgbClr val="0000A3"/>
              </a:buClr>
              <a:buSzPts val="2800"/>
              <a:buFont typeface="Noto Sans Symbols"/>
              <a:buNone/>
            </a:pPr>
            <a:r>
              <a:rPr baseline="30000" lang="en-US" sz="2800">
                <a:solidFill>
                  <a:schemeClr val="dk1"/>
                </a:solidFill>
                <a:latin typeface="Gill Sans"/>
                <a:ea typeface="Gill Sans"/>
                <a:cs typeface="Gill Sans"/>
                <a:sym typeface="Gill Sans"/>
              </a:rPr>
              <a:t>    </a:t>
            </a:r>
            <a:r>
              <a:rPr lang="en-US" sz="2800">
                <a:solidFill>
                  <a:schemeClr val="dk1"/>
                </a:solidFill>
                <a:latin typeface="Gill Sans"/>
                <a:ea typeface="Gill Sans"/>
                <a:cs typeface="Gill Sans"/>
                <a:sym typeface="Gill Sans"/>
              </a:rPr>
              <a:t>… choosing optimum p and then letting </a:t>
            </a:r>
            <a:r>
              <a:rPr i="1" lang="en-US" sz="2800">
                <a:solidFill>
                  <a:schemeClr val="dk1"/>
                </a:solidFill>
                <a:latin typeface="Gill Sans"/>
                <a:ea typeface="Gill Sans"/>
                <a:cs typeface="Gill Sans"/>
                <a:sym typeface="Gill Sans"/>
              </a:rPr>
              <a:t>n</a:t>
            </a:r>
            <a:r>
              <a:rPr lang="en-US" sz="2800">
                <a:solidFill>
                  <a:schemeClr val="dk1"/>
                </a:solidFill>
                <a:latin typeface="Gill Sans"/>
                <a:ea typeface="Gill Sans"/>
                <a:cs typeface="Gill Sans"/>
                <a:sym typeface="Gill Sans"/>
              </a:rPr>
              <a:t> </a:t>
            </a:r>
            <a:endParaRPr/>
          </a:p>
          <a:p>
            <a:pPr indent="-222250" lvl="0" marL="352425" marR="0" rtl="0" algn="l">
              <a:lnSpc>
                <a:spcPct val="90000"/>
              </a:lnSpc>
              <a:spcBef>
                <a:spcPts val="1000"/>
              </a:spcBef>
              <a:spcAft>
                <a:spcPts val="0"/>
              </a:spcAft>
              <a:buClr>
                <a:srgbClr val="0000A3"/>
              </a:buClr>
              <a:buSzPts val="2800"/>
              <a:buFont typeface="Noto Sans Symbols"/>
              <a:buNone/>
            </a:pPr>
            <a:r>
              <a:rPr baseline="30000" lang="en-US" sz="2800">
                <a:solidFill>
                  <a:schemeClr val="dk1"/>
                </a:solidFill>
                <a:latin typeface="Gill Sans"/>
                <a:ea typeface="Gill Sans"/>
                <a:cs typeface="Gill Sans"/>
                <a:sym typeface="Gill Sans"/>
              </a:rPr>
              <a:t>                                        </a:t>
            </a:r>
            <a:r>
              <a:rPr baseline="30000" i="1" lang="en-US" sz="2800">
                <a:solidFill>
                  <a:schemeClr val="dk1"/>
                </a:solidFill>
                <a:latin typeface="Gill Sans"/>
                <a:ea typeface="Gill Sans"/>
                <a:cs typeface="Gill Sans"/>
                <a:sym typeface="Gill Sans"/>
              </a:rPr>
              <a:t>         </a:t>
            </a:r>
            <a:r>
              <a:rPr i="1" lang="en-US" sz="2400">
                <a:solidFill>
                  <a:schemeClr val="dk1"/>
                </a:solidFill>
                <a:latin typeface="Gill Sans"/>
                <a:ea typeface="Gill Sans"/>
                <a:cs typeface="Gill Sans"/>
                <a:sym typeface="Gill Sans"/>
              </a:rPr>
              <a:t>= 1/(2e) = .18</a:t>
            </a:r>
            <a:r>
              <a:rPr baseline="30000" i="1" lang="en-US" sz="2800">
                <a:solidFill>
                  <a:schemeClr val="dk1"/>
                </a:solidFill>
                <a:latin typeface="Gill Sans"/>
                <a:ea typeface="Gill Sans"/>
                <a:cs typeface="Gill Sans"/>
                <a:sym typeface="Gill Sans"/>
              </a:rPr>
              <a:t> </a:t>
            </a:r>
            <a:r>
              <a:rPr lang="en-US" sz="2800">
                <a:solidFill>
                  <a:schemeClr val="dk1"/>
                </a:solidFill>
                <a:latin typeface="Gill Sans"/>
                <a:ea typeface="Gill Sans"/>
                <a:cs typeface="Gill Sans"/>
                <a:sym typeface="Gill Sans"/>
              </a:rPr>
              <a:t>	</a:t>
            </a:r>
            <a:endParaRPr b="1" i="1" sz="2800">
              <a:solidFill>
                <a:schemeClr val="dk1"/>
              </a:solidFill>
              <a:latin typeface="Gill Sans"/>
              <a:ea typeface="Gill Sans"/>
              <a:cs typeface="Gill Sans"/>
              <a:sym typeface="Gill Sans"/>
            </a:endParaRPr>
          </a:p>
          <a:p>
            <a:pPr indent="-44450" lvl="0" marL="352425" marR="0" rtl="0" algn="l">
              <a:lnSpc>
                <a:spcPct val="90000"/>
              </a:lnSpc>
              <a:spcBef>
                <a:spcPts val="1000"/>
              </a:spcBef>
              <a:spcAft>
                <a:spcPts val="0"/>
              </a:spcAft>
              <a:buClr>
                <a:srgbClr val="0000A3"/>
              </a:buClr>
              <a:buSzPts val="2800"/>
              <a:buFont typeface="Noto Sans Symbols"/>
              <a:buNone/>
            </a:pPr>
            <a:r>
              <a:t/>
            </a:r>
            <a:endParaRPr sz="2800">
              <a:solidFill>
                <a:schemeClr val="dk1"/>
              </a:solidFill>
              <a:latin typeface="Gill Sans"/>
              <a:ea typeface="Gill Sans"/>
              <a:cs typeface="Gill Sans"/>
              <a:sym typeface="Gill Sans"/>
            </a:endParaRPr>
          </a:p>
        </p:txBody>
      </p:sp>
      <p:grpSp>
        <p:nvGrpSpPr>
          <p:cNvPr id="10759" name="Google Shape;10759;p121"/>
          <p:cNvGrpSpPr/>
          <p:nvPr/>
        </p:nvGrpSpPr>
        <p:grpSpPr>
          <a:xfrm>
            <a:off x="6333008" y="4733274"/>
            <a:ext cx="736600" cy="90487"/>
            <a:chOff x="3242" y="3679"/>
            <a:chExt cx="464" cy="57"/>
          </a:xfrm>
        </p:grpSpPr>
        <p:cxnSp>
          <p:nvCxnSpPr>
            <p:cNvPr id="10760" name="Google Shape;10760;p121"/>
            <p:cNvCxnSpPr/>
            <p:nvPr/>
          </p:nvCxnSpPr>
          <p:spPr>
            <a:xfrm>
              <a:off x="3242" y="3711"/>
              <a:ext cx="207" cy="0"/>
            </a:xfrm>
            <a:prstGeom prst="straightConnector1">
              <a:avLst/>
            </a:prstGeom>
            <a:noFill/>
            <a:ln cap="flat" cmpd="sng" w="19050">
              <a:solidFill>
                <a:schemeClr val="dk1"/>
              </a:solidFill>
              <a:prstDash val="solid"/>
              <a:round/>
              <a:headEnd len="med" w="med" type="none"/>
              <a:tailEnd len="med" w="med" type="triangle"/>
            </a:ln>
          </p:spPr>
        </p:cxnSp>
        <p:sp>
          <p:nvSpPr>
            <p:cNvPr id="10761" name="Google Shape;10761;p121"/>
            <p:cNvSpPr/>
            <p:nvPr/>
          </p:nvSpPr>
          <p:spPr>
            <a:xfrm>
              <a:off x="3494" y="3680"/>
              <a:ext cx="107" cy="56"/>
            </a:xfrm>
            <a:prstGeom prst="ellipse">
              <a:avLst/>
            </a:prstGeom>
            <a:no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762" name="Google Shape;10762;p121"/>
            <p:cNvSpPr/>
            <p:nvPr/>
          </p:nvSpPr>
          <p:spPr>
            <a:xfrm>
              <a:off x="3599" y="3679"/>
              <a:ext cx="107" cy="56"/>
            </a:xfrm>
            <a:prstGeom prst="ellipse">
              <a:avLst/>
            </a:prstGeom>
            <a:no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0763" name="Google Shape;10763;p121"/>
          <p:cNvSpPr txBox="1"/>
          <p:nvPr/>
        </p:nvSpPr>
        <p:spPr>
          <a:xfrm>
            <a:off x="10230679" y="2014330"/>
            <a:ext cx="3000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t>
            </a:r>
            <a:endParaRPr/>
          </a:p>
        </p:txBody>
      </p:sp>
      <p:sp>
        <p:nvSpPr>
          <p:cNvPr id="10764" name="Google Shape;10764;p121"/>
          <p:cNvSpPr txBox="1"/>
          <p:nvPr/>
        </p:nvSpPr>
        <p:spPr>
          <a:xfrm>
            <a:off x="10383079" y="2166730"/>
            <a:ext cx="3000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t>
            </a:r>
            <a:endParaRPr/>
          </a:p>
        </p:txBody>
      </p:sp>
      <p:sp>
        <p:nvSpPr>
          <p:cNvPr id="10765" name="Google Shape;10765;p121"/>
          <p:cNvSpPr txBox="1"/>
          <p:nvPr/>
        </p:nvSpPr>
        <p:spPr>
          <a:xfrm>
            <a:off x="7752522" y="1523999"/>
            <a:ext cx="3000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t>
            </a:r>
            <a:endParaRPr/>
          </a:p>
        </p:txBody>
      </p:sp>
      <p:sp>
        <p:nvSpPr>
          <p:cNvPr id="10766" name="Google Shape;10766;p121"/>
          <p:cNvSpPr/>
          <p:nvPr/>
        </p:nvSpPr>
        <p:spPr>
          <a:xfrm>
            <a:off x="3267186" y="5421004"/>
            <a:ext cx="4731167" cy="5232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800">
                <a:solidFill>
                  <a:srgbClr val="CC0000"/>
                </a:solidFill>
                <a:latin typeface="Calibri"/>
                <a:ea typeface="Calibri"/>
                <a:cs typeface="Calibri"/>
                <a:sym typeface="Calibri"/>
              </a:rPr>
              <a:t>even worse than slotted Aloha!</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2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