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</p:sldIdLst>
  <p:sldSz cy="6858000" cx="12192000"/>
  <p:notesSz cx="6858000" cy="9144000"/>
  <p:embeddedFontLst>
    <p:embeddedFont>
      <p:font typeface="Gill Sans"/>
      <p:regular r:id="rId92"/>
      <p:bold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" orient="horz"/>
        <p:guide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font" Target="fonts/GillSans-bold.fntdata"/><Relationship Id="rId92" Type="http://schemas.openxmlformats.org/officeDocument/2006/relationships/font" Target="fonts/GillSans-regular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7.2 (January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Updated slide content for 2020 link technologies and applications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New Master slide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Feb. 2020 (8.0)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 few updates suggest by Catherine Rosenberg (thanks!)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titles in a lighter font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Sept 2020 (8.1)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Added ~7 new slides, in particular: data center slide; routing versus forwarding; security line of defense; several on encapsulation and layers (this section is a lot better now).  Other relative minor changes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Spring 22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   hide some slides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4" name="Google Shape;16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7" name="Google Shape;16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important points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en-US"/>
              <a:t>distributed</a:t>
            </a:r>
            <a:r>
              <a:rPr lang="en-US"/>
              <a:t> entities, exchanging messages (governed by protocols)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Time going down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go over definition of protocol (showing format, order of messages sent and received, and actions taken)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We’ll see these kinds of diagrams a lot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8" name="Google Shape;16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0" name="Google Shape;17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3" name="Google Shape;2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4" name="Google Shape;26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2" name="Google Shape;31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0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Google Shape;35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2" name="Google Shape;35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4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6" name="Google Shape;37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7" name="Google Shape;37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3" name="Shape 3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4" name="Google Shape;39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5" name="Google Shape;39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6" name="Google Shape;39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4" name="Google Shape;40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5" name="Google Shape;404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9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1" name="Google Shape;41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2" name="Google Shape;41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4" name="Shape 4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5" name="Google Shape;42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6" name="Google Shape;42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7" name="Google Shape;42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9" name="Shape 4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0" name="Google Shape;44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1" name="Google Shape;44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2" name="Google Shape;445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7" name="Shape 4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8" name="Google Shape;48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9" name="Google Shape;48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0" name="Google Shape;490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3" name="Shape 4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4" name="Google Shape;49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5" name="Google Shape;49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6" name="Google Shape;494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5" name="Shape 4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" name="Google Shape;495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7" name="Google Shape;49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8" name="Google Shape;495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7" name="Shape 4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8" name="Google Shape;496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9" name="Google Shape;496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0" name="Google Shape;497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6" name="Shape 4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7" name="Google Shape;497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8" name="Google Shape;497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9" name="Google Shape;497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5" name="Shape 4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" name="Google Shape;498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7" name="Google Shape;498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8" name="Google Shape;498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2" name="Shape 5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" name="Google Shape;543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4" name="Google Shape;543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5" name="Google Shape;543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3" name="Shape 5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4" name="Google Shape;560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5" name="Google Shape;560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6" name="Google Shape;560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2" name="Shape 5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3" name="Google Shape;561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4" name="Google Shape;561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5" name="Google Shape;561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8" name="Shape 5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9" name="Google Shape;562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0" name="Google Shape;563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1" name="Google Shape;563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0" name="Shape 5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1" name="Google Shape;570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2" name="Google Shape;570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3" name="Google Shape;570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7" name="Shape 5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8" name="Google Shape;578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9" name="Google Shape;578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0" name="Google Shape;579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0" name="Shape 5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1" name="Google Shape;587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2" name="Google Shape;587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3" name="Google Shape;587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1" name="Shape 5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2" name="Google Shape;595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3" name="Google Shape;595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4" name="Google Shape;595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8" name="Shape 6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9" name="Google Shape;605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0" name="Google Shape;606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1" name="Google Shape;606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7" name="Shape 6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8" name="Google Shape;609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9" name="Google Shape;609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0" name="Google Shape;610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7" name="Shape 6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8" name="Google Shape;610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9" name="Google Shape;610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0" name="Google Shape;611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6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7" name="Google Shape;652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8" name="Google Shape;652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9" name="Google Shape;652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9" name="Shape 6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0" name="Google Shape;659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1" name="Google Shape;659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2" name="Google Shape;659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6" name="Shape 6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" name="Google Shape;670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8" name="Google Shape;670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9" name="Google Shape;670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1" name="Shape 6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2" name="Google Shape;686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3" name="Google Shape;686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4" name="Google Shape;686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5" name="Shape 7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6" name="Google Shape;716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7" name="Google Shape;716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8" name="Google Shape;716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2" name="Shape 7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3" name="Google Shape;749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4" name="Google Shape;749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5" name="Google Shape;7495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7" name="Shape 7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8" name="Google Shape;781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9" name="Google Shape;781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0" name="Google Shape;782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9" name="Shape 8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0" name="Google Shape;821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1" name="Google Shape;821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2" name="Google Shape;8212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4" name="Shape 8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5" name="Google Shape;827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6" name="Google Shape;827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7" name="Google Shape;827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3" name="Shape 8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" name="Google Shape;828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5" name="Google Shape;828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6" name="Google Shape;828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6" name="Shape 8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7" name="Google Shape;833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8" name="Google Shape;833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9" name="Google Shape;833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1" name="Shape 8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2" name="Google Shape;839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3" name="Google Shape;839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4" name="Google Shape;839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2" name="Shape 8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3" name="Google Shape;845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4" name="Google Shape;845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5" name="Google Shape;845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0" name="Shape 8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1" name="Google Shape;850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2" name="Google Shape;850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3" name="Google Shape;850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5" name="Shape 8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6" name="Google Shape;853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7" name="Google Shape;853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8" name="Google Shape;8538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1" name="Shape 8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2" name="Google Shape;857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73" name="Google Shape;857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4" name="Google Shape;857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5" name="Shape 8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6" name="Google Shape;863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7" name="Google Shape;863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8" name="Google Shape;863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3" name="Shape 8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4" name="Google Shape;867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5" name="Google Shape;867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6" name="Google Shape;867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2" name="Shape 8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3" name="Google Shape;872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4" name="Google Shape;872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5" name="Google Shape;872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1" name="Shape 8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2" name="Google Shape;880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03" name="Google Shape;880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4" name="Google Shape;8804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3" name="Shape 8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4" name="Google Shape;895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55" name="Google Shape;895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6" name="Google Shape;895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8" name="Shape 9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9" name="Google Shape;911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0" name="Google Shape;912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Segue: from performance to security</a:t>
            </a:r>
            <a:endParaRPr/>
          </a:p>
        </p:txBody>
      </p:sp>
      <p:sp>
        <p:nvSpPr>
          <p:cNvPr id="9121" name="Google Shape;912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7" name="Shape 9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8" name="Google Shape;912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9" name="Google Shape;9129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0" name="Google Shape;9130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5" name="Shape 9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6" name="Google Shape;913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7" name="Google Shape;913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8" name="Google Shape;9138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3" name="Shape 9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" name="Google Shape;914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5" name="Google Shape;914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6" name="Google Shape;9146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8" name="Shape 9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Google Shape;921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20" name="Google Shape;922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1" name="Google Shape;9221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9" name="Shape 9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0" name="Google Shape;929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1" name="Google Shape;929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2" name="Google Shape;929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6" name="Shape 9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7" name="Google Shape;939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8" name="Google Shape;9398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9" name="Google Shape;9399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5" name="Shape 9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6" name="Google Shape;940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7" name="Google Shape;940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8" name="Google Shape;940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4" name="Shape 9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5" name="Google Shape;941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6" name="Google Shape;9416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7" name="Google Shape;9417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3" name="Shape 9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4" name="Google Shape;9424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5" name="Google Shape;942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6" name="Google Shape;9426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4" name="Shape 9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5" name="Google Shape;9445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46" name="Google Shape;9446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7" name="Google Shape;9447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1" name="Shape 9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" name="Google Shape;9482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3" name="Google Shape;948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4" name="Google Shape;9484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0" name="Shape 9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1" name="Google Shape;949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2" name="Google Shape;949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3" name="Google Shape;949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3" name="Shape 9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4" name="Google Shape;9524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25" name="Google Shape;952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6" name="Google Shape;9526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4" name="Shape 9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" name="Google Shape;9605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6" name="Google Shape;960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7" name="Google Shape;9607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4" name="Shape 9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5" name="Google Shape;9695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6" name="Google Shape;9696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7" name="Google Shape;9697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6" name="Shape 9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7" name="Google Shape;9807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8" name="Google Shape;9808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9" name="Google Shape;9809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5" name="Shape 9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6" name="Google Shape;9936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7" name="Google Shape;993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8" name="Google Shape;9938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6" name="Shape 10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7" name="Google Shape;10077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8" name="Google Shape;10078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9" name="Google Shape;10079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5" name="Shape 10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" name="Google Shape;10086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7" name="Google Shape;10087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8" name="Google Shape;10088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5" name="Shape 10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6" name="Google Shape;1009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7" name="Google Shape;10097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8" name="Google Shape;10098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7" name="Shape 10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8" name="Google Shape;1010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9" name="Google Shape;1010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0" name="Google Shape;1011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8" name="Shape 10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9" name="Google Shape;1011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0" name="Google Shape;10120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1" name="Google Shape;10121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8" name="Shape 10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9" name="Google Shape;1012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0" name="Google Shape;1013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1" name="Google Shape;1013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7" name="Shape 10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" name="Google Shape;10138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9" name="Google Shape;10139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0" name="Google Shape;10140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6" name="Shape 10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7" name="Google Shape;10147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8" name="Google Shape;1014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9" name="Google Shape;10149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3" name="Shape 10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4" name="Google Shape;10154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5" name="Google Shape;10155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6" name="Google Shape;10156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1" name="Shape 10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2" name="Google Shape;10172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3" name="Google Shape;10173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4" name="Google Shape;10174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11" Type="http://schemas.openxmlformats.org/officeDocument/2006/relationships/image" Target="../media/image1.png"/><Relationship Id="rId22" Type="http://schemas.openxmlformats.org/officeDocument/2006/relationships/image" Target="../media/image23.png"/><Relationship Id="rId10" Type="http://schemas.openxmlformats.org/officeDocument/2006/relationships/image" Target="../media/image41.png"/><Relationship Id="rId21" Type="http://schemas.openxmlformats.org/officeDocument/2006/relationships/image" Target="../media/image18.png"/><Relationship Id="rId13" Type="http://schemas.openxmlformats.org/officeDocument/2006/relationships/image" Target="../media/image2.png"/><Relationship Id="rId24" Type="http://schemas.openxmlformats.org/officeDocument/2006/relationships/image" Target="../media/image27.png"/><Relationship Id="rId12" Type="http://schemas.openxmlformats.org/officeDocument/2006/relationships/image" Target="../media/image11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1.png"/><Relationship Id="rId15" Type="http://schemas.openxmlformats.org/officeDocument/2006/relationships/image" Target="../media/image7.png"/><Relationship Id="rId14" Type="http://schemas.openxmlformats.org/officeDocument/2006/relationships/image" Target="../media/image8.png"/><Relationship Id="rId17" Type="http://schemas.openxmlformats.org/officeDocument/2006/relationships/image" Target="../media/image14.png"/><Relationship Id="rId16" Type="http://schemas.openxmlformats.org/officeDocument/2006/relationships/image" Target="../media/image4.png"/><Relationship Id="rId5" Type="http://schemas.openxmlformats.org/officeDocument/2006/relationships/image" Target="../media/image30.png"/><Relationship Id="rId19" Type="http://schemas.openxmlformats.org/officeDocument/2006/relationships/image" Target="../media/image9.png"/><Relationship Id="rId6" Type="http://schemas.openxmlformats.org/officeDocument/2006/relationships/image" Target="../media/image20.jpg"/><Relationship Id="rId18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68.png"/><Relationship Id="rId13" Type="http://schemas.openxmlformats.org/officeDocument/2006/relationships/image" Target="../media/image57.jpg"/><Relationship Id="rId12" Type="http://schemas.openxmlformats.org/officeDocument/2006/relationships/image" Target="../media/image4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4.png"/><Relationship Id="rId4" Type="http://schemas.openxmlformats.org/officeDocument/2006/relationships/image" Target="../media/image46.jpg"/><Relationship Id="rId9" Type="http://schemas.openxmlformats.org/officeDocument/2006/relationships/image" Target="../media/image45.png"/><Relationship Id="rId15" Type="http://schemas.openxmlformats.org/officeDocument/2006/relationships/image" Target="../media/image47.png"/><Relationship Id="rId14" Type="http://schemas.openxmlformats.org/officeDocument/2006/relationships/image" Target="../media/image63.png"/><Relationship Id="rId17" Type="http://schemas.openxmlformats.org/officeDocument/2006/relationships/image" Target="../media/image49.png"/><Relationship Id="rId16" Type="http://schemas.openxmlformats.org/officeDocument/2006/relationships/image" Target="../media/image51.png"/><Relationship Id="rId5" Type="http://schemas.openxmlformats.org/officeDocument/2006/relationships/image" Target="../media/image40.png"/><Relationship Id="rId19" Type="http://schemas.openxmlformats.org/officeDocument/2006/relationships/image" Target="../media/image52.png"/><Relationship Id="rId6" Type="http://schemas.openxmlformats.org/officeDocument/2006/relationships/image" Target="../media/image61.png"/><Relationship Id="rId18" Type="http://schemas.openxmlformats.org/officeDocument/2006/relationships/image" Target="../media/image56.png"/><Relationship Id="rId7" Type="http://schemas.openxmlformats.org/officeDocument/2006/relationships/image" Target="../media/image39.jpg"/><Relationship Id="rId8" Type="http://schemas.openxmlformats.org/officeDocument/2006/relationships/image" Target="../media/image53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5.png"/><Relationship Id="rId11" Type="http://schemas.openxmlformats.org/officeDocument/2006/relationships/image" Target="../media/image4.png"/><Relationship Id="rId22" Type="http://schemas.openxmlformats.org/officeDocument/2006/relationships/image" Target="../media/image21.png"/><Relationship Id="rId10" Type="http://schemas.openxmlformats.org/officeDocument/2006/relationships/image" Target="../media/image18.png"/><Relationship Id="rId21" Type="http://schemas.openxmlformats.org/officeDocument/2006/relationships/image" Target="../media/image34.png"/><Relationship Id="rId13" Type="http://schemas.openxmlformats.org/officeDocument/2006/relationships/image" Target="../media/image2.png"/><Relationship Id="rId12" Type="http://schemas.openxmlformats.org/officeDocument/2006/relationships/image" Target="../media/image6.png"/><Relationship Id="rId23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25.png"/><Relationship Id="rId15" Type="http://schemas.openxmlformats.org/officeDocument/2006/relationships/image" Target="../media/image28.png"/><Relationship Id="rId14" Type="http://schemas.openxmlformats.org/officeDocument/2006/relationships/image" Target="../media/image23.png"/><Relationship Id="rId17" Type="http://schemas.openxmlformats.org/officeDocument/2006/relationships/image" Target="../media/image11.png"/><Relationship Id="rId16" Type="http://schemas.openxmlformats.org/officeDocument/2006/relationships/image" Target="../media/image27.png"/><Relationship Id="rId5" Type="http://schemas.openxmlformats.org/officeDocument/2006/relationships/image" Target="../media/image24.png"/><Relationship Id="rId19" Type="http://schemas.openxmlformats.org/officeDocument/2006/relationships/image" Target="../media/image7.png"/><Relationship Id="rId6" Type="http://schemas.openxmlformats.org/officeDocument/2006/relationships/image" Target="../media/image41.png"/><Relationship Id="rId18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5.png"/><Relationship Id="rId11" Type="http://schemas.openxmlformats.org/officeDocument/2006/relationships/image" Target="../media/image4.png"/><Relationship Id="rId22" Type="http://schemas.openxmlformats.org/officeDocument/2006/relationships/image" Target="../media/image21.png"/><Relationship Id="rId10" Type="http://schemas.openxmlformats.org/officeDocument/2006/relationships/image" Target="../media/image18.png"/><Relationship Id="rId21" Type="http://schemas.openxmlformats.org/officeDocument/2006/relationships/image" Target="../media/image34.png"/><Relationship Id="rId13" Type="http://schemas.openxmlformats.org/officeDocument/2006/relationships/image" Target="../media/image2.png"/><Relationship Id="rId12" Type="http://schemas.openxmlformats.org/officeDocument/2006/relationships/image" Target="../media/image6.png"/><Relationship Id="rId23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25.png"/><Relationship Id="rId15" Type="http://schemas.openxmlformats.org/officeDocument/2006/relationships/image" Target="../media/image28.png"/><Relationship Id="rId14" Type="http://schemas.openxmlformats.org/officeDocument/2006/relationships/image" Target="../media/image23.png"/><Relationship Id="rId17" Type="http://schemas.openxmlformats.org/officeDocument/2006/relationships/image" Target="../media/image11.png"/><Relationship Id="rId16" Type="http://schemas.openxmlformats.org/officeDocument/2006/relationships/image" Target="../media/image27.png"/><Relationship Id="rId5" Type="http://schemas.openxmlformats.org/officeDocument/2006/relationships/image" Target="../media/image24.png"/><Relationship Id="rId19" Type="http://schemas.openxmlformats.org/officeDocument/2006/relationships/image" Target="../media/image7.png"/><Relationship Id="rId6" Type="http://schemas.openxmlformats.org/officeDocument/2006/relationships/image" Target="../media/image41.png"/><Relationship Id="rId18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5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7.png"/><Relationship Id="rId11" Type="http://schemas.openxmlformats.org/officeDocument/2006/relationships/image" Target="../media/image18.png"/><Relationship Id="rId22" Type="http://schemas.openxmlformats.org/officeDocument/2006/relationships/image" Target="../media/image34.png"/><Relationship Id="rId10" Type="http://schemas.openxmlformats.org/officeDocument/2006/relationships/image" Target="../media/image25.png"/><Relationship Id="rId21" Type="http://schemas.openxmlformats.org/officeDocument/2006/relationships/image" Target="../media/image5.png"/><Relationship Id="rId13" Type="http://schemas.openxmlformats.org/officeDocument/2006/relationships/image" Target="../media/image6.png"/><Relationship Id="rId12" Type="http://schemas.openxmlformats.org/officeDocument/2006/relationships/image" Target="../media/image4.png"/><Relationship Id="rId23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14.png"/><Relationship Id="rId15" Type="http://schemas.openxmlformats.org/officeDocument/2006/relationships/image" Target="../media/image23.png"/><Relationship Id="rId14" Type="http://schemas.openxmlformats.org/officeDocument/2006/relationships/image" Target="../media/image2.png"/><Relationship Id="rId17" Type="http://schemas.openxmlformats.org/officeDocument/2006/relationships/image" Target="../media/image27.png"/><Relationship Id="rId16" Type="http://schemas.openxmlformats.org/officeDocument/2006/relationships/image" Target="../media/image28.png"/><Relationship Id="rId5" Type="http://schemas.openxmlformats.org/officeDocument/2006/relationships/image" Target="../media/image24.png"/><Relationship Id="rId19" Type="http://schemas.openxmlformats.org/officeDocument/2006/relationships/image" Target="../media/image8.png"/><Relationship Id="rId6" Type="http://schemas.openxmlformats.org/officeDocument/2006/relationships/image" Target="../media/image3.png"/><Relationship Id="rId18" Type="http://schemas.openxmlformats.org/officeDocument/2006/relationships/image" Target="../media/image11.png"/><Relationship Id="rId7" Type="http://schemas.openxmlformats.org/officeDocument/2006/relationships/image" Target="../media/image41.png"/><Relationship Id="rId8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1.png"/><Relationship Id="rId22" Type="http://schemas.openxmlformats.org/officeDocument/2006/relationships/image" Target="../media/image30.png"/><Relationship Id="rId10" Type="http://schemas.openxmlformats.org/officeDocument/2006/relationships/image" Target="../media/image27.png"/><Relationship Id="rId21" Type="http://schemas.openxmlformats.org/officeDocument/2006/relationships/image" Target="../media/image8.png"/><Relationship Id="rId13" Type="http://schemas.openxmlformats.org/officeDocument/2006/relationships/image" Target="../media/image34.png"/><Relationship Id="rId12" Type="http://schemas.openxmlformats.org/officeDocument/2006/relationships/image" Target="../media/image7.png"/><Relationship Id="rId2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15" Type="http://schemas.openxmlformats.org/officeDocument/2006/relationships/image" Target="../media/image24.png"/><Relationship Id="rId14" Type="http://schemas.openxmlformats.org/officeDocument/2006/relationships/image" Target="../media/image21.png"/><Relationship Id="rId17" Type="http://schemas.openxmlformats.org/officeDocument/2006/relationships/image" Target="../media/image14.png"/><Relationship Id="rId16" Type="http://schemas.openxmlformats.org/officeDocument/2006/relationships/image" Target="../media/image1.png"/><Relationship Id="rId5" Type="http://schemas.openxmlformats.org/officeDocument/2006/relationships/image" Target="../media/image18.png"/><Relationship Id="rId19" Type="http://schemas.openxmlformats.org/officeDocument/2006/relationships/image" Target="../media/image9.png"/><Relationship Id="rId6" Type="http://schemas.openxmlformats.org/officeDocument/2006/relationships/image" Target="../media/image4.png"/><Relationship Id="rId18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1.png"/><Relationship Id="rId22" Type="http://schemas.openxmlformats.org/officeDocument/2006/relationships/image" Target="../media/image30.png"/><Relationship Id="rId10" Type="http://schemas.openxmlformats.org/officeDocument/2006/relationships/image" Target="../media/image27.png"/><Relationship Id="rId21" Type="http://schemas.openxmlformats.org/officeDocument/2006/relationships/image" Target="../media/image8.png"/><Relationship Id="rId13" Type="http://schemas.openxmlformats.org/officeDocument/2006/relationships/image" Target="../media/image34.png"/><Relationship Id="rId12" Type="http://schemas.openxmlformats.org/officeDocument/2006/relationships/image" Target="../media/image7.png"/><Relationship Id="rId2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15" Type="http://schemas.openxmlformats.org/officeDocument/2006/relationships/image" Target="../media/image24.png"/><Relationship Id="rId14" Type="http://schemas.openxmlformats.org/officeDocument/2006/relationships/image" Target="../media/image21.png"/><Relationship Id="rId17" Type="http://schemas.openxmlformats.org/officeDocument/2006/relationships/image" Target="../media/image14.png"/><Relationship Id="rId16" Type="http://schemas.openxmlformats.org/officeDocument/2006/relationships/image" Target="../media/image1.png"/><Relationship Id="rId5" Type="http://schemas.openxmlformats.org/officeDocument/2006/relationships/image" Target="../media/image18.png"/><Relationship Id="rId19" Type="http://schemas.openxmlformats.org/officeDocument/2006/relationships/image" Target="../media/image9.png"/><Relationship Id="rId6" Type="http://schemas.openxmlformats.org/officeDocument/2006/relationships/image" Target="../media/image4.png"/><Relationship Id="rId18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1.png"/><Relationship Id="rId22" Type="http://schemas.openxmlformats.org/officeDocument/2006/relationships/image" Target="../media/image30.png"/><Relationship Id="rId10" Type="http://schemas.openxmlformats.org/officeDocument/2006/relationships/image" Target="../media/image27.png"/><Relationship Id="rId21" Type="http://schemas.openxmlformats.org/officeDocument/2006/relationships/image" Target="../media/image8.png"/><Relationship Id="rId13" Type="http://schemas.openxmlformats.org/officeDocument/2006/relationships/image" Target="../media/image34.png"/><Relationship Id="rId12" Type="http://schemas.openxmlformats.org/officeDocument/2006/relationships/image" Target="../media/image7.png"/><Relationship Id="rId2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15" Type="http://schemas.openxmlformats.org/officeDocument/2006/relationships/image" Target="../media/image24.png"/><Relationship Id="rId14" Type="http://schemas.openxmlformats.org/officeDocument/2006/relationships/image" Target="../media/image21.png"/><Relationship Id="rId17" Type="http://schemas.openxmlformats.org/officeDocument/2006/relationships/image" Target="../media/image14.png"/><Relationship Id="rId16" Type="http://schemas.openxmlformats.org/officeDocument/2006/relationships/image" Target="../media/image1.png"/><Relationship Id="rId5" Type="http://schemas.openxmlformats.org/officeDocument/2006/relationships/image" Target="../media/image18.png"/><Relationship Id="rId19" Type="http://schemas.openxmlformats.org/officeDocument/2006/relationships/image" Target="../media/image9.png"/><Relationship Id="rId6" Type="http://schemas.openxmlformats.org/officeDocument/2006/relationships/image" Target="../media/image4.png"/><Relationship Id="rId18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4.png"/><Relationship Id="rId4" Type="http://schemas.openxmlformats.org/officeDocument/2006/relationships/image" Target="../media/image66.png"/><Relationship Id="rId5" Type="http://schemas.openxmlformats.org/officeDocument/2006/relationships/image" Target="../media/image78.png"/><Relationship Id="rId6" Type="http://schemas.openxmlformats.org/officeDocument/2006/relationships/image" Target="../media/image5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4.png"/><Relationship Id="rId4" Type="http://schemas.openxmlformats.org/officeDocument/2006/relationships/image" Target="../media/image66.png"/><Relationship Id="rId5" Type="http://schemas.openxmlformats.org/officeDocument/2006/relationships/image" Target="../media/image78.png"/><Relationship Id="rId6" Type="http://schemas.openxmlformats.org/officeDocument/2006/relationships/image" Target="../media/image5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3.png"/><Relationship Id="rId4" Type="http://schemas.openxmlformats.org/officeDocument/2006/relationships/image" Target="../media/image59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81.png"/><Relationship Id="rId10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2.png"/><Relationship Id="rId9" Type="http://schemas.openxmlformats.org/officeDocument/2006/relationships/image" Target="../media/image59.png"/><Relationship Id="rId5" Type="http://schemas.openxmlformats.org/officeDocument/2006/relationships/image" Target="../media/image70.png"/><Relationship Id="rId6" Type="http://schemas.openxmlformats.org/officeDocument/2006/relationships/image" Target="../media/image76.png"/><Relationship Id="rId7" Type="http://schemas.openxmlformats.org/officeDocument/2006/relationships/image" Target="../media/image79.png"/><Relationship Id="rId8" Type="http://schemas.openxmlformats.org/officeDocument/2006/relationships/image" Target="../media/image100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5.png"/><Relationship Id="rId10" Type="http://schemas.openxmlformats.org/officeDocument/2006/relationships/image" Target="../media/image99.png"/><Relationship Id="rId13" Type="http://schemas.openxmlformats.org/officeDocument/2006/relationships/image" Target="../media/image24.png"/><Relationship Id="rId1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2.png"/><Relationship Id="rId9" Type="http://schemas.openxmlformats.org/officeDocument/2006/relationships/image" Target="../media/image81.png"/><Relationship Id="rId15" Type="http://schemas.openxmlformats.org/officeDocument/2006/relationships/image" Target="../media/image89.png"/><Relationship Id="rId14" Type="http://schemas.openxmlformats.org/officeDocument/2006/relationships/image" Target="../media/image88.png"/><Relationship Id="rId16" Type="http://schemas.openxmlformats.org/officeDocument/2006/relationships/image" Target="../media/image92.png"/><Relationship Id="rId5" Type="http://schemas.openxmlformats.org/officeDocument/2006/relationships/image" Target="../media/image95.png"/><Relationship Id="rId6" Type="http://schemas.openxmlformats.org/officeDocument/2006/relationships/image" Target="../media/image90.png"/><Relationship Id="rId7" Type="http://schemas.openxmlformats.org/officeDocument/2006/relationships/image" Target="../media/image84.png"/><Relationship Id="rId8" Type="http://schemas.openxmlformats.org/officeDocument/2006/relationships/image" Target="../media/image82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3.png"/><Relationship Id="rId10" Type="http://schemas.openxmlformats.org/officeDocument/2006/relationships/image" Target="../media/image96.png"/><Relationship Id="rId13" Type="http://schemas.openxmlformats.org/officeDocument/2006/relationships/image" Target="../media/image98.png"/><Relationship Id="rId1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72.png"/><Relationship Id="rId9" Type="http://schemas.openxmlformats.org/officeDocument/2006/relationships/image" Target="../media/image97.png"/><Relationship Id="rId14" Type="http://schemas.openxmlformats.org/officeDocument/2006/relationships/image" Target="../media/image59.png"/><Relationship Id="rId5" Type="http://schemas.openxmlformats.org/officeDocument/2006/relationships/image" Target="../media/image87.png"/><Relationship Id="rId6" Type="http://schemas.openxmlformats.org/officeDocument/2006/relationships/image" Target="../media/image86.png"/><Relationship Id="rId7" Type="http://schemas.openxmlformats.org/officeDocument/2006/relationships/image" Target="../media/image94.png"/><Relationship Id="rId8" Type="http://schemas.openxmlformats.org/officeDocument/2006/relationships/image" Target="../media/image91.png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1.png"/><Relationship Id="rId22" Type="http://schemas.openxmlformats.org/officeDocument/2006/relationships/image" Target="../media/image5.png"/><Relationship Id="rId10" Type="http://schemas.openxmlformats.org/officeDocument/2006/relationships/image" Target="../media/image27.png"/><Relationship Id="rId21" Type="http://schemas.openxmlformats.org/officeDocument/2006/relationships/image" Target="../media/image30.png"/><Relationship Id="rId13" Type="http://schemas.openxmlformats.org/officeDocument/2006/relationships/image" Target="../media/image34.png"/><Relationship Id="rId24" Type="http://schemas.openxmlformats.org/officeDocument/2006/relationships/image" Target="../media/image111.png"/><Relationship Id="rId12" Type="http://schemas.openxmlformats.org/officeDocument/2006/relationships/image" Target="../media/image7.png"/><Relationship Id="rId2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15" Type="http://schemas.openxmlformats.org/officeDocument/2006/relationships/image" Target="../media/image24.png"/><Relationship Id="rId14" Type="http://schemas.openxmlformats.org/officeDocument/2006/relationships/image" Target="../media/image21.png"/><Relationship Id="rId17" Type="http://schemas.openxmlformats.org/officeDocument/2006/relationships/image" Target="../media/image14.png"/><Relationship Id="rId16" Type="http://schemas.openxmlformats.org/officeDocument/2006/relationships/image" Target="../media/image1.png"/><Relationship Id="rId5" Type="http://schemas.openxmlformats.org/officeDocument/2006/relationships/image" Target="../media/image18.png"/><Relationship Id="rId19" Type="http://schemas.openxmlformats.org/officeDocument/2006/relationships/image" Target="../media/image9.png"/><Relationship Id="rId6" Type="http://schemas.openxmlformats.org/officeDocument/2006/relationships/image" Target="../media/image4.png"/><Relationship Id="rId18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3.png"/><Relationship Id="rId4" Type="http://schemas.openxmlformats.org/officeDocument/2006/relationships/image" Target="../media/image10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4.jpg"/><Relationship Id="rId4" Type="http://schemas.openxmlformats.org/officeDocument/2006/relationships/image" Target="../media/image11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5.png"/><Relationship Id="rId4" Type="http://schemas.openxmlformats.org/officeDocument/2006/relationships/image" Target="../media/image1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jpg"/></Relationships>
</file>

<file path=ppt/slides/_rels/slide2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1.png"/><Relationship Id="rId22" Type="http://schemas.openxmlformats.org/officeDocument/2006/relationships/image" Target="../media/image30.png"/><Relationship Id="rId10" Type="http://schemas.openxmlformats.org/officeDocument/2006/relationships/image" Target="../media/image27.png"/><Relationship Id="rId21" Type="http://schemas.openxmlformats.org/officeDocument/2006/relationships/image" Target="../media/image8.png"/><Relationship Id="rId13" Type="http://schemas.openxmlformats.org/officeDocument/2006/relationships/image" Target="../media/image34.png"/><Relationship Id="rId12" Type="http://schemas.openxmlformats.org/officeDocument/2006/relationships/image" Target="../media/image7.png"/><Relationship Id="rId2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15" Type="http://schemas.openxmlformats.org/officeDocument/2006/relationships/image" Target="../media/image24.png"/><Relationship Id="rId14" Type="http://schemas.openxmlformats.org/officeDocument/2006/relationships/image" Target="../media/image21.png"/><Relationship Id="rId17" Type="http://schemas.openxmlformats.org/officeDocument/2006/relationships/image" Target="../media/image14.png"/><Relationship Id="rId16" Type="http://schemas.openxmlformats.org/officeDocument/2006/relationships/image" Target="../media/image1.png"/><Relationship Id="rId5" Type="http://schemas.openxmlformats.org/officeDocument/2006/relationships/image" Target="../media/image18.png"/><Relationship Id="rId19" Type="http://schemas.openxmlformats.org/officeDocument/2006/relationships/image" Target="../media/image9.png"/><Relationship Id="rId6" Type="http://schemas.openxmlformats.org/officeDocument/2006/relationships/image" Target="../media/image4.png"/><Relationship Id="rId18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7.png"/><Relationship Id="rId4" Type="http://schemas.openxmlformats.org/officeDocument/2006/relationships/image" Target="../media/image108.jpg"/><Relationship Id="rId5" Type="http://schemas.openxmlformats.org/officeDocument/2006/relationships/image" Target="../media/image1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0.png"/><Relationship Id="rId4" Type="http://schemas.openxmlformats.org/officeDocument/2006/relationships/image" Target="../media/image109.png"/><Relationship Id="rId5" Type="http://schemas.openxmlformats.org/officeDocument/2006/relationships/image" Target="../media/image107.png"/><Relationship Id="rId6" Type="http://schemas.openxmlformats.org/officeDocument/2006/relationships/image" Target="../media/image106.png"/><Relationship Id="rId7" Type="http://schemas.openxmlformats.org/officeDocument/2006/relationships/image" Target="../media/image5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9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11.png"/><Relationship Id="rId22" Type="http://schemas.openxmlformats.org/officeDocument/2006/relationships/image" Target="../media/image30.png"/><Relationship Id="rId10" Type="http://schemas.openxmlformats.org/officeDocument/2006/relationships/image" Target="../media/image27.png"/><Relationship Id="rId21" Type="http://schemas.openxmlformats.org/officeDocument/2006/relationships/image" Target="../media/image8.png"/><Relationship Id="rId13" Type="http://schemas.openxmlformats.org/officeDocument/2006/relationships/image" Target="../media/image34.png"/><Relationship Id="rId12" Type="http://schemas.openxmlformats.org/officeDocument/2006/relationships/image" Target="../media/image7.png"/><Relationship Id="rId2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15" Type="http://schemas.openxmlformats.org/officeDocument/2006/relationships/image" Target="../media/image24.png"/><Relationship Id="rId14" Type="http://schemas.openxmlformats.org/officeDocument/2006/relationships/image" Target="../media/image21.png"/><Relationship Id="rId17" Type="http://schemas.openxmlformats.org/officeDocument/2006/relationships/image" Target="../media/image14.png"/><Relationship Id="rId16" Type="http://schemas.openxmlformats.org/officeDocument/2006/relationships/image" Target="../media/image1.png"/><Relationship Id="rId5" Type="http://schemas.openxmlformats.org/officeDocument/2006/relationships/image" Target="../media/image18.png"/><Relationship Id="rId19" Type="http://schemas.openxmlformats.org/officeDocument/2006/relationships/image" Target="../media/image9.png"/><Relationship Id="rId6" Type="http://schemas.openxmlformats.org/officeDocument/2006/relationships/image" Target="../media/image4.png"/><Relationship Id="rId18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1.png"/><Relationship Id="rId4" Type="http://schemas.openxmlformats.org/officeDocument/2006/relationships/image" Target="../media/image1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3.png"/><Relationship Id="rId4" Type="http://schemas.openxmlformats.org/officeDocument/2006/relationships/image" Target="../media/image12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9.png"/><Relationship Id="rId4" Type="http://schemas.openxmlformats.org/officeDocument/2006/relationships/image" Target="../media/image12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5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9.png"/><Relationship Id="rId4" Type="http://schemas.openxmlformats.org/officeDocument/2006/relationships/image" Target="../media/image124.png"/><Relationship Id="rId5" Type="http://schemas.openxmlformats.org/officeDocument/2006/relationships/image" Target="../media/image128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9.png"/><Relationship Id="rId4" Type="http://schemas.openxmlformats.org/officeDocument/2006/relationships/image" Target="../media/image12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png"/><Relationship Id="rId4" Type="http://schemas.openxmlformats.org/officeDocument/2006/relationships/image" Target="../media/image12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5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3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5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5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0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32.png"/><Relationship Id="rId4" Type="http://schemas.openxmlformats.org/officeDocument/2006/relationships/image" Target="../media/image3.png"/><Relationship Id="rId5" Type="http://schemas.openxmlformats.org/officeDocument/2006/relationships/image" Target="../media/image133.png"/><Relationship Id="rId6" Type="http://schemas.openxmlformats.org/officeDocument/2006/relationships/image" Target="../media/image127.png"/><Relationship Id="rId7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1325035" y="561975"/>
            <a:ext cx="4487863" cy="172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Chapter 1: introduction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786816" y="1375384"/>
            <a:ext cx="484208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Chapter goal:</a:t>
            </a:r>
            <a:r>
              <a:rPr i="1" lang="en-US" sz="32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“feel,” “big picture,” introduction to terminology</a:t>
            </a:r>
            <a:endParaRPr/>
          </a:p>
          <a:p>
            <a:pPr indent="-225425" lvl="1" marL="8001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more depth, detail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later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in course</a:t>
            </a:r>
            <a:endParaRPr/>
          </a:p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5968416" y="1422888"/>
            <a:ext cx="5994400" cy="4799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Overview/roadmap: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the Internet? What</a:t>
            </a:r>
            <a:r>
              <a:rPr i="1" lang="en-US" sz="2600"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edge: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833" y="4034454"/>
            <a:ext cx="2745129" cy="205884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/>
        </p:nvSpPr>
        <p:spPr>
          <a:xfrm>
            <a:off x="9190439" y="3479610"/>
            <a:ext cx="136498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56" name="Google Shape;56;p8"/>
          <p:cNvSpPr/>
          <p:nvPr/>
        </p:nvSpPr>
        <p:spPr>
          <a:xfrm>
            <a:off x="9250302" y="3526527"/>
            <a:ext cx="1558255" cy="53898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798691" y="2290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grpSp>
        <p:nvGrpSpPr>
          <p:cNvPr id="58" name="Google Shape;58;p8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59" name="Google Shape;59;p8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" name="Google Shape;61;p8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62" name="Google Shape;62;p8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8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" name="Google Shape;64;p8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8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66" name="Google Shape;66;p8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67" name="Google Shape;67;p8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Noto Sans Symbols"/>
                <a:buNone/>
              </a:pPr>
              <a:r>
                <a:rPr b="0" lang="en-US" sz="1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" name="Google Shape;69;p8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70" name="Google Shape;70;p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2" name="Google Shape;72;p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8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79" name="Google Shape;79;p8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8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" name="Google Shape;81;p8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8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8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8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8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8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87" name="Google Shape;87;p8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8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91" name="Google Shape;91;p8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92" name="Google Shape;92;p8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8"/>
          <p:cNvGrpSpPr/>
          <p:nvPr/>
        </p:nvGrpSpPr>
        <p:grpSpPr>
          <a:xfrm>
            <a:off x="1297913" y="3134990"/>
            <a:ext cx="5623201" cy="1305077"/>
            <a:chOff x="1297913" y="3209940"/>
            <a:chExt cx="5623201" cy="1305077"/>
          </a:xfrm>
        </p:grpSpPr>
        <p:sp>
          <p:nvSpPr>
            <p:cNvPr id="94" name="Google Shape;94;p8"/>
            <p:cNvSpPr txBox="1"/>
            <p:nvPr/>
          </p:nvSpPr>
          <p:spPr>
            <a:xfrm>
              <a:off x="3142962" y="3209940"/>
              <a:ext cx="3778152" cy="13050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switches</a:t>
              </a: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forward packets (chunks of data)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routers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switches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" name="Google Shape;95;p8"/>
            <p:cNvGrpSpPr/>
            <p:nvPr/>
          </p:nvGrpSpPr>
          <p:grpSpPr>
            <a:xfrm>
              <a:off x="1297913" y="3389820"/>
              <a:ext cx="1370315" cy="390629"/>
              <a:chOff x="1220207" y="3379800"/>
              <a:chExt cx="1448022" cy="400649"/>
            </a:xfrm>
          </p:grpSpPr>
          <p:grpSp>
            <p:nvGrpSpPr>
              <p:cNvPr id="96" name="Google Shape;96;p8"/>
              <p:cNvGrpSpPr/>
              <p:nvPr/>
            </p:nvGrpSpPr>
            <p:grpSpPr>
              <a:xfrm>
                <a:off x="1220207" y="3403733"/>
                <a:ext cx="608897" cy="339238"/>
                <a:chOff x="7493876" y="2774731"/>
                <a:chExt cx="1481958" cy="894622"/>
              </a:xfrm>
            </p:grpSpPr>
            <p:sp>
              <p:nvSpPr>
                <p:cNvPr id="97" name="Google Shape;97;p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98" name="Google Shape;98;p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99" name="Google Shape;99;p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0" name="Google Shape;100;p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" name="Google Shape;101;p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" name="Google Shape;102;p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" name="Google Shape;103;p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4" name="Google Shape;104;p8"/>
              <p:cNvGrpSpPr/>
              <p:nvPr/>
            </p:nvGrpSpPr>
            <p:grpSpPr>
              <a:xfrm>
                <a:off x="2172962" y="3379800"/>
                <a:ext cx="495267" cy="400649"/>
                <a:chOff x="3668110" y="2448910"/>
                <a:chExt cx="3794234" cy="2165130"/>
              </a:xfrm>
            </p:grpSpPr>
            <p:sp>
              <p:nvSpPr>
                <p:cNvPr id="105" name="Google Shape;105;p8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8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7" name="Google Shape;107;p8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08" name="Google Shape;108;p8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" name="Google Shape;109;p8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" name="Google Shape;110;p8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8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12" name="Google Shape;112;p8"/>
          <p:cNvGrpSpPr/>
          <p:nvPr/>
        </p:nvGrpSpPr>
        <p:grpSpPr>
          <a:xfrm>
            <a:off x="972848" y="3887572"/>
            <a:ext cx="5946258" cy="1994414"/>
            <a:chOff x="972848" y="3947532"/>
            <a:chExt cx="5946258" cy="1994414"/>
          </a:xfrm>
        </p:grpSpPr>
        <p:sp>
          <p:nvSpPr>
            <p:cNvPr id="113" name="Google Shape;113;p8"/>
            <p:cNvSpPr txBox="1"/>
            <p:nvPr/>
          </p:nvSpPr>
          <p:spPr>
            <a:xfrm>
              <a:off x="3140954" y="3947532"/>
              <a:ext cx="3778152" cy="19944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E8A"/>
                </a:buClr>
                <a:buSzPts val="2800"/>
                <a:buFont typeface="Noto Sans Symbols"/>
                <a:buNone/>
              </a:pPr>
              <a:r>
                <a:t/>
              </a:r>
              <a:endParaRPr b="0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6858" marR="0" rtl="0" algn="l">
                <a:lnSpc>
                  <a:spcPct val="90000"/>
                </a:lnSpc>
                <a:spcBef>
                  <a:spcPts val="672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Communication links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fiber, copper, radio, satellite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transmission rate: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bandwidth</a:t>
              </a:r>
              <a:b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" name="Google Shape;114;p8"/>
            <p:cNvGrpSpPr/>
            <p:nvPr/>
          </p:nvGrpSpPr>
          <p:grpSpPr>
            <a:xfrm>
              <a:off x="2428229" y="4382136"/>
              <a:ext cx="457200" cy="733152"/>
              <a:chOff x="6061075" y="1844675"/>
              <a:chExt cx="457200" cy="733152"/>
            </a:xfrm>
          </p:grpSpPr>
          <p:cxnSp>
            <p:nvCxnSpPr>
              <p:cNvPr id="115" name="Google Shape;115;p8"/>
              <p:cNvCxnSpPr/>
              <p:nvPr/>
            </p:nvCxnSpPr>
            <p:spPr>
              <a:xfrm>
                <a:off x="6289675" y="2403475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16" name="Google Shape;116;p8"/>
              <p:cNvGrpSpPr/>
              <p:nvPr/>
            </p:nvGrpSpPr>
            <p:grpSpPr>
              <a:xfrm>
                <a:off x="6061075" y="1844675"/>
                <a:ext cx="457200" cy="631825"/>
                <a:chOff x="742" y="2409"/>
                <a:chExt cx="576" cy="881"/>
              </a:xfrm>
            </p:grpSpPr>
            <p:grpSp>
              <p:nvGrpSpPr>
                <p:cNvPr id="117" name="Google Shape;117;p8"/>
                <p:cNvGrpSpPr/>
                <p:nvPr/>
              </p:nvGrpSpPr>
              <p:grpSpPr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cxnSp>
                <p:nvCxnSpPr>
                  <p:cNvPr id="118" name="Google Shape;118;p8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19" name="Google Shape;119;p8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0" name="Google Shape;120;p8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1" name="Google Shape;121;p8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2" name="Google Shape;122;p8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3" name="Google Shape;123;p8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4" name="Google Shape;124;p8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5" name="Google Shape;125;p8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6" name="Google Shape;126;p8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7" name="Google Shape;127;p8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8" name="Google Shape;128;p8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9" name="Google Shape;129;p8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0" name="Google Shape;130;p8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1" name="Google Shape;131;p8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32" name="Google Shape;132;p8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pic>
              <p:nvPicPr>
                <p:cNvPr descr="cell_tower_radiation copy" id="133" name="Google Shape;133;p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742" y="2409"/>
                  <a:ext cx="576" cy="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34" name="Google Shape;134;p8"/>
                <p:cNvSpPr/>
                <p:nvPr/>
              </p:nvSpPr>
              <p:spPr>
                <a:xfrm>
                  <a:off x="986" y="2597"/>
                  <a:ext cx="66" cy="69"/>
                </a:xfrm>
                <a:prstGeom prst="ellipse">
                  <a:avLst/>
                </a:prstGeom>
                <a:solidFill>
                  <a:schemeClr val="dk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5" name="Google Shape;135;p8"/>
            <p:cNvGrpSpPr/>
            <p:nvPr/>
          </p:nvGrpSpPr>
          <p:grpSpPr>
            <a:xfrm>
              <a:off x="972848" y="4585926"/>
              <a:ext cx="452014" cy="316353"/>
              <a:chOff x="2967" y="478"/>
              <a:chExt cx="788" cy="625"/>
            </a:xfrm>
          </p:grpSpPr>
          <p:pic>
            <p:nvPicPr>
              <p:cNvPr descr="access_point_stylized_small" id="136" name="Google Shape;136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37" name="Google Shape;137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mage result for Ethernet cable" id="138" name="Google Shape;138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56310" y="4560750"/>
              <a:ext cx="874495" cy="5133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8"/>
          <p:cNvGrpSpPr/>
          <p:nvPr/>
        </p:nvGrpSpPr>
        <p:grpSpPr>
          <a:xfrm>
            <a:off x="413554" y="1318241"/>
            <a:ext cx="6618129" cy="1705461"/>
            <a:chOff x="413554" y="1318241"/>
            <a:chExt cx="6618129" cy="1705461"/>
          </a:xfrm>
        </p:grpSpPr>
        <p:sp>
          <p:nvSpPr>
            <p:cNvPr id="140" name="Google Shape;140;p8"/>
            <p:cNvSpPr txBox="1"/>
            <p:nvPr/>
          </p:nvSpPr>
          <p:spPr>
            <a:xfrm>
              <a:off x="3142484" y="1318241"/>
              <a:ext cx="3889199" cy="17054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Billions of connected computing </a:t>
              </a: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devices</a:t>
              </a:r>
              <a:r>
                <a:rPr b="0" lang="en-US" sz="240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hosts</a:t>
              </a:r>
              <a:r>
                <a:rPr b="0" i="1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= end systems 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running 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network </a:t>
              </a: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apps </a:t>
              </a: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 Internet’s “edge”</a:t>
              </a:r>
              <a:endParaRPr/>
            </a:p>
          </p:txBody>
        </p:sp>
        <p:grpSp>
          <p:nvGrpSpPr>
            <p:cNvPr id="141" name="Google Shape;141;p8"/>
            <p:cNvGrpSpPr/>
            <p:nvPr/>
          </p:nvGrpSpPr>
          <p:grpSpPr>
            <a:xfrm>
              <a:off x="413554" y="1342201"/>
              <a:ext cx="2520730" cy="1345159"/>
              <a:chOff x="177500" y="1428021"/>
              <a:chExt cx="2679234" cy="1453172"/>
            </a:xfrm>
          </p:grpSpPr>
          <p:grpSp>
            <p:nvGrpSpPr>
              <p:cNvPr id="142" name="Google Shape;142;p8"/>
              <p:cNvGrpSpPr/>
              <p:nvPr/>
            </p:nvGrpSpPr>
            <p:grpSpPr>
              <a:xfrm>
                <a:off x="2228805" y="1490654"/>
                <a:ext cx="627929" cy="619360"/>
                <a:chOff x="877" y="1008"/>
                <a:chExt cx="2747" cy="2626"/>
              </a:xfrm>
            </p:grpSpPr>
            <p:pic>
              <p:nvPicPr>
                <p:cNvPr descr="antenna_stylized" id="143" name="Google Shape;143;p8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144" name="Google Shape;144;p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 flipH="1" rot="109064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5" name="Google Shape;145;p8"/>
                <p:cNvSpPr/>
                <p:nvPr/>
              </p:nvSpPr>
              <p:spPr>
                <a:xfrm>
                  <a:off x="1753" y="1603"/>
                  <a:ext cx="1807" cy="1322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46" name="Google Shape;146;p8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7" name="Google Shape;147;p8"/>
                <p:cNvSpPr/>
                <p:nvPr/>
              </p:nvSpPr>
              <p:spPr>
                <a:xfrm>
                  <a:off x="2082" y="1564"/>
                  <a:ext cx="1531" cy="24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8"/>
                <p:cNvSpPr/>
                <p:nvPr/>
              </p:nvSpPr>
              <p:spPr>
                <a:xfrm>
                  <a:off x="1737" y="1562"/>
                  <a:ext cx="425" cy="1024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8"/>
                <p:cNvSpPr/>
                <p:nvPr/>
              </p:nvSpPr>
              <p:spPr>
                <a:xfrm>
                  <a:off x="3144" y="1745"/>
                  <a:ext cx="458" cy="118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8"/>
                <p:cNvSpPr/>
                <p:nvPr/>
              </p:nvSpPr>
              <p:spPr>
                <a:xfrm>
                  <a:off x="1732" y="2534"/>
                  <a:ext cx="1680" cy="399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8"/>
                <p:cNvSpPr/>
                <p:nvPr/>
              </p:nvSpPr>
              <p:spPr>
                <a:xfrm>
                  <a:off x="3195" y="1755"/>
                  <a:ext cx="429" cy="1187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" name="Google Shape;152;p8"/>
                <p:cNvSpPr/>
                <p:nvPr/>
              </p:nvSpPr>
              <p:spPr>
                <a:xfrm>
                  <a:off x="1734" y="2587"/>
                  <a:ext cx="1494" cy="394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3" name="Google Shape;153;p8"/>
                <p:cNvGrpSpPr/>
                <p:nvPr/>
              </p:nvGrpSpPr>
              <p:grpSpPr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154" name="Google Shape;154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" name="Google Shape;155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6" name="Google Shape;156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7" name="Google Shape;157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" name="Google Shape;158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" name="Google Shape;159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60" name="Google Shape;160;p8"/>
                <p:cNvSpPr/>
                <p:nvPr/>
              </p:nvSpPr>
              <p:spPr>
                <a:xfrm>
                  <a:off x="2577" y="3043"/>
                  <a:ext cx="614" cy="514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1010" y="3084"/>
                  <a:ext cx="1571" cy="469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8"/>
                <p:cNvSpPr/>
                <p:nvPr/>
              </p:nvSpPr>
              <p:spPr>
                <a:xfrm>
                  <a:off x="1011" y="2998"/>
                  <a:ext cx="17" cy="95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8"/>
                <p:cNvSpPr/>
                <p:nvPr/>
              </p:nvSpPr>
              <p:spPr>
                <a:xfrm>
                  <a:off x="1012" y="2611"/>
                  <a:ext cx="730" cy="39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1061" y="3018"/>
                  <a:ext cx="1490" cy="451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8"/>
                <p:cNvSpPr/>
                <p:nvPr/>
              </p:nvSpPr>
              <p:spPr>
                <a:xfrm flipH="1" rot="10800000">
                  <a:off x="2549" y="2986"/>
                  <a:ext cx="608" cy="467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6" name="Google Shape;166;p8"/>
              <p:cNvGrpSpPr/>
              <p:nvPr/>
            </p:nvGrpSpPr>
            <p:grpSpPr>
              <a:xfrm>
                <a:off x="1187669" y="1611378"/>
                <a:ext cx="511595" cy="419441"/>
                <a:chOff x="2751" y="1851"/>
                <a:chExt cx="462" cy="478"/>
              </a:xfrm>
            </p:grpSpPr>
            <p:pic>
              <p:nvPicPr>
                <p:cNvPr descr="iphone_stylized_small" id="167" name="Google Shape;167;p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168" name="Google Shape;168;p8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69" name="Google Shape;169;p8"/>
              <p:cNvGrpSpPr/>
              <p:nvPr/>
            </p:nvGrpSpPr>
            <p:grpSpPr>
              <a:xfrm>
                <a:off x="1346422" y="2111586"/>
                <a:ext cx="580012" cy="769607"/>
                <a:chOff x="7797061" y="3296104"/>
                <a:chExt cx="347997" cy="396620"/>
              </a:xfrm>
            </p:grpSpPr>
            <p:pic>
              <p:nvPicPr>
                <p:cNvPr descr="fridge2.png" id="170" name="Google Shape;170;p8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171" name="Google Shape;171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72" name="Google Shape;172;p8"/>
              <p:cNvGrpSpPr/>
              <p:nvPr/>
            </p:nvGrpSpPr>
            <p:grpSpPr>
              <a:xfrm>
                <a:off x="1018136" y="2414197"/>
                <a:ext cx="228492" cy="436354"/>
                <a:chOff x="4140" y="429"/>
                <a:chExt cx="1425" cy="2396"/>
              </a:xfrm>
            </p:grpSpPr>
            <p:sp>
              <p:nvSpPr>
                <p:cNvPr id="173" name="Google Shape;173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5" name="Google Shape;175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78" name="Google Shape;178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179" name="Google Shape;179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0" name="Google Shape;180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1" name="Google Shape;181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2" name="Google Shape;182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85" name="Google Shape;185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87" name="Google Shape;187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188" name="Google Shape;188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89" name="Google Shape;189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0" name="Google Shape;190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1" name="Google Shape;191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192" name="Google Shape;192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93" name="Google Shape;193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4" name="Google Shape;194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" name="Google Shape;195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" name="Google Shape;205;p8"/>
              <p:cNvGrpSpPr/>
              <p:nvPr/>
            </p:nvGrpSpPr>
            <p:grpSpPr>
              <a:xfrm>
                <a:off x="2053502" y="2245186"/>
                <a:ext cx="672582" cy="617342"/>
                <a:chOff x="5275406" y="2711455"/>
                <a:chExt cx="452949" cy="405518"/>
              </a:xfrm>
            </p:grpSpPr>
            <p:pic>
              <p:nvPicPr>
                <p:cNvPr descr="server_rack.png" id="206" name="Google Shape;206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07" name="Google Shape;207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208" name="Google Shape;208;p8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9" name="Google Shape;209;p8"/>
              <p:cNvGrpSpPr/>
              <p:nvPr/>
            </p:nvGrpSpPr>
            <p:grpSpPr>
              <a:xfrm flipH="1">
                <a:off x="618085" y="1595547"/>
                <a:ext cx="517401" cy="503916"/>
                <a:chOff x="2839" y="3501"/>
                <a:chExt cx="755" cy="803"/>
              </a:xfrm>
            </p:grpSpPr>
            <p:pic>
              <p:nvPicPr>
                <p:cNvPr descr="desktop_computer_stylized_medium" id="210" name="Google Shape;210;p8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1" name="Google Shape;211;p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2" name="Google Shape;212;p8"/>
              <p:cNvGrpSpPr/>
              <p:nvPr/>
            </p:nvGrpSpPr>
            <p:grpSpPr>
              <a:xfrm>
                <a:off x="1609415" y="1428021"/>
                <a:ext cx="748578" cy="712374"/>
                <a:chOff x="8631407" y="2290407"/>
                <a:chExt cx="530702" cy="478009"/>
              </a:xfrm>
            </p:grpSpPr>
            <p:pic>
              <p:nvPicPr>
                <p:cNvPr descr="light2.png" id="213" name="Google Shape;213;p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14" name="Google Shape;214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15" name="Google Shape;215;p8"/>
              <p:cNvGrpSpPr/>
              <p:nvPr/>
            </p:nvGrpSpPr>
            <p:grpSpPr>
              <a:xfrm>
                <a:off x="177500" y="2082690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16" name="Google Shape;216;p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17" name="Google Shape;217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18" name="Google Shape;218;p8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219" name="Google Shape;219;p8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8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8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2" name="Google Shape;222;p8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" name="Google Shape;223;p8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" name="Google Shape;224;p8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" name="Google Shape;225;p8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" name="Google Shape;226;p8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7" name="Google Shape;227;p8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8" name="Google Shape;228;p8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8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30" name="Google Shape;230;p8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231" name="Google Shape;231;p8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232" name="Google Shape;232;p8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3" name="Google Shape;233;p8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4" name="Google Shape;234;p8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5" name="Google Shape;235;p8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6" name="Google Shape;236;p8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7" name="Google Shape;237;p8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8" name="Google Shape;238;p8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9" name="Google Shape;239;p8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0" name="Google Shape;240;p8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1" name="Google Shape;241;p8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" name="Google Shape;242;p8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" name="Google Shape;243;p8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" name="Google Shape;244;p8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5" name="Google Shape;245;p8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6" name="Google Shape;246;p8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8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8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8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8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1" name="Google Shape;251;p8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2" name="Google Shape;252;p8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3" name="Google Shape;253;p8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4" name="Google Shape;254;p8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8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256" name="Google Shape;256;p8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257" name="Google Shape;257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258" name="Google Shape;258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" name="Google Shape;259;p8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0" name="Google Shape;260;p8"/>
          <p:cNvGrpSpPr/>
          <p:nvPr/>
        </p:nvGrpSpPr>
        <p:grpSpPr>
          <a:xfrm>
            <a:off x="7414072" y="1891912"/>
            <a:ext cx="4144321" cy="4305092"/>
            <a:chOff x="7432700" y="1830405"/>
            <a:chExt cx="4144321" cy="4305092"/>
          </a:xfrm>
        </p:grpSpPr>
        <p:grpSp>
          <p:nvGrpSpPr>
            <p:cNvPr id="261" name="Google Shape;261;p8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262" name="Google Shape;262;p8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263" name="Google Shape;263;p8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264" name="Google Shape;264;p8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5" name="Google Shape;265;p8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66" name="Google Shape;266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67" name="Google Shape;267;p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68" name="Google Shape;268;p8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69" name="Google Shape;269;p8"/>
                <p:cNvPicPr preferRelativeResize="0"/>
                <p:nvPr/>
              </p:nvPicPr>
              <p:blipFill rotWithShape="1">
                <a:blip r:embed="rId2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70" name="Google Shape;270;p8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" name="Google Shape;271;p8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8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8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8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" name="Google Shape;275;p8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76" name="Google Shape;276;p8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77" name="Google Shape;277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" name="Google Shape;278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9" name="Google Shape;279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0" name="Google Shape;280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1" name="Google Shape;281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2" name="Google Shape;282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3" name="Google Shape;283;p8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8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8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8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8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8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9" name="Google Shape;289;p8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290" name="Google Shape;290;p8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91" name="Google Shape;291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92" name="Google Shape;292;p8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93" name="Google Shape;293;p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94" name="Google Shape;294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95" name="Google Shape;295;p8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96" name="Google Shape;296;p8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297" name="Google Shape;297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98" name="Google Shape;298;p8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9" name="Google Shape;299;p8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300" name="Google Shape;300;p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01" name="Google Shape;301;p8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8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8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8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8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" name="Google Shape;306;p8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7" name="Google Shape;307;p8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308" name="Google Shape;308;p8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" name="Google Shape;309;p8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0" name="Google Shape;310;p8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1" name="Google Shape;311;p8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" name="Google Shape;312;p8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" name="Google Shape;313;p8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4" name="Google Shape;314;p8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8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8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8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8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8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0" name="Google Shape;320;p8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321" name="Google Shape;321;p8"/>
                <p:cNvPicPr preferRelativeResize="0"/>
                <p:nvPr/>
              </p:nvPicPr>
              <p:blipFill rotWithShape="1">
                <a:blip r:embed="rId24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2" name="Google Shape;322;p8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3" name="Google Shape;323;p8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324" name="Google Shape;324;p8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25" name="Google Shape;325;p8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26" name="Google Shape;326;p8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27" name="Google Shape;327;p8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28" name="Google Shape;328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29" name="Google Shape;329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30" name="Google Shape;330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1" name="Google Shape;331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2" name="Google Shape;332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33" name="Google Shape;333;p8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34" name="Google Shape;334;p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35" name="Google Shape;335;p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36" name="Google Shape;336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7" name="Google Shape;337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38" name="Google Shape;338;p8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39" name="Google Shape;339;p8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340" name="Google Shape;340;p8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341" name="Google Shape;341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" name="Google Shape;342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3" name="Google Shape;343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46" name="Google Shape;346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347" name="Google Shape;347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49" name="Google Shape;349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0" name="Google Shape;350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351" name="Google Shape;351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3" name="Google Shape;353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5" name="Google Shape;355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356" name="Google Shape;356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8" name="Google Shape;358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9" name="Google Shape;359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360" name="Google Shape;360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62" name="Google Shape;362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" name="Google Shape;365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" name="Google Shape;368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" name="Google Shape;369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" name="Google Shape;373;p8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374" name="Google Shape;374;p8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375" name="Google Shape;375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76" name="Google Shape;376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7" name="Google Shape;377;p8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378" name="Google Shape;378;p8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379" name="Google Shape;379;p8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80" name="Google Shape;380;p8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381" name="Google Shape;381;p8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82" name="Google Shape;382;p8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" name="Google Shape;383;p8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4" name="Google Shape;384;p8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8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88" name="Google Shape;388;p8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389" name="Google Shape;389;p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0" name="Google Shape;390;p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1" name="Google Shape;391;p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2" name="Google Shape;392;p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3" name="Google Shape;393;p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4" name="Google Shape;394;p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95" name="Google Shape;395;p8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1" name="Google Shape;401;p8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2" name="Google Shape;402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3" name="Google Shape;403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4" name="Google Shape;404;p8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5" name="Google Shape;405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6" name="Google Shape;406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07" name="Google Shape;407;p8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408" name="Google Shape;408;p8"/>
                  <p:cNvPicPr preferRelativeResize="0"/>
                  <p:nvPr/>
                </p:nvPicPr>
                <p:blipFill rotWithShape="1">
                  <a:blip r:embed="rId15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09" name="Google Shape;409;p8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0" name="Google Shape;410;p8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411" name="Google Shape;411;p8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412" name="Google Shape;412;p8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3" name="Google Shape;413;p8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414" name="Google Shape;414;p8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" name="Google Shape;415;p8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8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8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" name="Google Shape;418;p8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" name="Google Shape;419;p8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" name="Google Shape;420;p8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21" name="Google Shape;421;p8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422" name="Google Shape;422;p8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3" name="Google Shape;423;p8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4" name="Google Shape;424;p8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5" name="Google Shape;425;p8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6" name="Google Shape;426;p8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7" name="Google Shape;427;p8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28" name="Google Shape;428;p8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9" name="Google Shape;429;p8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8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" name="Google Shape;431;p8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8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3" name="Google Shape;433;p8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34" name="Google Shape;434;p8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435" name="Google Shape;435;p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0" name="Google Shape;440;p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441" name="Google Shape;441;p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2" name="Google Shape;442;p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3" name="Google Shape;443;p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4" name="Google Shape;444;p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445" name="Google Shape;445;p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" name="Google Shape;446;p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7" name="Google Shape;447;p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9" name="Google Shape;449;p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450" name="Google Shape;450;p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1" name="Google Shape;451;p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2" name="Google Shape;452;p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53" name="Google Shape;453;p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454" name="Google Shape;454;p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" name="Google Shape;455;p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sz="2400" u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56" name="Google Shape;456;p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7" name="Google Shape;457;p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0" name="Google Shape;460;p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" name="Google Shape;462;p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4" name="Google Shape;464;p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sz="1800" u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" name="Google Shape;466;p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sz="24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67" name="Google Shape;467;p8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468" name="Google Shape;468;p8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69" name="Google Shape;469;p8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470" name="Google Shape;470;p8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1" name="Google Shape;471;p8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2" name="Google Shape;472;p8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3" name="Google Shape;473;p8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" name="Google Shape;474;p8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5" name="Google Shape;475;p8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" name="Google Shape;476;p8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" name="Google Shape;477;p8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" name="Google Shape;478;p8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" name="Google Shape;479;p8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" name="Google Shape;480;p8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8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2" name="Google Shape;482;p8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8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4" name="Google Shape;484;p8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485" name="Google Shape;48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486" name="Google Shape;48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7" name="Google Shape;487;p8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88" name="Google Shape;48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9" name="Google Shape;48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90" name="Google Shape;49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1" name="Google Shape;49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" name="Google Shape;49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" name="Google Shape;49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95" name="Google Shape;495;p8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496" name="Google Shape;496;p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8" name="Google Shape;498;p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99" name="Google Shape;499;p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3" name="Google Shape;503;p8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504" name="Google Shape;50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05" name="Google Shape;50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06" name="Google Shape;50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7" name="Google Shape;50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1" name="Google Shape;511;p8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12" name="Google Shape;512;p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4" name="Google Shape;514;p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15" name="Google Shape;515;p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9" name="Google Shape;519;p8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520" name="Google Shape;52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1" name="Google Shape;52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22" name="Google Shape;52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3" name="Google Shape;52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7" name="Google Shape;527;p8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528" name="Google Shape;52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29" name="Google Shape;52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0" name="Google Shape;53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1" name="Google Shape;53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2" name="Google Shape;53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3" name="Google Shape;53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" name="Google Shape;53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5" name="Google Shape;535;p8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536" name="Google Shape;53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37" name="Google Shape;53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38" name="Google Shape;53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9" name="Google Shape;53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" name="Google Shape;54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" name="Google Shape;54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" name="Google Shape;54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3" name="Google Shape;543;p8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544" name="Google Shape;54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45" name="Google Shape;54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46" name="Google Shape;54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7" name="Google Shape;54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8" name="Google Shape;54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" name="Google Shape;54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0" name="Google Shape;55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1" name="Google Shape;551;p8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52" name="Google Shape;552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53" name="Google Shape;553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54" name="Google Shape;554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5" name="Google Shape;555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" name="Google Shape;556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" name="Google Shape;557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" name="Google Shape;558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9" name="Google Shape;559;p8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60" name="Google Shape;56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1" name="Google Shape;56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2" name="Google Shape;56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3" name="Google Shape;56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" name="Google Shape;56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" name="Google Shape;56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7" name="Google Shape;567;p8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568" name="Google Shape;56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9" name="Google Shape;56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70" name="Google Shape;57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1" name="Google Shape;57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" name="Google Shape;57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" name="Google Shape;57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5" name="Google Shape;575;p8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76" name="Google Shape;57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77" name="Google Shape;57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78" name="Google Shape;57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9" name="Google Shape;57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0" name="Google Shape;58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" name="Google Shape;58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2" name="Google Shape;58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3" name="Google Shape;583;p8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4" name="Google Shape;58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5" name="Google Shape;58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6" name="Google Shape;58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7" name="Google Shape;58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8" name="Google Shape;58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9" name="Google Shape;58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0" name="Google Shape;59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1" name="Google Shape;591;p8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92" name="Google Shape;592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94" name="Google Shape;594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5" name="Google Shape;595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9" name="Google Shape;599;p8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600" name="Google Shape;600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1" name="Google Shape;601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2" name="Google Shape;602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3" name="Google Shape;603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6" name="Google Shape;606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7" name="Google Shape;607;p8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08" name="Google Shape;60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9" name="Google Shape;60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0" name="Google Shape;61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1" name="Google Shape;61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" name="Google Shape;61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5" name="Google Shape;615;p8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616" name="Google Shape;616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8" name="Google Shape;618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Google Shape;619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" name="Google Shape;620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" name="Google Shape;623;p8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624" name="Google Shape;624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5" name="Google Shape;625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6" name="Google Shape;626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Google Shape;627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31" name="Google Shape;631;p8"/>
          <p:cNvGrpSpPr/>
          <p:nvPr/>
        </p:nvGrpSpPr>
        <p:grpSpPr>
          <a:xfrm>
            <a:off x="1728873" y="5539150"/>
            <a:ext cx="5446393" cy="1149445"/>
            <a:chOff x="1728873" y="5539150"/>
            <a:chExt cx="5446393" cy="1149445"/>
          </a:xfrm>
        </p:grpSpPr>
        <p:sp>
          <p:nvSpPr>
            <p:cNvPr id="632" name="Google Shape;632;p8"/>
            <p:cNvSpPr/>
            <p:nvPr/>
          </p:nvSpPr>
          <p:spPr>
            <a:xfrm>
              <a:off x="1728873" y="5660145"/>
              <a:ext cx="1143514" cy="68053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8"/>
            <p:cNvSpPr txBox="1"/>
            <p:nvPr/>
          </p:nvSpPr>
          <p:spPr>
            <a:xfrm>
              <a:off x="3142713" y="5539150"/>
              <a:ext cx="4032553" cy="1149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685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None/>
              </a:pPr>
              <a:r>
                <a:rPr b="0" i="1" lang="en-US" sz="2400" u="non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Networks</a:t>
              </a:r>
              <a:endParaRPr/>
            </a:p>
            <a:p>
              <a:pPr indent="-231775" lvl="1" marL="346075" marR="0" rtl="0" algn="l">
                <a:lnSpc>
                  <a:spcPct val="90000"/>
                </a:lnSpc>
                <a:spcBef>
                  <a:spcPts val="528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collection of devices, routers, links: managed by an organization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4" name="Google Shape;634;p8"/>
          <p:cNvSpPr/>
          <p:nvPr/>
        </p:nvSpPr>
        <p:spPr>
          <a:xfrm>
            <a:off x="7189291" y="1641975"/>
            <a:ext cx="4101062" cy="4254341"/>
          </a:xfrm>
          <a:custGeom>
            <a:rect b="b" l="l" r="r" t="t"/>
            <a:pathLst>
              <a:path extrusionOk="0" h="4254341" w="4101062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 cap="flat" cmpd="sng" w="12700">
            <a:solidFill>
              <a:srgbClr val="31538F">
                <a:alpha val="5764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9"/>
          <p:cNvSpPr txBox="1"/>
          <p:nvPr>
            <p:ph type="title"/>
          </p:nvPr>
        </p:nvSpPr>
        <p:spPr>
          <a:xfrm>
            <a:off x="787400" y="3359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“Fun” Internet-connected devices</a:t>
            </a:r>
            <a:endParaRPr/>
          </a:p>
        </p:txBody>
      </p:sp>
      <p:pic>
        <p:nvPicPr>
          <p:cNvPr descr="toaster" id="641" name="Google Shape;6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4235" y="2861110"/>
            <a:ext cx="1675416" cy="1970639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9"/>
          <p:cNvSpPr txBox="1"/>
          <p:nvPr/>
        </p:nvSpPr>
        <p:spPr>
          <a:xfrm>
            <a:off x="7093001" y="3040516"/>
            <a:ext cx="209268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Web-enabled toaster 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forecaster</a:t>
            </a:r>
            <a:endParaRPr/>
          </a:p>
        </p:txBody>
      </p:sp>
      <p:grpSp>
        <p:nvGrpSpPr>
          <p:cNvPr id="643" name="Google Shape;643;p9"/>
          <p:cNvGrpSpPr/>
          <p:nvPr/>
        </p:nvGrpSpPr>
        <p:grpSpPr>
          <a:xfrm>
            <a:off x="723207" y="3591303"/>
            <a:ext cx="4897766" cy="2945470"/>
            <a:chOff x="723207" y="3591303"/>
            <a:chExt cx="4897766" cy="2945470"/>
          </a:xfrm>
        </p:grpSpPr>
        <p:grpSp>
          <p:nvGrpSpPr>
            <p:cNvPr id="644" name="Google Shape;644;p9"/>
            <p:cNvGrpSpPr/>
            <p:nvPr/>
          </p:nvGrpSpPr>
          <p:grpSpPr>
            <a:xfrm>
              <a:off x="723207" y="4924676"/>
              <a:ext cx="1768379" cy="1612097"/>
              <a:chOff x="723207" y="4924676"/>
              <a:chExt cx="1768379" cy="1612097"/>
            </a:xfrm>
          </p:grpSpPr>
          <p:pic>
            <p:nvPicPr>
              <p:cNvPr descr="cisco" id="645" name="Google Shape;645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23207" y="4924676"/>
                <a:ext cx="1768379" cy="14168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6" name="Google Shape;646;p9"/>
              <p:cNvSpPr txBox="1"/>
              <p:nvPr/>
            </p:nvSpPr>
            <p:spPr>
              <a:xfrm>
                <a:off x="952500" y="6198219"/>
                <a:ext cx="152118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phones</a:t>
                </a:r>
                <a:endParaRPr/>
              </a:p>
            </p:txBody>
          </p:sp>
        </p:grpSp>
        <p:grpSp>
          <p:nvGrpSpPr>
            <p:cNvPr id="647" name="Google Shape;647;p9"/>
            <p:cNvGrpSpPr/>
            <p:nvPr/>
          </p:nvGrpSpPr>
          <p:grpSpPr>
            <a:xfrm>
              <a:off x="3863186" y="3591303"/>
              <a:ext cx="1757787" cy="1165800"/>
              <a:chOff x="3863186" y="3591303"/>
              <a:chExt cx="1757787" cy="1165800"/>
            </a:xfrm>
          </p:grpSpPr>
          <p:pic>
            <p:nvPicPr>
              <p:cNvPr id="648" name="Google Shape;648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068398" y="3591303"/>
                <a:ext cx="1552575" cy="7429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9" name="Google Shape;649;p9"/>
              <p:cNvSpPr txBox="1"/>
              <p:nvPr/>
            </p:nvSpPr>
            <p:spPr>
              <a:xfrm>
                <a:off x="3863186" y="4172328"/>
                <a:ext cx="159120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Slingbox: remote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control cable TV</a:t>
                </a:r>
                <a:endParaRPr/>
              </a:p>
            </p:txBody>
          </p:sp>
        </p:grpSp>
      </p:grpSp>
      <p:grpSp>
        <p:nvGrpSpPr>
          <p:cNvPr id="650" name="Google Shape;650;p9"/>
          <p:cNvGrpSpPr/>
          <p:nvPr/>
        </p:nvGrpSpPr>
        <p:grpSpPr>
          <a:xfrm>
            <a:off x="814227" y="3747548"/>
            <a:ext cx="2676937" cy="1188113"/>
            <a:chOff x="1752086" y="3835708"/>
            <a:chExt cx="2676937" cy="1188113"/>
          </a:xfrm>
        </p:grpSpPr>
        <p:sp>
          <p:nvSpPr>
            <p:cNvPr id="651" name="Google Shape;651;p9"/>
            <p:cNvSpPr txBox="1"/>
            <p:nvPr/>
          </p:nvSpPr>
          <p:spPr>
            <a:xfrm>
              <a:off x="2887639" y="4685267"/>
              <a:ext cx="154138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Camera</a:t>
              </a:r>
              <a:endParaRPr/>
            </a:p>
          </p:txBody>
        </p:sp>
        <p:pic>
          <p:nvPicPr>
            <p:cNvPr id="652" name="Google Shape;652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52086" y="3835708"/>
              <a:ext cx="1124188" cy="11363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3" name="Google Shape;653;p9"/>
          <p:cNvGrpSpPr/>
          <p:nvPr/>
        </p:nvGrpSpPr>
        <p:grpSpPr>
          <a:xfrm>
            <a:off x="722790" y="1143651"/>
            <a:ext cx="10449383" cy="5458394"/>
            <a:chOff x="671990" y="1143651"/>
            <a:chExt cx="10449383" cy="5458394"/>
          </a:xfrm>
        </p:grpSpPr>
        <p:grpSp>
          <p:nvGrpSpPr>
            <p:cNvPr id="654" name="Google Shape;654;p9"/>
            <p:cNvGrpSpPr/>
            <p:nvPr/>
          </p:nvGrpSpPr>
          <p:grpSpPr>
            <a:xfrm>
              <a:off x="3363111" y="1717360"/>
              <a:ext cx="1895475" cy="1738803"/>
              <a:chOff x="3363111" y="1717360"/>
              <a:chExt cx="1895475" cy="1738803"/>
            </a:xfrm>
          </p:grpSpPr>
          <p:pic>
            <p:nvPicPr>
              <p:cNvPr descr="whisper" id="655" name="Google Shape;655;p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363111" y="1717360"/>
                <a:ext cx="1895475" cy="15605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6" name="Google Shape;656;p9"/>
              <p:cNvSpPr txBox="1"/>
              <p:nvPr/>
            </p:nvSpPr>
            <p:spPr>
              <a:xfrm>
                <a:off x="3517381" y="3117609"/>
                <a:ext cx="151785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picture frame</a:t>
                </a:r>
                <a:endParaRPr/>
              </a:p>
            </p:txBody>
          </p:sp>
        </p:grpSp>
        <p:grpSp>
          <p:nvGrpSpPr>
            <p:cNvPr id="657" name="Google Shape;657;p9"/>
            <p:cNvGrpSpPr/>
            <p:nvPr/>
          </p:nvGrpSpPr>
          <p:grpSpPr>
            <a:xfrm>
              <a:off x="2055482" y="1410532"/>
              <a:ext cx="1179513" cy="2761796"/>
              <a:chOff x="2506141" y="1897178"/>
              <a:chExt cx="1179513" cy="2761796"/>
            </a:xfrm>
          </p:grpSpPr>
          <p:pic>
            <p:nvPicPr>
              <p:cNvPr id="658" name="Google Shape;658;p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694260" y="1897178"/>
                <a:ext cx="803275" cy="216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9" name="Google Shape;659;p9"/>
              <p:cNvSpPr txBox="1"/>
              <p:nvPr/>
            </p:nvSpPr>
            <p:spPr>
              <a:xfrm>
                <a:off x="2506141" y="4077949"/>
                <a:ext cx="1179513" cy="581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Internet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refrigerator</a:t>
                </a:r>
                <a:endParaRPr/>
              </a:p>
            </p:txBody>
          </p:sp>
        </p:grpSp>
        <p:grpSp>
          <p:nvGrpSpPr>
            <p:cNvPr id="660" name="Google Shape;660;p9"/>
            <p:cNvGrpSpPr/>
            <p:nvPr/>
          </p:nvGrpSpPr>
          <p:grpSpPr>
            <a:xfrm>
              <a:off x="8585501" y="1143651"/>
              <a:ext cx="2535872" cy="1141975"/>
              <a:chOff x="8636412" y="2605836"/>
              <a:chExt cx="2535872" cy="1141975"/>
            </a:xfrm>
          </p:grpSpPr>
          <p:pic>
            <p:nvPicPr>
              <p:cNvPr id="661" name="Google Shape;661;p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636412" y="2650849"/>
                <a:ext cx="695325" cy="109696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tr" dir="8100000" dist="38100">
                  <a:srgbClr val="000000">
                    <a:alpha val="40000"/>
                  </a:srgbClr>
                </a:outerShdw>
              </a:effectLst>
            </p:spPr>
          </p:pic>
          <p:sp>
            <p:nvSpPr>
              <p:cNvPr id="662" name="Google Shape;662;p9"/>
              <p:cNvSpPr txBox="1"/>
              <p:nvPr/>
            </p:nvSpPr>
            <p:spPr>
              <a:xfrm>
                <a:off x="9358967" y="2605836"/>
                <a:ext cx="181331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Tweet-a-watt: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 energy use</a:t>
                </a:r>
                <a:endParaRPr/>
              </a:p>
            </p:txBody>
          </p:sp>
        </p:grpSp>
        <p:grpSp>
          <p:nvGrpSpPr>
            <p:cNvPr id="663" name="Google Shape;663;p9"/>
            <p:cNvGrpSpPr/>
            <p:nvPr/>
          </p:nvGrpSpPr>
          <p:grpSpPr>
            <a:xfrm>
              <a:off x="5012950" y="5049292"/>
              <a:ext cx="2435364" cy="1552753"/>
              <a:chOff x="5012950" y="5049292"/>
              <a:chExt cx="2435364" cy="1552753"/>
            </a:xfrm>
          </p:grpSpPr>
          <p:pic>
            <p:nvPicPr>
              <p:cNvPr id="664" name="Google Shape;664;p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012950" y="5057407"/>
                <a:ext cx="1289050" cy="1544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5" name="Google Shape;665;p9"/>
              <p:cNvSpPr txBox="1"/>
              <p:nvPr/>
            </p:nvSpPr>
            <p:spPr>
              <a:xfrm>
                <a:off x="6327301" y="5049292"/>
                <a:ext cx="112101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sensorized,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bed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mattress</a:t>
                </a:r>
                <a:endParaRPr/>
              </a:p>
            </p:txBody>
          </p:sp>
        </p:grpSp>
        <p:grpSp>
          <p:nvGrpSpPr>
            <p:cNvPr id="666" name="Google Shape;666;p9"/>
            <p:cNvGrpSpPr/>
            <p:nvPr/>
          </p:nvGrpSpPr>
          <p:grpSpPr>
            <a:xfrm>
              <a:off x="671990" y="1806119"/>
              <a:ext cx="1305870" cy="1496298"/>
              <a:chOff x="1563004" y="1837775"/>
              <a:chExt cx="1305870" cy="1496298"/>
            </a:xfrm>
          </p:grpSpPr>
          <p:pic>
            <p:nvPicPr>
              <p:cNvPr id="667" name="Google Shape;667;p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665601" y="1837775"/>
                <a:ext cx="550338" cy="11497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8" name="Google Shape;668;p9"/>
              <p:cNvSpPr txBox="1"/>
              <p:nvPr/>
            </p:nvSpPr>
            <p:spPr>
              <a:xfrm>
                <a:off x="1563004" y="2995519"/>
                <a:ext cx="130587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Echo</a:t>
                </a:r>
                <a:endParaRPr/>
              </a:p>
            </p:txBody>
          </p:sp>
        </p:grpSp>
      </p:grpSp>
      <p:sp>
        <p:nvSpPr>
          <p:cNvPr id="669" name="Google Shape;669;p9"/>
          <p:cNvSpPr txBox="1"/>
          <p:nvPr/>
        </p:nvSpPr>
        <p:spPr>
          <a:xfrm>
            <a:off x="9707225" y="5533965"/>
            <a:ext cx="18149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Others?</a:t>
            </a:r>
            <a:endParaRPr/>
          </a:p>
        </p:txBody>
      </p:sp>
      <p:grpSp>
        <p:nvGrpSpPr>
          <p:cNvPr id="670" name="Google Shape;670;p9"/>
          <p:cNvGrpSpPr/>
          <p:nvPr/>
        </p:nvGrpSpPr>
        <p:grpSpPr>
          <a:xfrm>
            <a:off x="5244182" y="1499729"/>
            <a:ext cx="4175678" cy="5125922"/>
            <a:chOff x="5244182" y="1499729"/>
            <a:chExt cx="4175678" cy="5125922"/>
          </a:xfrm>
        </p:grpSpPr>
        <p:grpSp>
          <p:nvGrpSpPr>
            <p:cNvPr id="671" name="Google Shape;671;p9"/>
            <p:cNvGrpSpPr/>
            <p:nvPr/>
          </p:nvGrpSpPr>
          <p:grpSpPr>
            <a:xfrm>
              <a:off x="5244182" y="1499729"/>
              <a:ext cx="2735863" cy="1090838"/>
              <a:chOff x="616980" y="5292729"/>
              <a:chExt cx="3127445" cy="1207904"/>
            </a:xfrm>
          </p:grpSpPr>
          <p:grpSp>
            <p:nvGrpSpPr>
              <p:cNvPr id="672" name="Google Shape;672;p9"/>
              <p:cNvGrpSpPr/>
              <p:nvPr/>
            </p:nvGrpSpPr>
            <p:grpSpPr>
              <a:xfrm>
                <a:off x="616980" y="5292729"/>
                <a:ext cx="3127445" cy="821190"/>
                <a:chOff x="842590" y="5420084"/>
                <a:chExt cx="3127445" cy="821190"/>
              </a:xfrm>
            </p:grpSpPr>
            <p:pic>
              <p:nvPicPr>
                <p:cNvPr id="673" name="Google Shape;673;p9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842590" y="5420084"/>
                  <a:ext cx="201647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4" name="Google Shape;674;p9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44905" r="0" t="0"/>
                <a:stretch/>
              </p:blipFill>
              <p:spPr>
                <a:xfrm>
                  <a:off x="2859067" y="5420084"/>
                  <a:ext cx="1110968" cy="8211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75" name="Google Shape;675;p9"/>
              <p:cNvSpPr txBox="1"/>
              <p:nvPr/>
            </p:nvSpPr>
            <p:spPr>
              <a:xfrm>
                <a:off x="1008562" y="6125746"/>
                <a:ext cx="2301691" cy="374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Pacemaker &amp; Monitor</a:t>
                </a:r>
                <a:endParaRPr/>
              </a:p>
            </p:txBody>
          </p:sp>
        </p:grpSp>
        <p:grpSp>
          <p:nvGrpSpPr>
            <p:cNvPr id="676" name="Google Shape;676;p9"/>
            <p:cNvGrpSpPr/>
            <p:nvPr/>
          </p:nvGrpSpPr>
          <p:grpSpPr>
            <a:xfrm>
              <a:off x="7868239" y="4103350"/>
              <a:ext cx="1551621" cy="917725"/>
              <a:chOff x="7868239" y="4103350"/>
              <a:chExt cx="1551621" cy="917725"/>
            </a:xfrm>
          </p:grpSpPr>
          <p:pic>
            <p:nvPicPr>
              <p:cNvPr id="677" name="Google Shape;677;p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868239" y="4103350"/>
                <a:ext cx="1551621" cy="6638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78" name="Google Shape;678;p9"/>
              <p:cNvSpPr txBox="1"/>
              <p:nvPr/>
            </p:nvSpPr>
            <p:spPr>
              <a:xfrm>
                <a:off x="8103032" y="4682521"/>
                <a:ext cx="107971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 devices</a:t>
                </a:r>
                <a:endParaRPr/>
              </a:p>
            </p:txBody>
          </p:sp>
        </p:grpSp>
        <p:grpSp>
          <p:nvGrpSpPr>
            <p:cNvPr id="679" name="Google Shape;679;p9"/>
            <p:cNvGrpSpPr/>
            <p:nvPr/>
          </p:nvGrpSpPr>
          <p:grpSpPr>
            <a:xfrm>
              <a:off x="7586090" y="5333549"/>
              <a:ext cx="1556069" cy="1292102"/>
              <a:chOff x="7586090" y="5333549"/>
              <a:chExt cx="1556069" cy="1292102"/>
            </a:xfrm>
          </p:grpSpPr>
          <p:pic>
            <p:nvPicPr>
              <p:cNvPr id="680" name="Google Shape;680;p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586090" y="5333549"/>
                <a:ext cx="1308005" cy="12921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1" name="Google Shape;681;p9"/>
              <p:cNvSpPr txBox="1"/>
              <p:nvPr/>
            </p:nvSpPr>
            <p:spPr>
              <a:xfrm>
                <a:off x="8513461" y="6201538"/>
                <a:ext cx="6286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Noto Sans Symbols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Fitbit</a:t>
                </a:r>
                <a:endParaRPr/>
              </a:p>
            </p:txBody>
          </p:sp>
        </p:grpSp>
      </p:grpSp>
      <p:grpSp>
        <p:nvGrpSpPr>
          <p:cNvPr id="682" name="Google Shape;682;p9"/>
          <p:cNvGrpSpPr/>
          <p:nvPr/>
        </p:nvGrpSpPr>
        <p:grpSpPr>
          <a:xfrm>
            <a:off x="3149599" y="5058059"/>
            <a:ext cx="1519767" cy="1241029"/>
            <a:chOff x="3149599" y="5058059"/>
            <a:chExt cx="1519767" cy="1241029"/>
          </a:xfrm>
        </p:grpSpPr>
        <p:pic>
          <p:nvPicPr>
            <p:cNvPr id="683" name="Google Shape;683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149599" y="5058059"/>
              <a:ext cx="1519767" cy="972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4" name="Google Shape;684;p9"/>
            <p:cNvSpPr txBox="1"/>
            <p:nvPr/>
          </p:nvSpPr>
          <p:spPr>
            <a:xfrm>
              <a:off x="3149601" y="5960534"/>
              <a:ext cx="149008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Gaming devices</a:t>
              </a:r>
              <a:endParaRPr/>
            </a:p>
          </p:txBody>
        </p:sp>
      </p:grpSp>
      <p:grpSp>
        <p:nvGrpSpPr>
          <p:cNvPr id="685" name="Google Shape;685;p9"/>
          <p:cNvGrpSpPr/>
          <p:nvPr/>
        </p:nvGrpSpPr>
        <p:grpSpPr>
          <a:xfrm>
            <a:off x="9643123" y="1811867"/>
            <a:ext cx="2328743" cy="3572821"/>
            <a:chOff x="9643123" y="1811867"/>
            <a:chExt cx="2328743" cy="3572821"/>
          </a:xfrm>
        </p:grpSpPr>
        <p:pic>
          <p:nvPicPr>
            <p:cNvPr id="686" name="Google Shape;686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0735733" y="2137293"/>
              <a:ext cx="1147232" cy="1035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1182464" y="3606800"/>
              <a:ext cx="789402" cy="14837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8" name="Google Shape;688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9643123" y="3014133"/>
              <a:ext cx="1723654" cy="11747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9"/>
            <p:cNvSpPr txBox="1"/>
            <p:nvPr/>
          </p:nvSpPr>
          <p:spPr>
            <a:xfrm>
              <a:off x="10176934" y="4114801"/>
              <a:ext cx="51603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cars</a:t>
              </a:r>
              <a:endParaRPr/>
            </a:p>
          </p:txBody>
        </p:sp>
        <p:sp>
          <p:nvSpPr>
            <p:cNvPr id="690" name="Google Shape;690;p9"/>
            <p:cNvSpPr txBox="1"/>
            <p:nvPr/>
          </p:nvSpPr>
          <p:spPr>
            <a:xfrm>
              <a:off x="11074401" y="5046134"/>
              <a:ext cx="88575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scooters</a:t>
              </a:r>
              <a:endParaRPr/>
            </a:p>
          </p:txBody>
        </p:sp>
        <p:sp>
          <p:nvSpPr>
            <p:cNvPr id="691" name="Google Shape;691;p9"/>
            <p:cNvSpPr txBox="1"/>
            <p:nvPr/>
          </p:nvSpPr>
          <p:spPr>
            <a:xfrm>
              <a:off x="11023601" y="1811867"/>
              <a:ext cx="6076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bikes</a:t>
              </a:r>
              <a:endParaRPr/>
            </a:p>
          </p:txBody>
        </p:sp>
      </p:grpSp>
      <p:sp>
        <p:nvSpPr>
          <p:cNvPr id="692" name="Google Shape;69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0"/>
          <p:cNvSpPr txBox="1"/>
          <p:nvPr>
            <p:ph idx="1" type="body"/>
          </p:nvPr>
        </p:nvSpPr>
        <p:spPr>
          <a:xfrm>
            <a:off x="713958" y="1708456"/>
            <a:ext cx="5394571" cy="95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Internet: “</a:t>
            </a:r>
            <a:r>
              <a:rPr lang="en-US">
                <a:solidFill>
                  <a:srgbClr val="CC0000"/>
                </a:solidFill>
              </a:rPr>
              <a:t>network of networks”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Interconnected ISPs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98" name="Google Shape;698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“nuts and bolts” view</a:t>
            </a:r>
            <a:endParaRPr/>
          </a:p>
        </p:txBody>
      </p:sp>
      <p:sp>
        <p:nvSpPr>
          <p:cNvPr id="699" name="Google Shape;699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p10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02" name="Google Shape;702;p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06" name="Google Shape;706;p10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707" name="Google Shape;707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08" name="Google Shape;708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9" name="Google Shape;709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710" name="Google Shape;710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2" name="Google Shape;712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3" name="Google Shape;713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4" name="Google Shape;714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5" name="Google Shape;715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6" name="Google Shape;716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7" name="Google Shape;717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18" name="Google Shape;718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719" name="Google Shape;719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1" name="Google Shape;721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4" name="Google Shape;724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5" name="Google Shape;725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6" name="Google Shape;726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27" name="Google Shape;727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29" name="Google Shape;729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0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731" name="Google Shape;731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732" name="Google Shape;732;p10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" name="Google Shape;733;p10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734" name="Google Shape;734;p10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5" name="Google Shape;735;p10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10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7" name="Google Shape;737;p10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8" name="Google Shape;738;p10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9" name="Google Shape;739;p10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0" name="Google Shape;740;p10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1" name="Google Shape;741;p10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2" name="Google Shape;742;p10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3" name="Google Shape;743;p10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4" name="Google Shape;744;p10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45" name="Google Shape;745;p10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746" name="Google Shape;746;p10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747" name="Google Shape;747;p10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8" name="Google Shape;748;p10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49" name="Google Shape;749;p10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0" name="Google Shape;750;p10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1" name="Google Shape;751;p10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2" name="Google Shape;752;p10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3" name="Google Shape;753;p10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4" name="Google Shape;754;p10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5" name="Google Shape;755;p10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6" name="Google Shape;756;p10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7" name="Google Shape;757;p10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8" name="Google Shape;758;p10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9" name="Google Shape;759;p10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0" name="Google Shape;760;p10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61" name="Google Shape;761;p10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2" name="Google Shape;762;p10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3" name="Google Shape;763;p10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4" name="Google Shape;764;p10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5" name="Google Shape;765;p10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6" name="Google Shape;766;p10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7" name="Google Shape;767;p10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8" name="Google Shape;768;p10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69" name="Google Shape;769;p10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70" name="Google Shape;770;p10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771" name="Google Shape;771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72" name="Google Shape;772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773" name="Google Shape;773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4" name="Google Shape;774;p10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75" name="Google Shape;775;p10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776" name="Google Shape;776;p10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777" name="Google Shape;777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778" name="Google Shape;778;p1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79" name="Google Shape;779;p10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780" name="Google Shape;780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781" name="Google Shape;781;p1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2" name="Google Shape;782;p10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783" name="Google Shape;783;p1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4" name="Google Shape;784;p10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0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0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0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0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0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0" name="Google Shape;790;p10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791" name="Google Shape;791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97" name="Google Shape;797;p10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0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0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0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0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0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3" name="Google Shape;803;p10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804" name="Google Shape;804;p1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05" name="Google Shape;805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06" name="Google Shape;806;p10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807" name="Google Shape;807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08" name="Google Shape;808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09" name="Google Shape;809;p10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810" name="Google Shape;810;p10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811" name="Google Shape;811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812" name="Google Shape;812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3" name="Google Shape;813;p10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814" name="Google Shape;814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5" name="Google Shape;815;p10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0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0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0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0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0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1" name="Google Shape;821;p10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22" name="Google Shape;822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8" name="Google Shape;828;p10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0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0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0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0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0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4" name="Google Shape;834;p10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835" name="Google Shape;835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6" name="Google Shape;836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7" name="Google Shape;837;p10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838" name="Google Shape;838;p1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839" name="Google Shape;839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40" name="Google Shape;840;p10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841" name="Google Shape;841;p10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42" name="Google Shape;842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43" name="Google Shape;843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44" name="Google Shape;844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45" name="Google Shape;845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46" name="Google Shape;846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847" name="Google Shape;847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848" name="Google Shape;848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49" name="Google Shape;849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850" name="Google Shape;850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1" name="Google Shape;851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852" name="Google Shape;852;p10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853" name="Google Shape;853;p10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854" name="Google Shape;854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9" name="Google Shape;859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860" name="Google Shape;860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2" name="Google Shape;862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3" name="Google Shape;863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864" name="Google Shape;864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6" name="Google Shape;866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8" name="Google Shape;868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869" name="Google Shape;869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1" name="Google Shape;871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2" name="Google Shape;872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873" name="Google Shape;873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" name="Google Shape;875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6" name="Google Shape;886;p10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887" name="Google Shape;88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" name="Google Shape;88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9" name="Google Shape;889;p10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890" name="Google Shape;890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91" name="Google Shape;891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2" name="Google Shape;892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93" name="Google Shape;893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" name="Google Shape;894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0" name="Google Shape;900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01" name="Google Shape;901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7" name="Google Shape;907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3" name="Google Shape;913;p10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914" name="Google Shape;914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" name="Google Shape;91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6" name="Google Shape;916;p10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917" name="Google Shape;91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9" name="Google Shape;919;p10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920" name="Google Shape;920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2" name="Google Shape;922;p10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923" name="Google Shape;923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24" name="Google Shape;924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26" name="Google Shape;926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3" name="Google Shape;933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34" name="Google Shape;934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0" name="Google Shape;940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6" name="Google Shape;946;p10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947" name="Google Shape;947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2" name="Google Shape;952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53" name="Google Shape;953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" name="Google Shape;955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6" name="Google Shape;956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57" name="Google Shape;957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1" name="Google Shape;961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62" name="Google Shape;962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" name="Google Shape;964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" name="Google Shape;965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66" name="Google Shape;966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8" name="Google Shape;968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9" name="Google Shape;979;p10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980" name="Google Shape;980;p10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81" name="Google Shape;981;p10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982" name="Google Shape;982;p10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3" name="Google Shape;983;p10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" name="Google Shape;984;p10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" name="Google Shape;985;p10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10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7" name="Google Shape;987;p10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8" name="Google Shape;988;p10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" name="Google Shape;989;p10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" name="Google Shape;990;p10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10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10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3" name="Google Shape;993;p10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4" name="Google Shape;994;p10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5" name="Google Shape;995;p10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6" name="Google Shape;996;p10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997" name="Google Shape;997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998" name="Google Shape;998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9" name="Google Shape;999;p10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000" name="Google Shape;100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01" name="Google Shape;100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02" name="Google Shape;100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03" name="Google Shape;100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4" name="Google Shape;100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6" name="Google Shape;100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7" name="Google Shape;1007;p10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008" name="Google Shape;1008;p1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1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10" name="Google Shape;1010;p1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11" name="Google Shape;1011;p1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1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1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15" name="Google Shape;1015;p10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016" name="Google Shape;101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17" name="Google Shape;101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18" name="Google Shape;101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19" name="Google Shape;101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2" name="Google Shape;102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23" name="Google Shape;1023;p10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024" name="Google Shape;1024;p1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6" name="Google Shape;1026;p1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27" name="Google Shape;1027;p1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1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9" name="Google Shape;1029;p1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1" name="Google Shape;1031;p10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032" name="Google Shape;103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33" name="Google Shape;103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34" name="Google Shape;103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35" name="Google Shape;103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9" name="Google Shape;1039;p10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040" name="Google Shape;104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41" name="Google Shape;104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42" name="Google Shape;104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43" name="Google Shape;104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47" name="Google Shape;1047;p10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048" name="Google Shape;104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49" name="Google Shape;104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50" name="Google Shape;105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51" name="Google Shape;105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55" name="Google Shape;1055;p10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056" name="Google Shape;105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57" name="Google Shape;105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58" name="Google Shape;105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59" name="Google Shape;105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63" name="Google Shape;1063;p10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064" name="Google Shape;1064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65" name="Google Shape;1065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66" name="Google Shape;1066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67" name="Google Shape;1067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1" name="Google Shape;1071;p10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072" name="Google Shape;107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3" name="Google Shape;107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4" name="Google Shape;107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5" name="Google Shape;107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7" name="Google Shape;107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8" name="Google Shape;107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9" name="Google Shape;1079;p10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080" name="Google Shape;108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81" name="Google Shape;108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82" name="Google Shape;108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83" name="Google Shape;108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4" name="Google Shape;108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87" name="Google Shape;1087;p10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088" name="Google Shape;108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89" name="Google Shape;108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90" name="Google Shape;109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91" name="Google Shape;109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2" name="Google Shape;109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3" name="Google Shape;109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4" name="Google Shape;109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95" name="Google Shape;1095;p10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096" name="Google Shape;109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97" name="Google Shape;109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98" name="Google Shape;109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99" name="Google Shape;109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03" name="Google Shape;1103;p10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104" name="Google Shape;1104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05" name="Google Shape;1105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06" name="Google Shape;1106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07" name="Google Shape;1107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1" name="Google Shape;1111;p10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112" name="Google Shape;1112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13" name="Google Shape;1113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14" name="Google Shape;1114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15" name="Google Shape;1115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19" name="Google Shape;1119;p10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120" name="Google Shape;1120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21" name="Google Shape;1121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22" name="Google Shape;1122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23" name="Google Shape;1123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4" name="Google Shape;1124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5" name="Google Shape;1125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6" name="Google Shape;1126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27" name="Google Shape;1127;p10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128" name="Google Shape;1128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29" name="Google Shape;1129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0" name="Google Shape;1130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1" name="Google Shape;1131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2" name="Google Shape;1132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3" name="Google Shape;1133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4" name="Google Shape;1134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35" name="Google Shape;1135;p10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136" name="Google Shape;1136;p1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137" name="Google Shape;1137;p1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138" name="Google Shape;1138;p1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139" name="Google Shape;1139;p1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0" name="Google Shape;1140;p1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1" name="Google Shape;1141;p1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2" name="Google Shape;1142;p1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43" name="Google Shape;1143;p10"/>
          <p:cNvSpPr txBox="1"/>
          <p:nvPr/>
        </p:nvSpPr>
        <p:spPr>
          <a:xfrm>
            <a:off x="839601" y="2732121"/>
            <a:ext cx="5394571" cy="1824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everywhere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sending, receiving of messages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HTTP (Web), streaming video, Skype, TCP, IP, WiFi, 4G, Ethernet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4" name="Google Shape;1144;p10"/>
          <p:cNvGrpSpPr/>
          <p:nvPr/>
        </p:nvGrpSpPr>
        <p:grpSpPr>
          <a:xfrm>
            <a:off x="6860324" y="4962204"/>
            <a:ext cx="1547658" cy="518734"/>
            <a:chOff x="6860324" y="4962204"/>
            <a:chExt cx="1547658" cy="518734"/>
          </a:xfrm>
        </p:grpSpPr>
        <p:cxnSp>
          <p:nvCxnSpPr>
            <p:cNvPr id="1145" name="Google Shape;1145;p10"/>
            <p:cNvCxnSpPr/>
            <p:nvPr/>
          </p:nvCxnSpPr>
          <p:spPr>
            <a:xfrm flipH="1">
              <a:off x="7968718" y="5327774"/>
              <a:ext cx="439264" cy="15316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46" name="Google Shape;1146;p10"/>
            <p:cNvSpPr txBox="1"/>
            <p:nvPr/>
          </p:nvSpPr>
          <p:spPr>
            <a:xfrm>
              <a:off x="6860324" y="4962204"/>
              <a:ext cx="9121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Ethernet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47" name="Google Shape;1147;p10"/>
            <p:cNvCxnSpPr/>
            <p:nvPr/>
          </p:nvCxnSpPr>
          <p:spPr>
            <a:xfrm>
              <a:off x="7704138" y="5144424"/>
              <a:ext cx="470403" cy="21674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48" name="Google Shape;1148;p10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149" name="Google Shape;1149;p10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0" name="Google Shape;1150;p10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1" name="Google Shape;1151;p10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2" name="Google Shape;1152;p10"/>
          <p:cNvGrpSpPr/>
          <p:nvPr/>
        </p:nvGrpSpPr>
        <p:grpSpPr>
          <a:xfrm>
            <a:off x="6371219" y="2787427"/>
            <a:ext cx="1271296" cy="663900"/>
            <a:chOff x="6371219" y="2787427"/>
            <a:chExt cx="1271296" cy="663900"/>
          </a:xfrm>
        </p:grpSpPr>
        <p:cxnSp>
          <p:nvCxnSpPr>
            <p:cNvPr id="1153" name="Google Shape;1153;p10"/>
            <p:cNvCxnSpPr>
              <a:endCxn id="811" idx="0"/>
            </p:cNvCxnSpPr>
            <p:nvPr/>
          </p:nvCxnSpPr>
          <p:spPr>
            <a:xfrm>
              <a:off x="7631115" y="2787427"/>
              <a:ext cx="11400" cy="66390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4" name="Google Shape;1154;p10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5" name="Google Shape;1155;p10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6" name="Google Shape;1156;p10"/>
          <p:cNvGrpSpPr/>
          <p:nvPr/>
        </p:nvGrpSpPr>
        <p:grpSpPr>
          <a:xfrm>
            <a:off x="9335579" y="2816377"/>
            <a:ext cx="675986" cy="552257"/>
            <a:chOff x="6710761" y="2934593"/>
            <a:chExt cx="675986" cy="552257"/>
          </a:xfrm>
        </p:grpSpPr>
        <p:cxnSp>
          <p:nvCxnSpPr>
            <p:cNvPr id="1157" name="Google Shape;1157;p10"/>
            <p:cNvCxnSpPr/>
            <p:nvPr/>
          </p:nvCxnSpPr>
          <p:spPr>
            <a:xfrm flipH="1">
              <a:off x="7084556" y="2978118"/>
              <a:ext cx="302191" cy="50873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58" name="Google Shape;1158;p10"/>
            <p:cNvSpPr txBox="1"/>
            <p:nvPr/>
          </p:nvSpPr>
          <p:spPr>
            <a:xfrm>
              <a:off x="6710761" y="2934593"/>
              <a:ext cx="3417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59" name="Google Shape;1159;p10"/>
            <p:cNvCxnSpPr/>
            <p:nvPr/>
          </p:nvCxnSpPr>
          <p:spPr>
            <a:xfrm>
              <a:off x="6973411" y="3119431"/>
              <a:ext cx="262240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0" name="Google Shape;1160;p10"/>
          <p:cNvGrpSpPr/>
          <p:nvPr/>
        </p:nvGrpSpPr>
        <p:grpSpPr>
          <a:xfrm>
            <a:off x="9064971" y="5697822"/>
            <a:ext cx="554960" cy="927829"/>
            <a:chOff x="6934147" y="3177198"/>
            <a:chExt cx="554960" cy="927829"/>
          </a:xfrm>
        </p:grpSpPr>
        <p:cxnSp>
          <p:nvCxnSpPr>
            <p:cNvPr id="1161" name="Google Shape;1161;p10"/>
            <p:cNvCxnSpPr/>
            <p:nvPr/>
          </p:nvCxnSpPr>
          <p:spPr>
            <a:xfrm flipH="1">
              <a:off x="7091527" y="3177198"/>
              <a:ext cx="204850" cy="289979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2" name="Google Shape;1162;p10"/>
            <p:cNvSpPr txBox="1"/>
            <p:nvPr/>
          </p:nvSpPr>
          <p:spPr>
            <a:xfrm>
              <a:off x="6934147" y="3766473"/>
              <a:ext cx="55496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WiFi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3" name="Google Shape;1163;p10"/>
            <p:cNvCxnSpPr/>
            <p:nvPr/>
          </p:nvCxnSpPr>
          <p:spPr>
            <a:xfrm flipH="1" rot="10800000">
              <a:off x="7230890" y="3377014"/>
              <a:ext cx="1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4" name="Google Shape;1164;p10"/>
          <p:cNvGrpSpPr/>
          <p:nvPr/>
        </p:nvGrpSpPr>
        <p:grpSpPr>
          <a:xfrm>
            <a:off x="8229600" y="1604463"/>
            <a:ext cx="1050146" cy="671367"/>
            <a:chOff x="7375489" y="2684454"/>
            <a:chExt cx="1050146" cy="671367"/>
          </a:xfrm>
        </p:grpSpPr>
        <p:cxnSp>
          <p:nvCxnSpPr>
            <p:cNvPr id="1165" name="Google Shape;1165;p10"/>
            <p:cNvCxnSpPr/>
            <p:nvPr/>
          </p:nvCxnSpPr>
          <p:spPr>
            <a:xfrm flipH="1" rot="10800000">
              <a:off x="7375489" y="3222818"/>
              <a:ext cx="628291" cy="133003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66" name="Google Shape;1166;p10"/>
            <p:cNvSpPr txBox="1"/>
            <p:nvPr/>
          </p:nvSpPr>
          <p:spPr>
            <a:xfrm>
              <a:off x="8006931" y="2684454"/>
              <a:ext cx="4187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4G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67" name="Google Shape;1167;p10"/>
            <p:cNvCxnSpPr>
              <a:stCxn id="807" idx="1"/>
            </p:cNvCxnSpPr>
            <p:nvPr/>
          </p:nvCxnSpPr>
          <p:spPr>
            <a:xfrm flipH="1" rot="10800000">
              <a:off x="7620426" y="2864174"/>
              <a:ext cx="430500" cy="449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68" name="Google Shape;1168;p10"/>
          <p:cNvGrpSpPr/>
          <p:nvPr/>
        </p:nvGrpSpPr>
        <p:grpSpPr>
          <a:xfrm>
            <a:off x="10484543" y="4543615"/>
            <a:ext cx="1037942" cy="1262658"/>
            <a:chOff x="6559961" y="3177198"/>
            <a:chExt cx="1037942" cy="1262658"/>
          </a:xfrm>
        </p:grpSpPr>
        <p:cxnSp>
          <p:nvCxnSpPr>
            <p:cNvPr id="1169" name="Google Shape;1169;p10"/>
            <p:cNvCxnSpPr/>
            <p:nvPr/>
          </p:nvCxnSpPr>
          <p:spPr>
            <a:xfrm flipH="1">
              <a:off x="6559961" y="3177198"/>
              <a:ext cx="736416" cy="894404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0" name="Google Shape;1170;p10"/>
            <p:cNvSpPr txBox="1"/>
            <p:nvPr/>
          </p:nvSpPr>
          <p:spPr>
            <a:xfrm>
              <a:off x="7104370" y="4101302"/>
              <a:ext cx="49353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1" name="Google Shape;1171;p10"/>
            <p:cNvCxnSpPr/>
            <p:nvPr/>
          </p:nvCxnSpPr>
          <p:spPr>
            <a:xfrm rot="10800000">
              <a:off x="6929789" y="3709511"/>
              <a:ext cx="297918" cy="45078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72" name="Google Shape;1172;p10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173" name="Google Shape;1173;p10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74" name="Google Shape;1174;p10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5" name="Google Shape;1175;p10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176" name="Google Shape;1176;p10"/>
          <p:cNvSpPr txBox="1"/>
          <p:nvPr/>
        </p:nvSpPr>
        <p:spPr>
          <a:xfrm>
            <a:off x="852411" y="4676300"/>
            <a:ext cx="5394571" cy="1868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 standards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RFC: Request for Comments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IETF: Internet Engineering Task Force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"/>
          <p:cNvSpPr txBox="1"/>
          <p:nvPr>
            <p:ph idx="1" type="body"/>
          </p:nvPr>
        </p:nvSpPr>
        <p:spPr>
          <a:xfrm>
            <a:off x="868663" y="1426343"/>
            <a:ext cx="5394571" cy="2251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i="1" lang="en-US">
                <a:solidFill>
                  <a:srgbClr val="CC0000"/>
                </a:solidFill>
              </a:rPr>
              <a:t>Infrastructure </a:t>
            </a:r>
            <a:r>
              <a:rPr lang="en-US"/>
              <a:t>that provides services to applications:</a:t>
            </a:r>
            <a:endParaRPr sz="2400"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Web, streaming video, multimedia teleconferencing, email, games, e-commerce, social media, inter-connected appliances, …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83" name="Google Shape;1183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Internet: a “services” view</a:t>
            </a:r>
            <a:endParaRPr/>
          </a:p>
        </p:txBody>
      </p:sp>
      <p:sp>
        <p:nvSpPr>
          <p:cNvPr id="1184" name="Google Shape;1184;p1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1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6" name="Google Shape;1186;p11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1187" name="Google Shape;1187;p11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1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9" name="Google Shape;1189;p1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1191" name="Google Shape;1191;p1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1192" name="Google Shape;1192;p1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1193" name="Google Shape;1193;p1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4" name="Google Shape;1194;p1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1195" name="Google Shape;1195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7" name="Google Shape;1197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8" name="Google Shape;1198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9" name="Google Shape;1199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0" name="Google Shape;1200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1" name="Google Shape;1201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2" name="Google Shape;1202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03" name="Google Shape;1203;p1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1204" name="Google Shape;1204;p1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06" name="Google Shape;1206;p1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7" name="Google Shape;1207;p1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8" name="Google Shape;1208;p1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09" name="Google Shape;1209;p1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0" name="Google Shape;1210;p1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11" name="Google Shape;1211;p1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212" name="Google Shape;1212;p1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1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1214" name="Google Shape;1214;p1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1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1216" name="Google Shape;1216;p1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1217" name="Google Shape;1217;p1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8" name="Google Shape;1218;p11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1219" name="Google Shape;1219;p11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0" name="Google Shape;1220;p11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1" name="Google Shape;1221;p11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2" name="Google Shape;1222;p11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3" name="Google Shape;1223;p11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4" name="Google Shape;1224;p11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5" name="Google Shape;1225;p11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6" name="Google Shape;1226;p11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7" name="Google Shape;1227;p11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8" name="Google Shape;1228;p11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9" name="Google Shape;1229;p11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230" name="Google Shape;1230;p11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1231" name="Google Shape;1231;p11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1232" name="Google Shape;1232;p11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3" name="Google Shape;1233;p11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4" name="Google Shape;1234;p11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5" name="Google Shape;1235;p11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6" name="Google Shape;1236;p11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7" name="Google Shape;1237;p11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8" name="Google Shape;1238;p11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39" name="Google Shape;1239;p11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0" name="Google Shape;1240;p11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1" name="Google Shape;1241;p11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2" name="Google Shape;1242;p11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3" name="Google Shape;1243;p11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4" name="Google Shape;1244;p11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5" name="Google Shape;1245;p11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46" name="Google Shape;1246;p11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7" name="Google Shape;1247;p11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8" name="Google Shape;1248;p11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49" name="Google Shape;1249;p11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0" name="Google Shape;1250;p11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1" name="Google Shape;1251;p11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2" name="Google Shape;1252;p11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3" name="Google Shape;1253;p11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4" name="Google Shape;1254;p11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55" name="Google Shape;1255;p11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256" name="Google Shape;1256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57" name="Google Shape;1257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258" name="Google Shape;1258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9" name="Google Shape;1259;p11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60" name="Google Shape;1260;p11"/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1261" name="Google Shape;1261;p11"/>
            <p:cNvGrpSpPr/>
            <p:nvPr/>
          </p:nvGrpSpPr>
          <p:grpSpPr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descr="iphone_stylized_small" id="1262" name="Google Shape;1262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263" name="Google Shape;1263;p1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64" name="Google Shape;1264;p11"/>
            <p:cNvGrpSpPr/>
            <p:nvPr/>
          </p:nvGrpSpPr>
          <p:grpSpPr>
            <a:xfrm>
              <a:off x="7432700" y="2327293"/>
              <a:ext cx="534987" cy="414882"/>
              <a:chOff x="7432700" y="2327293"/>
              <a:chExt cx="534987" cy="414882"/>
            </a:xfrm>
          </p:grpSpPr>
          <p:pic>
            <p:nvPicPr>
              <p:cNvPr descr="antenna_stylized" id="1265" name="Google Shape;1265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266" name="Google Shape;1266;p1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7" name="Google Shape;1267;p11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268" name="Google Shape;1268;p1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11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11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1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11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11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11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5" name="Google Shape;1275;p11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276" name="Google Shape;1276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7" name="Google Shape;1277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8" name="Google Shape;1278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9" name="Google Shape;1279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0" name="Google Shape;1280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1" name="Google Shape;1281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82" name="Google Shape;1282;p11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11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11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11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11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11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8" name="Google Shape;1288;p11"/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descr="light2.png" id="1289" name="Google Shape;1289;p1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290" name="Google Shape;1290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91" name="Google Shape;1291;p11"/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descr="car_icon_small" id="1292" name="Google Shape;1292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293" name="Google Shape;1293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94" name="Google Shape;1294;p11"/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1295" name="Google Shape;1295;p11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1296" name="Google Shape;1296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1297" name="Google Shape;1297;p1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8" name="Google Shape;1298;p11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1299" name="Google Shape;1299;p1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0" name="Google Shape;1300;p11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11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11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11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11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11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06" name="Google Shape;1306;p11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307" name="Google Shape;1307;p11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8" name="Google Shape;1308;p11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9" name="Google Shape;1309;p11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11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11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11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13" name="Google Shape;1313;p11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11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11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11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1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11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9" name="Google Shape;1319;p11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1320" name="Google Shape;1320;p1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1" name="Google Shape;1321;p11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2" name="Google Shape;1322;p11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1323" name="Google Shape;1323;p1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1324" name="Google Shape;1324;p1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325" name="Google Shape;1325;p11"/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1326" name="Google Shape;1326;p11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327" name="Google Shape;1327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28" name="Google Shape;1328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29" name="Google Shape;1329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0" name="Google Shape;1330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1" name="Google Shape;1331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32" name="Google Shape;1332;p11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333" name="Google Shape;1333;p11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334" name="Google Shape;1334;p11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1335" name="Google Shape;1335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6" name="Google Shape;1336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1337" name="Google Shape;1337;p1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338" name="Google Shape;1338;p11"/>
          <p:cNvGrpSpPr/>
          <p:nvPr/>
        </p:nvGrpSpPr>
        <p:grpSpPr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1339" name="Google Shape;1339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4" name="Google Shape;1344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345" name="Google Shape;1345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7" name="Google Shape;1347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8" name="Google Shape;1348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349" name="Google Shape;1349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1" name="Google Shape;1351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3" name="Google Shape;1353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354" name="Google Shape;1354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6" name="Google Shape;1356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7" name="Google Shape;1357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358" name="Google Shape;1358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0" name="Google Shape;1360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1" name="Google Shape;1371;p11"/>
          <p:cNvGrpSpPr/>
          <p:nvPr/>
        </p:nvGrpSpPr>
        <p:grpSpPr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descr="desktop_computer_stylized_medium" id="1372" name="Google Shape;137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4" name="Google Shape;1374;p11"/>
          <p:cNvGrpSpPr/>
          <p:nvPr/>
        </p:nvGrpSpPr>
        <p:grpSpPr>
          <a:xfrm>
            <a:off x="9010801" y="5861358"/>
            <a:ext cx="310186" cy="312008"/>
            <a:chOff x="877" y="1008"/>
            <a:chExt cx="2747" cy="2626"/>
          </a:xfrm>
        </p:grpSpPr>
        <p:pic>
          <p:nvPicPr>
            <p:cNvPr descr="antenna_stylized" id="1375" name="Google Shape;1375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376" name="Google Shape;1376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7" name="Google Shape;1377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378" name="Google Shape;1378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5" name="Google Shape;1385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386" name="Google Shape;1386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2" name="Google Shape;1392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8" name="Google Shape;1398;p11"/>
          <p:cNvGrpSpPr/>
          <p:nvPr/>
        </p:nvGrpSpPr>
        <p:grpSpPr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descr="desktop_computer_stylized_medium" id="1399" name="Google Shape;1399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0" name="Google Shape;1400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1" name="Google Shape;1401;p11"/>
          <p:cNvGrpSpPr/>
          <p:nvPr/>
        </p:nvGrpSpPr>
        <p:grpSpPr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descr="desktop_computer_stylized_medium" id="1402" name="Google Shape;1402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3" name="Google Shape;1403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4" name="Google Shape;1404;p11"/>
          <p:cNvGrpSpPr/>
          <p:nvPr/>
        </p:nvGrpSpPr>
        <p:grpSpPr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descr="desktop_computer_stylized_medium" id="1405" name="Google Shape;1405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6" name="Google Shape;1406;p1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7" name="Google Shape;1407;p11"/>
          <p:cNvGrpSpPr/>
          <p:nvPr/>
        </p:nvGrpSpPr>
        <p:grpSpPr>
          <a:xfrm>
            <a:off x="9647169" y="6015687"/>
            <a:ext cx="319264" cy="256836"/>
            <a:chOff x="877" y="1008"/>
            <a:chExt cx="2747" cy="2626"/>
          </a:xfrm>
        </p:grpSpPr>
        <p:pic>
          <p:nvPicPr>
            <p:cNvPr descr="antenna_stylized" id="1408" name="Google Shape;1408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409" name="Google Shape;1409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0" name="Google Shape;1410;p11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411" name="Google Shape;1411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2" name="Google Shape;1412;p11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11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11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1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1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1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8" name="Google Shape;1418;p11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19" name="Google Shape;1419;p1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1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1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1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1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1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5" name="Google Shape;1425;p11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1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1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1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1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1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1" name="Google Shape;1431;p11"/>
          <p:cNvGrpSpPr/>
          <p:nvPr/>
        </p:nvGrpSpPr>
        <p:grpSpPr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1432" name="Google Shape;1432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7" name="Google Shape;1437;p1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438" name="Google Shape;1438;p1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9" name="Google Shape;1439;p1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0" name="Google Shape;1440;p1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1" name="Google Shape;1441;p1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442" name="Google Shape;1442;p1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4" name="Google Shape;1444;p1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6" name="Google Shape;1446;p1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447" name="Google Shape;1447;p1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9" name="Google Shape;1449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0" name="Google Shape;1450;p1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451" name="Google Shape;1451;p1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3" name="Google Shape;1453;p1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4" name="Google Shape;1464;p11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465" name="Google Shape;1465;p11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66" name="Google Shape;1466;p11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467" name="Google Shape;1467;p11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8" name="Google Shape;1468;p11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9" name="Google Shape;1469;p11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0" name="Google Shape;1470;p11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1" name="Google Shape;1471;p11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2" name="Google Shape;1472;p11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3" name="Google Shape;1473;p11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4" name="Google Shape;1474;p11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5" name="Google Shape;1475;p11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6" name="Google Shape;1476;p11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7" name="Google Shape;1477;p11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8" name="Google Shape;1478;p11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9" name="Google Shape;1479;p11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0" name="Google Shape;1480;p11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1" name="Google Shape;1481;p11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482" name="Google Shape;1482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483" name="Google Shape;1483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4" name="Google Shape;1484;p11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485" name="Google Shape;148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486" name="Google Shape;148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487" name="Google Shape;148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88" name="Google Shape;148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9" name="Google Shape;148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0" name="Google Shape;149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1" name="Google Shape;149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92" name="Google Shape;1492;p11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493" name="Google Shape;1493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95" name="Google Shape;1495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496" name="Google Shape;1496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7" name="Google Shape;1497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8" name="Google Shape;1498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9" name="Google Shape;1499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0" name="Google Shape;1500;p11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501" name="Google Shape;150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02" name="Google Shape;150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03" name="Google Shape;150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04" name="Google Shape;150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5" name="Google Shape;150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7" name="Google Shape;150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8" name="Google Shape;1508;p11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509" name="Google Shape;1509;p1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1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11" name="Google Shape;1511;p1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12" name="Google Shape;1512;p1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3" name="Google Shape;1513;p1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4" name="Google Shape;1514;p1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5" name="Google Shape;1515;p1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16" name="Google Shape;1516;p11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517" name="Google Shape;151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18" name="Google Shape;151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19" name="Google Shape;151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0" name="Google Shape;152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1" name="Google Shape;152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2" name="Google Shape;152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3" name="Google Shape;152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24" name="Google Shape;1524;p11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525" name="Google Shape;152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26" name="Google Shape;152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27" name="Google Shape;152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8" name="Google Shape;152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9" name="Google Shape;152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0" name="Google Shape;153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1" name="Google Shape;153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32" name="Google Shape;1532;p11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533" name="Google Shape;153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34" name="Google Shape;153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35" name="Google Shape;153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36" name="Google Shape;153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7" name="Google Shape;153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8" name="Google Shape;153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9" name="Google Shape;153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0" name="Google Shape;1540;p11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541" name="Google Shape;154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42" name="Google Shape;154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43" name="Google Shape;154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44" name="Google Shape;154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6" name="Google Shape;154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7" name="Google Shape;154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48" name="Google Shape;1548;p11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549" name="Google Shape;1549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0" name="Google Shape;1550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1" name="Google Shape;1551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52" name="Google Shape;1552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3" name="Google Shape;1553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4" name="Google Shape;1554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5" name="Google Shape;1555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56" name="Google Shape;1556;p11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557" name="Google Shape;155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58" name="Google Shape;155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59" name="Google Shape;155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0" name="Google Shape;156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1" name="Google Shape;156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2" name="Google Shape;156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3" name="Google Shape;156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4" name="Google Shape;1564;p11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565" name="Google Shape;156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66" name="Google Shape;156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67" name="Google Shape;156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68" name="Google Shape;156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9" name="Google Shape;156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0" name="Google Shape;157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1" name="Google Shape;157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2" name="Google Shape;1572;p11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573" name="Google Shape;157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74" name="Google Shape;157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75" name="Google Shape;157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76" name="Google Shape;157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7" name="Google Shape;157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8" name="Google Shape;157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9" name="Google Shape;157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0" name="Google Shape;1580;p11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581" name="Google Shape;158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82" name="Google Shape;158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83" name="Google Shape;158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84" name="Google Shape;158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5" name="Google Shape;158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6" name="Google Shape;158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7" name="Google Shape;158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8" name="Google Shape;1588;p11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589" name="Google Shape;1589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0" name="Google Shape;1590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91" name="Google Shape;1591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92" name="Google Shape;1592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3" name="Google Shape;1593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4" name="Google Shape;1594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95" name="Google Shape;1595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96" name="Google Shape;1596;p11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597" name="Google Shape;1597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598" name="Google Shape;1598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599" name="Google Shape;1599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0" name="Google Shape;1600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1" name="Google Shape;1601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2" name="Google Shape;1602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3" name="Google Shape;1603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04" name="Google Shape;1604;p11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605" name="Google Shape;1605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06" name="Google Shape;1606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07" name="Google Shape;1607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8" name="Google Shape;1608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9" name="Google Shape;1609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0" name="Google Shape;1610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1" name="Google Shape;1611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2" name="Google Shape;1612;p11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613" name="Google Shape;1613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14" name="Google Shape;1614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15" name="Google Shape;1615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16" name="Google Shape;1616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7" name="Google Shape;1617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8" name="Google Shape;1618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9" name="Google Shape;1619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20" name="Google Shape;1620;p11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621" name="Google Shape;1621;p1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622" name="Google Shape;1622;p1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623" name="Google Shape;1623;p1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24" name="Google Shape;1624;p1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5" name="Google Shape;1625;p1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6" name="Google Shape;1626;p1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7" name="Google Shape;1627;p1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628" name="Google Shape;1628;p11"/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1629" name="Google Shape;1629;p11"/>
            <p:cNvCxnSpPr/>
            <p:nvPr/>
          </p:nvCxnSpPr>
          <p:spPr>
            <a:xfrm flipH="1">
              <a:off x="8285300" y="3668418"/>
              <a:ext cx="2866989" cy="1371857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0" name="Google Shape;1630;p11"/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HTTP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1" name="Google Shape;1631;p11"/>
            <p:cNvCxnSpPr/>
            <p:nvPr/>
          </p:nvCxnSpPr>
          <p:spPr>
            <a:xfrm>
              <a:off x="8099825" y="4723687"/>
              <a:ext cx="402218" cy="115861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2" name="Google Shape;1632;p11"/>
          <p:cNvGrpSpPr/>
          <p:nvPr/>
        </p:nvGrpSpPr>
        <p:grpSpPr>
          <a:xfrm>
            <a:off x="6371219" y="2787535"/>
            <a:ext cx="1271296" cy="663792"/>
            <a:chOff x="6371219" y="2787535"/>
            <a:chExt cx="1271296" cy="663792"/>
          </a:xfrm>
        </p:grpSpPr>
        <p:cxnSp>
          <p:nvCxnSpPr>
            <p:cNvPr id="1633" name="Google Shape;1633;p11"/>
            <p:cNvCxnSpPr/>
            <p:nvPr/>
          </p:nvCxnSpPr>
          <p:spPr>
            <a:xfrm>
              <a:off x="7631020" y="2787535"/>
              <a:ext cx="11495" cy="663792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4" name="Google Shape;1634;p11"/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Skype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5" name="Google Shape;1635;p11"/>
            <p:cNvCxnSpPr/>
            <p:nvPr/>
          </p:nvCxnSpPr>
          <p:spPr>
            <a:xfrm>
              <a:off x="6973411" y="3119431"/>
              <a:ext cx="559043" cy="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636" name="Google Shape;1636;p11"/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1637" name="Google Shape;1637;p11"/>
            <p:cNvCxnSpPr/>
            <p:nvPr/>
          </p:nvCxnSpPr>
          <p:spPr>
            <a:xfrm>
              <a:off x="9218788" y="2327787"/>
              <a:ext cx="1698979" cy="1025465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638" name="Google Shape;1638;p11"/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Streaming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video</a:t>
              </a:r>
              <a:endParaRPr i="1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39" name="Google Shape;1639;p11"/>
            <p:cNvCxnSpPr/>
            <p:nvPr/>
          </p:nvCxnSpPr>
          <p:spPr>
            <a:xfrm flipH="1" rot="10800000">
              <a:off x="10569552" y="2937299"/>
              <a:ext cx="405322" cy="147574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40" name="Google Shape;1640;p11"/>
          <p:cNvSpPr txBox="1"/>
          <p:nvPr/>
        </p:nvSpPr>
        <p:spPr>
          <a:xfrm>
            <a:off x="868663" y="3677908"/>
            <a:ext cx="5394571" cy="2721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programming interface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distributed applications: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“hooks” allowing sending/receiving  apps to “connect” to, use  Internet transport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service options, analogous to postal service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48" name="Google Shape;1648;p12"/>
          <p:cNvSpPr txBox="1"/>
          <p:nvPr/>
        </p:nvSpPr>
        <p:spPr>
          <a:xfrm>
            <a:off x="844202" y="1490089"/>
            <a:ext cx="3581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Human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“what’s the time?”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have a question”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2"/>
          <p:cNvSpPr txBox="1"/>
          <p:nvPr/>
        </p:nvSpPr>
        <p:spPr>
          <a:xfrm>
            <a:off x="5182172" y="1500137"/>
            <a:ext cx="5780439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protocols: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computers (devices) rather than humans</a:t>
            </a:r>
            <a:endParaRPr/>
          </a:p>
          <a:p>
            <a:pPr indent="-220662" lvl="0" marL="3492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communication activity in Internet governed by protocols</a:t>
            </a:r>
            <a:endParaRPr/>
          </a:p>
        </p:txBody>
      </p:sp>
      <p:grpSp>
        <p:nvGrpSpPr>
          <p:cNvPr id="1650" name="Google Shape;1650;p12"/>
          <p:cNvGrpSpPr/>
          <p:nvPr/>
        </p:nvGrpSpPr>
        <p:grpSpPr>
          <a:xfrm>
            <a:off x="5192221" y="3708643"/>
            <a:ext cx="5860823" cy="2568587"/>
            <a:chOff x="5573361" y="3999310"/>
            <a:chExt cx="5860823" cy="2568587"/>
          </a:xfrm>
        </p:grpSpPr>
        <p:sp>
          <p:nvSpPr>
            <p:cNvPr id="1651" name="Google Shape;1651;p12"/>
            <p:cNvSpPr/>
            <p:nvPr/>
          </p:nvSpPr>
          <p:spPr>
            <a:xfrm>
              <a:off x="5573361" y="4205697"/>
              <a:ext cx="5720151" cy="23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380"/>
                <a:buFont typeface="Noto Sans Symbols"/>
                <a:buNone/>
              </a:pP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Protocols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define the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format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order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of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messages sent and received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among network entities, and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actions taken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on message transmission, receipt</a:t>
              </a:r>
              <a:r>
                <a:rPr i="1" lang="en-US" sz="24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652" name="Google Shape;1652;p12"/>
            <p:cNvSpPr/>
            <p:nvPr/>
          </p:nvSpPr>
          <p:spPr>
            <a:xfrm>
              <a:off x="5653745" y="3999310"/>
              <a:ext cx="5780439" cy="2362200"/>
            </a:xfrm>
            <a:prstGeom prst="rect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53" name="Google Shape;1653;p12"/>
          <p:cNvSpPr txBox="1"/>
          <p:nvPr/>
        </p:nvSpPr>
        <p:spPr>
          <a:xfrm>
            <a:off x="952500" y="3843823"/>
            <a:ext cx="3581400" cy="2065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for: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messages sent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specific actions taken when message received, or other events</a:t>
            </a:r>
            <a:endParaRPr/>
          </a:p>
        </p:txBody>
      </p:sp>
      <p:sp>
        <p:nvSpPr>
          <p:cNvPr id="1654" name="Google Shape;1654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What’s a protocol?</a:t>
            </a:r>
            <a:endParaRPr/>
          </a:p>
        </p:txBody>
      </p:sp>
      <p:sp>
        <p:nvSpPr>
          <p:cNvPr id="1661" name="Google Shape;1661;p13"/>
          <p:cNvSpPr txBox="1"/>
          <p:nvPr/>
        </p:nvSpPr>
        <p:spPr>
          <a:xfrm>
            <a:off x="885095" y="13716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human protocol and a computer network protocol: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13"/>
          <p:cNvSpPr/>
          <p:nvPr/>
        </p:nvSpPr>
        <p:spPr>
          <a:xfrm>
            <a:off x="980344" y="5862638"/>
            <a:ext cx="5511891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720"/>
              <a:buFont typeface="Noto Sans Symbols"/>
              <a:buNone/>
            </a:pP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other human protocols? </a:t>
            </a:r>
            <a:endParaRPr/>
          </a:p>
        </p:txBody>
      </p:sp>
      <p:pic>
        <p:nvPicPr>
          <p:cNvPr descr="Alice" id="1663" name="Google Shape;16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642" y="2314576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664" name="Google Shape;16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6992" y="2709863"/>
            <a:ext cx="676275" cy="69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5" name="Google Shape;1665;p13"/>
          <p:cNvGrpSpPr/>
          <p:nvPr/>
        </p:nvGrpSpPr>
        <p:grpSpPr>
          <a:xfrm>
            <a:off x="2925329" y="2422526"/>
            <a:ext cx="1762125" cy="563562"/>
            <a:chOff x="2925329" y="2422526"/>
            <a:chExt cx="1762125" cy="563562"/>
          </a:xfrm>
        </p:grpSpPr>
        <p:cxnSp>
          <p:nvCxnSpPr>
            <p:cNvPr id="1666" name="Google Shape;1666;p13"/>
            <p:cNvCxnSpPr/>
            <p:nvPr/>
          </p:nvCxnSpPr>
          <p:spPr>
            <a:xfrm>
              <a:off x="2925329" y="2709863"/>
              <a:ext cx="1762125" cy="2762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67" name="Google Shape;1667;p13"/>
            <p:cNvSpPr txBox="1"/>
            <p:nvPr/>
          </p:nvSpPr>
          <p:spPr>
            <a:xfrm>
              <a:off x="3366654" y="2422526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68" name="Google Shape;1668;p13"/>
          <p:cNvGrpSpPr/>
          <p:nvPr/>
        </p:nvGrpSpPr>
        <p:grpSpPr>
          <a:xfrm>
            <a:off x="2617354" y="3046413"/>
            <a:ext cx="2085975" cy="584200"/>
            <a:chOff x="2617354" y="3046413"/>
            <a:chExt cx="2085975" cy="584200"/>
          </a:xfrm>
        </p:grpSpPr>
        <p:cxnSp>
          <p:nvCxnSpPr>
            <p:cNvPr id="1669" name="Google Shape;1669;p13"/>
            <p:cNvCxnSpPr/>
            <p:nvPr/>
          </p:nvCxnSpPr>
          <p:spPr>
            <a:xfrm flipH="1" rot="10800000">
              <a:off x="2617354" y="3268663"/>
              <a:ext cx="2085975" cy="3619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70" name="Google Shape;1670;p13"/>
            <p:cNvSpPr txBox="1"/>
            <p:nvPr/>
          </p:nvSpPr>
          <p:spPr>
            <a:xfrm>
              <a:off x="3357129" y="3046413"/>
              <a:ext cx="4475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</a:t>
              </a:r>
              <a:endParaRPr/>
            </a:p>
          </p:txBody>
        </p:sp>
      </p:grpSp>
      <p:grpSp>
        <p:nvGrpSpPr>
          <p:cNvPr id="1671" name="Google Shape;1671;p13"/>
          <p:cNvGrpSpPr/>
          <p:nvPr/>
        </p:nvGrpSpPr>
        <p:grpSpPr>
          <a:xfrm>
            <a:off x="2601479" y="3632201"/>
            <a:ext cx="2162175" cy="708025"/>
            <a:chOff x="2601479" y="3632201"/>
            <a:chExt cx="2162175" cy="708025"/>
          </a:xfrm>
        </p:grpSpPr>
        <p:cxnSp>
          <p:nvCxnSpPr>
            <p:cNvPr id="1672" name="Google Shape;1672;p13"/>
            <p:cNvCxnSpPr/>
            <p:nvPr/>
          </p:nvCxnSpPr>
          <p:spPr>
            <a:xfrm>
              <a:off x="2601479" y="3700463"/>
              <a:ext cx="2162175" cy="43815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673" name="Google Shape;1673;p13"/>
            <p:cNvGrpSpPr/>
            <p:nvPr/>
          </p:nvGrpSpPr>
          <p:grpSpPr>
            <a:xfrm>
              <a:off x="3158693" y="3632201"/>
              <a:ext cx="974725" cy="708025"/>
              <a:chOff x="773" y="2747"/>
              <a:chExt cx="614" cy="446"/>
            </a:xfrm>
          </p:grpSpPr>
          <p:sp>
            <p:nvSpPr>
              <p:cNvPr id="1674" name="Google Shape;1674;p13"/>
              <p:cNvSpPr/>
              <p:nvPr/>
            </p:nvSpPr>
            <p:spPr>
              <a:xfrm>
                <a:off x="786" y="2790"/>
                <a:ext cx="588" cy="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13"/>
              <p:cNvSpPr txBox="1"/>
              <p:nvPr/>
            </p:nvSpPr>
            <p:spPr>
              <a:xfrm>
                <a:off x="773" y="2747"/>
                <a:ext cx="614" cy="44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Got the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time?</a:t>
                </a:r>
                <a:endParaRPr/>
              </a:p>
            </p:txBody>
          </p:sp>
        </p:grpSp>
      </p:grpSp>
      <p:grpSp>
        <p:nvGrpSpPr>
          <p:cNvPr id="1676" name="Google Shape;1676;p13"/>
          <p:cNvGrpSpPr/>
          <p:nvPr/>
        </p:nvGrpSpPr>
        <p:grpSpPr>
          <a:xfrm>
            <a:off x="2763404" y="4271963"/>
            <a:ext cx="1952625" cy="466731"/>
            <a:chOff x="2763404" y="4271963"/>
            <a:chExt cx="1952625" cy="466731"/>
          </a:xfrm>
        </p:grpSpPr>
        <p:cxnSp>
          <p:nvCxnSpPr>
            <p:cNvPr id="1677" name="Google Shape;1677;p13"/>
            <p:cNvCxnSpPr/>
            <p:nvPr/>
          </p:nvCxnSpPr>
          <p:spPr>
            <a:xfrm flipH="1" rot="10800000">
              <a:off x="2763404" y="4271963"/>
              <a:ext cx="1952625" cy="33337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grpSp>
          <p:nvGrpSpPr>
            <p:cNvPr id="1678" name="Google Shape;1678;p13"/>
            <p:cNvGrpSpPr/>
            <p:nvPr/>
          </p:nvGrpSpPr>
          <p:grpSpPr>
            <a:xfrm>
              <a:off x="3233304" y="4276731"/>
              <a:ext cx="796925" cy="461963"/>
              <a:chOff x="1046" y="2771"/>
              <a:chExt cx="502" cy="291"/>
            </a:xfrm>
          </p:grpSpPr>
          <p:sp>
            <p:nvSpPr>
              <p:cNvPr id="1679" name="Google Shape;1679;p13"/>
              <p:cNvSpPr/>
              <p:nvPr/>
            </p:nvSpPr>
            <p:spPr>
              <a:xfrm>
                <a:off x="1104" y="2820"/>
                <a:ext cx="444" cy="18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13"/>
              <p:cNvSpPr txBox="1"/>
              <p:nvPr/>
            </p:nvSpPr>
            <p:spPr>
              <a:xfrm>
                <a:off x="1046" y="2771"/>
                <a:ext cx="46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2:00</a:t>
                </a:r>
                <a:endParaRPr/>
              </a:p>
            </p:txBody>
          </p:sp>
        </p:grpSp>
      </p:grpSp>
      <p:cxnSp>
        <p:nvCxnSpPr>
          <p:cNvPr id="1681" name="Google Shape;1681;p13"/>
          <p:cNvCxnSpPr/>
          <p:nvPr/>
        </p:nvCxnSpPr>
        <p:spPr>
          <a:xfrm>
            <a:off x="5730145" y="2115345"/>
            <a:ext cx="0" cy="3573462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82" name="Google Shape;1682;p13"/>
          <p:cNvGrpSpPr/>
          <p:nvPr/>
        </p:nvGrpSpPr>
        <p:grpSpPr>
          <a:xfrm>
            <a:off x="5403417" y="4910138"/>
            <a:ext cx="720725" cy="396875"/>
            <a:chOff x="2198" y="3221"/>
            <a:chExt cx="454" cy="250"/>
          </a:xfrm>
        </p:grpSpPr>
        <p:sp>
          <p:nvSpPr>
            <p:cNvPr id="1683" name="Google Shape;1683;p13"/>
            <p:cNvSpPr/>
            <p:nvPr/>
          </p:nvSpPr>
          <p:spPr>
            <a:xfrm>
              <a:off x="2244" y="3282"/>
              <a:ext cx="408" cy="16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13"/>
            <p:cNvSpPr txBox="1"/>
            <p:nvPr/>
          </p:nvSpPr>
          <p:spPr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/>
            </a:p>
          </p:txBody>
        </p:sp>
      </p:grpSp>
      <p:grpSp>
        <p:nvGrpSpPr>
          <p:cNvPr id="1685" name="Google Shape;1685;p13"/>
          <p:cNvGrpSpPr/>
          <p:nvPr/>
        </p:nvGrpSpPr>
        <p:grpSpPr>
          <a:xfrm>
            <a:off x="6786129" y="3255963"/>
            <a:ext cx="2216150" cy="589096"/>
            <a:chOff x="6786129" y="3255963"/>
            <a:chExt cx="2216150" cy="589096"/>
          </a:xfrm>
        </p:grpSpPr>
        <p:cxnSp>
          <p:nvCxnSpPr>
            <p:cNvPr id="1686" name="Google Shape;1686;p13"/>
            <p:cNvCxnSpPr/>
            <p:nvPr/>
          </p:nvCxnSpPr>
          <p:spPr>
            <a:xfrm flipH="1" rot="10800000">
              <a:off x="6786129" y="3255963"/>
              <a:ext cx="2216150" cy="398463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87" name="Google Shape;1687;p13"/>
            <p:cNvSpPr/>
            <p:nvPr/>
          </p:nvSpPr>
          <p:spPr>
            <a:xfrm>
              <a:off x="7221104" y="3278188"/>
              <a:ext cx="1438275" cy="393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13"/>
            <p:cNvSpPr txBox="1"/>
            <p:nvPr/>
          </p:nvSpPr>
          <p:spPr>
            <a:xfrm>
              <a:off x="7125853" y="3279776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/>
            </a:p>
          </p:txBody>
        </p:sp>
      </p:grpSp>
      <p:grpSp>
        <p:nvGrpSpPr>
          <p:cNvPr id="1689" name="Google Shape;1689;p13"/>
          <p:cNvGrpSpPr/>
          <p:nvPr/>
        </p:nvGrpSpPr>
        <p:grpSpPr>
          <a:xfrm>
            <a:off x="6833754" y="4448176"/>
            <a:ext cx="2343150" cy="461665"/>
            <a:chOff x="6833754" y="4448176"/>
            <a:chExt cx="2343150" cy="461665"/>
          </a:xfrm>
        </p:grpSpPr>
        <p:cxnSp>
          <p:nvCxnSpPr>
            <p:cNvPr id="1690" name="Google Shape;1690;p13"/>
            <p:cNvCxnSpPr/>
            <p:nvPr/>
          </p:nvCxnSpPr>
          <p:spPr>
            <a:xfrm flipH="1" rot="10800000">
              <a:off x="6833754" y="4464051"/>
              <a:ext cx="2343150" cy="428625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91" name="Google Shape;1691;p13"/>
            <p:cNvSpPr/>
            <p:nvPr/>
          </p:nvSpPr>
          <p:spPr>
            <a:xfrm>
              <a:off x="7602104" y="4562476"/>
              <a:ext cx="919163" cy="2952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13"/>
            <p:cNvSpPr txBox="1"/>
            <p:nvPr/>
          </p:nvSpPr>
          <p:spPr>
            <a:xfrm>
              <a:off x="7568767" y="4448176"/>
              <a:ext cx="8819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&lt;file&gt;</a:t>
              </a:r>
              <a:endParaRPr/>
            </a:p>
          </p:txBody>
        </p:sp>
      </p:grpSp>
      <p:grpSp>
        <p:nvGrpSpPr>
          <p:cNvPr id="1693" name="Google Shape;1693;p13"/>
          <p:cNvGrpSpPr/>
          <p:nvPr/>
        </p:nvGrpSpPr>
        <p:grpSpPr>
          <a:xfrm>
            <a:off x="6848042" y="2620963"/>
            <a:ext cx="2176462" cy="565283"/>
            <a:chOff x="6848042" y="2620963"/>
            <a:chExt cx="2176462" cy="565283"/>
          </a:xfrm>
        </p:grpSpPr>
        <p:cxnSp>
          <p:nvCxnSpPr>
            <p:cNvPr id="1694" name="Google Shape;1694;p13"/>
            <p:cNvCxnSpPr/>
            <p:nvPr/>
          </p:nvCxnSpPr>
          <p:spPr>
            <a:xfrm>
              <a:off x="6848042" y="2749551"/>
              <a:ext cx="2176462" cy="347662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5" name="Google Shape;1695;p13"/>
            <p:cNvSpPr/>
            <p:nvPr/>
          </p:nvSpPr>
          <p:spPr>
            <a:xfrm>
              <a:off x="7133792" y="2689226"/>
              <a:ext cx="1365250" cy="43973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13"/>
            <p:cNvSpPr txBox="1"/>
            <p:nvPr/>
          </p:nvSpPr>
          <p:spPr>
            <a:xfrm>
              <a:off x="7170303" y="2620963"/>
              <a:ext cx="1635127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TCP connection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request</a:t>
              </a:r>
              <a:endParaRPr/>
            </a:p>
          </p:txBody>
        </p:sp>
      </p:grpSp>
      <p:grpSp>
        <p:nvGrpSpPr>
          <p:cNvPr id="1697" name="Google Shape;1697;p13"/>
          <p:cNvGrpSpPr/>
          <p:nvPr/>
        </p:nvGrpSpPr>
        <p:grpSpPr>
          <a:xfrm>
            <a:off x="9080067" y="2720976"/>
            <a:ext cx="357186" cy="755650"/>
            <a:chOff x="4140" y="429"/>
            <a:chExt cx="1425" cy="2396"/>
          </a:xfrm>
        </p:grpSpPr>
        <p:sp>
          <p:nvSpPr>
            <p:cNvPr id="1698" name="Google Shape;1698;p1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13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1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1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13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3" name="Google Shape;1703;p13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704" name="Google Shape;1704;p13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13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6" name="Google Shape;1706;p13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7" name="Google Shape;1707;p13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708" name="Google Shape;1708;p13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13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0" name="Google Shape;1710;p13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13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2" name="Google Shape;1712;p13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713" name="Google Shape;1713;p13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13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5" name="Google Shape;1715;p1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6" name="Google Shape;1716;p13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717" name="Google Shape;1717;p13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13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9" name="Google Shape;1719;p13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13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13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0" name="Google Shape;1730;p13"/>
          <p:cNvGrpSpPr/>
          <p:nvPr/>
        </p:nvGrpSpPr>
        <p:grpSpPr>
          <a:xfrm>
            <a:off x="5943167" y="2278063"/>
            <a:ext cx="893762" cy="828675"/>
            <a:chOff x="-44" y="1473"/>
            <a:chExt cx="981" cy="1105"/>
          </a:xfrm>
        </p:grpSpPr>
        <p:pic>
          <p:nvPicPr>
            <p:cNvPr descr="desktop_computer_stylized_medium" id="1731" name="Google Shape;173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2" name="Google Shape;1732;p1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3" name="Google Shape;1733;p13"/>
          <p:cNvGrpSpPr/>
          <p:nvPr/>
        </p:nvGrpSpPr>
        <p:grpSpPr>
          <a:xfrm>
            <a:off x="6666309" y="3902076"/>
            <a:ext cx="2925958" cy="425450"/>
            <a:chOff x="6666309" y="3902076"/>
            <a:chExt cx="2925958" cy="425450"/>
          </a:xfrm>
        </p:grpSpPr>
        <p:cxnSp>
          <p:nvCxnSpPr>
            <p:cNvPr id="1734" name="Google Shape;1734;p13"/>
            <p:cNvCxnSpPr/>
            <p:nvPr/>
          </p:nvCxnSpPr>
          <p:spPr>
            <a:xfrm>
              <a:off x="6833754" y="3902076"/>
              <a:ext cx="2400300" cy="41910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35" name="Google Shape;1735;p13"/>
            <p:cNvSpPr/>
            <p:nvPr/>
          </p:nvSpPr>
          <p:spPr>
            <a:xfrm>
              <a:off x="7315200" y="4021087"/>
              <a:ext cx="1687079" cy="28293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13"/>
            <p:cNvSpPr txBox="1"/>
            <p:nvPr/>
          </p:nvSpPr>
          <p:spPr>
            <a:xfrm>
              <a:off x="6666309" y="3960813"/>
              <a:ext cx="2925958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http://gaia.cs.umass.edu/kurose_ross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7" name="Google Shape;1737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1744" name="Google Shape;1744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5" name="Google Shape;1745;p14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edge: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1746" name="Google Shape;17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grpSp>
        <p:nvGrpSpPr>
          <p:cNvPr id="1753" name="Google Shape;1753;p15"/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1754" name="Google Shape;1754;p15"/>
            <p:cNvSpPr/>
            <p:nvPr/>
          </p:nvSpPr>
          <p:spPr>
            <a:xfrm>
              <a:off x="9048399" y="3035682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15"/>
            <p:cNvSpPr/>
            <p:nvPr/>
          </p:nvSpPr>
          <p:spPr>
            <a:xfrm>
              <a:off x="7337287" y="1795939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56" name="Google Shape;1756;p15"/>
            <p:cNvGrpSpPr/>
            <p:nvPr/>
          </p:nvGrpSpPr>
          <p:grpSpPr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1757" name="Google Shape;1757;p15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15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59" name="Google Shape;1759;p15"/>
            <p:cNvSpPr/>
            <p:nvPr/>
          </p:nvSpPr>
          <p:spPr>
            <a:xfrm>
              <a:off x="7775612" y="4653038"/>
              <a:ext cx="3079750" cy="1665288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15"/>
            <p:cNvSpPr txBox="1"/>
            <p:nvPr/>
          </p:nvSpPr>
          <p:spPr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1761" name="Google Shape;1761;p15"/>
            <p:cNvSpPr txBox="1"/>
            <p:nvPr/>
          </p:nvSpPr>
          <p:spPr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1762" name="Google Shape;1762;p15"/>
            <p:cNvSpPr txBox="1"/>
            <p:nvPr/>
          </p:nvSpPr>
          <p:spPr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1763" name="Google Shape;1763;p15"/>
            <p:cNvSpPr/>
            <p:nvPr/>
          </p:nvSpPr>
          <p:spPr>
            <a:xfrm>
              <a:off x="10285357" y="3149444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64" name="Google Shape;1764;p15"/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1765" name="Google Shape;1765;p15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15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67" name="Google Shape;1767;p15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8" name="Google Shape;1768;p15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9" name="Google Shape;1769;p15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0" name="Google Shape;1770;p15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1" name="Google Shape;1771;p15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2" name="Google Shape;1772;p15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773" name="Google Shape;1773;p15"/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1774" name="Google Shape;1774;p15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15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76" name="Google Shape;1776;p15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7" name="Google Shape;1777;p15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8" name="Google Shape;1778;p15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9" name="Google Shape;1779;p15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0" name="Google Shape;1780;p15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1" name="Google Shape;1781;p15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782" name="Google Shape;1782;p15"/>
            <p:cNvSpPr/>
            <p:nvPr/>
          </p:nvSpPr>
          <p:spPr>
            <a:xfrm>
              <a:off x="9604024" y="1751946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15"/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1784" name="Google Shape;1784;p15"/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15"/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1786" name="Google Shape;1786;p15"/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787" name="Google Shape;1787;p15"/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8" name="Google Shape;1788;p15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cxnSp>
          <p:nvCxnSpPr>
            <p:cNvPr id="1789" name="Google Shape;1789;p15"/>
            <p:cNvCxnSpPr/>
            <p:nvPr/>
          </p:nvCxnSpPr>
          <p:spPr>
            <a:xfrm rot="10800000">
              <a:off x="10559920" y="3580125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0" name="Google Shape;1790;p15"/>
            <p:cNvCxnSpPr/>
            <p:nvPr/>
          </p:nvCxnSpPr>
          <p:spPr>
            <a:xfrm rot="10800000">
              <a:off x="10660835" y="3640684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1" name="Google Shape;1791;p15"/>
            <p:cNvCxnSpPr/>
            <p:nvPr/>
          </p:nvCxnSpPr>
          <p:spPr>
            <a:xfrm flipH="1" rot="10800000">
              <a:off x="10636897" y="3633421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2" name="Google Shape;1792;p15"/>
            <p:cNvCxnSpPr/>
            <p:nvPr/>
          </p:nvCxnSpPr>
          <p:spPr>
            <a:xfrm rot="10800000">
              <a:off x="10570774" y="3594896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3" name="Google Shape;1793;p15"/>
            <p:cNvCxnSpPr/>
            <p:nvPr/>
          </p:nvCxnSpPr>
          <p:spPr>
            <a:xfrm rot="10800000">
              <a:off x="10550620" y="4071642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4" name="Google Shape;1794;p15"/>
            <p:cNvCxnSpPr/>
            <p:nvPr/>
          </p:nvCxnSpPr>
          <p:spPr>
            <a:xfrm rot="10800000">
              <a:off x="9895195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5" name="Google Shape;1795;p15"/>
            <p:cNvCxnSpPr/>
            <p:nvPr/>
          </p:nvCxnSpPr>
          <p:spPr>
            <a:xfrm rot="10800000">
              <a:off x="9219616" y="4087742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6" name="Google Shape;1796;p15"/>
            <p:cNvCxnSpPr/>
            <p:nvPr/>
          </p:nvCxnSpPr>
          <p:spPr>
            <a:xfrm flipH="1">
              <a:off x="9276868" y="3507672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7" name="Google Shape;1797;p15"/>
            <p:cNvCxnSpPr/>
            <p:nvPr/>
          </p:nvCxnSpPr>
          <p:spPr>
            <a:xfrm>
              <a:off x="9733069" y="3507672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8" name="Google Shape;1798;p15"/>
            <p:cNvCxnSpPr/>
            <p:nvPr/>
          </p:nvCxnSpPr>
          <p:spPr>
            <a:xfrm>
              <a:off x="10137668" y="2754692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9" name="Google Shape;1799;p15"/>
            <p:cNvCxnSpPr/>
            <p:nvPr/>
          </p:nvCxnSpPr>
          <p:spPr>
            <a:xfrm flipH="1">
              <a:off x="9798719" y="2695013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800" name="Google Shape;1800;p15"/>
            <p:cNvGrpSpPr/>
            <p:nvPr/>
          </p:nvGrpSpPr>
          <p:grpSpPr>
            <a:xfrm>
              <a:off x="7562238" y="2127325"/>
              <a:ext cx="3578867" cy="3640284"/>
              <a:chOff x="7562238" y="2127325"/>
              <a:chExt cx="3578867" cy="3640284"/>
            </a:xfrm>
          </p:grpSpPr>
          <p:grpSp>
            <p:nvGrpSpPr>
              <p:cNvPr id="1801" name="Google Shape;1801;p15"/>
              <p:cNvGrpSpPr/>
              <p:nvPr/>
            </p:nvGrpSpPr>
            <p:grpSpPr>
              <a:xfrm>
                <a:off x="7857253" y="2127325"/>
                <a:ext cx="3283852" cy="3640284"/>
                <a:chOff x="7881336" y="2104198"/>
                <a:chExt cx="3283852" cy="3640284"/>
              </a:xfrm>
            </p:grpSpPr>
            <p:cxnSp>
              <p:nvCxnSpPr>
                <p:cNvPr id="1802" name="Google Shape;1802;p15"/>
                <p:cNvCxnSpPr/>
                <p:nvPr/>
              </p:nvCxnSpPr>
              <p:spPr>
                <a:xfrm flipH="1" rot="5400000">
                  <a:off x="9813692" y="5228612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3" name="Google Shape;1803;p15"/>
                <p:cNvCxnSpPr/>
                <p:nvPr/>
              </p:nvCxnSpPr>
              <p:spPr>
                <a:xfrm rot="10800000">
                  <a:off x="10234009" y="5382159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4" name="Google Shape;1804;p15"/>
                <p:cNvCxnSpPr/>
                <p:nvPr/>
              </p:nvCxnSpPr>
              <p:spPr>
                <a:xfrm>
                  <a:off x="9457042" y="4815390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5" name="Google Shape;1805;p15"/>
                <p:cNvCxnSpPr/>
                <p:nvPr/>
              </p:nvCxnSpPr>
              <p:spPr>
                <a:xfrm flipH="1" rot="10800000">
                  <a:off x="8874149" y="4815390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6" name="Google Shape;1806;p15"/>
                <p:cNvCxnSpPr/>
                <p:nvPr/>
              </p:nvCxnSpPr>
              <p:spPr>
                <a:xfrm>
                  <a:off x="8845827" y="5085749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7" name="Google Shape;1807;p15"/>
                <p:cNvCxnSpPr/>
                <p:nvPr/>
              </p:nvCxnSpPr>
              <p:spPr>
                <a:xfrm>
                  <a:off x="8234290" y="5094207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8" name="Google Shape;1808;p15"/>
                <p:cNvCxnSpPr/>
                <p:nvPr/>
              </p:nvCxnSpPr>
              <p:spPr>
                <a:xfrm flipH="1" rot="10800000">
                  <a:off x="7972450" y="5267343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09" name="Google Shape;1809;p15"/>
                <p:cNvCxnSpPr/>
                <p:nvPr/>
              </p:nvCxnSpPr>
              <p:spPr>
                <a:xfrm flipH="1">
                  <a:off x="8397900" y="5259125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0" name="Google Shape;1810;p15"/>
                <p:cNvCxnSpPr/>
                <p:nvPr/>
              </p:nvCxnSpPr>
              <p:spPr>
                <a:xfrm rot="10800000">
                  <a:off x="8512814" y="5284804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1" name="Google Shape;1811;p15"/>
                <p:cNvCxnSpPr/>
                <p:nvPr/>
              </p:nvCxnSpPr>
              <p:spPr>
                <a:xfrm>
                  <a:off x="8512814" y="5234921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2" name="Google Shape;1812;p15"/>
                <p:cNvCxnSpPr/>
                <p:nvPr/>
              </p:nvCxnSpPr>
              <p:spPr>
                <a:xfrm>
                  <a:off x="8271861" y="3806843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3" name="Google Shape;1813;p15"/>
                <p:cNvCxnSpPr/>
                <p:nvPr/>
              </p:nvCxnSpPr>
              <p:spPr>
                <a:xfrm flipH="1" rot="10800000">
                  <a:off x="7881336" y="4017980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4" name="Google Shape;1814;p15"/>
                <p:cNvCxnSpPr/>
                <p:nvPr/>
              </p:nvCxnSpPr>
              <p:spPr>
                <a:xfrm flipH="1" rot="5400000">
                  <a:off x="9909628" y="5560344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5" name="Google Shape;1815;p15"/>
                <p:cNvCxnSpPr/>
                <p:nvPr/>
              </p:nvCxnSpPr>
              <p:spPr>
                <a:xfrm flipH="1" rot="10800000">
                  <a:off x="8483508" y="5013435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16" name="Google Shape;1816;p15"/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7" name="Google Shape;1817;p15"/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8" name="Google Shape;1818;p15"/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19" name="Google Shape;1819;p15"/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0" name="Google Shape;1820;p15"/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1" name="Google Shape;1821;p15"/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2" name="Google Shape;1822;p15"/>
                <p:cNvCxnSpPr/>
                <p:nvPr/>
              </p:nvCxnSpPr>
              <p:spPr>
                <a:xfrm rot="10800000">
                  <a:off x="10706077" y="2695840"/>
                  <a:ext cx="353541" cy="6780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3" name="Google Shape;1823;p15"/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24" name="Google Shape;1824;p15"/>
                <p:cNvCxnSpPr/>
                <p:nvPr/>
              </p:nvCxnSpPr>
              <p:spPr>
                <a:xfrm flipH="1" rot="10800000">
                  <a:off x="9402788" y="4090252"/>
                  <a:ext cx="429324" cy="70560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25" name="Google Shape;1825;p15"/>
                <p:cNvCxnSpPr/>
                <p:nvPr/>
              </p:nvCxnSpPr>
              <p:spPr>
                <a:xfrm flipH="1" rot="10800000">
                  <a:off x="8268637" y="4024329"/>
                  <a:ext cx="969051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antenna_radiation_stylized" id="1826" name="Google Shape;1826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1827" name="Google Shape;1827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cell_tower_radiation copy" id="1828" name="Google Shape;1828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29" name="Google Shape;1829;p15"/>
              <p:cNvSpPr/>
              <p:nvPr/>
            </p:nvSpPr>
            <p:spPr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30" name="Google Shape;1830;p15"/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cxnSp>
          <p:nvCxnSpPr>
            <p:cNvPr id="1831" name="Google Shape;1831;p15"/>
            <p:cNvCxnSpPr/>
            <p:nvPr/>
          </p:nvCxnSpPr>
          <p:spPr>
            <a:xfrm>
              <a:off x="8213016" y="2695257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32" name="Google Shape;1832;p15"/>
            <p:cNvGrpSpPr/>
            <p:nvPr/>
          </p:nvGrpSpPr>
          <p:grpSpPr>
            <a:xfrm>
              <a:off x="8055854" y="2304274"/>
              <a:ext cx="298450" cy="464008"/>
              <a:chOff x="3130" y="3288"/>
              <a:chExt cx="410" cy="742"/>
            </a:xfrm>
          </p:grpSpPr>
          <p:cxnSp>
            <p:nvCxnSpPr>
              <p:cNvPr id="1833" name="Google Shape;1833;p1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4" name="Google Shape;1834;p1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5" name="Google Shape;1835;p1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6" name="Google Shape;1836;p1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7" name="Google Shape;1837;p1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8" name="Google Shape;1838;p1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9" name="Google Shape;1839;p1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0" name="Google Shape;1840;p1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1" name="Google Shape;1841;p1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2" name="Google Shape;1842;p1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3" name="Google Shape;1843;p1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4" name="Google Shape;1844;p1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5" name="Google Shape;1845;p1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6" name="Google Shape;1846;p1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47" name="Google Shape;1847;p1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ccess_point_stylized_small" id="1848" name="Google Shape;1848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849" name="Google Shape;1849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0" name="Google Shape;1850;p15"/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1851" name="Google Shape;185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52" name="Google Shape;185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53" name="Google Shape;185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54" name="Google Shape;185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5" name="Google Shape;185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6" name="Google Shape;185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7" name="Google Shape;185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58" name="Google Shape;1858;p15"/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1859" name="Google Shape;1859;p1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1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61" name="Google Shape;1861;p1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862" name="Google Shape;1862;p1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3" name="Google Shape;1863;p1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4" name="Google Shape;1864;p1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5" name="Google Shape;1865;p1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66" name="Google Shape;1866;p15"/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1867" name="Google Shape;186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68" name="Google Shape;186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69" name="Google Shape;186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70" name="Google Shape;187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1" name="Google Shape;187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2" name="Google Shape;187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3" name="Google Shape;187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74" name="Google Shape;1874;p15"/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1875" name="Google Shape;1875;p1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1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77" name="Google Shape;1877;p1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878" name="Google Shape;1878;p1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9" name="Google Shape;1879;p1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0" name="Google Shape;1880;p1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1" name="Google Shape;1881;p1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82" name="Google Shape;1882;p15"/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1883" name="Google Shape;188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84" name="Google Shape;188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85" name="Google Shape;188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86" name="Google Shape;188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7" name="Google Shape;188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8" name="Google Shape;188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9" name="Google Shape;188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90" name="Google Shape;1890;p15"/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1891" name="Google Shape;189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892" name="Google Shape;189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893" name="Google Shape;189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94" name="Google Shape;189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5" name="Google Shape;189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6" name="Google Shape;189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7" name="Google Shape;189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98" name="Google Shape;1898;p15"/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1899" name="Google Shape;189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00" name="Google Shape;190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01" name="Google Shape;190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02" name="Google Shape;190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3" name="Google Shape;190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4" name="Google Shape;190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5" name="Google Shape;190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06" name="Google Shape;1906;p15"/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1907" name="Google Shape;190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08" name="Google Shape;190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09" name="Google Shape;190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10" name="Google Shape;191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1" name="Google Shape;191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2" name="Google Shape;191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3" name="Google Shape;191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14" name="Google Shape;1914;p15"/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1915" name="Google Shape;1915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16" name="Google Shape;1916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17" name="Google Shape;1917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18" name="Google Shape;1918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9" name="Google Shape;1919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0" name="Google Shape;1920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1" name="Google Shape;1921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22" name="Google Shape;1922;p15"/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1923" name="Google Shape;192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24" name="Google Shape;192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25" name="Google Shape;192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26" name="Google Shape;192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7" name="Google Shape;192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8" name="Google Shape;192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9" name="Google Shape;192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0" name="Google Shape;1930;p15"/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1931" name="Google Shape;193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32" name="Google Shape;193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33" name="Google Shape;193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34" name="Google Shape;193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5" name="Google Shape;193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6" name="Google Shape;193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7" name="Google Shape;193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8" name="Google Shape;1938;p15"/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1939" name="Google Shape;193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40" name="Google Shape;194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41" name="Google Shape;194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42" name="Google Shape;194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3" name="Google Shape;194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4" name="Google Shape;194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5" name="Google Shape;194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46" name="Google Shape;1946;p15"/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1947" name="Google Shape;194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48" name="Google Shape;194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49" name="Google Shape;194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0" name="Google Shape;195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1" name="Google Shape;195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2" name="Google Shape;195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3" name="Google Shape;195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4" name="Google Shape;1954;p15"/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1955" name="Google Shape;1955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56" name="Google Shape;1956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57" name="Google Shape;1957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58" name="Google Shape;1958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9" name="Google Shape;1959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0" name="Google Shape;1960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1" name="Google Shape;1961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62" name="Google Shape;1962;p15"/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1963" name="Google Shape;1963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64" name="Google Shape;1964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65" name="Google Shape;1965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66" name="Google Shape;1966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7" name="Google Shape;1967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8" name="Google Shape;1968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0" name="Google Shape;1970;p15"/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1971" name="Google Shape;1971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72" name="Google Shape;1972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73" name="Google Shape;1973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74" name="Google Shape;1974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5" name="Google Shape;1975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6" name="Google Shape;1976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7" name="Google Shape;1977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8" name="Google Shape;1978;p15"/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1979" name="Google Shape;1979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80" name="Google Shape;1980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81" name="Google Shape;1981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82" name="Google Shape;1982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3" name="Google Shape;1983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4" name="Google Shape;1984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5" name="Google Shape;1985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86" name="Google Shape;1986;p15"/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1987" name="Google Shape;1987;p1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988" name="Google Shape;1988;p1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989" name="Google Shape;1989;p1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990" name="Google Shape;1990;p1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1" name="Google Shape;1991;p1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2" name="Google Shape;1992;p1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3" name="Google Shape;1993;p1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994" name="Google Shape;1994;p15"/>
          <p:cNvSpPr/>
          <p:nvPr/>
        </p:nvSpPr>
        <p:spPr>
          <a:xfrm>
            <a:off x="6718300" y="148846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5" name="Google Shape;1995;p15"/>
          <p:cNvGrpSpPr/>
          <p:nvPr/>
        </p:nvGrpSpPr>
        <p:grpSpPr>
          <a:xfrm>
            <a:off x="7439074" y="1859725"/>
            <a:ext cx="4144321" cy="4305092"/>
            <a:chOff x="7432700" y="1830405"/>
            <a:chExt cx="4144321" cy="4305092"/>
          </a:xfrm>
        </p:grpSpPr>
        <p:grpSp>
          <p:nvGrpSpPr>
            <p:cNvPr id="1996" name="Google Shape;1996;p15"/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1997" name="Google Shape;1997;p15"/>
              <p:cNvGrpSpPr/>
              <p:nvPr/>
            </p:nvGrpSpPr>
            <p:grpSpPr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descr="iphone_stylized_small" id="1998" name="Google Shape;1998;p15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radiation_stylized" id="1999" name="Google Shape;1999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00" name="Google Shape;2000;p15"/>
              <p:cNvGrpSpPr/>
              <p:nvPr/>
            </p:nvGrpSpPr>
            <p:grpSpPr>
              <a:xfrm>
                <a:off x="7432700" y="2327293"/>
                <a:ext cx="534987" cy="414882"/>
                <a:chOff x="7432700" y="2327293"/>
                <a:chExt cx="534987" cy="414882"/>
              </a:xfrm>
            </p:grpSpPr>
            <p:pic>
              <p:nvPicPr>
                <p:cNvPr descr="antenna_stylized" id="2001" name="Google Shape;2001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002" name="Google Shape;2002;p15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3" name="Google Shape;2003;p15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004" name="Google Shape;2004;p15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5" name="Google Shape;2005;p15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6" name="Google Shape;2006;p15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7" name="Google Shape;2007;p15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8" name="Google Shape;2008;p15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15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0" name="Google Shape;2010;p15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11" name="Google Shape;2011;p15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2012" name="Google Shape;2012;p15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3" name="Google Shape;2013;p15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4" name="Google Shape;2014;p15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5" name="Google Shape;2015;p15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6" name="Google Shape;2016;p15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7" name="Google Shape;2017;p15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18" name="Google Shape;2018;p15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9" name="Google Shape;2019;p15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0" name="Google Shape;2020;p15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1" name="Google Shape;2021;p15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2" name="Google Shape;2022;p15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3" name="Google Shape;2023;p15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24" name="Google Shape;2024;p15"/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descr="light2.png" id="2025" name="Google Shape;2025;p15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26" name="Google Shape;2026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027" name="Google Shape;2027;p15"/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descr="car_icon_small" id="2028" name="Google Shape;2028;p15"/>
                <p:cNvPicPr preferRelativeResize="0"/>
                <p:nvPr/>
              </p:nvPicPr>
              <p:blipFill rotWithShape="1">
                <a:blip r:embed="rId13">
                  <a:alphaModFix/>
                </a:blip>
                <a:srcRect b="0" l="0" r="0" t="0"/>
                <a:stretch/>
              </p:blipFill>
              <p:spPr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29" name="Google Shape;2029;p15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0"/>
                <a:stretch/>
              </p:blipFill>
              <p:spPr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30" name="Google Shape;2030;p15"/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2031" name="Google Shape;2031;p15"/>
              <p:cNvGrpSpPr/>
              <p:nvPr/>
            </p:nvGrpSpPr>
            <p:grpSpPr>
              <a:xfrm>
                <a:off x="7487144" y="3389820"/>
                <a:ext cx="350807" cy="310034"/>
                <a:chOff x="7487144" y="3389820"/>
                <a:chExt cx="350807" cy="310034"/>
              </a:xfrm>
            </p:grpSpPr>
            <p:pic>
              <p:nvPicPr>
                <p:cNvPr descr="antenna_stylized" id="2032" name="Google Shape;2032;p15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laptop_keyboard" id="2033" name="Google Shape;2033;p15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 flipH="1" rot="109064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4" name="Google Shape;2034;p15"/>
                <p:cNvSpPr/>
                <p:nvPr/>
              </p:nvSpPr>
              <p:spPr>
                <a:xfrm>
                  <a:off x="7599014" y="3459979"/>
                  <a:ext cx="230764" cy="155883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2035" name="Google Shape;2035;p15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36" name="Google Shape;2036;p15"/>
                <p:cNvSpPr/>
                <p:nvPr/>
              </p:nvSpPr>
              <p:spPr>
                <a:xfrm>
                  <a:off x="7641029" y="3455381"/>
                  <a:ext cx="195517" cy="29007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7" name="Google Shape;2037;p15"/>
                <p:cNvSpPr/>
                <p:nvPr/>
              </p:nvSpPr>
              <p:spPr>
                <a:xfrm>
                  <a:off x="7596971" y="3455145"/>
                  <a:ext cx="54275" cy="120745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8" name="Google Shape;2038;p15"/>
                <p:cNvSpPr/>
                <p:nvPr/>
              </p:nvSpPr>
              <p:spPr>
                <a:xfrm>
                  <a:off x="7776652" y="3476723"/>
                  <a:ext cx="58489" cy="139375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9" name="Google Shape;2039;p15"/>
                <p:cNvSpPr/>
                <p:nvPr/>
              </p:nvSpPr>
              <p:spPr>
                <a:xfrm>
                  <a:off x="7596332" y="3569758"/>
                  <a:ext cx="214545" cy="4704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0" name="Google Shape;2040;p15"/>
                <p:cNvSpPr/>
                <p:nvPr/>
              </p:nvSpPr>
              <p:spPr>
                <a:xfrm>
                  <a:off x="7783165" y="3477902"/>
                  <a:ext cx="54786" cy="139965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1" name="Google Shape;2041;p15"/>
                <p:cNvSpPr/>
                <p:nvPr/>
              </p:nvSpPr>
              <p:spPr>
                <a:xfrm>
                  <a:off x="7596588" y="3576007"/>
                  <a:ext cx="190792" cy="46458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42" name="Google Shape;2042;p15"/>
                <p:cNvGrpSpPr/>
                <p:nvPr/>
              </p:nvGrpSpPr>
              <p:grpSpPr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2043" name="Google Shape;2043;p15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4" name="Google Shape;2044;p15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5" name="Google Shape;2045;p15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6" name="Google Shape;2046;p15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7" name="Google Shape;2047;p15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8" name="Google Shape;2048;p15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49" name="Google Shape;2049;p15"/>
                <p:cNvSpPr/>
                <p:nvPr/>
              </p:nvSpPr>
              <p:spPr>
                <a:xfrm>
                  <a:off x="7704243" y="3629776"/>
                  <a:ext cx="78411" cy="60608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0" name="Google Shape;2050;p15"/>
                <p:cNvSpPr/>
                <p:nvPr/>
              </p:nvSpPr>
              <p:spPr>
                <a:xfrm>
                  <a:off x="7504129" y="3634611"/>
                  <a:ext cx="200625" cy="55302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1" name="Google Shape;2051;p15"/>
                <p:cNvSpPr/>
                <p:nvPr/>
              </p:nvSpPr>
              <p:spPr>
                <a:xfrm>
                  <a:off x="7504257" y="3624470"/>
                  <a:ext cx="2171" cy="11202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2" name="Google Shape;2052;p15"/>
                <p:cNvSpPr/>
                <p:nvPr/>
              </p:nvSpPr>
              <p:spPr>
                <a:xfrm>
                  <a:off x="7504384" y="3578837"/>
                  <a:ext cx="93225" cy="46340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3" name="Google Shape;2053;p15"/>
                <p:cNvSpPr/>
                <p:nvPr/>
              </p:nvSpPr>
              <p:spPr>
                <a:xfrm>
                  <a:off x="7510642" y="3626829"/>
                  <a:ext cx="190281" cy="5318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4" name="Google Shape;2054;p15"/>
                <p:cNvSpPr/>
                <p:nvPr/>
              </p:nvSpPr>
              <p:spPr>
                <a:xfrm flipH="1" rot="10800000">
                  <a:off x="7700668" y="3623055"/>
                  <a:ext cx="77645" cy="5506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5" name="Google Shape;2055;p15"/>
              <p:cNvGrpSpPr/>
              <p:nvPr/>
            </p:nvGrpSpPr>
            <p:grpSpPr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descr="desktop_computer_stylized_medium" id="2056" name="Google Shape;2056;p15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57" name="Google Shape;2057;p15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8" name="Google Shape;2058;p15"/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descr="fridge2.png" id="2059" name="Google Shape;2059;p15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060" name="Google Shape;2060;p15"/>
                <p:cNvPicPr preferRelativeResize="0"/>
                <p:nvPr/>
              </p:nvPicPr>
              <p:blipFill rotWithShape="1">
                <a:blip r:embed="rId14">
                  <a:alphaModFix/>
                </a:blip>
                <a:srcRect b="0" l="0" r="0" t="0"/>
                <a:stretch/>
              </p:blipFill>
              <p:spPr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061" name="Google Shape;2061;p15"/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2062" name="Google Shape;2062;p15"/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063" name="Google Shape;2063;p15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64" name="Google Shape;2064;p15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065" name="Google Shape;2065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66" name="Google Shape;2066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67" name="Google Shape;2067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068" name="Google Shape;2068;p15"/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069" name="Google Shape;2069;p15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070" name="Google Shape;2070;p15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071" name="Google Shape;2071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72" name="Google Shape;2072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073" name="Google Shape;2073;p15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2074" name="Google Shape;2074;p15"/>
            <p:cNvGrpSpPr/>
            <p:nvPr/>
          </p:nvGrpSpPr>
          <p:grpSpPr>
            <a:xfrm>
              <a:off x="7767607" y="4870841"/>
              <a:ext cx="2692126" cy="1264656"/>
              <a:chOff x="7767607" y="4870841"/>
              <a:chExt cx="2692126" cy="1264656"/>
            </a:xfrm>
          </p:grpSpPr>
          <p:grpSp>
            <p:nvGrpSpPr>
              <p:cNvPr id="2075" name="Google Shape;2075;p15"/>
              <p:cNvGrpSpPr/>
              <p:nvPr/>
            </p:nvGrpSpPr>
            <p:grpSpPr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076" name="Google Shape;2076;p15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7" name="Google Shape;2077;p15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8" name="Google Shape;2078;p15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9" name="Google Shape;2079;p15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0" name="Google Shape;2080;p1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81" name="Google Shape;2081;p15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2082" name="Google Shape;2082;p15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3" name="Google Shape;2083;p15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84" name="Google Shape;2084;p15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85" name="Google Shape;2085;p15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2086" name="Google Shape;2086;p15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87" name="Google Shape;2087;p15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88" name="Google Shape;2088;p15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9" name="Google Shape;2089;p15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90" name="Google Shape;2090;p15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091" name="Google Shape;2091;p15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2" name="Google Shape;2092;p15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3" name="Google Shape;2093;p15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94" name="Google Shape;2094;p15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095" name="Google Shape;2095;p15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096" name="Google Shape;2096;p15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097" name="Google Shape;2097;p15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8" name="Google Shape;2098;p15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9" name="Google Shape;2099;p15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0" name="Google Shape;2100;p1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1" name="Google Shape;2101;p15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2" name="Google Shape;2102;p15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3" name="Google Shape;2103;p15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4" name="Google Shape;2104;p15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5" name="Google Shape;2105;p15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6" name="Google Shape;2106;p15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7" name="Google Shape;2107;p15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08" name="Google Shape;2108;p15"/>
              <p:cNvGrpSpPr/>
              <p:nvPr/>
            </p:nvGrpSpPr>
            <p:grpSpPr>
              <a:xfrm>
                <a:off x="7767607" y="4870841"/>
                <a:ext cx="2080029" cy="1264656"/>
                <a:chOff x="7767607" y="4870841"/>
                <a:chExt cx="2080029" cy="1264656"/>
              </a:xfrm>
            </p:grpSpPr>
            <p:grpSp>
              <p:nvGrpSpPr>
                <p:cNvPr id="2109" name="Google Shape;2109;p15"/>
                <p:cNvGrpSpPr/>
                <p:nvPr/>
              </p:nvGrpSpPr>
              <p:grpSpPr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10" name="Google Shape;2110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1" name="Google Shape;2111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12" name="Google Shape;2112;p15"/>
                <p:cNvGrpSpPr/>
                <p:nvPr/>
              </p:nvGrpSpPr>
              <p:grpSpPr>
                <a:xfrm>
                  <a:off x="9195307" y="5823489"/>
                  <a:ext cx="310186" cy="312008"/>
                  <a:chOff x="877" y="1008"/>
                  <a:chExt cx="2747" cy="2626"/>
                </a:xfrm>
              </p:grpSpPr>
              <p:pic>
                <p:nvPicPr>
                  <p:cNvPr descr="antenna_stylized" id="2113" name="Google Shape;2113;p15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2114" name="Google Shape;2114;p15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5" name="Google Shape;2115;p15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2116" name="Google Shape;2116;p15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17" name="Google Shape;2117;p15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8" name="Google Shape;2118;p15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9" name="Google Shape;2119;p15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0" name="Google Shape;2120;p15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1" name="Google Shape;2121;p15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22" name="Google Shape;2122;p15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23" name="Google Shape;2123;p15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2124" name="Google Shape;2124;p15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5" name="Google Shape;2125;p15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6" name="Google Shape;2126;p15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7" name="Google Shape;2127;p15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8" name="Google Shape;2128;p15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29" name="Google Shape;2129;p15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30" name="Google Shape;2130;p15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1" name="Google Shape;2131;p15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2" name="Google Shape;2132;p15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3" name="Google Shape;2133;p15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4" name="Google Shape;2134;p15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35" name="Google Shape;2135;p15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36" name="Google Shape;2136;p15"/>
                <p:cNvGrpSpPr/>
                <p:nvPr/>
              </p:nvGrpSpPr>
              <p:grpSpPr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37" name="Google Shape;2137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38" name="Google Shape;2138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39" name="Google Shape;2139;p15"/>
                <p:cNvGrpSpPr/>
                <p:nvPr/>
              </p:nvGrpSpPr>
              <p:grpSpPr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40" name="Google Shape;2140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1" name="Google Shape;2141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2" name="Google Shape;2142;p15"/>
                <p:cNvGrpSpPr/>
                <p:nvPr/>
              </p:nvGrpSpPr>
              <p:grpSpPr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descr="desktop_computer_stylized_medium" id="2143" name="Google Shape;2143;p15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4" name="Google Shape;2144;p15"/>
                  <p:cNvSpPr/>
                  <p:nvPr/>
                </p:nvSpPr>
                <p:spPr>
                  <a:xfrm>
                    <a:off x="2916" y="3578"/>
                    <a:ext cx="356" cy="368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5" name="Google Shape;2145;p15"/>
                <p:cNvGrpSpPr/>
                <p:nvPr/>
              </p:nvGrpSpPr>
              <p:grpSpPr>
                <a:xfrm>
                  <a:off x="9528372" y="5765818"/>
                  <a:ext cx="319264" cy="256836"/>
                  <a:chOff x="877" y="1008"/>
                  <a:chExt cx="2747" cy="2626"/>
                </a:xfrm>
              </p:grpSpPr>
              <p:pic>
                <p:nvPicPr>
                  <p:cNvPr descr="antenna_stylized" id="2146" name="Google Shape;2146;p15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laptop_keyboard" id="2147" name="Google Shape;2147;p15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 flipH="1" rot="109064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48" name="Google Shape;2148;p15"/>
                  <p:cNvSpPr/>
                  <p:nvPr/>
                </p:nvSpPr>
                <p:spPr>
                  <a:xfrm>
                    <a:off x="1753" y="1603"/>
                    <a:ext cx="1807" cy="1322"/>
                  </a:xfrm>
                  <a:custGeom>
                    <a:rect b="b" l="l" r="r" t="t"/>
                    <a:pathLst>
                      <a:path extrusionOk="0" h="2442" w="298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screen" id="2149" name="Google Shape;2149;p15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50" name="Google Shape;2150;p15"/>
                  <p:cNvSpPr/>
                  <p:nvPr/>
                </p:nvSpPr>
                <p:spPr>
                  <a:xfrm>
                    <a:off x="2082" y="1564"/>
                    <a:ext cx="1531" cy="246"/>
                  </a:xfrm>
                  <a:custGeom>
                    <a:rect b="b" l="l" r="r" t="t"/>
                    <a:pathLst>
                      <a:path extrusionOk="0" h="455" w="2528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1" name="Google Shape;2151;p15"/>
                  <p:cNvSpPr/>
                  <p:nvPr/>
                </p:nvSpPr>
                <p:spPr>
                  <a:xfrm>
                    <a:off x="1737" y="1562"/>
                    <a:ext cx="425" cy="1024"/>
                  </a:xfrm>
                  <a:custGeom>
                    <a:rect b="b" l="l" r="r" t="t"/>
                    <a:pathLst>
                      <a:path extrusionOk="0" h="1893" w="702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2" name="Google Shape;2152;p15"/>
                  <p:cNvSpPr/>
                  <p:nvPr/>
                </p:nvSpPr>
                <p:spPr>
                  <a:xfrm>
                    <a:off x="3144" y="1745"/>
                    <a:ext cx="458" cy="1182"/>
                  </a:xfrm>
                  <a:custGeom>
                    <a:rect b="b" l="l" r="r" t="t"/>
                    <a:pathLst>
                      <a:path extrusionOk="0" h="2184" w="756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DDDDD"/>
                      </a:gs>
                      <a:gs pos="100000">
                        <a:schemeClr val="lt1"/>
                      </a:gs>
                    </a:gsLst>
                    <a:lin ang="54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3" name="Google Shape;2153;p15"/>
                  <p:cNvSpPr/>
                  <p:nvPr/>
                </p:nvSpPr>
                <p:spPr>
                  <a:xfrm>
                    <a:off x="1732" y="2534"/>
                    <a:ext cx="1680" cy="399"/>
                  </a:xfrm>
                  <a:custGeom>
                    <a:rect b="b" l="l" r="r" t="t"/>
                    <a:pathLst>
                      <a:path extrusionOk="0" h="738" w="2773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CC"/>
                      </a:gs>
                      <a:gs pos="100000">
                        <a:schemeClr val="lt1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4" name="Google Shape;2154;p15"/>
                  <p:cNvSpPr/>
                  <p:nvPr/>
                </p:nvSpPr>
                <p:spPr>
                  <a:xfrm>
                    <a:off x="3195" y="1755"/>
                    <a:ext cx="429" cy="1187"/>
                  </a:xfrm>
                  <a:custGeom>
                    <a:rect b="b" l="l" r="r" t="t"/>
                    <a:pathLst>
                      <a:path extrusionOk="0" h="1659" w="637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5" name="Google Shape;2155;p15"/>
                  <p:cNvSpPr/>
                  <p:nvPr/>
                </p:nvSpPr>
                <p:spPr>
                  <a:xfrm>
                    <a:off x="1734" y="2587"/>
                    <a:ext cx="1494" cy="394"/>
                  </a:xfrm>
                  <a:custGeom>
                    <a:rect b="b" l="l" r="r" t="t"/>
                    <a:pathLst>
                      <a:path extrusionOk="0" h="550" w="2216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56" name="Google Shape;2156;p15"/>
                  <p:cNvGrpSpPr/>
                  <p:nvPr/>
                </p:nvGrpSpPr>
                <p:grpSpPr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2157" name="Google Shape;2157;p15"/>
                    <p:cNvSpPr/>
                    <p:nvPr/>
                  </p:nvSpPr>
                  <p:spPr>
                    <a:xfrm>
                      <a:off x="1740" y="2642"/>
                      <a:ext cx="752" cy="327"/>
                    </a:xfrm>
                    <a:custGeom>
                      <a:rect b="b" l="l" r="r" t="t"/>
                      <a:pathLst>
                        <a:path extrusionOk="0" h="327" w="752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58" name="Google Shape;2158;p15"/>
                    <p:cNvSpPr/>
                    <p:nvPr/>
                  </p:nvSpPr>
                  <p:spPr>
                    <a:xfrm>
                      <a:off x="1754" y="2649"/>
                      <a:ext cx="726" cy="311"/>
                    </a:xfrm>
                    <a:custGeom>
                      <a:rect b="b" l="l" r="r" t="t"/>
                      <a:pathLst>
                        <a:path extrusionOk="0" h="311" w="726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59" name="Google Shape;2159;p15"/>
                    <p:cNvSpPr/>
                    <p:nvPr/>
                  </p:nvSpPr>
                  <p:spPr>
                    <a:xfrm>
                      <a:off x="1808" y="2770"/>
                      <a:ext cx="258" cy="100"/>
                    </a:xfrm>
                    <a:custGeom>
                      <a:rect b="b" l="l" r="r" t="t"/>
                      <a:pathLst>
                        <a:path extrusionOk="0" h="100" w="258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0" name="Google Shape;2160;p15"/>
                    <p:cNvSpPr/>
                    <p:nvPr/>
                  </p:nvSpPr>
                  <p:spPr>
                    <a:xfrm>
                      <a:off x="1799" y="2816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1" name="Google Shape;2161;p15"/>
                    <p:cNvSpPr/>
                    <p:nvPr/>
                  </p:nvSpPr>
                  <p:spPr>
                    <a:xfrm>
                      <a:off x="2020" y="2834"/>
                      <a:ext cx="258" cy="102"/>
                    </a:xfrm>
                    <a:custGeom>
                      <a:rect b="b" l="l" r="r" t="t"/>
                      <a:pathLst>
                        <a:path extrusionOk="0" h="102" w="258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162" name="Google Shape;2162;p15"/>
                    <p:cNvSpPr/>
                    <p:nvPr/>
                  </p:nvSpPr>
                  <p:spPr>
                    <a:xfrm>
                      <a:off x="2011" y="2882"/>
                      <a:ext cx="194" cy="63"/>
                    </a:xfrm>
                    <a:custGeom>
                      <a:rect b="b" l="l" r="r" t="t"/>
                      <a:pathLst>
                        <a:path extrusionOk="0" h="63" w="194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63" name="Google Shape;2163;p15"/>
                  <p:cNvSpPr/>
                  <p:nvPr/>
                </p:nvSpPr>
                <p:spPr>
                  <a:xfrm>
                    <a:off x="2577" y="3043"/>
                    <a:ext cx="614" cy="514"/>
                  </a:xfrm>
                  <a:custGeom>
                    <a:rect b="b" l="l" r="r" t="t"/>
                    <a:pathLst>
                      <a:path extrusionOk="0" h="792" w="990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4" name="Google Shape;2164;p15"/>
                  <p:cNvSpPr/>
                  <p:nvPr/>
                </p:nvSpPr>
                <p:spPr>
                  <a:xfrm>
                    <a:off x="1010" y="3084"/>
                    <a:ext cx="1571" cy="469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5" name="Google Shape;2165;p15"/>
                  <p:cNvSpPr/>
                  <p:nvPr/>
                </p:nvSpPr>
                <p:spPr>
                  <a:xfrm>
                    <a:off x="1011" y="2998"/>
                    <a:ext cx="17" cy="95"/>
                  </a:xfrm>
                  <a:custGeom>
                    <a:rect b="b" l="l" r="r" t="t"/>
                    <a:pathLst>
                      <a:path extrusionOk="0" h="147" w="26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6" name="Google Shape;2166;p15"/>
                  <p:cNvSpPr/>
                  <p:nvPr/>
                </p:nvSpPr>
                <p:spPr>
                  <a:xfrm>
                    <a:off x="1012" y="2611"/>
                    <a:ext cx="730" cy="393"/>
                  </a:xfrm>
                  <a:custGeom>
                    <a:rect b="b" l="l" r="r" t="t"/>
                    <a:pathLst>
                      <a:path extrusionOk="0" h="606" w="117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7" name="Google Shape;2167;p15"/>
                  <p:cNvSpPr/>
                  <p:nvPr/>
                </p:nvSpPr>
                <p:spPr>
                  <a:xfrm>
                    <a:off x="1061" y="3018"/>
                    <a:ext cx="1490" cy="451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8" name="Google Shape;2168;p15"/>
                  <p:cNvSpPr/>
                  <p:nvPr/>
                </p:nvSpPr>
                <p:spPr>
                  <a:xfrm flipH="1" rot="10800000">
                    <a:off x="2549" y="2986"/>
                    <a:ext cx="608" cy="467"/>
                  </a:xfrm>
                  <a:custGeom>
                    <a:rect b="b" l="l" r="r" t="t"/>
                    <a:pathLst>
                      <a:path extrusionOk="0" h="723" w="2532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169" name="Google Shape;2169;p15"/>
              <p:cNvGrpSpPr/>
              <p:nvPr/>
            </p:nvGrpSpPr>
            <p:grpSpPr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2170" name="Google Shape;2170;p15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1" name="Google Shape;2171;p15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2" name="Google Shape;2172;p15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3" name="Google Shape;2173;p15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4" name="Google Shape;2174;p1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75" name="Google Shape;2175;p15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2176" name="Google Shape;2176;p15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77" name="Google Shape;2177;p15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78" name="Google Shape;2178;p15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79" name="Google Shape;2179;p15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2180" name="Google Shape;2180;p15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1" name="Google Shape;2181;p15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82" name="Google Shape;2182;p15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83" name="Google Shape;2183;p15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184" name="Google Shape;2184;p15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2185" name="Google Shape;2185;p15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6" name="Google Shape;2186;p15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87" name="Google Shape;2187;p15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8" name="Google Shape;2188;p15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2189" name="Google Shape;2189;p15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0" name="Google Shape;2190;p15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Noto Sans Symbols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191" name="Google Shape;2191;p15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2" name="Google Shape;2192;p15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3" name="Google Shape;2193;p15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4" name="Google Shape;2194;p1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5" name="Google Shape;2195;p15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6" name="Google Shape;2196;p15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7" name="Google Shape;2197;p15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chemeClr val="dk2"/>
                    </a:gs>
                    <a:gs pos="100000">
                      <a:schemeClr val="lt2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8" name="Google Shape;2198;p15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99" name="Google Shape;2199;p15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Noto Sans Symbols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0" name="Google Shape;2200;p15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01" name="Google Shape;2201;p15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202" name="Google Shape;2202;p15"/>
          <p:cNvGrpSpPr/>
          <p:nvPr/>
        </p:nvGrpSpPr>
        <p:grpSpPr>
          <a:xfrm>
            <a:off x="7332141" y="1814171"/>
            <a:ext cx="4398669" cy="4440468"/>
            <a:chOff x="7295123" y="1843082"/>
            <a:chExt cx="4398669" cy="4440468"/>
          </a:xfrm>
        </p:grpSpPr>
        <p:sp>
          <p:nvSpPr>
            <p:cNvPr id="2203" name="Google Shape;2203;p15"/>
            <p:cNvSpPr/>
            <p:nvPr/>
          </p:nvSpPr>
          <p:spPr>
            <a:xfrm>
              <a:off x="7866885" y="3450880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4" name="Google Shape;2204;p15"/>
            <p:cNvSpPr/>
            <p:nvPr/>
          </p:nvSpPr>
          <p:spPr>
            <a:xfrm>
              <a:off x="7675465" y="324742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15"/>
            <p:cNvSpPr/>
            <p:nvPr/>
          </p:nvSpPr>
          <p:spPr>
            <a:xfrm>
              <a:off x="7295123" y="3349484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06" name="Google Shape;2206;p15"/>
            <p:cNvGrpSpPr/>
            <p:nvPr/>
          </p:nvGrpSpPr>
          <p:grpSpPr>
            <a:xfrm>
              <a:off x="7384850" y="1843082"/>
              <a:ext cx="4308942" cy="4440468"/>
              <a:chOff x="7384850" y="1843082"/>
              <a:chExt cx="4308942" cy="4440468"/>
            </a:xfrm>
          </p:grpSpPr>
          <p:sp>
            <p:nvSpPr>
              <p:cNvPr id="2207" name="Google Shape;2207;p15"/>
              <p:cNvSpPr/>
              <p:nvPr/>
            </p:nvSpPr>
            <p:spPr>
              <a:xfrm>
                <a:off x="9026135" y="5773481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15"/>
              <p:cNvSpPr/>
              <p:nvPr/>
            </p:nvSpPr>
            <p:spPr>
              <a:xfrm>
                <a:off x="8465833" y="5458029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15"/>
              <p:cNvSpPr/>
              <p:nvPr/>
            </p:nvSpPr>
            <p:spPr>
              <a:xfrm>
                <a:off x="7992829" y="538502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15"/>
              <p:cNvSpPr/>
              <p:nvPr/>
            </p:nvSpPr>
            <p:spPr>
              <a:xfrm>
                <a:off x="7652236" y="518975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15"/>
              <p:cNvSpPr/>
              <p:nvPr/>
            </p:nvSpPr>
            <p:spPr>
              <a:xfrm>
                <a:off x="11017339" y="3399436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15"/>
              <p:cNvSpPr/>
              <p:nvPr/>
            </p:nvSpPr>
            <p:spPr>
              <a:xfrm>
                <a:off x="8605132" y="1925480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15"/>
              <p:cNvSpPr/>
              <p:nvPr/>
            </p:nvSpPr>
            <p:spPr>
              <a:xfrm>
                <a:off x="7384850" y="2332725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15"/>
              <p:cNvSpPr/>
              <p:nvPr/>
            </p:nvSpPr>
            <p:spPr>
              <a:xfrm>
                <a:off x="7643306" y="1843082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5" name="Google Shape;2215;p15"/>
              <p:cNvSpPr/>
              <p:nvPr/>
            </p:nvSpPr>
            <p:spPr>
              <a:xfrm>
                <a:off x="11081481" y="4188998"/>
                <a:ext cx="612311" cy="510076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15"/>
              <p:cNvSpPr/>
              <p:nvPr/>
            </p:nvSpPr>
            <p:spPr>
              <a:xfrm>
                <a:off x="7866885" y="48089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15"/>
              <p:cNvSpPr/>
              <p:nvPr/>
            </p:nvSpPr>
            <p:spPr>
              <a:xfrm>
                <a:off x="9786432" y="5583683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8" name="Google Shape;2218;p15"/>
              <p:cNvSpPr/>
              <p:nvPr/>
            </p:nvSpPr>
            <p:spPr>
              <a:xfrm>
                <a:off x="10048818" y="5198326"/>
                <a:ext cx="612303" cy="510069"/>
              </a:xfrm>
              <a:prstGeom prst="ellipse">
                <a:avLst/>
              </a:prstGeom>
              <a:noFill/>
              <a:ln cap="flat" cmpd="sng" w="285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19" name="Google Shape;2219;p15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20" name="Google Shape;2220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16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1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 closer look at Internet structure</a:t>
            </a:r>
            <a:endParaRPr b="0" sz="5400"/>
          </a:p>
        </p:txBody>
      </p:sp>
      <p:sp>
        <p:nvSpPr>
          <p:cNvPr id="2228" name="Google Shape;2228;p16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16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16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1" name="Google Shape;2231;p16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16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2233" name="Google Shape;2233;p16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234" name="Google Shape;2234;p16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2235" name="Google Shape;2235;p16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6" name="Google Shape;2236;p16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237" name="Google Shape;2237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39" name="Google Shape;2239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0" name="Google Shape;2240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1" name="Google Shape;2241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2" name="Google Shape;2242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3" name="Google Shape;2243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4" name="Google Shape;2244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45" name="Google Shape;2245;p16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246" name="Google Shape;2246;p16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7" name="Google Shape;2247;p16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48" name="Google Shape;2248;p16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49" name="Google Shape;2249;p16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0" name="Google Shape;2250;p16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1" name="Google Shape;2251;p16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2" name="Google Shape;2252;p16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3" name="Google Shape;2253;p16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54" name="Google Shape;2254;p16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16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2256" name="Google Shape;2256;p16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16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2258" name="Google Shape;2258;p16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259" name="Google Shape;2259;p16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0" name="Google Shape;2260;p16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1" name="Google Shape;2261;p16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2" name="Google Shape;2262;p16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3" name="Google Shape;2263;p16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4" name="Google Shape;2264;p16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5" name="Google Shape;2265;p16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6" name="Google Shape;2266;p16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7" name="Google Shape;2267;p16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8" name="Google Shape;2268;p16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69" name="Google Shape;2269;p16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0" name="Google Shape;2270;p16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1" name="Google Shape;2271;p16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2" name="Google Shape;2272;p16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3" name="Google Shape;2273;p16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4" name="Google Shape;2274;p16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5" name="Google Shape;2275;p16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6" name="Google Shape;2276;p16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7" name="Google Shape;2277;p16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8" name="Google Shape;2278;p16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79" name="Google Shape;2279;p16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0" name="Google Shape;2280;p16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1" name="Google Shape;2281;p16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2" name="Google Shape;2282;p16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283" name="Google Shape;228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84" name="Google Shape;228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85" name="Google Shape;228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86" name="Google Shape;228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7" name="Google Shape;228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8" name="Google Shape;228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9" name="Google Shape;228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90" name="Google Shape;2290;p16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291" name="Google Shape;229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92" name="Google Shape;229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93" name="Google Shape;229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94" name="Google Shape;229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5" name="Google Shape;229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6" name="Google Shape;229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7" name="Google Shape;229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98" name="Google Shape;2298;p16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299" name="Google Shape;229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0" name="Google Shape;230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1" name="Google Shape;230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02" name="Google Shape;230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3" name="Google Shape;230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4" name="Google Shape;230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5" name="Google Shape;230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6" name="Google Shape;2306;p16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307" name="Google Shape;230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8" name="Google Shape;230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9" name="Google Shape;230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0" name="Google Shape;231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1" name="Google Shape;231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2" name="Google Shape;231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3" name="Google Shape;231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14" name="Google Shape;2314;p16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315" name="Google Shape;2315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16" name="Google Shape;2316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17" name="Google Shape;2317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8" name="Google Shape;2318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9" name="Google Shape;2319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0" name="Google Shape;2320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1" name="Google Shape;2321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2" name="Google Shape;2322;p16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323" name="Google Shape;2323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24" name="Google Shape;2324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25" name="Google Shape;2325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26" name="Google Shape;2326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7" name="Google Shape;2327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8" name="Google Shape;2328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9" name="Google Shape;2329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0" name="Google Shape;2330;p16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331" name="Google Shape;2331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32" name="Google Shape;2332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33" name="Google Shape;2333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34" name="Google Shape;2334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5" name="Google Shape;2335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6" name="Google Shape;2336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7" name="Google Shape;2337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38" name="Google Shape;2338;p16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339" name="Google Shape;2339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0" name="Google Shape;2340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1" name="Google Shape;2341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42" name="Google Shape;2342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3" name="Google Shape;2343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4" name="Google Shape;2344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6" name="Google Shape;2346;p16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347" name="Google Shape;2347;p1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48" name="Google Shape;2348;p1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9" name="Google Shape;2349;p1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0" name="Google Shape;2350;p1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1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1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1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2354" name="Google Shape;23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355" name="Google Shape;23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356" name="Google Shape;2356;p16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357" name="Google Shape;23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358" name="Google Shape;2358;p16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16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16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16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16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16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4" name="Google Shape;2364;p16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2365" name="Google Shape;2365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8" name="Google Shape;2368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1" name="Google Shape;2371;p16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16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16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16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16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16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2377" name="Google Shape;23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378" name="Google Shape;237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379" name="Google Shape;237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16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381" name="Google Shape;238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16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16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16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16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16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16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8" name="Google Shape;2388;p16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389" name="Google Shape;2389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5" name="Google Shape;2395;p16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16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16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8" name="Google Shape;2398;p16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16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16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401" name="Google Shape;240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16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403" name="Google Shape;240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16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405" name="Google Shape;2405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0" name="Google Shape;2410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411" name="Google Shape;2411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2" name="Google Shape;2412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3" name="Google Shape;2413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4" name="Google Shape;2414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415" name="Google Shape;2415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6" name="Google Shape;2416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7" name="Google Shape;2417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9" name="Google Shape;2419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420" name="Google Shape;2420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1" name="Google Shape;2421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2" name="Google Shape;2422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23" name="Google Shape;2423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424" name="Google Shape;2424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5" name="Google Shape;2425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26" name="Google Shape;2426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8" name="Google Shape;2428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1" name="Google Shape;2431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7" name="Google Shape;2437;p16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438" name="Google Shape;2438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9" name="Google Shape;2439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440" name="Google Shape;2440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441" name="Google Shape;2441;p16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442" name="Google Shape;2442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443" name="Google Shape;2443;p16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16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16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16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16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16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9" name="Google Shape;2449;p16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450" name="Google Shape;2450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4" name="Google Shape;2454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6" name="Google Shape;2456;p16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16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16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16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16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16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2" name="Google Shape;2462;p16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463" name="Google Shape;2463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4" name="Google Shape;2464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5" name="Google Shape;2465;p16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466" name="Google Shape;2466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7" name="Google Shape;2467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468" name="Google Shape;246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16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470" name="Google Shape;247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471" name="Google Shape;2471;p16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16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16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16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16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16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77" name="Google Shape;2477;p16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2478" name="Google Shape;2478;p16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16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16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16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16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16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4" name="Google Shape;2484;p16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16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16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16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16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16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0" name="Google Shape;2490;p16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2491" name="Google Shape;2491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16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4" name="Google Shape;2494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5" name="Google Shape;2495;p16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96" name="Google Shape;2496;p16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497" name="Google Shape;2497;p16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8" name="Google Shape;2498;p16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99" name="Google Shape;2499;p16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0" name="Google Shape;2500;p16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501" name="Google Shape;2501;p16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16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3" name="Google Shape;2503;p16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16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5" name="Google Shape;2505;p16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506" name="Google Shape;2506;p16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16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08" name="Google Shape;2508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9" name="Google Shape;2509;p16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510" name="Google Shape;2510;p16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1" name="Google Shape;2511;p16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12" name="Google Shape;2512;p16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4" name="Google Shape;2514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5" name="Google Shape;2515;p16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7" name="Google Shape;2517;p16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16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16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16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1" name="Google Shape;2521;p16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16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3" name="Google Shape;2523;p16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2524" name="Google Shape;2524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5" name="Google Shape;2525;p1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6" name="Google Shape;2526;p16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7" name="Google Shape;2527;p16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2528" name="Google Shape;2528;p16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2529" name="Google Shape;2529;p1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530" name="Google Shape;2530;p16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31" name="Google Shape;2531;p16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2532" name="Google Shape;2532;p16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3" name="Google Shape;2533;p16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4" name="Google Shape;2534;p16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5" name="Google Shape;2535;p16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6" name="Google Shape;2536;p16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7" name="Google Shape;2537;p16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8" name="Google Shape;2538;p16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39" name="Google Shape;2539;p16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0" name="Google Shape;2540;p16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1" name="Google Shape;2541;p16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2" name="Google Shape;2542;p16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3" name="Google Shape;2543;p16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4" name="Google Shape;2544;p16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5" name="Google Shape;2545;p16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46" name="Google Shape;2546;p16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547" name="Google Shape;2547;p16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2548" name="Google Shape;2548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549" name="Google Shape;2549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550" name="Google Shape;2550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551" name="Google Shape;2551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2" name="Google Shape;2552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3" name="Google Shape;2553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4" name="Google Shape;2554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2555" name="Google Shape;2555;p1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6" name="Google Shape;2556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7" name="Google Shape;2557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558" name="Google Shape;2558;p1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59" name="Google Shape;2559;p16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2560" name="Google Shape;2560;p1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561" name="Google Shape;2561;p16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2562" name="Google Shape;2562;p16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3" name="Google Shape;2563;p16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2564" name="Google Shape;2564;p16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565" name="Google Shape;2565;p16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2566" name="Google Shape;2566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567" name="Google Shape;2567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568" name="Google Shape;2568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569" name="Google Shape;2569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0" name="Google Shape;2570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1" name="Google Shape;2571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2" name="Google Shape;2572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2573" name="Google Shape;2573;p16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574" name="Google Shape;2574;p16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575" name="Google Shape;2575;p16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2576" name="Google Shape;2576;p16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2577" name="Google Shape;2577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578" name="Google Shape;2578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579" name="Google Shape;2579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580" name="Google Shape;2580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1" name="Google Shape;2581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2" name="Google Shape;2582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83" name="Google Shape;2583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84" name="Google Shape;2584;p16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2585" name="Google Shape;2585;p16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586" name="Google Shape;2586;p16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587" name="Google Shape;2587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588" name="Google Shape;2588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589" name="Google Shape;2589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2590" name="Google Shape;2590;p16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2591" name="Google Shape;2591;p16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2" name="Google Shape;2592;p16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93" name="Google Shape;2593;p16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94" name="Google Shape;2594;p16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2595" name="Google Shape;2595;p16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6" name="Google Shape;2596;p16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7" name="Google Shape;2597;p16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8" name="Google Shape;2598;p16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9" name="Google Shape;2599;p16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0" name="Google Shape;2600;p16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1" name="Google Shape;2601;p16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2" name="Google Shape;2602;p16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3" name="Google Shape;2603;p16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2604" name="Google Shape;2604;p16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2605" name="Google Shape;2605;p16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606" name="Google Shape;2606;p16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07" name="Google Shape;2607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08" name="Google Shape;2608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09" name="Google Shape;2609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10" name="Google Shape;2610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1" name="Google Shape;2611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2" name="Google Shape;2612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3" name="Google Shape;2613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14" name="Google Shape;2614;p16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2615" name="Google Shape;2615;p16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6" name="Google Shape;2616;p16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17" name="Google Shape;2617;p16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18" name="Google Shape;2618;p16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9" name="Google Shape;2619;p16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0" name="Google Shape;2620;p16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1" name="Google Shape;2621;p16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22" name="Google Shape;2622;p16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23" name="Google Shape;2623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24" name="Google Shape;2624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25" name="Google Shape;2625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26" name="Google Shape;2626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7" name="Google Shape;2627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8" name="Google Shape;2628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29" name="Google Shape;2629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30" name="Google Shape;2630;p16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2631" name="Google Shape;2631;p16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2" name="Google Shape;2632;p16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633" name="Google Shape;2633;p16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2634" name="Google Shape;2634;p16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5" name="Google Shape;2635;p16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6" name="Google Shape;2636;p16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37" name="Google Shape;2637;p16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638" name="Google Shape;2638;p16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2639" name="Google Shape;2639;p16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2640" name="Google Shape;2640;p16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2641" name="Google Shape;2641;p16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2642" name="Google Shape;2642;p16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3" name="Google Shape;2643;p16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4" name="Google Shape;2644;p16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45" name="Google Shape;2645;p16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2646" name="Google Shape;2646;p16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2647" name="Google Shape;2647;p16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648" name="Google Shape;2648;p16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2649" name="Google Shape;2649;p16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2650" name="Google Shape;2650;p16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2651" name="Google Shape;2651;p16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2652" name="Google Shape;2652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653" name="Google Shape;2653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2654" name="Google Shape;2654;p16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655" name="Google Shape;2655;p16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2656" name="Google Shape;2656;p1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657" name="Google Shape;2657;p1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658" name="Google Shape;2658;p1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659" name="Google Shape;2659;p1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0" name="Google Shape;2660;p1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1" name="Google Shape;2661;p1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62" name="Google Shape;2662;p1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2663" name="Google Shape;2663;p16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2664" name="Google Shape;2664;p16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16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16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16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16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16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16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16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16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16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16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16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16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16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16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9" name="Google Shape;2679;p16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80" name="Google Shape;2680;p16"/>
          <p:cNvSpPr/>
          <p:nvPr/>
        </p:nvSpPr>
        <p:spPr>
          <a:xfrm>
            <a:off x="683172" y="1681655"/>
            <a:ext cx="5787853" cy="1703362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6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17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6000"/>
              <a:t>A closer look at Internet structure</a:t>
            </a:r>
            <a:endParaRPr b="0" sz="6000"/>
          </a:p>
        </p:txBody>
      </p:sp>
      <p:sp>
        <p:nvSpPr>
          <p:cNvPr id="2689" name="Google Shape;2689;p17"/>
          <p:cNvSpPr txBox="1"/>
          <p:nvPr>
            <p:ph idx="1" type="body"/>
          </p:nvPr>
        </p:nvSpPr>
        <p:spPr>
          <a:xfrm>
            <a:off x="838199" y="1825625"/>
            <a:ext cx="5692665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edge: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hosts: clients and servers</a:t>
            </a:r>
            <a:endParaRPr/>
          </a:p>
          <a:p>
            <a:pPr indent="-225425" lvl="0" marL="3508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servers often in data centers</a:t>
            </a:r>
            <a:endParaRPr/>
          </a:p>
          <a:p>
            <a:pPr indent="0" lvl="0" marL="11113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Access networks, physical media:</a:t>
            </a:r>
            <a:endParaRPr/>
          </a:p>
          <a:p>
            <a:pPr indent="-177800" lvl="0" marL="29051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wired, wireless communication links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9525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400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interconnected routers</a:t>
            </a:r>
            <a:endParaRPr/>
          </a:p>
          <a:p>
            <a:pPr indent="-207962" lvl="1" marL="342900" rtl="0" algn="l">
              <a:lnSpc>
                <a:spcPct val="85000"/>
              </a:lnSpc>
              <a:spcBef>
                <a:spcPts val="420"/>
              </a:spcBef>
              <a:spcAft>
                <a:spcPts val="0"/>
              </a:spcAft>
              <a:buClr>
                <a:srgbClr val="000099"/>
              </a:buClr>
              <a:buSzPts val="2660"/>
              <a:buFont typeface="Noto Sans Symbols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network of networks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690" name="Google Shape;2690;p17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17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17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17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4" name="Google Shape;2694;p17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2695" name="Google Shape;2695;p17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696" name="Google Shape;2696;p17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2697" name="Google Shape;2697;p17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8" name="Google Shape;2698;p17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2699" name="Google Shape;2699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01" name="Google Shape;2701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2" name="Google Shape;2702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3" name="Google Shape;2703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4" name="Google Shape;2704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5" name="Google Shape;2705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6" name="Google Shape;2706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07" name="Google Shape;2707;p17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2708" name="Google Shape;2708;p17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17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10" name="Google Shape;2710;p17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1" name="Google Shape;2711;p17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2" name="Google Shape;2712;p17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3" name="Google Shape;2713;p17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4" name="Google Shape;2714;p17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5" name="Google Shape;2715;p17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716" name="Google Shape;2716;p17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17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2718" name="Google Shape;2718;p17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9" name="Google Shape;2719;p17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2720" name="Google Shape;2720;p17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2721" name="Google Shape;2721;p17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2" name="Google Shape;2722;p17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3" name="Google Shape;2723;p17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4" name="Google Shape;2724;p17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5" name="Google Shape;2725;p17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6" name="Google Shape;2726;p17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7" name="Google Shape;2727;p17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8" name="Google Shape;2728;p17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29" name="Google Shape;2729;p17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0" name="Google Shape;2730;p17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1" name="Google Shape;2731;p17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2" name="Google Shape;2732;p17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3" name="Google Shape;2733;p17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4" name="Google Shape;2734;p17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5" name="Google Shape;2735;p17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6" name="Google Shape;2736;p17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7" name="Google Shape;2737;p17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8" name="Google Shape;2738;p17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39" name="Google Shape;2739;p17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0" name="Google Shape;2740;p17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1" name="Google Shape;2741;p17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2" name="Google Shape;2742;p17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3" name="Google Shape;2743;p17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4" name="Google Shape;2744;p17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2745" name="Google Shape;274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46" name="Google Shape;274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47" name="Google Shape;274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48" name="Google Shape;274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9" name="Google Shape;274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0" name="Google Shape;275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1" name="Google Shape;275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2" name="Google Shape;2752;p17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2753" name="Google Shape;275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54" name="Google Shape;275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55" name="Google Shape;275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56" name="Google Shape;275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7" name="Google Shape;275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8" name="Google Shape;275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0" name="Google Shape;2760;p17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761" name="Google Shape;276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62" name="Google Shape;276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63" name="Google Shape;276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64" name="Google Shape;276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6" name="Google Shape;276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7" name="Google Shape;276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68" name="Google Shape;2768;p17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769" name="Google Shape;2769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0" name="Google Shape;2770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1" name="Google Shape;2771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72" name="Google Shape;2772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3" name="Google Shape;2773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76" name="Google Shape;2776;p17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2777" name="Google Shape;2777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78" name="Google Shape;2778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79" name="Google Shape;2779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0" name="Google Shape;2780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1" name="Google Shape;2781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2" name="Google Shape;2782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3" name="Google Shape;2783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84" name="Google Shape;2784;p17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785" name="Google Shape;2785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86" name="Google Shape;2786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87" name="Google Shape;2787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88" name="Google Shape;2788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9" name="Google Shape;2789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1" name="Google Shape;2791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92" name="Google Shape;2792;p17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793" name="Google Shape;2793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794" name="Google Shape;2794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795" name="Google Shape;2795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796" name="Google Shape;2796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0" name="Google Shape;2800;p17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2801" name="Google Shape;2801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02" name="Google Shape;2802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03" name="Google Shape;2803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04" name="Google Shape;2804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5" name="Google Shape;2805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6" name="Google Shape;2806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7" name="Google Shape;2807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08" name="Google Shape;2808;p17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809" name="Google Shape;2809;p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810" name="Google Shape;2810;p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811" name="Google Shape;2811;p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812" name="Google Shape;2812;p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3" name="Google Shape;2813;p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4" name="Google Shape;2814;p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5" name="Google Shape;2815;p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2816" name="Google Shape;28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17" name="Google Shape;281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2818" name="Google Shape;2818;p17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19" name="Google Shape;281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20" name="Google Shape;2820;p17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17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2" name="Google Shape;2822;p17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17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4" name="Google Shape;2824;p17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17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6" name="Google Shape;2826;p17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2827" name="Google Shape;2827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8" name="Google Shape;2828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0" name="Google Shape;2830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1" name="Google Shape;2831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33" name="Google Shape;2833;p17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4" name="Google Shape;2834;p17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17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17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17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17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2839" name="Google Shape;28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2840" name="Google Shape;28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2841" name="Google Shape;284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42" name="Google Shape;2842;p17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843" name="Google Shape;284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4" name="Google Shape;2844;p17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17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17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7" name="Google Shape;2847;p17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17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9" name="Google Shape;2849;p17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0" name="Google Shape;2850;p17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2851" name="Google Shape;2851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2" name="Google Shape;2852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3" name="Google Shape;2853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4" name="Google Shape;2854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6" name="Google Shape;2856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7" name="Google Shape;2857;p17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17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9" name="Google Shape;2859;p17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17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1" name="Google Shape;2861;p17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17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2863" name="Google Shape;286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2864" name="Google Shape;2864;p17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2865" name="Google Shape;286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6" name="Google Shape;2866;p17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867" name="Google Shape;2867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8" name="Google Shape;2868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9" name="Google Shape;2869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1" name="Google Shape;2871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2" name="Google Shape;2872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873" name="Google Shape;2873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4" name="Google Shape;2874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5" name="Google Shape;2875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6" name="Google Shape;2876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877" name="Google Shape;2877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8" name="Google Shape;2878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79" name="Google Shape;2879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0" name="Google Shape;2880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81" name="Google Shape;2881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882" name="Google Shape;2882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3" name="Google Shape;2883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4" name="Google Shape;2884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5" name="Google Shape;2885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886" name="Google Shape;2886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7" name="Google Shape;2887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88" name="Google Shape;2888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9" name="Google Shape;2889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2" name="Google Shape;2892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4" name="Google Shape;2894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5" name="Google Shape;2895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6" name="Google Shape;2896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7" name="Google Shape;2897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8" name="Google Shape;2898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9" name="Google Shape;2899;p17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2900" name="Google Shape;2900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1" name="Google Shape;2901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02" name="Google Shape;2902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2903" name="Google Shape;2903;p17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04" name="Google Shape;290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2905" name="Google Shape;2905;p17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6" name="Google Shape;2906;p17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17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8" name="Google Shape;2908;p17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17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17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1" name="Google Shape;2911;p17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2912" name="Google Shape;2912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8" name="Google Shape;2918;p17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17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0" name="Google Shape;2920;p17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17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17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17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4" name="Google Shape;2924;p17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2925" name="Google Shape;2925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6" name="Google Shape;2926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7" name="Google Shape;2927;p17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2928" name="Google Shape;2928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9" name="Google Shape;2929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2930" name="Google Shape;2930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1" name="Google Shape;2931;p17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2932" name="Google Shape;2932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2933" name="Google Shape;2933;p17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4" name="Google Shape;2934;p17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17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6" name="Google Shape;2936;p17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17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8" name="Google Shape;2938;p17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9" name="Google Shape;2939;p17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2940" name="Google Shape;2940;p17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17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17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17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17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17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6" name="Google Shape;2946;p17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7" name="Google Shape;2947;p17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17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9" name="Google Shape;2949;p17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17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17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2" name="Google Shape;2952;p17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2953" name="Google Shape;2953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1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1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58" name="Google Shape;2958;p1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2959" name="Google Shape;2959;p1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0" name="Google Shape;2960;p1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1" name="Google Shape;2961;p1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2" name="Google Shape;2962;p1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2963" name="Google Shape;2963;p1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4" name="Google Shape;2964;p1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5" name="Google Shape;2965;p1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6" name="Google Shape;2966;p1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7" name="Google Shape;2967;p1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2968" name="Google Shape;2968;p1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9" name="Google Shape;2969;p1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0" name="Google Shape;2970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1" name="Google Shape;2971;p1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2972" name="Google Shape;2972;p1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3" name="Google Shape;2973;p1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4" name="Google Shape;2974;p1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5" name="Google Shape;2975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1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8" name="Google Shape;2978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1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0" name="Google Shape;2980;p1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1" name="Google Shape;2981;p1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2" name="Google Shape;2982;p1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3" name="Google Shape;2983;p1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4" name="Google Shape;2984;p1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5" name="Google Shape;2985;p17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2986" name="Google Shape;2986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7" name="Google Shape;2987;p17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8" name="Google Shape;2988;p17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2989" name="Google Shape;2989;p17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2990" name="Google Shape;2990;p1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991" name="Google Shape;2991;p17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992" name="Google Shape;2992;p17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2993" name="Google Shape;2993;p17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4" name="Google Shape;2994;p17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5" name="Google Shape;2995;p17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6" name="Google Shape;2996;p17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7" name="Google Shape;2997;p17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8" name="Google Shape;2998;p17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99" name="Google Shape;2999;p17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0" name="Google Shape;3000;p17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1" name="Google Shape;3001;p17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2" name="Google Shape;3002;p17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3" name="Google Shape;3003;p17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4" name="Google Shape;3004;p17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5" name="Google Shape;3005;p17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6" name="Google Shape;3006;p17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7" name="Google Shape;3007;p17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08" name="Google Shape;3008;p17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3009" name="Google Shape;3009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10" name="Google Shape;3010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11" name="Google Shape;3011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12" name="Google Shape;3012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3" name="Google Shape;3013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4" name="Google Shape;3014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5" name="Google Shape;3015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3016" name="Google Shape;3016;p1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7" name="Google Shape;3017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8" name="Google Shape;3018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019" name="Google Shape;3019;p1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20" name="Google Shape;3020;p17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3021" name="Google Shape;3021;p1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22" name="Google Shape;3022;p17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3023" name="Google Shape;3023;p17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24" name="Google Shape;3024;p17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025" name="Google Shape;3025;p17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026" name="Google Shape;3026;p17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3027" name="Google Shape;3027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28" name="Google Shape;3028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29" name="Google Shape;3029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30" name="Google Shape;3030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1" name="Google Shape;3031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2" name="Google Shape;3032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33" name="Google Shape;3033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034" name="Google Shape;3034;p1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035" name="Google Shape;3035;p17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036" name="Google Shape;3036;p17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3037" name="Google Shape;3037;p17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3038" name="Google Shape;3038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39" name="Google Shape;3039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40" name="Google Shape;3040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41" name="Google Shape;3041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2" name="Google Shape;3042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3" name="Google Shape;3043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4" name="Google Shape;3044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045" name="Google Shape;3045;p17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046" name="Google Shape;3046;p1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047" name="Google Shape;3047;p1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048" name="Google Shape;3048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049" name="Google Shape;3049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050" name="Google Shape;3050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051" name="Google Shape;3051;p17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3052" name="Google Shape;3052;p17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3" name="Google Shape;3053;p17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54" name="Google Shape;3054;p17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055" name="Google Shape;3055;p17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3056" name="Google Shape;3056;p17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7" name="Google Shape;3057;p17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8" name="Google Shape;3058;p17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17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0" name="Google Shape;3060;p17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1" name="Google Shape;3061;p17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2" name="Google Shape;3062;p17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3" name="Google Shape;3063;p17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64" name="Google Shape;3064;p17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065" name="Google Shape;3065;p17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3066" name="Google Shape;3066;p17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067" name="Google Shape;3067;p17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068" name="Google Shape;3068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69" name="Google Shape;3069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70" name="Google Shape;3070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71" name="Google Shape;3071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2" name="Google Shape;3072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3" name="Google Shape;3073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74" name="Google Shape;3074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75" name="Google Shape;3075;p17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076" name="Google Shape;3076;p1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7" name="Google Shape;3077;p1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078" name="Google Shape;3078;p1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079" name="Google Shape;3079;p1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0" name="Google Shape;3080;p1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1" name="Google Shape;3081;p1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2" name="Google Shape;3082;p1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83" name="Google Shape;3083;p17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084" name="Google Shape;3084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085" name="Google Shape;3085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086" name="Google Shape;3086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087" name="Google Shape;3087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8" name="Google Shape;3088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9" name="Google Shape;3089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0" name="Google Shape;3090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91" name="Google Shape;3091;p17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092" name="Google Shape;3092;p17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3" name="Google Shape;3093;p17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094" name="Google Shape;3094;p17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095" name="Google Shape;3095;p17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6" name="Google Shape;3096;p17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7" name="Google Shape;3097;p17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98" name="Google Shape;3098;p17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99" name="Google Shape;3099;p17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100" name="Google Shape;3100;p17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101" name="Google Shape;3101;p17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102" name="Google Shape;3102;p17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103" name="Google Shape;3103;p17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4" name="Google Shape;3104;p17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5" name="Google Shape;3105;p17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06" name="Google Shape;3106;p17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107" name="Google Shape;3107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108" name="Google Shape;3108;p17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109" name="Google Shape;3109;p17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110" name="Google Shape;3110;p17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111" name="Google Shape;3111;p17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112" name="Google Shape;3112;p17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113" name="Google Shape;3113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114" name="Google Shape;3114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115" name="Google Shape;3115;p17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116" name="Google Shape;3116;p17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3117" name="Google Shape;3117;p1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18" name="Google Shape;3118;p1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119" name="Google Shape;3119;p1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120" name="Google Shape;3120;p1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1" name="Google Shape;3121;p1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2" name="Google Shape;3122;p1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23" name="Google Shape;3123;p1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124" name="Google Shape;3124;p17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3125" name="Google Shape;3125;p17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6" name="Google Shape;3126;p17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7" name="Google Shape;3127;p17"/>
          <p:cNvSpPr/>
          <p:nvPr/>
        </p:nvSpPr>
        <p:spPr>
          <a:xfrm>
            <a:off x="807652" y="1884278"/>
            <a:ext cx="5787853" cy="2921876"/>
          </a:xfrm>
          <a:prstGeom prst="rect">
            <a:avLst/>
          </a:prstGeom>
          <a:solidFill>
            <a:schemeClr val="lt1">
              <a:alpha val="7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8" name="Google Shape;3128;p17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312276" y="3139089"/>
                  <a:pt x="3026979" y="3048000"/>
                </a:cubicBezTo>
                <a:lnTo>
                  <a:pt x="3499945" y="2827283"/>
                </a:ln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18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6" name="Google Shape;3136;p18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 and physical media</a:t>
            </a:r>
            <a:endParaRPr b="0" sz="4800"/>
          </a:p>
        </p:txBody>
      </p:sp>
      <p:sp>
        <p:nvSpPr>
          <p:cNvPr id="3137" name="Google Shape;3137;p18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18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18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18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18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3142" name="Google Shape;3142;p18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3143" name="Google Shape;3143;p18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3144" name="Google Shape;3144;p18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45" name="Google Shape;3145;p18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146" name="Google Shape;3146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48" name="Google Shape;3148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49" name="Google Shape;3149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0" name="Google Shape;3150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1" name="Google Shape;3151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2" name="Google Shape;3152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3" name="Google Shape;3153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154" name="Google Shape;3154;p18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155" name="Google Shape;3155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57" name="Google Shape;3157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8" name="Google Shape;3158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59" name="Google Shape;3159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0" name="Google Shape;3160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1" name="Google Shape;3161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3162" name="Google Shape;3162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63" name="Google Shape;3163;p18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18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3165" name="Google Shape;3165;p18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18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3167" name="Google Shape;3167;p18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3168" name="Google Shape;3168;p18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9" name="Google Shape;3169;p18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0" name="Google Shape;3170;p18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1" name="Google Shape;3171;p18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2" name="Google Shape;3172;p18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3" name="Google Shape;3173;p18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4" name="Google Shape;3174;p18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5" name="Google Shape;3175;p18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6" name="Google Shape;3176;p18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7" name="Google Shape;3177;p18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8" name="Google Shape;3178;p18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9" name="Google Shape;3179;p18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0" name="Google Shape;3180;p18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1" name="Google Shape;3181;p18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2" name="Google Shape;3182;p18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3" name="Google Shape;3183;p18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4" name="Google Shape;3184;p18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5" name="Google Shape;3185;p18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6" name="Google Shape;3186;p18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7" name="Google Shape;3187;p18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8" name="Google Shape;3188;p18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9" name="Google Shape;3189;p18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0" name="Google Shape;3190;p18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1" name="Google Shape;3191;p18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3192" name="Google Shape;319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193" name="Google Shape;319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194" name="Google Shape;319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95" name="Google Shape;319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6" name="Google Shape;319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7" name="Google Shape;319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8" name="Google Shape;319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99" name="Google Shape;3199;p18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3200" name="Google Shape;320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01" name="Google Shape;320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02" name="Google Shape;320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03" name="Google Shape;320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4" name="Google Shape;320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6" name="Google Shape;320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07" name="Google Shape;3207;p18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3208" name="Google Shape;320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09" name="Google Shape;320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10" name="Google Shape;321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11" name="Google Shape;321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2" name="Google Shape;321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3" name="Google Shape;321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4" name="Google Shape;321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15" name="Google Shape;3215;p18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3216" name="Google Shape;321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17" name="Google Shape;321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18" name="Google Shape;321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19" name="Google Shape;321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0" name="Google Shape;322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1" name="Google Shape;322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2" name="Google Shape;322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3" name="Google Shape;3223;p18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3224" name="Google Shape;322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25" name="Google Shape;322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26" name="Google Shape;322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27" name="Google Shape;322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8" name="Google Shape;322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9" name="Google Shape;322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1" name="Google Shape;3231;p18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3232" name="Google Shape;323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33" name="Google Shape;323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34" name="Google Shape;323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35" name="Google Shape;323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7" name="Google Shape;323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8" name="Google Shape;323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39" name="Google Shape;3239;p18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3240" name="Google Shape;324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41" name="Google Shape;324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42" name="Google Shape;324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43" name="Google Shape;324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4" name="Google Shape;324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6" name="Google Shape;324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47" name="Google Shape;3247;p18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3248" name="Google Shape;324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49" name="Google Shape;324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50" name="Google Shape;325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1" name="Google Shape;325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2" name="Google Shape;325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3" name="Google Shape;325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55" name="Google Shape;3255;p18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3256" name="Google Shape;325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257" name="Google Shape;325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258" name="Google Shape;325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259" name="Google Shape;325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0" name="Google Shape;326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1" name="Google Shape;326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2" name="Google Shape;326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3263" name="Google Shape;32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3264" name="Google Shape;32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3265" name="Google Shape;3265;p18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266" name="Google Shape;32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3267" name="Google Shape;3267;p18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8" name="Google Shape;3268;p18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9" name="Google Shape;3269;p18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p18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1" name="Google Shape;3271;p18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18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73" name="Google Shape;3273;p18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3274" name="Google Shape;3274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5" name="Google Shape;3275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6" name="Google Shape;3276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7" name="Google Shape;3277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8" name="Google Shape;3278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9" name="Google Shape;3279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0" name="Google Shape;3280;p18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1" name="Google Shape;3281;p18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2" name="Google Shape;3282;p18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18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4" name="Google Shape;3284;p18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5" name="Google Shape;3285;p18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3286" name="Google Shape;32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3287" name="Google Shape;328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3288" name="Google Shape;328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3289" name="Google Shape;3289;p18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290" name="Google Shape;329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3291" name="Google Shape;3291;p18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18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3" name="Google Shape;3293;p18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4" name="Google Shape;3294;p18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5" name="Google Shape;3295;p18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6" name="Google Shape;3296;p18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97" name="Google Shape;3297;p18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3298" name="Google Shape;3298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9" name="Google Shape;3299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0" name="Google Shape;3300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1" name="Google Shape;3301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2" name="Google Shape;3302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3" name="Google Shape;3303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4" name="Google Shape;3304;p18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18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6" name="Google Shape;3306;p18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18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8" name="Google Shape;3308;p18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18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3310" name="Google Shape;331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3311" name="Google Shape;3311;p18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3312" name="Google Shape;331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3" name="Google Shape;3313;p18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3314" name="Google Shape;3314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5" name="Google Shape;3315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6" name="Google Shape;3316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7" name="Google Shape;3317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8" name="Google Shape;3318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9" name="Google Shape;3319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320" name="Google Shape;3320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1" name="Google Shape;3321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2" name="Google Shape;3322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3" name="Google Shape;3323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324" name="Google Shape;3324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5" name="Google Shape;3325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26" name="Google Shape;3326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7" name="Google Shape;3327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8" name="Google Shape;3328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329" name="Google Shape;3329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0" name="Google Shape;3330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1" name="Google Shape;3331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32" name="Google Shape;3332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333" name="Google Shape;3333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4" name="Google Shape;3334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5" name="Google Shape;3335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6" name="Google Shape;3336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7" name="Google Shape;3337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8" name="Google Shape;3338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9" name="Google Shape;3339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0" name="Google Shape;3340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1" name="Google Shape;3341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2" name="Google Shape;3342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3" name="Google Shape;3343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6" name="Google Shape;3346;p18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347" name="Google Shape;3347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8" name="Google Shape;3348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3349" name="Google Shape;3349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3350" name="Google Shape;3350;p18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351" name="Google Shape;3351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3352" name="Google Shape;3352;p18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3" name="Google Shape;3353;p18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4" name="Google Shape;3354;p18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5" name="Google Shape;3355;p18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6" name="Google Shape;3356;p18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7" name="Google Shape;3357;p18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8" name="Google Shape;3358;p18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3359" name="Google Shape;3359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0" name="Google Shape;3360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1" name="Google Shape;3361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2" name="Google Shape;3362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3" name="Google Shape;3363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4" name="Google Shape;3364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5" name="Google Shape;3365;p18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18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7" name="Google Shape;3367;p18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18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9" name="Google Shape;3369;p18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18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71" name="Google Shape;3371;p18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3372" name="Google Shape;3372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3" name="Google Shape;3373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4" name="Google Shape;3374;p18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3375" name="Google Shape;3375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6" name="Google Shape;3376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3377" name="Google Shape;3377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3378" name="Google Shape;3378;p18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3379" name="Google Shape;3379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3380" name="Google Shape;3380;p18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18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18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3" name="Google Shape;3383;p18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18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18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6" name="Google Shape;3386;p18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3387" name="Google Shape;3387;p18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18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9" name="Google Shape;3389;p18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0" name="Google Shape;3390;p18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1" name="Google Shape;3391;p18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18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93" name="Google Shape;3393;p18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4" name="Google Shape;3394;p18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5" name="Google Shape;3395;p18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6" name="Google Shape;3396;p18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7" name="Google Shape;3397;p18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18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99" name="Google Shape;3399;p18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3400" name="Google Shape;340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2" name="Google Shape;340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3" name="Google Shape;340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4" name="Google Shape;3404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5" name="Google Shape;3405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3406" name="Google Shape;3406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7" name="Google Shape;3407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8" name="Google Shape;3408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9" name="Google Shape;3409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3410" name="Google Shape;3410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1" name="Google Shape;3411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2" name="Google Shape;3412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3" name="Google Shape;3413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4" name="Google Shape;3414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3415" name="Google Shape;3415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6" name="Google Shape;3416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17" name="Google Shape;341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18" name="Google Shape;3418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3419" name="Google Shape;3419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0" name="Google Shape;3420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21" name="Google Shape;3421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2" name="Google Shape;342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5" name="Google Shape;342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6" name="Google Shape;3426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7" name="Google Shape;3427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8" name="Google Shape;3428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9" name="Google Shape;3429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0" name="Google Shape;3430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1" name="Google Shape;3431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2" name="Google Shape;3432;p18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3433" name="Google Shape;3433;p1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4" name="Google Shape;3434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5" name="Google Shape;3435;p18"/>
          <p:cNvSpPr/>
          <p:nvPr/>
        </p:nvSpPr>
        <p:spPr>
          <a:xfrm>
            <a:off x="6471025" y="1451551"/>
            <a:ext cx="5359400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6" name="Google Shape;3436;p18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3437" name="Google Shape;3437;p18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3438" name="Google Shape;3438;p1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39" name="Google Shape;3439;p18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440" name="Google Shape;3440;p18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3441" name="Google Shape;3441;p1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2" name="Google Shape;3442;p1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3" name="Google Shape;3443;p1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4" name="Google Shape;3444;p1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5" name="Google Shape;3445;p1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6" name="Google Shape;3446;p1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7" name="Google Shape;3447;p1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8" name="Google Shape;3448;p1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9" name="Google Shape;3449;p1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0" name="Google Shape;3450;p1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1" name="Google Shape;3451;p1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2" name="Google Shape;3452;p1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3" name="Google Shape;3453;p1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4" name="Google Shape;3454;p1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5" name="Google Shape;3455;p1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56" name="Google Shape;3456;p18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3457" name="Google Shape;3457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58" name="Google Shape;3458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59" name="Google Shape;3459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60" name="Google Shape;3460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1" name="Google Shape;3461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2" name="Google Shape;3462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63" name="Google Shape;3463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3464" name="Google Shape;3464;p1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5" name="Google Shape;3465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6" name="Google Shape;3466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467" name="Google Shape;3467;p18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68" name="Google Shape;3468;p18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3469" name="Google Shape;3469;p1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470" name="Google Shape;3470;p18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3471" name="Google Shape;3471;p18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72" name="Google Shape;3472;p18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473" name="Google Shape;3473;p18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474" name="Google Shape;3474;p18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3475" name="Google Shape;3475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476" name="Google Shape;3476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477" name="Google Shape;3477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478" name="Google Shape;3478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79" name="Google Shape;3479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0" name="Google Shape;3480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81" name="Google Shape;3481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482" name="Google Shape;3482;p1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483" name="Google Shape;3483;p18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484" name="Google Shape;3484;p18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3485" name="Google Shape;3485;p18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3486" name="Google Shape;3486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487" name="Google Shape;3487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488" name="Google Shape;3488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489" name="Google Shape;3489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0" name="Google Shape;3490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1" name="Google Shape;3491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2" name="Google Shape;3492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93" name="Google Shape;3493;p18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494" name="Google Shape;3494;p1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495" name="Google Shape;3495;p1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496" name="Google Shape;3496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97" name="Google Shape;3497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498" name="Google Shape;3498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499" name="Google Shape;3499;p18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3500" name="Google Shape;3500;p18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1" name="Google Shape;3501;p18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502" name="Google Shape;3502;p18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503" name="Google Shape;3503;p18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3504" name="Google Shape;3504;p18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5" name="Google Shape;3505;p18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6" name="Google Shape;3506;p18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7" name="Google Shape;3507;p18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8" name="Google Shape;3508;p18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9" name="Google Shape;3509;p18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0" name="Google Shape;3510;p18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1" name="Google Shape;3511;p18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2" name="Google Shape;3512;p18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3513" name="Google Shape;3513;p18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3514" name="Google Shape;3514;p18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515" name="Google Shape;3515;p18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16" name="Google Shape;3516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17" name="Google Shape;3517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18" name="Google Shape;3518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19" name="Google Shape;3519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0" name="Google Shape;3520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1" name="Google Shape;3521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2" name="Google Shape;3522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23" name="Google Shape;3523;p18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524" name="Google Shape;3524;p1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5" name="Google Shape;3525;p1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526" name="Google Shape;3526;p1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527" name="Google Shape;3527;p1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8" name="Google Shape;3528;p1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9" name="Google Shape;3529;p1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0" name="Google Shape;3530;p1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31" name="Google Shape;3531;p18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32" name="Google Shape;3532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33" name="Google Shape;3533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34" name="Google Shape;3534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35" name="Google Shape;3535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6" name="Google Shape;3536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7" name="Google Shape;3537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8" name="Google Shape;3538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39" name="Google Shape;3539;p18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3540" name="Google Shape;3540;p18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41" name="Google Shape;3541;p18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542" name="Google Shape;3542;p18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3543" name="Google Shape;3543;p18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4" name="Google Shape;3544;p18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5" name="Google Shape;3545;p18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46" name="Google Shape;3546;p18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547" name="Google Shape;3547;p18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3548" name="Google Shape;3548;p18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3549" name="Google Shape;3549;p18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3550" name="Google Shape;3550;p18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3551" name="Google Shape;3551;p18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2" name="Google Shape;3552;p18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3" name="Google Shape;3553;p18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54" name="Google Shape;3554;p18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3555" name="Google Shape;3555;p1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3556" name="Google Shape;3556;p18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557" name="Google Shape;3557;p18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3558" name="Google Shape;3558;p18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559" name="Google Shape;3559;p18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3560" name="Google Shape;3560;p18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3561" name="Google Shape;3561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562" name="Google Shape;3562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3563" name="Google Shape;3563;p18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3564" name="Google Shape;3564;p18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3565" name="Google Shape;3565;p18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66" name="Google Shape;3566;p18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567" name="Google Shape;3567;p18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568" name="Google Shape;3568;p18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69" name="Google Shape;3569;p18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0" name="Google Shape;3570;p18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1" name="Google Shape;3571;p18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572" name="Google Shape;3572;p18"/>
          <p:cNvGrpSpPr/>
          <p:nvPr/>
        </p:nvGrpSpPr>
        <p:grpSpPr>
          <a:xfrm>
            <a:off x="7380480" y="1798646"/>
            <a:ext cx="4322981" cy="3949460"/>
            <a:chOff x="11448552" y="1676017"/>
            <a:chExt cx="4322981" cy="3949460"/>
          </a:xfrm>
        </p:grpSpPr>
        <p:sp>
          <p:nvSpPr>
            <p:cNvPr id="3573" name="Google Shape;3573;p18"/>
            <p:cNvSpPr/>
            <p:nvPr/>
          </p:nvSpPr>
          <p:spPr>
            <a:xfrm>
              <a:off x="11548524" y="3627656"/>
              <a:ext cx="1007401" cy="44821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18"/>
            <p:cNvSpPr/>
            <p:nvPr/>
          </p:nvSpPr>
          <p:spPr>
            <a:xfrm rot="1622536">
              <a:off x="12634901" y="5270789"/>
              <a:ext cx="887739" cy="16172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18"/>
            <p:cNvSpPr/>
            <p:nvPr/>
          </p:nvSpPr>
          <p:spPr>
            <a:xfrm>
              <a:off x="12775958" y="1847944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18"/>
            <p:cNvSpPr/>
            <p:nvPr/>
          </p:nvSpPr>
          <p:spPr>
            <a:xfrm>
              <a:off x="12669374" y="4563454"/>
              <a:ext cx="1698836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18"/>
            <p:cNvSpPr/>
            <p:nvPr/>
          </p:nvSpPr>
          <p:spPr>
            <a:xfrm>
              <a:off x="12239699" y="4881027"/>
              <a:ext cx="660040" cy="553827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18"/>
            <p:cNvSpPr/>
            <p:nvPr/>
          </p:nvSpPr>
          <p:spPr>
            <a:xfrm>
              <a:off x="12638017" y="2106713"/>
              <a:ext cx="503074" cy="24332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18"/>
            <p:cNvSpPr/>
            <p:nvPr/>
          </p:nvSpPr>
          <p:spPr>
            <a:xfrm>
              <a:off x="13837524" y="5040395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18"/>
            <p:cNvSpPr/>
            <p:nvPr/>
          </p:nvSpPr>
          <p:spPr>
            <a:xfrm rot="2528345">
              <a:off x="12297976" y="2504847"/>
              <a:ext cx="61230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18"/>
            <p:cNvSpPr/>
            <p:nvPr/>
          </p:nvSpPr>
          <p:spPr>
            <a:xfrm>
              <a:off x="11972286" y="1972003"/>
              <a:ext cx="612303" cy="75426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18"/>
            <p:cNvSpPr/>
            <p:nvPr/>
          </p:nvSpPr>
          <p:spPr>
            <a:xfrm>
              <a:off x="11792971" y="167601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18"/>
            <p:cNvSpPr/>
            <p:nvPr/>
          </p:nvSpPr>
          <p:spPr>
            <a:xfrm>
              <a:off x="11448552" y="2167072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18"/>
            <p:cNvSpPr/>
            <p:nvPr/>
          </p:nvSpPr>
          <p:spPr>
            <a:xfrm>
              <a:off x="11807613" y="3089587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18"/>
            <p:cNvSpPr/>
            <p:nvPr/>
          </p:nvSpPr>
          <p:spPr>
            <a:xfrm>
              <a:off x="11461856" y="3203435"/>
              <a:ext cx="473396" cy="244212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18"/>
            <p:cNvSpPr/>
            <p:nvPr/>
          </p:nvSpPr>
          <p:spPr>
            <a:xfrm>
              <a:off x="14880961" y="3246013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18"/>
            <p:cNvSpPr/>
            <p:nvPr/>
          </p:nvSpPr>
          <p:spPr>
            <a:xfrm>
              <a:off x="14958490" y="4026029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88" name="Google Shape;3588;p18"/>
          <p:cNvSpPr txBox="1"/>
          <p:nvPr>
            <p:ph idx="1" type="body"/>
          </p:nvPr>
        </p:nvSpPr>
        <p:spPr>
          <a:xfrm>
            <a:off x="839285" y="1424002"/>
            <a:ext cx="5823897" cy="2635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</a:rPr>
              <a:t>Q: How to connect end systems to edge router?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residential access nets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institutional access networks (school, company)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</a:pPr>
            <a:r>
              <a:rPr lang="en-US" sz="2400"/>
              <a:t>mobile access networks (WiFi, 4G/5G)</a:t>
            </a:r>
            <a:endParaRPr sz="2400">
              <a:solidFill>
                <a:srgbClr val="FF0000"/>
              </a:solidFill>
            </a:endParaRPr>
          </a:p>
          <a:p>
            <a:pPr indent="0" lvl="0" marL="174625" rtl="0" algn="l">
              <a:lnSpc>
                <a:spcPct val="90000"/>
              </a:lnSpc>
              <a:spcBef>
                <a:spcPts val="172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589" name="Google Shape;3589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94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p19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3596" name="Google Shape;3596;p19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7" name="Google Shape;3597;p19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8" name="Google Shape;3598;p19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3599" name="Google Shape;3599;p19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3600" name="Google Shape;3600;p19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3601" name="Google Shape;3601;p19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2" name="Google Shape;3602;p19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3" name="Google Shape;3603;p19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19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5" name="Google Shape;3605;p19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6" name="Google Shape;3606;p19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7" name="Google Shape;3607;p19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8" name="Google Shape;3608;p19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9" name="Google Shape;3609;p19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0" name="Google Shape;3610;p19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3611" name="Google Shape;36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2" name="Google Shape;3612;p19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3613" name="Google Shape;3613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14" name="Google Shape;3614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15" name="Google Shape;3615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16" name="Google Shape;3616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17" name="Google Shape;3617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18" name="Google Shape;3618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9" name="Google Shape;3619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0" name="Google Shape;3620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1" name="Google Shape;3621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2" name="Google Shape;3622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3" name="Google Shape;3623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24" name="Google Shape;3624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25" name="Google Shape;3625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6" name="Google Shape;3626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27" name="Google Shape;3627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28" name="Google Shape;3628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29" name="Google Shape;3629;p19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3630" name="Google Shape;3630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31" name="Google Shape;3631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32" name="Google Shape;3632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33" name="Google Shape;3633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34" name="Google Shape;3634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35" name="Google Shape;3635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6" name="Google Shape;3636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7" name="Google Shape;3637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8" name="Google Shape;3638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9" name="Google Shape;3639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0" name="Google Shape;3640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41" name="Google Shape;3641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2" name="Google Shape;3642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3" name="Google Shape;3643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44" name="Google Shape;3644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45" name="Google Shape;3645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46" name="Google Shape;3646;p19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3647" name="Google Shape;3647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8" name="Google Shape;3648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49" name="Google Shape;3649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50" name="Google Shape;3650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51" name="Google Shape;3651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52" name="Google Shape;3652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3" name="Google Shape;3653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4" name="Google Shape;3654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5" name="Google Shape;3655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6" name="Google Shape;3656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7" name="Google Shape;3657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58" name="Google Shape;3658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9" name="Google Shape;3659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0" name="Google Shape;3660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61" name="Google Shape;3661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62" name="Google Shape;3662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663" name="Google Shape;3663;p19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3664" name="Google Shape;3664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65" name="Google Shape;3665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66" name="Google Shape;3666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67" name="Google Shape;3667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68" name="Google Shape;3668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69" name="Google Shape;3669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1" name="Google Shape;3671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2" name="Google Shape;3672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4" name="Google Shape;3674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75" name="Google Shape;3675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6" name="Google Shape;3676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7" name="Google Shape;3677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78" name="Google Shape;3678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79" name="Google Shape;3679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680" name="Google Shape;3680;p19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81" name="Google Shape;3681;p19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3682" name="Google Shape;3682;p19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3" name="Google Shape;3683;p19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684" name="Google Shape;3684;p19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85" name="Google Shape;3685;p19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686" name="Google Shape;3686;p19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687" name="Google Shape;3687;p19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8" name="Google Shape;3688;p19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9" name="Google Shape;3689;p19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0" name="Google Shape;3690;p19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1" name="Google Shape;3691;p19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2" name="Google Shape;3692;p19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693" name="Google Shape;3693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4" name="Google Shape;3694;p19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5" name="Google Shape;3695;p19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96" name="Google Shape;3696;p19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697" name="Google Shape;3697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698" name="Google Shape;3698;p19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3699" name="Google Shape;3699;p19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0" name="Google Shape;3700;p19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1" name="Google Shape;3701;p19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2" name="Google Shape;3702;p19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3" name="Google Shape;3703;p19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19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5" name="Google Shape;3705;p19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3706" name="Google Shape;3706;p19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7" name="Google Shape;3707;p19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8" name="Google Shape;3708;p19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9" name="Google Shape;3709;p19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0" name="Google Shape;3710;p19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1" name="Google Shape;3711;p19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19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3" name="Google Shape;3713;p19"/>
          <p:cNvGrpSpPr/>
          <p:nvPr/>
        </p:nvGrpSpPr>
        <p:grpSpPr>
          <a:xfrm>
            <a:off x="4857805" y="3221611"/>
            <a:ext cx="2043112" cy="958850"/>
            <a:chOff x="2505" y="826"/>
            <a:chExt cx="1287" cy="604"/>
          </a:xfrm>
        </p:grpSpPr>
        <p:cxnSp>
          <p:nvCxnSpPr>
            <p:cNvPr id="3714" name="Google Shape;3714;p19"/>
            <p:cNvCxnSpPr/>
            <p:nvPr/>
          </p:nvCxnSpPr>
          <p:spPr>
            <a:xfrm flipH="1">
              <a:off x="2505" y="1115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15" name="Google Shape;3715;p19"/>
            <p:cNvSpPr/>
            <p:nvPr/>
          </p:nvSpPr>
          <p:spPr>
            <a:xfrm>
              <a:off x="2548" y="826"/>
              <a:ext cx="562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19"/>
            <p:cNvSpPr/>
            <p:nvPr/>
          </p:nvSpPr>
          <p:spPr>
            <a:xfrm>
              <a:off x="3523" y="830"/>
              <a:ext cx="269" cy="266"/>
            </a:xfrm>
            <a:custGeom>
              <a:rect b="b" l="l" r="r" t="t"/>
              <a:pathLst>
                <a:path extrusionOk="0" h="266" w="562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17" name="Google Shape;3717;p19"/>
            <p:cNvCxnSpPr/>
            <p:nvPr/>
          </p:nvCxnSpPr>
          <p:spPr>
            <a:xfrm flipH="1">
              <a:off x="3433" y="1137"/>
              <a:ext cx="128" cy="29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718" name="Google Shape;3718;p19"/>
          <p:cNvGrpSpPr/>
          <p:nvPr/>
        </p:nvGrpSpPr>
        <p:grpSpPr>
          <a:xfrm>
            <a:off x="4148192" y="3378773"/>
            <a:ext cx="3021013" cy="2114550"/>
            <a:chOff x="2606" y="951"/>
            <a:chExt cx="1903" cy="1332"/>
          </a:xfrm>
        </p:grpSpPr>
        <p:sp>
          <p:nvSpPr>
            <p:cNvPr id="3719" name="Google Shape;3719;p19"/>
            <p:cNvSpPr txBox="1"/>
            <p:nvPr/>
          </p:nvSpPr>
          <p:spPr>
            <a:xfrm>
              <a:off x="3378" y="2071"/>
              <a:ext cx="65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Channels</a:t>
              </a:r>
              <a:endParaRPr/>
            </a:p>
          </p:txBody>
        </p:sp>
        <p:cxnSp>
          <p:nvCxnSpPr>
            <p:cNvPr id="3720" name="Google Shape;3720;p19"/>
            <p:cNvCxnSpPr/>
            <p:nvPr/>
          </p:nvCxnSpPr>
          <p:spPr>
            <a:xfrm>
              <a:off x="2994" y="951"/>
              <a:ext cx="0" cy="97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1" name="Google Shape;3721;p19"/>
            <p:cNvCxnSpPr/>
            <p:nvPr/>
          </p:nvCxnSpPr>
          <p:spPr>
            <a:xfrm>
              <a:off x="2988" y="1935"/>
              <a:ext cx="146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2" name="Google Shape;3722;p19"/>
            <p:cNvSpPr txBox="1"/>
            <p:nvPr/>
          </p:nvSpPr>
          <p:spPr>
            <a:xfrm>
              <a:off x="297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cxnSp>
          <p:nvCxnSpPr>
            <p:cNvPr id="3723" name="Google Shape;3723;p19"/>
            <p:cNvCxnSpPr/>
            <p:nvPr/>
          </p:nvCxnSpPr>
          <p:spPr>
            <a:xfrm>
              <a:off x="3150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4" name="Google Shape;3724;p19"/>
            <p:cNvSpPr txBox="1"/>
            <p:nvPr/>
          </p:nvSpPr>
          <p:spPr>
            <a:xfrm>
              <a:off x="3152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5" name="Google Shape;3725;p19"/>
            <p:cNvSpPr txBox="1"/>
            <p:nvPr/>
          </p:nvSpPr>
          <p:spPr>
            <a:xfrm>
              <a:off x="3338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6" name="Google Shape;3726;p19"/>
            <p:cNvSpPr txBox="1"/>
            <p:nvPr/>
          </p:nvSpPr>
          <p:spPr>
            <a:xfrm>
              <a:off x="3524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7" name="Google Shape;3727;p19"/>
            <p:cNvSpPr txBox="1"/>
            <p:nvPr/>
          </p:nvSpPr>
          <p:spPr>
            <a:xfrm>
              <a:off x="3710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8" name="Google Shape;3728;p19"/>
            <p:cNvSpPr txBox="1"/>
            <p:nvPr/>
          </p:nvSpPr>
          <p:spPr>
            <a:xfrm>
              <a:off x="3896" y="1408"/>
              <a:ext cx="178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3729" name="Google Shape;3729;p19"/>
            <p:cNvSpPr txBox="1"/>
            <p:nvPr/>
          </p:nvSpPr>
          <p:spPr>
            <a:xfrm>
              <a:off x="4058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730" name="Google Shape;3730;p19"/>
            <p:cNvSpPr txBox="1"/>
            <p:nvPr/>
          </p:nvSpPr>
          <p:spPr>
            <a:xfrm>
              <a:off x="4202" y="1402"/>
              <a:ext cx="174" cy="5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731" name="Google Shape;3731;p19"/>
            <p:cNvSpPr txBox="1"/>
            <p:nvPr/>
          </p:nvSpPr>
          <p:spPr>
            <a:xfrm>
              <a:off x="4330" y="1114"/>
              <a:ext cx="178" cy="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3732" name="Google Shape;3732;p19"/>
            <p:cNvCxnSpPr/>
            <p:nvPr/>
          </p:nvCxnSpPr>
          <p:spPr>
            <a:xfrm>
              <a:off x="333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3" name="Google Shape;3733;p19"/>
            <p:cNvCxnSpPr/>
            <p:nvPr/>
          </p:nvCxnSpPr>
          <p:spPr>
            <a:xfrm>
              <a:off x="3514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4" name="Google Shape;3734;p19"/>
            <p:cNvCxnSpPr/>
            <p:nvPr/>
          </p:nvCxnSpPr>
          <p:spPr>
            <a:xfrm>
              <a:off x="3698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5" name="Google Shape;3735;p19"/>
            <p:cNvCxnSpPr/>
            <p:nvPr/>
          </p:nvCxnSpPr>
          <p:spPr>
            <a:xfrm>
              <a:off x="3886" y="1863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6" name="Google Shape;3736;p19"/>
            <p:cNvCxnSpPr/>
            <p:nvPr/>
          </p:nvCxnSpPr>
          <p:spPr>
            <a:xfrm>
              <a:off x="4062" y="1871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7" name="Google Shape;3737;p19"/>
            <p:cNvCxnSpPr/>
            <p:nvPr/>
          </p:nvCxnSpPr>
          <p:spPr>
            <a:xfrm>
              <a:off x="4218" y="1867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8" name="Google Shape;3738;p19"/>
            <p:cNvCxnSpPr/>
            <p:nvPr/>
          </p:nvCxnSpPr>
          <p:spPr>
            <a:xfrm>
              <a:off x="4362" y="1859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39" name="Google Shape;3739;p19"/>
            <p:cNvSpPr txBox="1"/>
            <p:nvPr/>
          </p:nvSpPr>
          <p:spPr>
            <a:xfrm>
              <a:off x="298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740" name="Google Shape;3740;p19"/>
            <p:cNvSpPr txBox="1"/>
            <p:nvPr/>
          </p:nvSpPr>
          <p:spPr>
            <a:xfrm>
              <a:off x="3153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3741" name="Google Shape;3741;p19"/>
            <p:cNvSpPr txBox="1"/>
            <p:nvPr/>
          </p:nvSpPr>
          <p:spPr>
            <a:xfrm>
              <a:off x="3345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3742" name="Google Shape;3742;p19"/>
            <p:cNvSpPr txBox="1"/>
            <p:nvPr/>
          </p:nvSpPr>
          <p:spPr>
            <a:xfrm>
              <a:off x="3517" y="1960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3743" name="Google Shape;3743;p19"/>
            <p:cNvSpPr txBox="1"/>
            <p:nvPr/>
          </p:nvSpPr>
          <p:spPr>
            <a:xfrm>
              <a:off x="37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  <p:sp>
          <p:nvSpPr>
            <p:cNvPr id="3744" name="Google Shape;3744;p19"/>
            <p:cNvSpPr txBox="1"/>
            <p:nvPr/>
          </p:nvSpPr>
          <p:spPr>
            <a:xfrm>
              <a:off x="3893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sp>
          <p:nvSpPr>
            <p:cNvPr id="3745" name="Google Shape;3745;p19"/>
            <p:cNvSpPr txBox="1"/>
            <p:nvPr/>
          </p:nvSpPr>
          <p:spPr>
            <a:xfrm>
              <a:off x="4057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3746" name="Google Shape;3746;p19"/>
            <p:cNvSpPr txBox="1"/>
            <p:nvPr/>
          </p:nvSpPr>
          <p:spPr>
            <a:xfrm>
              <a:off x="4205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3747" name="Google Shape;3747;p19"/>
            <p:cNvSpPr txBox="1"/>
            <p:nvPr/>
          </p:nvSpPr>
          <p:spPr>
            <a:xfrm>
              <a:off x="4349" y="1956"/>
              <a:ext cx="16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3748" name="Google Shape;3748;p19"/>
            <p:cNvSpPr/>
            <p:nvPr/>
          </p:nvSpPr>
          <p:spPr>
            <a:xfrm>
              <a:off x="2606" y="969"/>
              <a:ext cx="375" cy="969"/>
            </a:xfrm>
            <a:custGeom>
              <a:rect b="b" l="l" r="r" t="t"/>
              <a:pathLst>
                <a:path extrusionOk="0" h="969" w="375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>
              <a:gsLst>
                <a:gs pos="0">
                  <a:srgbClr val="0000A8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49" name="Google Shape;3749;p19"/>
          <p:cNvGrpSpPr/>
          <p:nvPr/>
        </p:nvGrpSpPr>
        <p:grpSpPr>
          <a:xfrm flipH="1" rot="10800000">
            <a:off x="2457505" y="2273873"/>
            <a:ext cx="1689100" cy="2092326"/>
            <a:chOff x="1497" y="1352"/>
            <a:chExt cx="1064" cy="1318"/>
          </a:xfrm>
        </p:grpSpPr>
        <p:grpSp>
          <p:nvGrpSpPr>
            <p:cNvPr id="3750" name="Google Shape;3750;p19"/>
            <p:cNvGrpSpPr/>
            <p:nvPr/>
          </p:nvGrpSpPr>
          <p:grpSpPr>
            <a:xfrm>
              <a:off x="1497" y="1352"/>
              <a:ext cx="1064" cy="217"/>
              <a:chOff x="1600" y="1475"/>
              <a:chExt cx="1064" cy="217"/>
            </a:xfrm>
          </p:grpSpPr>
          <p:sp>
            <p:nvSpPr>
              <p:cNvPr id="3751" name="Google Shape;3751;p19"/>
              <p:cNvSpPr/>
              <p:nvPr/>
            </p:nvSpPr>
            <p:spPr>
              <a:xfrm rot="10800000">
                <a:off x="2358" y="1500"/>
                <a:ext cx="168" cy="17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2" name="Google Shape;3752;p19"/>
              <p:cNvSpPr/>
              <p:nvPr/>
            </p:nvSpPr>
            <p:spPr>
              <a:xfrm>
                <a:off x="1614" y="1494"/>
                <a:ext cx="896" cy="198"/>
              </a:xfrm>
              <a:custGeom>
                <a:rect b="b" l="l" r="r" t="t"/>
                <a:pathLst>
                  <a:path extrusionOk="0" h="198" w="896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50000">
                    <a:schemeClr val="lt1"/>
                  </a:gs>
                  <a:gs pos="100000">
                    <a:schemeClr val="dk1"/>
                  </a:gs>
                </a:gsLst>
                <a:lin ang="540000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3" name="Google Shape;3753;p19"/>
              <p:cNvSpPr txBox="1"/>
              <p:nvPr/>
            </p:nvSpPr>
            <p:spPr>
              <a:xfrm rot="10800000">
                <a:off x="1600" y="1475"/>
                <a:ext cx="896" cy="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4" name="Google Shape;3754;p19"/>
              <p:cNvSpPr/>
              <p:nvPr/>
            </p:nvSpPr>
            <p:spPr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5" name="Google Shape;3755;p19"/>
              <p:cNvSpPr txBox="1"/>
              <p:nvPr/>
            </p:nvSpPr>
            <p:spPr>
              <a:xfrm rot="10800000">
                <a:off x="2509" y="1525"/>
                <a:ext cx="44" cy="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756" name="Google Shape;3756;p19"/>
              <p:cNvCxnSpPr/>
              <p:nvPr/>
            </p:nvCxnSpPr>
            <p:spPr>
              <a:xfrm>
                <a:off x="2526" y="1584"/>
                <a:ext cx="13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757" name="Google Shape;3757;p19"/>
            <p:cNvSpPr/>
            <p:nvPr/>
          </p:nvSpPr>
          <p:spPr>
            <a:xfrm>
              <a:off x="1536" y="1563"/>
              <a:ext cx="1015" cy="1107"/>
            </a:xfrm>
            <a:custGeom>
              <a:rect b="b" l="l" r="r" t="t"/>
              <a:pathLst>
                <a:path extrusionOk="0" h="1107" w="1015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19"/>
            <p:cNvSpPr txBox="1"/>
            <p:nvPr/>
          </p:nvSpPr>
          <p:spPr>
            <a:xfrm rot="10800000">
              <a:off x="1525" y="1550"/>
              <a:ext cx="1015" cy="1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9" name="Google Shape;3759;p19"/>
          <p:cNvSpPr txBox="1"/>
          <p:nvPr/>
        </p:nvSpPr>
        <p:spPr>
          <a:xfrm>
            <a:off x="1551869" y="5790510"/>
            <a:ext cx="9964671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frequency division multiplexing (FDM):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different channels transmitted in different frequency bands</a:t>
            </a:r>
            <a:endParaRPr/>
          </a:p>
        </p:txBody>
      </p:sp>
      <p:grpSp>
        <p:nvGrpSpPr>
          <p:cNvPr id="3760" name="Google Shape;3760;p19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3761" name="Google Shape;3761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2" name="Google Shape;3762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3" name="Google Shape;3763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8" name="Shape 3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9" name="Google Shape;3769;p20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cable-based access</a:t>
            </a:r>
            <a:endParaRPr b="0" sz="4800"/>
          </a:p>
        </p:txBody>
      </p:sp>
      <p:sp>
        <p:nvSpPr>
          <p:cNvPr id="3770" name="Google Shape;3770;p20"/>
          <p:cNvSpPr/>
          <p:nvPr/>
        </p:nvSpPr>
        <p:spPr>
          <a:xfrm>
            <a:off x="2097142" y="1686498"/>
            <a:ext cx="1793875" cy="925513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1" name="Google Shape;3771;p20"/>
          <p:cNvCxnSpPr/>
          <p:nvPr/>
        </p:nvCxnSpPr>
        <p:spPr>
          <a:xfrm flipH="1" rot="10800000">
            <a:off x="2398767" y="2237361"/>
            <a:ext cx="3651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2" name="Google Shape;3772;p20"/>
          <p:cNvSpPr txBox="1"/>
          <p:nvPr/>
        </p:nvSpPr>
        <p:spPr>
          <a:xfrm>
            <a:off x="2560692" y="2388173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3773" name="Google Shape;3773;p20"/>
          <p:cNvSpPr txBox="1"/>
          <p:nvPr/>
        </p:nvSpPr>
        <p:spPr>
          <a:xfrm>
            <a:off x="3227442" y="2389761"/>
            <a:ext cx="70643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3774" name="Google Shape;3774;p20"/>
          <p:cNvGrpSpPr/>
          <p:nvPr/>
        </p:nvGrpSpPr>
        <p:grpSpPr>
          <a:xfrm>
            <a:off x="2744842" y="2113536"/>
            <a:ext cx="614363" cy="220662"/>
            <a:chOff x="322" y="890"/>
            <a:chExt cx="872" cy="339"/>
          </a:xfrm>
        </p:grpSpPr>
        <p:sp>
          <p:nvSpPr>
            <p:cNvPr id="3775" name="Google Shape;3775;p20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6" name="Google Shape;3776;p20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7" name="Google Shape;3777;p20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8" name="Google Shape;3778;p20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9" name="Google Shape;3779;p20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0" name="Google Shape;3780;p20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1" name="Google Shape;3781;p20"/>
          <p:cNvSpPr/>
          <p:nvPr/>
        </p:nvSpPr>
        <p:spPr>
          <a:xfrm>
            <a:off x="1859017" y="1275336"/>
            <a:ext cx="2268538" cy="468312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2" name="Google Shape;3782;p20"/>
          <p:cNvSpPr/>
          <p:nvPr/>
        </p:nvSpPr>
        <p:spPr>
          <a:xfrm>
            <a:off x="3475092" y="2175448"/>
            <a:ext cx="166688" cy="144463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3" name="Google Shape;3783;p20"/>
          <p:cNvSpPr/>
          <p:nvPr/>
        </p:nvSpPr>
        <p:spPr>
          <a:xfrm>
            <a:off x="3084567" y="1730948"/>
            <a:ext cx="479425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4" name="Google Shape;3784;p20"/>
          <p:cNvCxnSpPr/>
          <p:nvPr/>
        </p:nvCxnSpPr>
        <p:spPr>
          <a:xfrm rot="10800000">
            <a:off x="3383017" y="2237361"/>
            <a:ext cx="2397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tv" id="3785" name="Google Shape;37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0067" y="1391223"/>
            <a:ext cx="755650" cy="67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6" name="Google Shape;3786;p20"/>
          <p:cNvGrpSpPr/>
          <p:nvPr/>
        </p:nvGrpSpPr>
        <p:grpSpPr>
          <a:xfrm>
            <a:off x="4116442" y="1505523"/>
            <a:ext cx="850900" cy="527050"/>
            <a:chOff x="-490" y="1664"/>
            <a:chExt cx="1429" cy="842"/>
          </a:xfrm>
        </p:grpSpPr>
        <p:sp>
          <p:nvSpPr>
            <p:cNvPr id="3787" name="Google Shape;3787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88" name="Google Shape;3788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789" name="Google Shape;3789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90" name="Google Shape;3790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791" name="Google Shape;3791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792" name="Google Shape;3792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3" name="Google Shape;3793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4" name="Google Shape;3794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5" name="Google Shape;3795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6" name="Google Shape;3796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7" name="Google Shape;3797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798" name="Google Shape;3798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9" name="Google Shape;3799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0" name="Google Shape;3800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01" name="Google Shape;3801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02" name="Google Shape;3802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03" name="Google Shape;3803;p20"/>
          <p:cNvGrpSpPr/>
          <p:nvPr/>
        </p:nvGrpSpPr>
        <p:grpSpPr>
          <a:xfrm>
            <a:off x="5018142" y="1499173"/>
            <a:ext cx="850900" cy="527050"/>
            <a:chOff x="-490" y="1664"/>
            <a:chExt cx="1429" cy="842"/>
          </a:xfrm>
        </p:grpSpPr>
        <p:sp>
          <p:nvSpPr>
            <p:cNvPr id="3804" name="Google Shape;3804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05" name="Google Shape;3805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06" name="Google Shape;3806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07" name="Google Shape;3807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08" name="Google Shape;3808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09" name="Google Shape;3809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0" name="Google Shape;3810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1" name="Google Shape;3811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2" name="Google Shape;3812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3" name="Google Shape;3813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4" name="Google Shape;3814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15" name="Google Shape;3815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6" name="Google Shape;3816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7" name="Google Shape;3817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18" name="Google Shape;3818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19" name="Google Shape;3819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20" name="Google Shape;3820;p20"/>
          <p:cNvGrpSpPr/>
          <p:nvPr/>
        </p:nvGrpSpPr>
        <p:grpSpPr>
          <a:xfrm>
            <a:off x="4203755" y="2345311"/>
            <a:ext cx="850900" cy="527050"/>
            <a:chOff x="-490" y="1664"/>
            <a:chExt cx="1429" cy="842"/>
          </a:xfrm>
        </p:grpSpPr>
        <p:sp>
          <p:nvSpPr>
            <p:cNvPr id="3821" name="Google Shape;3821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22" name="Google Shape;3822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23" name="Google Shape;3823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24" name="Google Shape;3824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25" name="Google Shape;3825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26" name="Google Shape;3826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7" name="Google Shape;3827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8" name="Google Shape;3828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9" name="Google Shape;3829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0" name="Google Shape;3830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1" name="Google Shape;3831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32" name="Google Shape;3832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33" name="Google Shape;3833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4" name="Google Shape;3834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35" name="Google Shape;3835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36" name="Google Shape;3836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837" name="Google Shape;3837;p20"/>
          <p:cNvGrpSpPr/>
          <p:nvPr/>
        </p:nvGrpSpPr>
        <p:grpSpPr>
          <a:xfrm>
            <a:off x="5070530" y="2354836"/>
            <a:ext cx="850900" cy="527050"/>
            <a:chOff x="-490" y="1664"/>
            <a:chExt cx="1429" cy="842"/>
          </a:xfrm>
        </p:grpSpPr>
        <p:sp>
          <p:nvSpPr>
            <p:cNvPr id="3838" name="Google Shape;3838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9" name="Google Shape;3839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40" name="Google Shape;3840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41" name="Google Shape;3841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42" name="Google Shape;3842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43" name="Google Shape;3843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4" name="Google Shape;3844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5" name="Google Shape;3845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7" name="Google Shape;3847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8" name="Google Shape;3848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49" name="Google Shape;3849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0" name="Google Shape;3850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1" name="Google Shape;3851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52" name="Google Shape;3852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53" name="Google Shape;3853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854" name="Google Shape;3854;p20"/>
          <p:cNvCxnSpPr/>
          <p:nvPr/>
        </p:nvCxnSpPr>
        <p:spPr>
          <a:xfrm>
            <a:off x="3657655" y="2248473"/>
            <a:ext cx="3690937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55" name="Google Shape;3855;p20"/>
          <p:cNvGrpSpPr/>
          <p:nvPr/>
        </p:nvGrpSpPr>
        <p:grpSpPr>
          <a:xfrm>
            <a:off x="6159555" y="1507111"/>
            <a:ext cx="850900" cy="527050"/>
            <a:chOff x="-490" y="1664"/>
            <a:chExt cx="1429" cy="842"/>
          </a:xfrm>
        </p:grpSpPr>
        <p:sp>
          <p:nvSpPr>
            <p:cNvPr id="3856" name="Google Shape;3856;p20"/>
            <p:cNvSpPr/>
            <p:nvPr/>
          </p:nvSpPr>
          <p:spPr>
            <a:xfrm>
              <a:off x="-490" y="1664"/>
              <a:ext cx="1429" cy="294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7" name="Google Shape;3857;p20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3858" name="Google Shape;3858;p20"/>
              <p:cNvSpPr/>
              <p:nvPr/>
            </p:nvSpPr>
            <p:spPr>
              <a:xfrm>
                <a:off x="-338" y="1923"/>
                <a:ext cx="1128" cy="58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859" name="Google Shape;3859;p20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3860" name="Google Shape;3860;p20"/>
              <p:cNvGrpSpPr/>
              <p:nvPr/>
            </p:nvGrpSpPr>
            <p:grpSpPr>
              <a:xfrm>
                <a:off x="67" y="2192"/>
                <a:ext cx="387" cy="139"/>
                <a:chOff x="320" y="890"/>
                <a:chExt cx="871" cy="339"/>
              </a:xfrm>
            </p:grpSpPr>
            <p:sp>
              <p:nvSpPr>
                <p:cNvPr id="3861" name="Google Shape;3861;p20"/>
                <p:cNvSpPr/>
                <p:nvPr/>
              </p:nvSpPr>
              <p:spPr>
                <a:xfrm>
                  <a:off x="320" y="1000"/>
                  <a:ext cx="871" cy="229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2" name="Google Shape;3862;p20"/>
                <p:cNvSpPr/>
                <p:nvPr/>
              </p:nvSpPr>
              <p:spPr>
                <a:xfrm>
                  <a:off x="392" y="1074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3" name="Google Shape;3863;p20"/>
                <p:cNvSpPr/>
                <p:nvPr/>
              </p:nvSpPr>
              <p:spPr>
                <a:xfrm>
                  <a:off x="464" y="1074"/>
                  <a:ext cx="54" cy="56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4" name="Google Shape;3864;p20"/>
                <p:cNvSpPr/>
                <p:nvPr/>
              </p:nvSpPr>
              <p:spPr>
                <a:xfrm>
                  <a:off x="536" y="1068"/>
                  <a:ext cx="60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5" name="Google Shape;3865;p20"/>
                <p:cNvSpPr/>
                <p:nvPr/>
              </p:nvSpPr>
              <p:spPr>
                <a:xfrm>
                  <a:off x="615" y="1068"/>
                  <a:ext cx="54" cy="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6" name="Google Shape;3866;p20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3867" name="Google Shape;3867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8" name="Google Shape;3868;p20"/>
              <p:cNvSpPr/>
              <p:nvPr/>
            </p:nvSpPr>
            <p:spPr>
              <a:xfrm>
                <a:off x="528" y="2232"/>
                <a:ext cx="104" cy="91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9" name="Google Shape;3869;p20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70" name="Google Shape;3870;p20"/>
              <p:cNvCxnSpPr/>
              <p:nvPr/>
            </p:nvCxnSpPr>
            <p:spPr>
              <a:xfrm rot="10800000">
                <a:off x="470" y="2270"/>
                <a:ext cx="15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3871" name="Google Shape;3871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872" name="Google Shape;3872;p20"/>
          <p:cNvSpPr txBox="1"/>
          <p:nvPr/>
        </p:nvSpPr>
        <p:spPr>
          <a:xfrm>
            <a:off x="5770617" y="1576961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69696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9696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</p:txBody>
      </p:sp>
      <p:cxnSp>
        <p:nvCxnSpPr>
          <p:cNvPr id="3873" name="Google Shape;3873;p20"/>
          <p:cNvCxnSpPr/>
          <p:nvPr/>
        </p:nvCxnSpPr>
        <p:spPr>
          <a:xfrm flipH="1">
            <a:off x="4751442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4" name="Google Shape;3874;p20"/>
          <p:cNvCxnSpPr/>
          <p:nvPr/>
        </p:nvCxnSpPr>
        <p:spPr>
          <a:xfrm flipH="1">
            <a:off x="565631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5" name="Google Shape;3875;p20"/>
          <p:cNvCxnSpPr/>
          <p:nvPr/>
        </p:nvCxnSpPr>
        <p:spPr>
          <a:xfrm flipH="1">
            <a:off x="6792967" y="1918273"/>
            <a:ext cx="3175" cy="3333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6" name="Google Shape;3876;p20"/>
          <p:cNvSpPr/>
          <p:nvPr/>
        </p:nvSpPr>
        <p:spPr>
          <a:xfrm>
            <a:off x="5742042" y="225482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7" name="Google Shape;3877;p20"/>
          <p:cNvSpPr/>
          <p:nvPr/>
        </p:nvSpPr>
        <p:spPr>
          <a:xfrm>
            <a:off x="4875267" y="2248473"/>
            <a:ext cx="127000" cy="476250"/>
          </a:xfrm>
          <a:custGeom>
            <a:rect b="b" l="l" r="r" t="t"/>
            <a:pathLst>
              <a:path extrusionOk="0" h="300" w="80">
                <a:moveTo>
                  <a:pt x="0" y="300"/>
                </a:moveTo>
                <a:lnTo>
                  <a:pt x="80" y="300"/>
                </a:lnTo>
                <a:lnTo>
                  <a:pt x="8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8" name="Google Shape;3878;p20"/>
          <p:cNvSpPr/>
          <p:nvPr/>
        </p:nvSpPr>
        <p:spPr>
          <a:xfrm>
            <a:off x="7086655" y="1823023"/>
            <a:ext cx="955675" cy="70008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9" name="Google Shape;3879;p20"/>
          <p:cNvSpPr txBox="1"/>
          <p:nvPr/>
        </p:nvSpPr>
        <p:spPr>
          <a:xfrm>
            <a:off x="6597705" y="1286448"/>
            <a:ext cx="1925637" cy="296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 headend</a:t>
            </a:r>
            <a:endParaRPr/>
          </a:p>
        </p:txBody>
      </p:sp>
      <p:sp>
        <p:nvSpPr>
          <p:cNvPr id="3880" name="Google Shape;3880;p20"/>
          <p:cNvSpPr/>
          <p:nvPr/>
        </p:nvSpPr>
        <p:spPr>
          <a:xfrm>
            <a:off x="7343830" y="2005586"/>
            <a:ext cx="330200" cy="454025"/>
          </a:xfrm>
          <a:custGeom>
            <a:rect b="b" l="l" r="r" t="t"/>
            <a:pathLst>
              <a:path extrusionOk="0" h="412" w="318">
                <a:moveTo>
                  <a:pt x="0" y="412"/>
                </a:moveTo>
                <a:lnTo>
                  <a:pt x="3" y="1"/>
                </a:lnTo>
                <a:lnTo>
                  <a:pt x="74" y="0"/>
                </a:lnTo>
                <a:lnTo>
                  <a:pt x="254" y="111"/>
                </a:lnTo>
                <a:lnTo>
                  <a:pt x="318" y="115"/>
                </a:lnTo>
                <a:lnTo>
                  <a:pt x="318" y="308"/>
                </a:lnTo>
                <a:lnTo>
                  <a:pt x="246" y="308"/>
                </a:lnTo>
                <a:lnTo>
                  <a:pt x="74" y="412"/>
                </a:lnTo>
                <a:lnTo>
                  <a:pt x="0" y="412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DA9DB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1" name="Google Shape;3881;p20"/>
          <p:cNvSpPr/>
          <p:nvPr/>
        </p:nvSpPr>
        <p:spPr>
          <a:xfrm>
            <a:off x="7345417" y="1940498"/>
            <a:ext cx="366713" cy="406400"/>
          </a:xfrm>
          <a:custGeom>
            <a:rect b="b" l="l" r="r" t="t"/>
            <a:pathLst>
              <a:path extrusionOk="0" h="369" w="353">
                <a:moveTo>
                  <a:pt x="0" y="59"/>
                </a:moveTo>
                <a:lnTo>
                  <a:pt x="32" y="0"/>
                </a:lnTo>
                <a:lnTo>
                  <a:pt x="105" y="0"/>
                </a:lnTo>
                <a:lnTo>
                  <a:pt x="276" y="113"/>
                </a:lnTo>
                <a:lnTo>
                  <a:pt x="353" y="113"/>
                </a:lnTo>
                <a:lnTo>
                  <a:pt x="353" y="315"/>
                </a:lnTo>
                <a:lnTo>
                  <a:pt x="318" y="369"/>
                </a:lnTo>
                <a:lnTo>
                  <a:pt x="315" y="173"/>
                </a:lnTo>
                <a:lnTo>
                  <a:pt x="254" y="173"/>
                </a:lnTo>
                <a:lnTo>
                  <a:pt x="75" y="60"/>
                </a:lnTo>
                <a:lnTo>
                  <a:pt x="0" y="59"/>
                </a:lnTo>
                <a:close/>
              </a:path>
            </a:pathLst>
          </a:custGeom>
          <a:solidFill>
            <a:srgbClr val="2F549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2" name="Google Shape;3882;p20"/>
          <p:cNvCxnSpPr/>
          <p:nvPr/>
        </p:nvCxnSpPr>
        <p:spPr>
          <a:xfrm flipH="1">
            <a:off x="7670855" y="2064323"/>
            <a:ext cx="34925" cy="68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3" name="Google Shape;3883;p20"/>
          <p:cNvCxnSpPr/>
          <p:nvPr/>
        </p:nvCxnSpPr>
        <p:spPr>
          <a:xfrm>
            <a:off x="7372405" y="2235773"/>
            <a:ext cx="2682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84" name="Google Shape;3884;p20"/>
          <p:cNvSpPr/>
          <p:nvPr/>
        </p:nvSpPr>
        <p:spPr>
          <a:xfrm>
            <a:off x="7366055" y="2059561"/>
            <a:ext cx="274637" cy="115887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5" name="Google Shape;3885;p20"/>
          <p:cNvSpPr/>
          <p:nvPr/>
        </p:nvSpPr>
        <p:spPr>
          <a:xfrm flipH="1" rot="10800000">
            <a:off x="7366055" y="2296098"/>
            <a:ext cx="274637" cy="114300"/>
          </a:xfrm>
          <a:custGeom>
            <a:rect b="b" l="l" r="r" t="t"/>
            <a:pathLst>
              <a:path extrusionOk="0" h="105" w="264">
                <a:moveTo>
                  <a:pt x="0" y="0"/>
                </a:moveTo>
                <a:lnTo>
                  <a:pt x="52" y="0"/>
                </a:lnTo>
                <a:lnTo>
                  <a:pt x="207" y="105"/>
                </a:lnTo>
                <a:lnTo>
                  <a:pt x="264" y="10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6" name="Google Shape;3886;p20"/>
          <p:cNvSpPr/>
          <p:nvPr/>
        </p:nvSpPr>
        <p:spPr>
          <a:xfrm>
            <a:off x="6946955" y="1559498"/>
            <a:ext cx="1206500" cy="261938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87" name="Google Shape;3887;p20"/>
          <p:cNvGrpSpPr/>
          <p:nvPr/>
        </p:nvGrpSpPr>
        <p:grpSpPr>
          <a:xfrm>
            <a:off x="2000305" y="1964311"/>
            <a:ext cx="609600" cy="609600"/>
            <a:chOff x="-44" y="1473"/>
            <a:chExt cx="981" cy="1105"/>
          </a:xfrm>
        </p:grpSpPr>
        <p:pic>
          <p:nvPicPr>
            <p:cNvPr descr="desktop_computer_stylized_medium" id="3888" name="Google Shape;3888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9" name="Google Shape;3889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90" name="Google Shape;3890;p20"/>
          <p:cNvGrpSpPr/>
          <p:nvPr/>
        </p:nvGrpSpPr>
        <p:grpSpPr>
          <a:xfrm>
            <a:off x="1815284" y="2250058"/>
            <a:ext cx="3092450" cy="1417637"/>
            <a:chOff x="256" y="1443"/>
            <a:chExt cx="1948" cy="893"/>
          </a:xfrm>
        </p:grpSpPr>
        <p:sp>
          <p:nvSpPr>
            <p:cNvPr id="3891" name="Google Shape;3891;p20"/>
            <p:cNvSpPr txBox="1"/>
            <p:nvPr/>
          </p:nvSpPr>
          <p:spPr>
            <a:xfrm>
              <a:off x="256" y="1885"/>
              <a:ext cx="1948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data, TV transmitted at different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frequencies over </a:t>
              </a: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shared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cable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distribution network</a:t>
              </a:r>
              <a:endParaRPr/>
            </a:p>
          </p:txBody>
        </p:sp>
        <p:cxnSp>
          <p:nvCxnSpPr>
            <p:cNvPr id="3892" name="Google Shape;3892;p20"/>
            <p:cNvCxnSpPr/>
            <p:nvPr/>
          </p:nvCxnSpPr>
          <p:spPr>
            <a:xfrm flipH="1" rot="10800000">
              <a:off x="1452" y="1443"/>
              <a:ext cx="282" cy="47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93" name="Google Shape;3893;p20"/>
          <p:cNvSpPr/>
          <p:nvPr/>
        </p:nvSpPr>
        <p:spPr>
          <a:xfrm>
            <a:off x="952500" y="4196551"/>
            <a:ext cx="11503627" cy="23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HFC: hybrid fiber coax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asymmetric: up to 40 Mbps – 1.2 Gbps downstream transmission rate, 30-100 Mbps upstream transmission rate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cable, fiber attaches homes to ISP router</a:t>
            </a:r>
            <a:endParaRPr/>
          </a:p>
          <a:p>
            <a:pPr indent="-225425" lvl="1" marL="682625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homes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share access network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cable headend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894" name="Google Shape;3894;p20"/>
          <p:cNvGrpSpPr/>
          <p:nvPr/>
        </p:nvGrpSpPr>
        <p:grpSpPr>
          <a:xfrm>
            <a:off x="6634372" y="2229423"/>
            <a:ext cx="3584575" cy="1858963"/>
            <a:chOff x="6634372" y="2229423"/>
            <a:chExt cx="3584575" cy="1858963"/>
          </a:xfrm>
        </p:grpSpPr>
        <p:grpSp>
          <p:nvGrpSpPr>
            <p:cNvPr id="3895" name="Google Shape;3895;p20"/>
            <p:cNvGrpSpPr/>
            <p:nvPr/>
          </p:nvGrpSpPr>
          <p:grpSpPr>
            <a:xfrm>
              <a:off x="7701172" y="2391348"/>
              <a:ext cx="2517775" cy="508000"/>
              <a:chOff x="3912" y="1484"/>
              <a:chExt cx="1586" cy="320"/>
            </a:xfrm>
          </p:grpSpPr>
          <p:cxnSp>
            <p:nvCxnSpPr>
              <p:cNvPr id="3896" name="Google Shape;3896;p20"/>
              <p:cNvCxnSpPr/>
              <p:nvPr/>
            </p:nvCxnSpPr>
            <p:spPr>
              <a:xfrm rot="10800000">
                <a:off x="3912" y="1497"/>
                <a:ext cx="711" cy="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897" name="Google Shape;3897;p20"/>
              <p:cNvSpPr txBox="1"/>
              <p:nvPr/>
            </p:nvSpPr>
            <p:spPr>
              <a:xfrm>
                <a:off x="4307" y="1484"/>
                <a:ext cx="1191" cy="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cable modem</a:t>
                </a:r>
                <a:endParaRPr/>
              </a:p>
              <a:p>
                <a:pPr indent="0" lvl="0" marL="0" marR="0" rtl="0" algn="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termination system</a:t>
                </a:r>
                <a:endParaRPr/>
              </a:p>
            </p:txBody>
          </p:sp>
        </p:grpSp>
        <p:sp>
          <p:nvSpPr>
            <p:cNvPr id="3898" name="Google Shape;3898;p20"/>
            <p:cNvSpPr txBox="1"/>
            <p:nvPr/>
          </p:nvSpPr>
          <p:spPr>
            <a:xfrm>
              <a:off x="7086655" y="2478661"/>
              <a:ext cx="95091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CMTS</a:t>
              </a:r>
              <a:endParaRPr/>
            </a:p>
          </p:txBody>
        </p:sp>
        <p:sp>
          <p:nvSpPr>
            <p:cNvPr id="3899" name="Google Shape;3899;p20"/>
            <p:cNvSpPr/>
            <p:nvPr/>
          </p:nvSpPr>
          <p:spPr>
            <a:xfrm>
              <a:off x="7742447" y="2229423"/>
              <a:ext cx="206375" cy="927100"/>
            </a:xfrm>
            <a:custGeom>
              <a:rect b="b" l="l" r="r" t="t"/>
              <a:pathLst>
                <a:path extrusionOk="0" h="584" w="130">
                  <a:moveTo>
                    <a:pt x="0" y="0"/>
                  </a:moveTo>
                  <a:lnTo>
                    <a:pt x="130" y="0"/>
                  </a:lnTo>
                  <a:lnTo>
                    <a:pt x="130" y="584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00" name="Google Shape;3900;p20"/>
            <p:cNvGrpSpPr/>
            <p:nvPr/>
          </p:nvGrpSpPr>
          <p:grpSpPr>
            <a:xfrm>
              <a:off x="6634372" y="2940623"/>
              <a:ext cx="2178050" cy="1147763"/>
              <a:chOff x="6634372" y="2940623"/>
              <a:chExt cx="2178050" cy="1147763"/>
            </a:xfrm>
          </p:grpSpPr>
          <p:sp>
            <p:nvSpPr>
              <p:cNvPr id="3901" name="Google Shape;3901;p20"/>
              <p:cNvSpPr/>
              <p:nvPr/>
            </p:nvSpPr>
            <p:spPr>
              <a:xfrm>
                <a:off x="6634372" y="2940623"/>
                <a:ext cx="2178050" cy="1147763"/>
              </a:xfrm>
              <a:custGeom>
                <a:rect b="b" l="l" r="r" t="t"/>
                <a:pathLst>
                  <a:path extrusionOk="0" h="459" w="765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CCFF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02" name="Google Shape;3902;p20"/>
              <p:cNvCxnSpPr/>
              <p:nvPr/>
            </p:nvCxnSpPr>
            <p:spPr>
              <a:xfrm flipH="1" rot="10800000">
                <a:off x="7464635" y="3294636"/>
                <a:ext cx="168275" cy="1206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3" name="Google Shape;3903;p20"/>
              <p:cNvCxnSpPr/>
              <p:nvPr/>
            </p:nvCxnSpPr>
            <p:spPr>
              <a:xfrm>
                <a:off x="7231272" y="3534348"/>
                <a:ext cx="0" cy="114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4" name="Google Shape;3904;p20"/>
              <p:cNvCxnSpPr/>
              <p:nvPr/>
            </p:nvCxnSpPr>
            <p:spPr>
              <a:xfrm flipH="1" rot="10800000">
                <a:off x="7464635" y="3391473"/>
                <a:ext cx="358775" cy="4000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5" name="Google Shape;3905;p20"/>
              <p:cNvCxnSpPr/>
              <p:nvPr/>
            </p:nvCxnSpPr>
            <p:spPr>
              <a:xfrm>
                <a:off x="7961522" y="3389886"/>
                <a:ext cx="0" cy="2714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6" name="Google Shape;3906;p20"/>
              <p:cNvCxnSpPr/>
              <p:nvPr/>
            </p:nvCxnSpPr>
            <p:spPr>
              <a:xfrm>
                <a:off x="7490035" y="3813748"/>
                <a:ext cx="25717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7" name="Google Shape;3907;p20"/>
              <p:cNvCxnSpPr/>
              <p:nvPr/>
            </p:nvCxnSpPr>
            <p:spPr>
              <a:xfrm>
                <a:off x="8245685" y="3801048"/>
                <a:ext cx="241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08" name="Google Shape;3908;p20"/>
              <p:cNvCxnSpPr/>
              <p:nvPr/>
            </p:nvCxnSpPr>
            <p:spPr>
              <a:xfrm>
                <a:off x="8510797" y="3797873"/>
                <a:ext cx="24288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2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909" name="Google Shape;3909;p20"/>
              <p:cNvSpPr txBox="1"/>
              <p:nvPr/>
            </p:nvSpPr>
            <p:spPr>
              <a:xfrm>
                <a:off x="8207585" y="3191448"/>
                <a:ext cx="5524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ISP</a:t>
                </a:r>
                <a:endParaRPr/>
              </a:p>
            </p:txBody>
          </p:sp>
          <p:grpSp>
            <p:nvGrpSpPr>
              <p:cNvPr id="3910" name="Google Shape;3910;p20"/>
              <p:cNvGrpSpPr/>
              <p:nvPr/>
            </p:nvGrpSpPr>
            <p:grpSpPr>
              <a:xfrm>
                <a:off x="6972551" y="3193191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11" name="Google Shape;3911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12" name="Google Shape;3912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13" name="Google Shape;3913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14" name="Google Shape;3914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5" name="Google Shape;3915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6" name="Google Shape;3916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17" name="Google Shape;3917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18" name="Google Shape;3918;p20"/>
              <p:cNvGrpSpPr/>
              <p:nvPr/>
            </p:nvGrpSpPr>
            <p:grpSpPr>
              <a:xfrm>
                <a:off x="6955883" y="3598924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19" name="Google Shape;3919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20" name="Google Shape;3920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21" name="Google Shape;3921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22" name="Google Shape;3922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3" name="Google Shape;3923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4" name="Google Shape;3924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25" name="Google Shape;3925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26" name="Google Shape;3926;p20"/>
              <p:cNvGrpSpPr/>
              <p:nvPr/>
            </p:nvGrpSpPr>
            <p:grpSpPr>
              <a:xfrm>
                <a:off x="7720114" y="3593282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27" name="Google Shape;3927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28" name="Google Shape;3928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29" name="Google Shape;3929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30" name="Google Shape;3930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1" name="Google Shape;3931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2" name="Google Shape;3932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3" name="Google Shape;3933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934" name="Google Shape;3934;p20"/>
              <p:cNvGrpSpPr/>
              <p:nvPr/>
            </p:nvGrpSpPr>
            <p:grpSpPr>
              <a:xfrm>
                <a:off x="7618622" y="3082478"/>
                <a:ext cx="576221" cy="330754"/>
                <a:chOff x="7493876" y="2774731"/>
                <a:chExt cx="1481958" cy="894622"/>
              </a:xfrm>
            </p:grpSpPr>
            <p:sp>
              <p:nvSpPr>
                <p:cNvPr id="3935" name="Google Shape;3935;p20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936" name="Google Shape;3936;p20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937" name="Google Shape;3937;p20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938" name="Google Shape;3938;p20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39" name="Google Shape;3939;p20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0" name="Google Shape;3940;p20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1" name="Google Shape;3941;p20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3942" name="Google Shape;3942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47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8" name="Google Shape;3948;p21"/>
          <p:cNvGrpSpPr/>
          <p:nvPr/>
        </p:nvGrpSpPr>
        <p:grpSpPr>
          <a:xfrm>
            <a:off x="6745014" y="2947413"/>
            <a:ext cx="2178050" cy="1147763"/>
            <a:chOff x="6634372" y="2940623"/>
            <a:chExt cx="2178050" cy="1147763"/>
          </a:xfrm>
        </p:grpSpPr>
        <p:sp>
          <p:nvSpPr>
            <p:cNvPr id="3949" name="Google Shape;3949;p21"/>
            <p:cNvSpPr/>
            <p:nvPr/>
          </p:nvSpPr>
          <p:spPr>
            <a:xfrm>
              <a:off x="6634372" y="2940623"/>
              <a:ext cx="2178050" cy="1147763"/>
            </a:xfrm>
            <a:custGeom>
              <a:rect b="b" l="l" r="r" t="t"/>
              <a:pathLst>
                <a:path extrusionOk="0" h="459" w="765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50" name="Google Shape;3950;p21"/>
            <p:cNvCxnSpPr/>
            <p:nvPr/>
          </p:nvCxnSpPr>
          <p:spPr>
            <a:xfrm flipH="1" rot="10800000">
              <a:off x="7464635" y="3294636"/>
              <a:ext cx="168275" cy="120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1" name="Google Shape;3951;p21"/>
            <p:cNvCxnSpPr/>
            <p:nvPr/>
          </p:nvCxnSpPr>
          <p:spPr>
            <a:xfrm>
              <a:off x="7231272" y="3534348"/>
              <a:ext cx="0" cy="11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2" name="Google Shape;3952;p21"/>
            <p:cNvCxnSpPr/>
            <p:nvPr/>
          </p:nvCxnSpPr>
          <p:spPr>
            <a:xfrm flipH="1" rot="10800000">
              <a:off x="7464635" y="3391473"/>
              <a:ext cx="358775" cy="400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3" name="Google Shape;3953;p21"/>
            <p:cNvCxnSpPr/>
            <p:nvPr/>
          </p:nvCxnSpPr>
          <p:spPr>
            <a:xfrm>
              <a:off x="7961522" y="3389886"/>
              <a:ext cx="0" cy="271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4" name="Google Shape;3954;p21"/>
            <p:cNvCxnSpPr/>
            <p:nvPr/>
          </p:nvCxnSpPr>
          <p:spPr>
            <a:xfrm>
              <a:off x="7490035" y="3813748"/>
              <a:ext cx="2571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5" name="Google Shape;3955;p21"/>
            <p:cNvCxnSpPr/>
            <p:nvPr/>
          </p:nvCxnSpPr>
          <p:spPr>
            <a:xfrm>
              <a:off x="8245685" y="3801048"/>
              <a:ext cx="2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6" name="Google Shape;3956;p21"/>
            <p:cNvCxnSpPr/>
            <p:nvPr/>
          </p:nvCxnSpPr>
          <p:spPr>
            <a:xfrm>
              <a:off x="8510797" y="3797873"/>
              <a:ext cx="242888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957" name="Google Shape;3957;p21"/>
            <p:cNvSpPr txBox="1"/>
            <p:nvPr/>
          </p:nvSpPr>
          <p:spPr>
            <a:xfrm>
              <a:off x="8207585" y="3191448"/>
              <a:ext cx="552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ISP</a:t>
              </a:r>
              <a:endParaRPr/>
            </a:p>
          </p:txBody>
        </p:sp>
        <p:grpSp>
          <p:nvGrpSpPr>
            <p:cNvPr id="3958" name="Google Shape;3958;p21"/>
            <p:cNvGrpSpPr/>
            <p:nvPr/>
          </p:nvGrpSpPr>
          <p:grpSpPr>
            <a:xfrm>
              <a:off x="6972551" y="3193191"/>
              <a:ext cx="576221" cy="330754"/>
              <a:chOff x="7493876" y="2774731"/>
              <a:chExt cx="1481958" cy="894622"/>
            </a:xfrm>
          </p:grpSpPr>
          <p:sp>
            <p:nvSpPr>
              <p:cNvPr id="3959" name="Google Shape;3959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60" name="Google Shape;3960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61" name="Google Shape;3961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62" name="Google Shape;3962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3" name="Google Shape;3963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4" name="Google Shape;3964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5" name="Google Shape;3965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66" name="Google Shape;3966;p21"/>
            <p:cNvGrpSpPr/>
            <p:nvPr/>
          </p:nvGrpSpPr>
          <p:grpSpPr>
            <a:xfrm>
              <a:off x="6955883" y="3598924"/>
              <a:ext cx="576221" cy="330754"/>
              <a:chOff x="7493876" y="2774731"/>
              <a:chExt cx="1481958" cy="894622"/>
            </a:xfrm>
          </p:grpSpPr>
          <p:sp>
            <p:nvSpPr>
              <p:cNvPr id="3967" name="Google Shape;3967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68" name="Google Shape;3968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69" name="Google Shape;3969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70" name="Google Shape;3970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1" name="Google Shape;3971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2" name="Google Shape;3972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3" name="Google Shape;3973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74" name="Google Shape;3974;p21"/>
            <p:cNvGrpSpPr/>
            <p:nvPr/>
          </p:nvGrpSpPr>
          <p:grpSpPr>
            <a:xfrm>
              <a:off x="7720114" y="3593282"/>
              <a:ext cx="576221" cy="330754"/>
              <a:chOff x="7493876" y="2774731"/>
              <a:chExt cx="1481958" cy="894622"/>
            </a:xfrm>
          </p:grpSpPr>
          <p:sp>
            <p:nvSpPr>
              <p:cNvPr id="3975" name="Google Shape;3975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76" name="Google Shape;3976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77" name="Google Shape;3977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78" name="Google Shape;3978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9" name="Google Shape;3979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0" name="Google Shape;3980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1" name="Google Shape;3981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82" name="Google Shape;3982;p21"/>
            <p:cNvGrpSpPr/>
            <p:nvPr/>
          </p:nvGrpSpPr>
          <p:grpSpPr>
            <a:xfrm>
              <a:off x="7618622" y="3082478"/>
              <a:ext cx="576221" cy="330754"/>
              <a:chOff x="7493876" y="2774731"/>
              <a:chExt cx="1481958" cy="894622"/>
            </a:xfrm>
          </p:grpSpPr>
          <p:sp>
            <p:nvSpPr>
              <p:cNvPr id="3983" name="Google Shape;3983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84" name="Google Shape;3984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85" name="Google Shape;3985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86" name="Google Shape;3986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7" name="Google Shape;3987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8" name="Google Shape;3988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9" name="Google Shape;3989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90" name="Google Shape;3990;p21"/>
          <p:cNvSpPr txBox="1"/>
          <p:nvPr>
            <p:ph type="title"/>
          </p:nvPr>
        </p:nvSpPr>
        <p:spPr>
          <a:xfrm>
            <a:off x="419100" y="273146"/>
            <a:ext cx="114300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0" lang="en-US" sz="4800"/>
              <a:t>Access networks: digital subscriber line (DSL)</a:t>
            </a:r>
            <a:endParaRPr b="0" sz="4800"/>
          </a:p>
        </p:txBody>
      </p:sp>
      <p:sp>
        <p:nvSpPr>
          <p:cNvPr id="3991" name="Google Shape;3991;p21"/>
          <p:cNvSpPr/>
          <p:nvPr/>
        </p:nvSpPr>
        <p:spPr>
          <a:xfrm>
            <a:off x="5902873" y="1444625"/>
            <a:ext cx="2216150" cy="1477963"/>
          </a:xfrm>
          <a:custGeom>
            <a:rect b="b" l="l" r="r" t="t"/>
            <a:pathLst>
              <a:path extrusionOk="0" h="931" w="1396">
                <a:moveTo>
                  <a:pt x="873" y="18"/>
                </a:moveTo>
                <a:cubicBezTo>
                  <a:pt x="787" y="32"/>
                  <a:pt x="625" y="55"/>
                  <a:pt x="526" y="89"/>
                </a:cubicBezTo>
                <a:cubicBezTo>
                  <a:pt x="426" y="122"/>
                  <a:pt x="346" y="184"/>
                  <a:pt x="278" y="216"/>
                </a:cubicBezTo>
                <a:cubicBezTo>
                  <a:pt x="210" y="248"/>
                  <a:pt x="159" y="236"/>
                  <a:pt x="118" y="283"/>
                </a:cubicBezTo>
                <a:cubicBezTo>
                  <a:pt x="77" y="330"/>
                  <a:pt x="46" y="416"/>
                  <a:pt x="30" y="497"/>
                </a:cubicBezTo>
                <a:cubicBezTo>
                  <a:pt x="14" y="578"/>
                  <a:pt x="0" y="714"/>
                  <a:pt x="24" y="768"/>
                </a:cubicBezTo>
                <a:cubicBezTo>
                  <a:pt x="49" y="821"/>
                  <a:pt x="112" y="796"/>
                  <a:pt x="178" y="818"/>
                </a:cubicBezTo>
                <a:cubicBezTo>
                  <a:pt x="244" y="840"/>
                  <a:pt x="318" y="886"/>
                  <a:pt x="421" y="902"/>
                </a:cubicBezTo>
                <a:cubicBezTo>
                  <a:pt x="524" y="918"/>
                  <a:pt x="681" y="916"/>
                  <a:pt x="793" y="916"/>
                </a:cubicBezTo>
                <a:cubicBezTo>
                  <a:pt x="905" y="916"/>
                  <a:pt x="1004" y="931"/>
                  <a:pt x="1095" y="902"/>
                </a:cubicBezTo>
                <a:cubicBezTo>
                  <a:pt x="1186" y="873"/>
                  <a:pt x="1291" y="813"/>
                  <a:pt x="1337" y="744"/>
                </a:cubicBezTo>
                <a:cubicBezTo>
                  <a:pt x="1383" y="675"/>
                  <a:pt x="1365" y="580"/>
                  <a:pt x="1372" y="487"/>
                </a:cubicBezTo>
                <a:cubicBezTo>
                  <a:pt x="1378" y="393"/>
                  <a:pt x="1396" y="256"/>
                  <a:pt x="1377" y="179"/>
                </a:cubicBezTo>
                <a:cubicBezTo>
                  <a:pt x="1358" y="102"/>
                  <a:pt x="1314" y="57"/>
                  <a:pt x="1259" y="28"/>
                </a:cubicBezTo>
                <a:cubicBezTo>
                  <a:pt x="1203" y="0"/>
                  <a:pt x="1110" y="7"/>
                  <a:pt x="1046" y="5"/>
                </a:cubicBezTo>
                <a:cubicBezTo>
                  <a:pt x="981" y="3"/>
                  <a:pt x="959" y="5"/>
                  <a:pt x="873" y="18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21"/>
          <p:cNvSpPr/>
          <p:nvPr/>
        </p:nvSpPr>
        <p:spPr>
          <a:xfrm>
            <a:off x="6902998" y="2151063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3" name="Google Shape;3993;p21"/>
          <p:cNvSpPr/>
          <p:nvPr/>
        </p:nvSpPr>
        <p:spPr>
          <a:xfrm>
            <a:off x="7283998" y="1779588"/>
            <a:ext cx="193675" cy="19367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94" name="Google Shape;3994;p21"/>
          <p:cNvCxnSpPr/>
          <p:nvPr/>
        </p:nvCxnSpPr>
        <p:spPr>
          <a:xfrm flipH="1" rot="10800000">
            <a:off x="6990311" y="1920875"/>
            <a:ext cx="317500" cy="336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5" name="Google Shape;3995;p21"/>
          <p:cNvCxnSpPr/>
          <p:nvPr/>
        </p:nvCxnSpPr>
        <p:spPr>
          <a:xfrm>
            <a:off x="7384011" y="1897063"/>
            <a:ext cx="400050" cy="5905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96" name="Google Shape;3996;p21"/>
          <p:cNvSpPr/>
          <p:nvPr/>
        </p:nvSpPr>
        <p:spPr>
          <a:xfrm>
            <a:off x="6182273" y="1900238"/>
            <a:ext cx="955675" cy="7000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7" name="Google Shape;3997;p21"/>
          <p:cNvSpPr txBox="1"/>
          <p:nvPr/>
        </p:nvSpPr>
        <p:spPr>
          <a:xfrm>
            <a:off x="5637761" y="1419225"/>
            <a:ext cx="1925637" cy="287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 office</a:t>
            </a:r>
            <a:endParaRPr/>
          </a:p>
        </p:txBody>
      </p:sp>
      <p:cxnSp>
        <p:nvCxnSpPr>
          <p:cNvPr id="3998" name="Google Shape;3998;p21"/>
          <p:cNvCxnSpPr/>
          <p:nvPr/>
        </p:nvCxnSpPr>
        <p:spPr>
          <a:xfrm>
            <a:off x="4288386" y="2306638"/>
            <a:ext cx="19383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9" name="Google Shape;3999;p21"/>
          <p:cNvSpPr txBox="1"/>
          <p:nvPr/>
        </p:nvSpPr>
        <p:spPr>
          <a:xfrm>
            <a:off x="7539586" y="1473200"/>
            <a:ext cx="1074737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grpSp>
        <p:nvGrpSpPr>
          <p:cNvPr id="4000" name="Google Shape;4000;p21"/>
          <p:cNvGrpSpPr/>
          <p:nvPr/>
        </p:nvGrpSpPr>
        <p:grpSpPr>
          <a:xfrm>
            <a:off x="6239423" y="2017713"/>
            <a:ext cx="368300" cy="519112"/>
            <a:chOff x="1852" y="2562"/>
            <a:chExt cx="355" cy="471"/>
          </a:xfrm>
        </p:grpSpPr>
        <p:sp>
          <p:nvSpPr>
            <p:cNvPr id="4001" name="Google Shape;4001;p21"/>
            <p:cNvSpPr/>
            <p:nvPr/>
          </p:nvSpPr>
          <p:spPr>
            <a:xfrm>
              <a:off x="1852" y="2621"/>
              <a:ext cx="318" cy="412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2" name="Google Shape;4002;p21"/>
            <p:cNvSpPr/>
            <p:nvPr/>
          </p:nvSpPr>
          <p:spPr>
            <a:xfrm>
              <a:off x="1854" y="2562"/>
              <a:ext cx="353" cy="369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03" name="Google Shape;4003;p21"/>
            <p:cNvCxnSpPr/>
            <p:nvPr/>
          </p:nvCxnSpPr>
          <p:spPr>
            <a:xfrm flipH="1">
              <a:off x="2167" y="2674"/>
              <a:ext cx="34" cy="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4" name="Google Shape;4004;p21"/>
            <p:cNvCxnSpPr/>
            <p:nvPr/>
          </p:nvCxnSpPr>
          <p:spPr>
            <a:xfrm>
              <a:off x="1880" y="2830"/>
              <a:ext cx="26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05" name="Google Shape;4005;p21"/>
            <p:cNvSpPr/>
            <p:nvPr/>
          </p:nvSpPr>
          <p:spPr>
            <a:xfrm>
              <a:off x="1874" y="2670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21"/>
            <p:cNvSpPr/>
            <p:nvPr/>
          </p:nvSpPr>
          <p:spPr>
            <a:xfrm flipH="1" rot="10800000">
              <a:off x="1874" y="2884"/>
              <a:ext cx="264" cy="105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7" name="Google Shape;4007;p21"/>
          <p:cNvSpPr txBox="1"/>
          <p:nvPr/>
        </p:nvSpPr>
        <p:spPr>
          <a:xfrm>
            <a:off x="5918748" y="2562225"/>
            <a:ext cx="9509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DSLAM</a:t>
            </a:r>
            <a:endParaRPr/>
          </a:p>
        </p:txBody>
      </p:sp>
      <p:grpSp>
        <p:nvGrpSpPr>
          <p:cNvPr id="4008" name="Google Shape;4008;p21"/>
          <p:cNvGrpSpPr/>
          <p:nvPr/>
        </p:nvGrpSpPr>
        <p:grpSpPr>
          <a:xfrm>
            <a:off x="4980536" y="1304925"/>
            <a:ext cx="796925" cy="658813"/>
            <a:chOff x="1671" y="1861"/>
            <a:chExt cx="502" cy="415"/>
          </a:xfrm>
        </p:grpSpPr>
        <p:sp>
          <p:nvSpPr>
            <p:cNvPr id="4009" name="Google Shape;4009;p21"/>
            <p:cNvSpPr/>
            <p:nvPr/>
          </p:nvSpPr>
          <p:spPr>
            <a:xfrm>
              <a:off x="1742" y="1966"/>
              <a:ext cx="360" cy="31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0" name="Google Shape;4010;p21"/>
            <p:cNvSpPr/>
            <p:nvPr/>
          </p:nvSpPr>
          <p:spPr>
            <a:xfrm>
              <a:off x="1671" y="1861"/>
              <a:ext cx="502" cy="129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1" name="Google Shape;4011;p21"/>
          <p:cNvSpPr/>
          <p:nvPr/>
        </p:nvSpPr>
        <p:spPr>
          <a:xfrm>
            <a:off x="5583786" y="1893888"/>
            <a:ext cx="674687" cy="239712"/>
          </a:xfrm>
          <a:custGeom>
            <a:rect b="b" l="l" r="r" t="t"/>
            <a:pathLst>
              <a:path extrusionOk="0" h="151" w="425">
                <a:moveTo>
                  <a:pt x="0" y="0"/>
                </a:moveTo>
                <a:lnTo>
                  <a:pt x="0" y="151"/>
                </a:lnTo>
                <a:lnTo>
                  <a:pt x="425" y="151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2" name="Google Shape;4012;p21"/>
          <p:cNvCxnSpPr/>
          <p:nvPr/>
        </p:nvCxnSpPr>
        <p:spPr>
          <a:xfrm>
            <a:off x="6612486" y="2259013"/>
            <a:ext cx="3778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3" name="Google Shape;4013;p21"/>
          <p:cNvSpPr/>
          <p:nvPr/>
        </p:nvSpPr>
        <p:spPr>
          <a:xfrm>
            <a:off x="6612486" y="2327275"/>
            <a:ext cx="463550" cy="1009650"/>
          </a:xfrm>
          <a:custGeom>
            <a:rect b="b" l="l" r="r" t="t"/>
            <a:pathLst>
              <a:path extrusionOk="0" h="636" w="292">
                <a:moveTo>
                  <a:pt x="0" y="0"/>
                </a:moveTo>
                <a:lnTo>
                  <a:pt x="130" y="0"/>
                </a:lnTo>
                <a:lnTo>
                  <a:pt x="130" y="636"/>
                </a:lnTo>
                <a:lnTo>
                  <a:pt x="292" y="636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14" name="Google Shape;4014;p21"/>
          <p:cNvGrpSpPr/>
          <p:nvPr/>
        </p:nvGrpSpPr>
        <p:grpSpPr>
          <a:xfrm>
            <a:off x="2375448" y="2384425"/>
            <a:ext cx="3117850" cy="1611313"/>
            <a:chOff x="490" y="1538"/>
            <a:chExt cx="1964" cy="1015"/>
          </a:xfrm>
        </p:grpSpPr>
        <p:sp>
          <p:nvSpPr>
            <p:cNvPr id="4015" name="Google Shape;4015;p21"/>
            <p:cNvSpPr txBox="1"/>
            <p:nvPr/>
          </p:nvSpPr>
          <p:spPr>
            <a:xfrm>
              <a:off x="490" y="2102"/>
              <a:ext cx="1809" cy="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voice, data transmitted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 different frequencies over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dedicated 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line to central office</a:t>
              </a:r>
              <a:endParaRPr/>
            </a:p>
          </p:txBody>
        </p:sp>
        <p:cxnSp>
          <p:nvCxnSpPr>
            <p:cNvPr id="4016" name="Google Shape;4016;p21"/>
            <p:cNvCxnSpPr/>
            <p:nvPr/>
          </p:nvCxnSpPr>
          <p:spPr>
            <a:xfrm flipH="1" rot="10800000">
              <a:off x="2093" y="1538"/>
              <a:ext cx="361" cy="58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17" name="Google Shape;4017;p21"/>
          <p:cNvSpPr/>
          <p:nvPr/>
        </p:nvSpPr>
        <p:spPr>
          <a:xfrm>
            <a:off x="1010672" y="4004660"/>
            <a:ext cx="10515599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telephone line to central office DSLAM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over DSL phone line goes to Internet</a:t>
            </a:r>
            <a:endParaRPr/>
          </a:p>
          <a:p>
            <a:pPr indent="-233362" lvl="2" marL="1147763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voice over DSL phone line goes to telephone net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24-52 Mbps dedicated downstream transmission rate </a:t>
            </a:r>
            <a:endParaRPr/>
          </a:p>
          <a:p>
            <a:pPr indent="-219075" lvl="1" marL="738188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3.5-16 Mbps dedicated upstream transmission rate</a:t>
            </a:r>
            <a:endParaRPr/>
          </a:p>
        </p:txBody>
      </p:sp>
      <p:sp>
        <p:nvSpPr>
          <p:cNvPr id="4018" name="Google Shape;4018;p21"/>
          <p:cNvSpPr/>
          <p:nvPr/>
        </p:nvSpPr>
        <p:spPr>
          <a:xfrm>
            <a:off x="2835823" y="1757363"/>
            <a:ext cx="1978025" cy="139541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9" name="Google Shape;4019;p21"/>
          <p:cNvCxnSpPr/>
          <p:nvPr/>
        </p:nvCxnSpPr>
        <p:spPr>
          <a:xfrm flipH="1" rot="10800000">
            <a:off x="3321598" y="2308225"/>
            <a:ext cx="365125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0" name="Google Shape;4020;p21"/>
          <p:cNvSpPr txBox="1"/>
          <p:nvPr/>
        </p:nvSpPr>
        <p:spPr>
          <a:xfrm>
            <a:off x="3583536" y="2414588"/>
            <a:ext cx="7747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modem</a:t>
            </a:r>
            <a:endParaRPr/>
          </a:p>
        </p:txBody>
      </p:sp>
      <p:sp>
        <p:nvSpPr>
          <p:cNvPr id="4021" name="Google Shape;4021;p21"/>
          <p:cNvSpPr txBox="1"/>
          <p:nvPr/>
        </p:nvSpPr>
        <p:spPr>
          <a:xfrm>
            <a:off x="4261398" y="2438400"/>
            <a:ext cx="70643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splitter</a:t>
            </a:r>
            <a:endParaRPr/>
          </a:p>
        </p:txBody>
      </p:sp>
      <p:grpSp>
        <p:nvGrpSpPr>
          <p:cNvPr id="4022" name="Google Shape;4022;p21"/>
          <p:cNvGrpSpPr/>
          <p:nvPr/>
        </p:nvGrpSpPr>
        <p:grpSpPr>
          <a:xfrm>
            <a:off x="3677198" y="2195513"/>
            <a:ext cx="614363" cy="220662"/>
            <a:chOff x="322" y="890"/>
            <a:chExt cx="872" cy="339"/>
          </a:xfrm>
        </p:grpSpPr>
        <p:sp>
          <p:nvSpPr>
            <p:cNvPr id="4023" name="Google Shape;4023;p21"/>
            <p:cNvSpPr/>
            <p:nvPr/>
          </p:nvSpPr>
          <p:spPr>
            <a:xfrm>
              <a:off x="322" y="1005"/>
              <a:ext cx="872" cy="224"/>
            </a:xfrm>
            <a:prstGeom prst="rect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4" name="Google Shape;4024;p21"/>
            <p:cNvSpPr/>
            <p:nvPr/>
          </p:nvSpPr>
          <p:spPr>
            <a:xfrm>
              <a:off x="394" y="1073"/>
              <a:ext cx="54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5" name="Google Shape;4025;p21"/>
            <p:cNvSpPr/>
            <p:nvPr/>
          </p:nvSpPr>
          <p:spPr>
            <a:xfrm>
              <a:off x="466" y="1073"/>
              <a:ext cx="56" cy="56"/>
            </a:xfrm>
            <a:prstGeom prst="rect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6" name="Google Shape;4026;p21"/>
            <p:cNvSpPr/>
            <p:nvPr/>
          </p:nvSpPr>
          <p:spPr>
            <a:xfrm>
              <a:off x="541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7" name="Google Shape;4027;p21"/>
            <p:cNvSpPr/>
            <p:nvPr/>
          </p:nvSpPr>
          <p:spPr>
            <a:xfrm>
              <a:off x="615" y="1070"/>
              <a:ext cx="56" cy="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8" name="Google Shape;4028;p21"/>
            <p:cNvSpPr/>
            <p:nvPr/>
          </p:nvSpPr>
          <p:spPr>
            <a:xfrm flipH="1" rot="10800000">
              <a:off x="322" y="890"/>
              <a:ext cx="859" cy="11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9" name="Google Shape;4029;p21"/>
          <p:cNvSpPr/>
          <p:nvPr/>
        </p:nvSpPr>
        <p:spPr>
          <a:xfrm>
            <a:off x="2553248" y="1346200"/>
            <a:ext cx="2498725" cy="468313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0" name="Google Shape;4030;p21"/>
          <p:cNvSpPr/>
          <p:nvPr/>
        </p:nvSpPr>
        <p:spPr>
          <a:xfrm>
            <a:off x="4531273" y="2246313"/>
            <a:ext cx="166688" cy="144462"/>
          </a:xfrm>
          <a:prstGeom prst="rect">
            <a:avLst/>
          </a:prstGeom>
          <a:solidFill>
            <a:srgbClr val="0000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1" name="Google Shape;4031;p21"/>
          <p:cNvSpPr/>
          <p:nvPr/>
        </p:nvSpPr>
        <p:spPr>
          <a:xfrm>
            <a:off x="4007398" y="1801813"/>
            <a:ext cx="604838" cy="434975"/>
          </a:xfrm>
          <a:custGeom>
            <a:rect b="b" l="l" r="r" t="t"/>
            <a:pathLst>
              <a:path extrusionOk="0" h="274" w="381">
                <a:moveTo>
                  <a:pt x="381" y="274"/>
                </a:moveTo>
                <a:lnTo>
                  <a:pt x="381" y="130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2" name="Google Shape;40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673" y="1598613"/>
            <a:ext cx="490538" cy="3698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33" name="Google Shape;4033;p21"/>
          <p:cNvCxnSpPr/>
          <p:nvPr/>
        </p:nvCxnSpPr>
        <p:spPr>
          <a:xfrm rot="10800000">
            <a:off x="4294736" y="2308225"/>
            <a:ext cx="2397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4" name="Google Shape;4034;p21"/>
          <p:cNvSpPr/>
          <p:nvPr/>
        </p:nvSpPr>
        <p:spPr>
          <a:xfrm>
            <a:off x="6042573" y="1646238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35" name="Google Shape;4035;p21"/>
          <p:cNvGrpSpPr/>
          <p:nvPr/>
        </p:nvGrpSpPr>
        <p:grpSpPr>
          <a:xfrm>
            <a:off x="5275811" y="2809875"/>
            <a:ext cx="1323975" cy="1174750"/>
            <a:chOff x="2317" y="1806"/>
            <a:chExt cx="834" cy="740"/>
          </a:xfrm>
        </p:grpSpPr>
        <p:cxnSp>
          <p:nvCxnSpPr>
            <p:cNvPr id="4036" name="Google Shape;4036;p21"/>
            <p:cNvCxnSpPr/>
            <p:nvPr/>
          </p:nvCxnSpPr>
          <p:spPr>
            <a:xfrm flipH="1" rot="10800000">
              <a:off x="2671" y="1806"/>
              <a:ext cx="268" cy="433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37" name="Google Shape;4037;p21"/>
            <p:cNvSpPr txBox="1"/>
            <p:nvPr/>
          </p:nvSpPr>
          <p:spPr>
            <a:xfrm>
              <a:off x="2317" y="2226"/>
              <a:ext cx="834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DSL access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multiplexer</a:t>
              </a:r>
              <a:endParaRPr/>
            </a:p>
          </p:txBody>
        </p:sp>
      </p:grpSp>
      <p:grpSp>
        <p:nvGrpSpPr>
          <p:cNvPr id="4038" name="Google Shape;4038;p21"/>
          <p:cNvGrpSpPr/>
          <p:nvPr/>
        </p:nvGrpSpPr>
        <p:grpSpPr>
          <a:xfrm>
            <a:off x="2740573" y="1985963"/>
            <a:ext cx="642938" cy="644525"/>
            <a:chOff x="-44" y="1473"/>
            <a:chExt cx="981" cy="1105"/>
          </a:xfrm>
        </p:grpSpPr>
        <p:pic>
          <p:nvPicPr>
            <p:cNvPr descr="desktop_computer_stylized_medium" id="4039" name="Google Shape;403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0" name="Google Shape;4040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1" name="Google Shape;4041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46" name="Shape 4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7" name="Google Shape;4047;p22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home networks</a:t>
            </a:r>
            <a:endParaRPr b="0" sz="5400"/>
          </a:p>
        </p:txBody>
      </p:sp>
      <p:sp>
        <p:nvSpPr>
          <p:cNvPr id="4048" name="Google Shape;4048;p22"/>
          <p:cNvSpPr/>
          <p:nvPr/>
        </p:nvSpPr>
        <p:spPr>
          <a:xfrm>
            <a:off x="2624905" y="1540065"/>
            <a:ext cx="5649912" cy="768350"/>
          </a:xfrm>
          <a:prstGeom prst="triangle">
            <a:avLst>
              <a:gd fmla="val 50000" name="adj"/>
            </a:avLst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9" name="Google Shape;4049;p22"/>
          <p:cNvSpPr txBox="1"/>
          <p:nvPr/>
        </p:nvSpPr>
        <p:spPr>
          <a:xfrm>
            <a:off x="8542942" y="3493569"/>
            <a:ext cx="2897188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to/from headend or central office</a:t>
            </a:r>
            <a:endParaRPr/>
          </a:p>
        </p:txBody>
      </p:sp>
      <p:sp>
        <p:nvSpPr>
          <p:cNvPr id="4050" name="Google Shape;4050;p22"/>
          <p:cNvSpPr/>
          <p:nvPr/>
        </p:nvSpPr>
        <p:spPr>
          <a:xfrm>
            <a:off x="3059880" y="2294128"/>
            <a:ext cx="4781550" cy="266223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51" name="Google Shape;4051;p22"/>
          <p:cNvGrpSpPr/>
          <p:nvPr/>
        </p:nvGrpSpPr>
        <p:grpSpPr>
          <a:xfrm>
            <a:off x="6158680" y="3633978"/>
            <a:ext cx="3000375" cy="361950"/>
            <a:chOff x="2434" y="2109"/>
            <a:chExt cx="1890" cy="228"/>
          </a:xfrm>
        </p:grpSpPr>
        <p:grpSp>
          <p:nvGrpSpPr>
            <p:cNvPr id="4052" name="Google Shape;4052;p22"/>
            <p:cNvGrpSpPr/>
            <p:nvPr/>
          </p:nvGrpSpPr>
          <p:grpSpPr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4053" name="Google Shape;4053;p22"/>
              <p:cNvSpPr/>
              <p:nvPr/>
            </p:nvSpPr>
            <p:spPr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4" name="Google Shape;4054;p22"/>
              <p:cNvSpPr/>
              <p:nvPr/>
            </p:nvSpPr>
            <p:spPr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5" name="Google Shape;4055;p22"/>
              <p:cNvSpPr/>
              <p:nvPr/>
            </p:nvSpPr>
            <p:spPr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6" name="Google Shape;4056;p22"/>
              <p:cNvSpPr/>
              <p:nvPr/>
            </p:nvSpPr>
            <p:spPr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7" name="Google Shape;4057;p22"/>
              <p:cNvSpPr/>
              <p:nvPr/>
            </p:nvSpPr>
            <p:spPr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8" name="Google Shape;4058;p22"/>
              <p:cNvSpPr/>
              <p:nvPr/>
            </p:nvSpPr>
            <p:spPr>
              <a:xfrm flipH="1" rot="10800000">
                <a:off x="322" y="890"/>
                <a:ext cx="859" cy="11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59" name="Google Shape;4059;p22"/>
            <p:cNvCxnSpPr/>
            <p:nvPr/>
          </p:nvCxnSpPr>
          <p:spPr>
            <a:xfrm rot="10800000">
              <a:off x="3361" y="2258"/>
              <a:ext cx="9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0" name="Google Shape;4060;p22"/>
            <p:cNvCxnSpPr/>
            <p:nvPr/>
          </p:nvCxnSpPr>
          <p:spPr>
            <a:xfrm rot="10800000">
              <a:off x="2434" y="2261"/>
              <a:ext cx="288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061" name="Google Shape;4061;p22"/>
          <p:cNvCxnSpPr/>
          <p:nvPr/>
        </p:nvCxnSpPr>
        <p:spPr>
          <a:xfrm rot="10800000">
            <a:off x="4306067" y="3845115"/>
            <a:ext cx="82232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62" name="Google Shape;4062;p22"/>
          <p:cNvGrpSpPr/>
          <p:nvPr/>
        </p:nvGrpSpPr>
        <p:grpSpPr>
          <a:xfrm>
            <a:off x="3685355" y="3265678"/>
            <a:ext cx="1068387" cy="820737"/>
            <a:chOff x="2967" y="478"/>
            <a:chExt cx="788" cy="625"/>
          </a:xfrm>
        </p:grpSpPr>
        <p:pic>
          <p:nvPicPr>
            <p:cNvPr descr="access_point_stylized_small" id="4063" name="Google Shape;406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64" name="Google Shape;4064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65" name="Google Shape;4065;p22"/>
          <p:cNvCxnSpPr/>
          <p:nvPr/>
        </p:nvCxnSpPr>
        <p:spPr>
          <a:xfrm rot="10800000">
            <a:off x="5632155" y="3109101"/>
            <a:ext cx="0" cy="46831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066" name="Google Shape;4066;p22"/>
          <p:cNvGrpSpPr/>
          <p:nvPr/>
        </p:nvGrpSpPr>
        <p:grpSpPr>
          <a:xfrm>
            <a:off x="7196905" y="4084827"/>
            <a:ext cx="2527300" cy="1298574"/>
            <a:chOff x="3355" y="2333"/>
            <a:chExt cx="1592" cy="818"/>
          </a:xfrm>
        </p:grpSpPr>
        <p:sp>
          <p:nvSpPr>
            <p:cNvPr id="4067" name="Google Shape;4067;p22"/>
            <p:cNvSpPr txBox="1"/>
            <p:nvPr/>
          </p:nvSpPr>
          <p:spPr>
            <a:xfrm>
              <a:off x="3355" y="2934"/>
              <a:ext cx="1592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cable or DSL modem</a:t>
              </a:r>
              <a:endParaRPr/>
            </a:p>
          </p:txBody>
        </p:sp>
        <p:cxnSp>
          <p:nvCxnSpPr>
            <p:cNvPr id="4068" name="Google Shape;4068;p22"/>
            <p:cNvCxnSpPr/>
            <p:nvPr/>
          </p:nvCxnSpPr>
          <p:spPr>
            <a:xfrm>
              <a:off x="3449" y="2333"/>
              <a:ext cx="0" cy="59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69" name="Google Shape;4069;p22"/>
          <p:cNvGrpSpPr/>
          <p:nvPr/>
        </p:nvGrpSpPr>
        <p:grpSpPr>
          <a:xfrm>
            <a:off x="5931667" y="4076891"/>
            <a:ext cx="2593975" cy="1811338"/>
            <a:chOff x="2558" y="2328"/>
            <a:chExt cx="1634" cy="1141"/>
          </a:xfrm>
        </p:grpSpPr>
        <p:sp>
          <p:nvSpPr>
            <p:cNvPr id="4070" name="Google Shape;4070;p22"/>
            <p:cNvSpPr txBox="1"/>
            <p:nvPr/>
          </p:nvSpPr>
          <p:spPr>
            <a:xfrm>
              <a:off x="2558" y="3252"/>
              <a:ext cx="1634" cy="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router, firewall, NAT</a:t>
              </a:r>
              <a:endParaRPr/>
            </a:p>
          </p:txBody>
        </p:sp>
        <p:cxnSp>
          <p:nvCxnSpPr>
            <p:cNvPr id="4071" name="Google Shape;4071;p22"/>
            <p:cNvCxnSpPr/>
            <p:nvPr/>
          </p:nvCxnSpPr>
          <p:spPr>
            <a:xfrm>
              <a:off x="2645" y="2328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72" name="Google Shape;4072;p22"/>
          <p:cNvGrpSpPr/>
          <p:nvPr/>
        </p:nvGrpSpPr>
        <p:grpSpPr>
          <a:xfrm>
            <a:off x="5476055" y="4957952"/>
            <a:ext cx="2927350" cy="1425205"/>
            <a:chOff x="2062" y="2532"/>
            <a:chExt cx="1844" cy="1239"/>
          </a:xfrm>
        </p:grpSpPr>
        <p:cxnSp>
          <p:nvCxnSpPr>
            <p:cNvPr id="4073" name="Google Shape;4073;p22"/>
            <p:cNvCxnSpPr/>
            <p:nvPr/>
          </p:nvCxnSpPr>
          <p:spPr>
            <a:xfrm>
              <a:off x="2064" y="2532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4" name="Google Shape;4074;p22"/>
            <p:cNvSpPr txBox="1"/>
            <p:nvPr/>
          </p:nvSpPr>
          <p:spPr>
            <a:xfrm>
              <a:off x="2062" y="3471"/>
              <a:ext cx="1844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wired Ethernet (1 Gbps)</a:t>
              </a:r>
              <a:endParaRPr/>
            </a:p>
          </p:txBody>
        </p:sp>
      </p:grpSp>
      <p:grpSp>
        <p:nvGrpSpPr>
          <p:cNvPr id="4075" name="Google Shape;4075;p22"/>
          <p:cNvGrpSpPr/>
          <p:nvPr/>
        </p:nvGrpSpPr>
        <p:grpSpPr>
          <a:xfrm>
            <a:off x="1907355" y="4107051"/>
            <a:ext cx="2354262" cy="2103436"/>
            <a:chOff x="23" y="2347"/>
            <a:chExt cx="1483" cy="1325"/>
          </a:xfrm>
        </p:grpSpPr>
        <p:cxnSp>
          <p:nvCxnSpPr>
            <p:cNvPr id="4076" name="Google Shape;4076;p22"/>
            <p:cNvCxnSpPr/>
            <p:nvPr/>
          </p:nvCxnSpPr>
          <p:spPr>
            <a:xfrm>
              <a:off x="1360" y="2347"/>
              <a:ext cx="0" cy="938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77" name="Google Shape;4077;p22"/>
            <p:cNvSpPr txBox="1"/>
            <p:nvPr/>
          </p:nvSpPr>
          <p:spPr>
            <a:xfrm>
              <a:off x="23" y="3300"/>
              <a:ext cx="1483" cy="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WiFi wireless access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point (54, 450 Mbps)</a:t>
              </a:r>
              <a:endParaRPr/>
            </a:p>
          </p:txBody>
        </p:sp>
      </p:grpSp>
      <p:sp>
        <p:nvSpPr>
          <p:cNvPr id="4078" name="Google Shape;4078;p22"/>
          <p:cNvSpPr txBox="1"/>
          <p:nvPr/>
        </p:nvSpPr>
        <p:spPr>
          <a:xfrm>
            <a:off x="2285961" y="1599824"/>
            <a:ext cx="2569871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and wired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devices</a:t>
            </a:r>
            <a:endParaRPr/>
          </a:p>
        </p:txBody>
      </p:sp>
      <p:grpSp>
        <p:nvGrpSpPr>
          <p:cNvPr id="4079" name="Google Shape;4079;p22"/>
          <p:cNvGrpSpPr/>
          <p:nvPr/>
        </p:nvGrpSpPr>
        <p:grpSpPr>
          <a:xfrm>
            <a:off x="3255142" y="2335403"/>
            <a:ext cx="733425" cy="758825"/>
            <a:chOff x="2751" y="1851"/>
            <a:chExt cx="462" cy="478"/>
          </a:xfrm>
        </p:grpSpPr>
        <p:pic>
          <p:nvPicPr>
            <p:cNvPr descr="iphone_stylized_small" id="4080" name="Google Shape;4080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81" name="Google Shape;4081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82" name="Google Shape;4082;p22"/>
          <p:cNvCxnSpPr/>
          <p:nvPr/>
        </p:nvCxnSpPr>
        <p:spPr>
          <a:xfrm>
            <a:off x="5632155" y="4054099"/>
            <a:ext cx="2" cy="22512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3" name="Google Shape;4083;p22"/>
          <p:cNvSpPr/>
          <p:nvPr/>
        </p:nvSpPr>
        <p:spPr>
          <a:xfrm>
            <a:off x="3151955" y="3382613"/>
            <a:ext cx="4895850" cy="810170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4" name="Google Shape;4084;p22"/>
          <p:cNvGrpSpPr/>
          <p:nvPr/>
        </p:nvGrpSpPr>
        <p:grpSpPr>
          <a:xfrm>
            <a:off x="1907354" y="3913382"/>
            <a:ext cx="1730376" cy="774701"/>
            <a:chOff x="23" y="2225"/>
            <a:chExt cx="1090" cy="488"/>
          </a:xfrm>
        </p:grpSpPr>
        <p:sp>
          <p:nvSpPr>
            <p:cNvPr id="4085" name="Google Shape;4085;p22"/>
            <p:cNvSpPr txBox="1"/>
            <p:nvPr/>
          </p:nvSpPr>
          <p:spPr>
            <a:xfrm>
              <a:off x="23" y="2357"/>
              <a:ext cx="1090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often combined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single box</a:t>
              </a:r>
              <a:endParaRPr/>
            </a:p>
          </p:txBody>
        </p:sp>
        <p:cxnSp>
          <p:nvCxnSpPr>
            <p:cNvPr id="4086" name="Google Shape;4086;p22"/>
            <p:cNvCxnSpPr/>
            <p:nvPr/>
          </p:nvCxnSpPr>
          <p:spPr>
            <a:xfrm flipH="1" rot="10800000">
              <a:off x="590" y="2225"/>
              <a:ext cx="238" cy="1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87" name="Google Shape;4087;p22"/>
          <p:cNvGrpSpPr/>
          <p:nvPr/>
        </p:nvGrpSpPr>
        <p:grpSpPr>
          <a:xfrm>
            <a:off x="4250505" y="1948053"/>
            <a:ext cx="954087" cy="1041126"/>
            <a:chOff x="877" y="1008"/>
            <a:chExt cx="2747" cy="2626"/>
          </a:xfrm>
        </p:grpSpPr>
        <p:pic>
          <p:nvPicPr>
            <p:cNvPr descr="antenna_stylized" id="4088" name="Google Shape;4088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089" name="Google Shape;4089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0" name="Google Shape;4090;p22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091" name="Google Shape;4091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92" name="Google Shape;4092;p22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22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4" name="Google Shape;4094;p22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22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22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7" name="Google Shape;4097;p22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8" name="Google Shape;4098;p22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99" name="Google Shape;4099;p2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0" name="Google Shape;4100;p2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1" name="Google Shape;4101;p2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2" name="Google Shape;4102;p2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3" name="Google Shape;4103;p2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4" name="Google Shape;4104;p2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05" name="Google Shape;4105;p22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22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22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22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22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0" name="Google Shape;4110;p22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1" name="Google Shape;4111;p22"/>
          <p:cNvGrpSpPr/>
          <p:nvPr/>
        </p:nvGrpSpPr>
        <p:grpSpPr>
          <a:xfrm>
            <a:off x="5020442" y="2413190"/>
            <a:ext cx="1123950" cy="862013"/>
            <a:chOff x="-44" y="1473"/>
            <a:chExt cx="981" cy="1105"/>
          </a:xfrm>
        </p:grpSpPr>
        <p:pic>
          <p:nvPicPr>
            <p:cNvPr descr="desktop_computer_stylized_medium" id="4112" name="Google Shape;4112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3" name="Google Shape;4113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4" name="Google Shape;4114;p22"/>
          <p:cNvGrpSpPr/>
          <p:nvPr/>
        </p:nvGrpSpPr>
        <p:grpSpPr>
          <a:xfrm>
            <a:off x="4961705" y="4219765"/>
            <a:ext cx="849312" cy="712788"/>
            <a:chOff x="-44" y="1473"/>
            <a:chExt cx="981" cy="1105"/>
          </a:xfrm>
        </p:grpSpPr>
        <p:pic>
          <p:nvPicPr>
            <p:cNvPr descr="desktop_computer_stylized_medium" id="4115" name="Google Shape;4115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6" name="Google Shape;4116;p2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7" name="Google Shape;4117;p22"/>
          <p:cNvGrpSpPr/>
          <p:nvPr/>
        </p:nvGrpSpPr>
        <p:grpSpPr>
          <a:xfrm>
            <a:off x="6357117" y="2089340"/>
            <a:ext cx="958850" cy="1276350"/>
            <a:chOff x="5806938" y="3011924"/>
            <a:chExt cx="347997" cy="396620"/>
          </a:xfrm>
        </p:grpSpPr>
        <p:pic>
          <p:nvPicPr>
            <p:cNvPr descr="fridge2.png" id="4118" name="Google Shape;4118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906702" y="3071517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119" name="Google Shape;4119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06938" y="3011924"/>
              <a:ext cx="347997" cy="1675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0" name="Google Shape;4120;p22"/>
          <p:cNvGrpSpPr/>
          <p:nvPr/>
        </p:nvGrpSpPr>
        <p:grpSpPr>
          <a:xfrm>
            <a:off x="5059243" y="3529374"/>
            <a:ext cx="1192203" cy="583857"/>
            <a:chOff x="7493876" y="2774731"/>
            <a:chExt cx="1481958" cy="894622"/>
          </a:xfrm>
        </p:grpSpPr>
        <p:sp>
          <p:nvSpPr>
            <p:cNvPr id="4121" name="Google Shape;4121;p2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22" name="Google Shape;4122;p2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23" name="Google Shape;4123;p2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24" name="Google Shape;4124;p2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5" name="Google Shape;4125;p2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6" name="Google Shape;4126;p2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7" name="Google Shape;4127;p2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8" name="Google Shape;4128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3" name="Shape 4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4" name="Google Shape;4134;p23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Wireless access networks</a:t>
            </a:r>
            <a:endParaRPr b="0" sz="5400"/>
          </a:p>
        </p:txBody>
      </p:sp>
      <p:sp>
        <p:nvSpPr>
          <p:cNvPr id="4135" name="Google Shape;4135;p23"/>
          <p:cNvSpPr txBox="1"/>
          <p:nvPr/>
        </p:nvSpPr>
        <p:spPr>
          <a:xfrm>
            <a:off x="889001" y="1174398"/>
            <a:ext cx="9379606" cy="1118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Shared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access network connects end system to router</a:t>
            </a:r>
            <a:endParaRPr/>
          </a:p>
          <a:p>
            <a:pPr indent="-225425" lvl="0" marL="3397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base station aka “access point”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36" name="Google Shape;4136;p23"/>
          <p:cNvGrpSpPr/>
          <p:nvPr/>
        </p:nvGrpSpPr>
        <p:grpSpPr>
          <a:xfrm>
            <a:off x="848711" y="2383154"/>
            <a:ext cx="4720964" cy="4020776"/>
            <a:chOff x="848711" y="2383154"/>
            <a:chExt cx="4720964" cy="4020776"/>
          </a:xfrm>
        </p:grpSpPr>
        <p:sp>
          <p:nvSpPr>
            <p:cNvPr id="4137" name="Google Shape;4137;p23"/>
            <p:cNvSpPr/>
            <p:nvPr/>
          </p:nvSpPr>
          <p:spPr>
            <a:xfrm>
              <a:off x="848711" y="2383154"/>
              <a:ext cx="4720964" cy="3118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Wireless local area networks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(WLANs)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typically within or around building (~100 ft)</a:t>
              </a:r>
              <a:endParaRPr/>
            </a:p>
            <a:p>
              <a:pPr indent="-260350" lvl="1" marL="3429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802.11b/g/n (WiFi): 11, 54, 450 Mbps transmission rate</a:t>
              </a:r>
              <a:endParaRPr/>
            </a:p>
          </p:txBody>
        </p:sp>
        <p:grpSp>
          <p:nvGrpSpPr>
            <p:cNvPr id="4138" name="Google Shape;4138;p23"/>
            <p:cNvGrpSpPr/>
            <p:nvPr/>
          </p:nvGrpSpPr>
          <p:grpSpPr>
            <a:xfrm>
              <a:off x="1457197" y="4740844"/>
              <a:ext cx="2487613" cy="1562100"/>
              <a:chOff x="2889" y="1631"/>
              <a:chExt cx="980" cy="743"/>
            </a:xfrm>
          </p:grpSpPr>
          <p:sp>
            <p:nvSpPr>
              <p:cNvPr id="4139" name="Google Shape;4139;p23"/>
              <p:cNvSpPr/>
              <p:nvPr/>
            </p:nvSpPr>
            <p:spPr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0" name="Google Shape;4140;p23"/>
              <p:cNvSpPr/>
              <p:nvPr/>
            </p:nvSpPr>
            <p:spPr>
              <a:xfrm>
                <a:off x="2889" y="1631"/>
                <a:ext cx="980" cy="253"/>
              </a:xfrm>
              <a:prstGeom prst="triangle">
                <a:avLst>
                  <a:gd fmla="val 50000" name="adj"/>
                </a:avLst>
              </a:prstGeom>
              <a:solidFill>
                <a:srgbClr val="9CDFF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CC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141" name="Google Shape;4141;p23"/>
            <p:cNvCxnSpPr/>
            <p:nvPr/>
          </p:nvCxnSpPr>
          <p:spPr>
            <a:xfrm>
              <a:off x="3123661" y="6082085"/>
              <a:ext cx="934073" cy="39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2" name="Google Shape;4142;p23"/>
            <p:cNvCxnSpPr/>
            <p:nvPr/>
          </p:nvCxnSpPr>
          <p:spPr>
            <a:xfrm flipH="1" rot="10800000">
              <a:off x="2501772" y="6010844"/>
              <a:ext cx="287338" cy="47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143" name="Google Shape;4143;p23"/>
            <p:cNvGrpSpPr/>
            <p:nvPr/>
          </p:nvGrpSpPr>
          <p:grpSpPr>
            <a:xfrm>
              <a:off x="2025522" y="5620319"/>
              <a:ext cx="863600" cy="588962"/>
              <a:chOff x="2967" y="478"/>
              <a:chExt cx="788" cy="625"/>
            </a:xfrm>
          </p:grpSpPr>
          <p:pic>
            <p:nvPicPr>
              <p:cNvPr descr="access_point_stylized_small" id="4144" name="Google Shape;4144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145" name="Google Shape;4145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46" name="Google Shape;4146;p23"/>
            <p:cNvGrpSpPr/>
            <p:nvPr/>
          </p:nvGrpSpPr>
          <p:grpSpPr>
            <a:xfrm>
              <a:off x="1939797" y="4851969"/>
              <a:ext cx="757238" cy="691939"/>
              <a:chOff x="877" y="1008"/>
              <a:chExt cx="2747" cy="2626"/>
            </a:xfrm>
          </p:grpSpPr>
          <p:pic>
            <p:nvPicPr>
              <p:cNvPr descr="antenna_stylized" id="4147" name="Google Shape;4147;p2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4148" name="Google Shape;4148;p2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49" name="Google Shape;4149;p23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4150" name="Google Shape;4150;p2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51" name="Google Shape;4151;p23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2" name="Google Shape;4152;p2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3" name="Google Shape;4153;p23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4" name="Google Shape;4154;p23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5" name="Google Shape;4155;p23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6" name="Google Shape;4156;p23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57" name="Google Shape;4157;p23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158" name="Google Shape;4158;p2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9" name="Google Shape;4159;p2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0" name="Google Shape;4160;p2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1" name="Google Shape;4161;p2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2" name="Google Shape;4162;p2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3" name="Google Shape;4163;p2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64" name="Google Shape;4164;p23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5" name="Google Shape;4165;p23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6" name="Google Shape;4166;p23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7" name="Google Shape;4167;p23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8" name="Google Shape;4168;p2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9" name="Google Shape;4169;p23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70" name="Google Shape;4170;p23"/>
            <p:cNvSpPr txBox="1"/>
            <p:nvPr/>
          </p:nvSpPr>
          <p:spPr>
            <a:xfrm>
              <a:off x="3690431" y="6037217"/>
              <a:ext cx="12128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grpSp>
          <p:nvGrpSpPr>
            <p:cNvPr id="4171" name="Google Shape;4171;p23"/>
            <p:cNvGrpSpPr/>
            <p:nvPr/>
          </p:nvGrpSpPr>
          <p:grpSpPr>
            <a:xfrm>
              <a:off x="2828797" y="4912294"/>
              <a:ext cx="636588" cy="879475"/>
              <a:chOff x="5806938" y="3011924"/>
              <a:chExt cx="347997" cy="396620"/>
            </a:xfrm>
          </p:grpSpPr>
          <p:pic>
            <p:nvPicPr>
              <p:cNvPr descr="fridge2.png" id="4172" name="Google Shape;4172;p2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06702" y="307151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173" name="Google Shape;4173;p2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806938" y="30119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74" name="Google Shape;4174;p23"/>
            <p:cNvGrpSpPr/>
            <p:nvPr/>
          </p:nvGrpSpPr>
          <p:grpSpPr>
            <a:xfrm>
              <a:off x="2789999" y="5883655"/>
              <a:ext cx="686068" cy="362749"/>
              <a:chOff x="7493876" y="2774731"/>
              <a:chExt cx="1481958" cy="894622"/>
            </a:xfrm>
          </p:grpSpPr>
          <p:sp>
            <p:nvSpPr>
              <p:cNvPr id="4175" name="Google Shape;4175;p2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176" name="Google Shape;4176;p2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177" name="Google Shape;4177;p2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78" name="Google Shape;4178;p2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9" name="Google Shape;4179;p2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0" name="Google Shape;4180;p2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1" name="Google Shape;4181;p2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182" name="Google Shape;4182;p23"/>
          <p:cNvGrpSpPr/>
          <p:nvPr/>
        </p:nvGrpSpPr>
        <p:grpSpPr>
          <a:xfrm>
            <a:off x="6622327" y="1977830"/>
            <a:ext cx="5443549" cy="4198133"/>
            <a:chOff x="6622327" y="1977830"/>
            <a:chExt cx="5443549" cy="4198133"/>
          </a:xfrm>
        </p:grpSpPr>
        <p:sp>
          <p:nvSpPr>
            <p:cNvPr id="4183" name="Google Shape;4183;p23"/>
            <p:cNvSpPr/>
            <p:nvPr/>
          </p:nvSpPr>
          <p:spPr>
            <a:xfrm>
              <a:off x="6874928" y="4765952"/>
              <a:ext cx="2365994" cy="1410011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84" name="Google Shape;4184;p23"/>
            <p:cNvCxnSpPr/>
            <p:nvPr/>
          </p:nvCxnSpPr>
          <p:spPr>
            <a:xfrm>
              <a:off x="8360702" y="5771600"/>
              <a:ext cx="203294" cy="3253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car_icon_small" id="4185" name="Google Shape;4185;p2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427747" y="4780575"/>
              <a:ext cx="1157044" cy="2214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86" name="Google Shape;4186;p23"/>
            <p:cNvGrpSpPr/>
            <p:nvPr/>
          </p:nvGrpSpPr>
          <p:grpSpPr>
            <a:xfrm>
              <a:off x="7435067" y="4550795"/>
              <a:ext cx="566627" cy="507604"/>
              <a:chOff x="2751" y="1851"/>
              <a:chExt cx="462" cy="478"/>
            </a:xfrm>
          </p:grpSpPr>
          <p:pic>
            <p:nvPicPr>
              <p:cNvPr descr="iphone_stylized_small" id="4187" name="Google Shape;4187;p2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4188" name="Google Shape;4188;p2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89" name="Google Shape;4189;p23"/>
            <p:cNvGrpSpPr/>
            <p:nvPr/>
          </p:nvGrpSpPr>
          <p:grpSpPr>
            <a:xfrm>
              <a:off x="8044949" y="4943509"/>
              <a:ext cx="622858" cy="831384"/>
              <a:chOff x="742" y="2409"/>
              <a:chExt cx="576" cy="881"/>
            </a:xfrm>
          </p:grpSpPr>
          <p:grpSp>
            <p:nvGrpSpPr>
              <p:cNvPr id="4190" name="Google Shape;4190;p23"/>
              <p:cNvGrpSpPr/>
              <p:nvPr/>
            </p:nvGrpSpPr>
            <p:grpSpPr>
              <a:xfrm>
                <a:off x="832" y="2643"/>
                <a:ext cx="376" cy="647"/>
                <a:chOff x="3130" y="3288"/>
                <a:chExt cx="410" cy="742"/>
              </a:xfrm>
            </p:grpSpPr>
            <p:cxnSp>
              <p:nvCxnSpPr>
                <p:cNvPr id="4191" name="Google Shape;4191;p2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2" name="Google Shape;4192;p2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3" name="Google Shape;4193;p2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4" name="Google Shape;4194;p2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5" name="Google Shape;4195;p2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6" name="Google Shape;4196;p2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7" name="Google Shape;4197;p2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8" name="Google Shape;4198;p2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99" name="Google Shape;4199;p2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0" name="Google Shape;4200;p2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1" name="Google Shape;4201;p2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2" name="Google Shape;4202;p2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3" name="Google Shape;4203;p2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4" name="Google Shape;4204;p2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05" name="Google Shape;4205;p2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pic>
            <p:nvPicPr>
              <p:cNvPr descr="cell_tower_radiation copy" id="4206" name="Google Shape;4206;p23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07" name="Google Shape;4207;p23"/>
              <p:cNvSpPr/>
              <p:nvPr/>
            </p:nvSpPr>
            <p:spPr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8" name="Google Shape;4208;p23"/>
            <p:cNvGrpSpPr/>
            <p:nvPr/>
          </p:nvGrpSpPr>
          <p:grpSpPr>
            <a:xfrm>
              <a:off x="7011178" y="5204622"/>
              <a:ext cx="728830" cy="544174"/>
              <a:chOff x="877" y="1008"/>
              <a:chExt cx="2747" cy="2626"/>
            </a:xfrm>
          </p:grpSpPr>
          <p:pic>
            <p:nvPicPr>
              <p:cNvPr descr="antenna_stylized" id="4209" name="Google Shape;4209;p2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4210" name="Google Shape;4210;p23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 flipH="1" rot="109064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1" name="Google Shape;4211;p23"/>
              <p:cNvSpPr/>
              <p:nvPr/>
            </p:nvSpPr>
            <p:spPr>
              <a:xfrm>
                <a:off x="1753" y="1603"/>
                <a:ext cx="1807" cy="1322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4212" name="Google Shape;4212;p23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13" name="Google Shape;4213;p23"/>
              <p:cNvSpPr/>
              <p:nvPr/>
            </p:nvSpPr>
            <p:spPr>
              <a:xfrm>
                <a:off x="2082" y="1564"/>
                <a:ext cx="1531" cy="24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4" name="Google Shape;4214;p23"/>
              <p:cNvSpPr/>
              <p:nvPr/>
            </p:nvSpPr>
            <p:spPr>
              <a:xfrm>
                <a:off x="1737" y="1562"/>
                <a:ext cx="425" cy="1024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5" name="Google Shape;4215;p23"/>
              <p:cNvSpPr/>
              <p:nvPr/>
            </p:nvSpPr>
            <p:spPr>
              <a:xfrm>
                <a:off x="3144" y="1745"/>
                <a:ext cx="458" cy="118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6" name="Google Shape;4216;p23"/>
              <p:cNvSpPr/>
              <p:nvPr/>
            </p:nvSpPr>
            <p:spPr>
              <a:xfrm>
                <a:off x="1732" y="2534"/>
                <a:ext cx="1680" cy="399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7" name="Google Shape;4217;p23"/>
              <p:cNvSpPr/>
              <p:nvPr/>
            </p:nvSpPr>
            <p:spPr>
              <a:xfrm>
                <a:off x="3195" y="1755"/>
                <a:ext cx="429" cy="1187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8" name="Google Shape;4218;p23"/>
              <p:cNvSpPr/>
              <p:nvPr/>
            </p:nvSpPr>
            <p:spPr>
              <a:xfrm>
                <a:off x="1734" y="2587"/>
                <a:ext cx="1494" cy="394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19" name="Google Shape;4219;p23"/>
              <p:cNvGrpSpPr/>
              <p:nvPr/>
            </p:nvGrpSpPr>
            <p:grpSpPr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220" name="Google Shape;4220;p2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1" name="Google Shape;4221;p2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2" name="Google Shape;4222;p2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3" name="Google Shape;4223;p2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4" name="Google Shape;4224;p2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5" name="Google Shape;4225;p2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26" name="Google Shape;4226;p23"/>
              <p:cNvSpPr/>
              <p:nvPr/>
            </p:nvSpPr>
            <p:spPr>
              <a:xfrm>
                <a:off x="2577" y="3043"/>
                <a:ext cx="614" cy="514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7" name="Google Shape;4227;p23"/>
              <p:cNvSpPr/>
              <p:nvPr/>
            </p:nvSpPr>
            <p:spPr>
              <a:xfrm>
                <a:off x="1010" y="3084"/>
                <a:ext cx="1571" cy="469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8" name="Google Shape;4228;p23"/>
              <p:cNvSpPr/>
              <p:nvPr/>
            </p:nvSpPr>
            <p:spPr>
              <a:xfrm>
                <a:off x="1011" y="2998"/>
                <a:ext cx="17" cy="95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9" name="Google Shape;4229;p23"/>
              <p:cNvSpPr/>
              <p:nvPr/>
            </p:nvSpPr>
            <p:spPr>
              <a:xfrm>
                <a:off x="1012" y="2611"/>
                <a:ext cx="730" cy="39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0" name="Google Shape;4230;p23"/>
              <p:cNvSpPr/>
              <p:nvPr/>
            </p:nvSpPr>
            <p:spPr>
              <a:xfrm>
                <a:off x="1061" y="3018"/>
                <a:ext cx="1490" cy="451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1" name="Google Shape;4231;p23"/>
              <p:cNvSpPr/>
              <p:nvPr/>
            </p:nvSpPr>
            <p:spPr>
              <a:xfrm flipH="1" rot="10800000">
                <a:off x="2549" y="2986"/>
                <a:ext cx="608" cy="467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232" name="Google Shape;4232;p23"/>
            <p:cNvCxnSpPr/>
            <p:nvPr/>
          </p:nvCxnSpPr>
          <p:spPr>
            <a:xfrm>
              <a:off x="8933050" y="5885917"/>
              <a:ext cx="62934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3" name="Google Shape;4233;p23"/>
            <p:cNvSpPr txBox="1"/>
            <p:nvPr/>
          </p:nvSpPr>
          <p:spPr>
            <a:xfrm>
              <a:off x="9277842" y="5809251"/>
              <a:ext cx="12128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Internet</a:t>
              </a:r>
              <a:endParaRPr/>
            </a:p>
          </p:txBody>
        </p:sp>
        <p:sp>
          <p:nvSpPr>
            <p:cNvPr id="4234" name="Google Shape;4234;p23"/>
            <p:cNvSpPr/>
            <p:nvPr/>
          </p:nvSpPr>
          <p:spPr>
            <a:xfrm>
              <a:off x="6622327" y="1977830"/>
              <a:ext cx="5443549" cy="2625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4384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Wide-area cellular access networks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provided by mobile, cellular network operator (10’s km)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10’s Mbps </a:t>
              </a:r>
              <a:endParaRPr/>
            </a:p>
            <a:p>
              <a:pPr indent="-249238" lvl="1" marL="4572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4G cellular networks (5G coming)</a:t>
              </a:r>
              <a:endParaRPr/>
            </a:p>
          </p:txBody>
        </p:sp>
        <p:grpSp>
          <p:nvGrpSpPr>
            <p:cNvPr id="4235" name="Google Shape;4235;p23"/>
            <p:cNvGrpSpPr/>
            <p:nvPr/>
          </p:nvGrpSpPr>
          <p:grpSpPr>
            <a:xfrm>
              <a:off x="8517156" y="5755545"/>
              <a:ext cx="499292" cy="246225"/>
              <a:chOff x="7493876" y="2774731"/>
              <a:chExt cx="1481958" cy="894622"/>
            </a:xfrm>
          </p:grpSpPr>
          <p:sp>
            <p:nvSpPr>
              <p:cNvPr id="4236" name="Google Shape;4236;p2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237" name="Google Shape;4237;p2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238" name="Google Shape;4238;p2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239" name="Google Shape;4239;p2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0" name="Google Shape;4240;p2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1" name="Google Shape;4241;p2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2" name="Google Shape;4242;p2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243" name="Google Shape;4243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48" name="Shape 4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" name="Google Shape;4249;p24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Access networks: enterprise networks</a:t>
            </a:r>
            <a:endParaRPr b="0" sz="5400"/>
          </a:p>
        </p:txBody>
      </p:sp>
      <p:sp>
        <p:nvSpPr>
          <p:cNvPr id="4250" name="Google Shape;4250;p24"/>
          <p:cNvSpPr txBox="1"/>
          <p:nvPr/>
        </p:nvSpPr>
        <p:spPr>
          <a:xfrm>
            <a:off x="1016188" y="3974373"/>
            <a:ext cx="10847590" cy="2401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companies, universities, etc.</a:t>
            </a:r>
            <a:endParaRPr/>
          </a:p>
          <a:p>
            <a:pPr indent="-287338" lvl="1" marL="2873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mix of wired, wireless link technologies, connecting a mix of switches and routers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(we’ll cover differences shortly)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Ethernet: wired access at 100Mbps, 1Gbps, 10Gbps </a:t>
            </a:r>
            <a:endParaRPr/>
          </a:p>
          <a:p>
            <a:pPr indent="-287338" lvl="2" marL="7350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WiFi: wireless access points at 11, 54, 450 Mbps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1" name="Google Shape;4251;p24"/>
          <p:cNvCxnSpPr/>
          <p:nvPr/>
        </p:nvCxnSpPr>
        <p:spPr>
          <a:xfrm>
            <a:off x="4170166" y="2675819"/>
            <a:ext cx="0" cy="3065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2" name="Google Shape;4252;p24"/>
          <p:cNvCxnSpPr/>
          <p:nvPr/>
        </p:nvCxnSpPr>
        <p:spPr>
          <a:xfrm>
            <a:off x="4478096" y="2681014"/>
            <a:ext cx="0" cy="3658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3" name="Google Shape;4253;p24"/>
          <p:cNvCxnSpPr/>
          <p:nvPr/>
        </p:nvCxnSpPr>
        <p:spPr>
          <a:xfrm rot="10800000">
            <a:off x="3726933" y="2663348"/>
            <a:ext cx="5120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4" name="Google Shape;4254;p24"/>
          <p:cNvCxnSpPr/>
          <p:nvPr/>
        </p:nvCxnSpPr>
        <p:spPr>
          <a:xfrm rot="10800000">
            <a:off x="3354851" y="2518893"/>
            <a:ext cx="78032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24"/>
          <p:cNvCxnSpPr/>
          <p:nvPr/>
        </p:nvCxnSpPr>
        <p:spPr>
          <a:xfrm rot="10800000">
            <a:off x="4296137" y="2114630"/>
            <a:ext cx="0" cy="351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56" name="Google Shape;4256;p24"/>
          <p:cNvGrpSpPr/>
          <p:nvPr/>
        </p:nvGrpSpPr>
        <p:grpSpPr>
          <a:xfrm>
            <a:off x="4075687" y="1818447"/>
            <a:ext cx="641521" cy="410499"/>
            <a:chOff x="2967" y="478"/>
            <a:chExt cx="788" cy="625"/>
          </a:xfrm>
        </p:grpSpPr>
        <p:pic>
          <p:nvPicPr>
            <p:cNvPr descr="access_point_stylized_small" id="4257" name="Google Shape;4257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258" name="Google Shape;4258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59" name="Google Shape;4259;p24"/>
          <p:cNvGrpSpPr/>
          <p:nvPr/>
        </p:nvGrpSpPr>
        <p:grpSpPr>
          <a:xfrm>
            <a:off x="4558577" y="1396516"/>
            <a:ext cx="457229" cy="468771"/>
            <a:chOff x="877" y="1008"/>
            <a:chExt cx="2747" cy="2626"/>
          </a:xfrm>
        </p:grpSpPr>
        <p:pic>
          <p:nvPicPr>
            <p:cNvPr descr="antenna_stylized" id="4260" name="Google Shape;4260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61" name="Google Shape;4261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2" name="Google Shape;4262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63" name="Google Shape;4263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4" name="Google Shape;4264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5" name="Google Shape;4265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6" name="Google Shape;4266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7" name="Google Shape;4267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8" name="Google Shape;4268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9" name="Google Shape;4269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70" name="Google Shape;4270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71" name="Google Shape;4271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2" name="Google Shape;4272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3" name="Google Shape;4273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4" name="Google Shape;4274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5" name="Google Shape;4275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6" name="Google Shape;4276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77" name="Google Shape;4277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0" name="Google Shape;4280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1" name="Google Shape;4281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2" name="Google Shape;4282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3" name="Google Shape;4283;p24"/>
          <p:cNvGrpSpPr/>
          <p:nvPr/>
        </p:nvGrpSpPr>
        <p:grpSpPr>
          <a:xfrm>
            <a:off x="3434166" y="1579422"/>
            <a:ext cx="416406" cy="415047"/>
            <a:chOff x="877" y="1008"/>
            <a:chExt cx="2747" cy="2626"/>
          </a:xfrm>
        </p:grpSpPr>
        <p:pic>
          <p:nvPicPr>
            <p:cNvPr descr="antenna_stylized" id="4284" name="Google Shape;4284;p2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285" name="Google Shape;4285;p2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6" name="Google Shape;4286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287" name="Google Shape;4287;p2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8" name="Google Shape;4288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9" name="Google Shape;4289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0" name="Google Shape;4290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1" name="Google Shape;4291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2" name="Google Shape;4292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3" name="Google Shape;4293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4" name="Google Shape;4294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295" name="Google Shape;4295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1" name="Google Shape;4301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6" name="Google Shape;4306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7" name="Google Shape;4307;p24"/>
          <p:cNvGrpSpPr/>
          <p:nvPr/>
        </p:nvGrpSpPr>
        <p:grpSpPr>
          <a:xfrm>
            <a:off x="3983542" y="1377810"/>
            <a:ext cx="466561" cy="408725"/>
            <a:chOff x="877" y="1008"/>
            <a:chExt cx="2747" cy="2626"/>
          </a:xfrm>
        </p:grpSpPr>
        <p:pic>
          <p:nvPicPr>
            <p:cNvPr descr="antenna_stylized" id="4308" name="Google Shape;4308;p2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4309" name="Google Shape;4309;p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0" name="Google Shape;4310;p24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4311" name="Google Shape;4311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2" name="Google Shape;4312;p24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3" name="Google Shape;4313;p24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4" name="Google Shape;4314;p24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5" name="Google Shape;4315;p24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6" name="Google Shape;4316;p24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7" name="Google Shape;4317;p24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18" name="Google Shape;4318;p24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319" name="Google Shape;4319;p2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25" name="Google Shape;4325;p24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6" name="Google Shape;4326;p24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7" name="Google Shape;4327;p24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8" name="Google Shape;4328;p24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9" name="Google Shape;4329;p24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24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31" name="Google Shape;4331;p24"/>
          <p:cNvCxnSpPr/>
          <p:nvPr/>
        </p:nvCxnSpPr>
        <p:spPr>
          <a:xfrm flipH="1" rot="10800000">
            <a:off x="4581905" y="1972254"/>
            <a:ext cx="1225888" cy="50195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2" name="Google Shape;4332;p24"/>
          <p:cNvCxnSpPr/>
          <p:nvPr/>
        </p:nvCxnSpPr>
        <p:spPr>
          <a:xfrm>
            <a:off x="5916269" y="2557345"/>
            <a:ext cx="0" cy="42712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3" name="Google Shape;4333;p24"/>
          <p:cNvCxnSpPr/>
          <p:nvPr/>
        </p:nvCxnSpPr>
        <p:spPr>
          <a:xfrm>
            <a:off x="6196205" y="2552149"/>
            <a:ext cx="0" cy="42712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34" name="Google Shape;4334;p24"/>
          <p:cNvGrpSpPr/>
          <p:nvPr/>
        </p:nvGrpSpPr>
        <p:grpSpPr>
          <a:xfrm>
            <a:off x="5797296" y="2957452"/>
            <a:ext cx="268272" cy="501952"/>
            <a:chOff x="4140" y="429"/>
            <a:chExt cx="1425" cy="2396"/>
          </a:xfrm>
        </p:grpSpPr>
        <p:sp>
          <p:nvSpPr>
            <p:cNvPr id="4335" name="Google Shape;4335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24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7" name="Google Shape;4337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24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0" name="Google Shape;4340;p24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4341" name="Google Shape;4341;p24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3" name="Google Shape;4343;p24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4" name="Google Shape;4344;p24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4345" name="Google Shape;4345;p24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7" name="Google Shape;4347;p24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8" name="Google Shape;4348;p24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49" name="Google Shape;4349;p24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4350" name="Google Shape;4350;p24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2" name="Google Shape;4352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3" name="Google Shape;4353;p24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4354" name="Google Shape;4354;p24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56" name="Google Shape;4356;p24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8" name="Google Shape;4358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9" name="Google Shape;4359;p24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24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2" name="Google Shape;4362;p24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3" name="Google Shape;4363;p24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4" name="Google Shape;4364;p24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5" name="Google Shape;4365;p24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6" name="Google Shape;4366;p24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67" name="Google Shape;4367;p24"/>
          <p:cNvSpPr txBox="1"/>
          <p:nvPr/>
        </p:nvSpPr>
        <p:spPr>
          <a:xfrm>
            <a:off x="4764388" y="2906529"/>
            <a:ext cx="927409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</p:txBody>
      </p:sp>
      <p:cxnSp>
        <p:nvCxnSpPr>
          <p:cNvPr id="4368" name="Google Shape;4368;p24"/>
          <p:cNvCxnSpPr/>
          <p:nvPr/>
        </p:nvCxnSpPr>
        <p:spPr>
          <a:xfrm>
            <a:off x="6439983" y="3178810"/>
            <a:ext cx="386079" cy="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9" name="Google Shape;4369;p24"/>
          <p:cNvSpPr txBox="1"/>
          <p:nvPr/>
        </p:nvSpPr>
        <p:spPr>
          <a:xfrm>
            <a:off x="6660355" y="2915882"/>
            <a:ext cx="1603958" cy="46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mail,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servers</a:t>
            </a:r>
            <a:endParaRPr/>
          </a:p>
        </p:txBody>
      </p:sp>
      <p:sp>
        <p:nvSpPr>
          <p:cNvPr id="4370" name="Google Shape;4370;p24"/>
          <p:cNvSpPr txBox="1"/>
          <p:nvPr/>
        </p:nvSpPr>
        <p:spPr>
          <a:xfrm>
            <a:off x="7268479" y="2511682"/>
            <a:ext cx="1719743" cy="269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institutional router</a:t>
            </a:r>
            <a:endParaRPr/>
          </a:p>
        </p:txBody>
      </p:sp>
      <p:cxnSp>
        <p:nvCxnSpPr>
          <p:cNvPr id="4371" name="Google Shape;4371;p24"/>
          <p:cNvCxnSpPr/>
          <p:nvPr/>
        </p:nvCxnSpPr>
        <p:spPr>
          <a:xfrm>
            <a:off x="6585783" y="2140611"/>
            <a:ext cx="739499" cy="4344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2" name="Google Shape;4372;p24"/>
          <p:cNvCxnSpPr/>
          <p:nvPr/>
        </p:nvCxnSpPr>
        <p:spPr>
          <a:xfrm>
            <a:off x="6639438" y="1920292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3" name="Google Shape;4373;p24"/>
          <p:cNvCxnSpPr/>
          <p:nvPr/>
        </p:nvCxnSpPr>
        <p:spPr>
          <a:xfrm>
            <a:off x="7396433" y="1918214"/>
            <a:ext cx="7138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74" name="Google Shape;4374;p24"/>
          <p:cNvCxnSpPr/>
          <p:nvPr/>
        </p:nvCxnSpPr>
        <p:spPr>
          <a:xfrm>
            <a:off x="6948534" y="1976411"/>
            <a:ext cx="369749" cy="217201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5" name="Google Shape;4375;p24"/>
          <p:cNvSpPr txBox="1"/>
          <p:nvPr/>
        </p:nvSpPr>
        <p:spPr>
          <a:xfrm>
            <a:off x="7321915" y="2109434"/>
            <a:ext cx="1612869" cy="655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link to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 (Internet)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6" name="Google Shape;4376;p24"/>
          <p:cNvCxnSpPr/>
          <p:nvPr/>
        </p:nvCxnSpPr>
        <p:spPr>
          <a:xfrm>
            <a:off x="6202037" y="2116709"/>
            <a:ext cx="0" cy="1943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7" name="Google Shape;4377;p24"/>
          <p:cNvGrpSpPr/>
          <p:nvPr/>
        </p:nvGrpSpPr>
        <p:grpSpPr>
          <a:xfrm>
            <a:off x="6120389" y="2953295"/>
            <a:ext cx="268272" cy="501952"/>
            <a:chOff x="4140" y="429"/>
            <a:chExt cx="1425" cy="2396"/>
          </a:xfrm>
        </p:grpSpPr>
        <p:sp>
          <p:nvSpPr>
            <p:cNvPr id="4378" name="Google Shape;4378;p2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9" name="Google Shape;4379;p24"/>
            <p:cNvSpPr/>
            <p:nvPr/>
          </p:nvSpPr>
          <p:spPr>
            <a:xfrm>
              <a:off x="4208" y="429"/>
              <a:ext cx="1047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0" name="Google Shape;4380;p2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2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2" name="Google Shape;4382;p24"/>
            <p:cNvSpPr/>
            <p:nvPr/>
          </p:nvSpPr>
          <p:spPr>
            <a:xfrm>
              <a:off x="4214" y="692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3" name="Google Shape;4383;p24"/>
            <p:cNvGrpSpPr/>
            <p:nvPr/>
          </p:nvGrpSpPr>
          <p:grpSpPr>
            <a:xfrm>
              <a:off x="4747" y="667"/>
              <a:ext cx="583" cy="144"/>
              <a:chOff x="612" y="2567"/>
              <a:chExt cx="727" cy="138"/>
            </a:xfrm>
          </p:grpSpPr>
          <p:sp>
            <p:nvSpPr>
              <p:cNvPr id="4384" name="Google Shape;4384;p24"/>
              <p:cNvSpPr/>
              <p:nvPr/>
            </p:nvSpPr>
            <p:spPr>
              <a:xfrm>
                <a:off x="612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27" y="2581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6" name="Google Shape;4386;p24"/>
            <p:cNvSpPr/>
            <p:nvPr/>
          </p:nvSpPr>
          <p:spPr>
            <a:xfrm>
              <a:off x="4227" y="1019"/>
              <a:ext cx="595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7" name="Google Shape;4387;p24"/>
            <p:cNvGrpSpPr/>
            <p:nvPr/>
          </p:nvGrpSpPr>
          <p:grpSpPr>
            <a:xfrm>
              <a:off x="4747" y="995"/>
              <a:ext cx="583" cy="134"/>
              <a:chOff x="614" y="2569"/>
              <a:chExt cx="727" cy="139"/>
            </a:xfrm>
          </p:grpSpPr>
          <p:sp>
            <p:nvSpPr>
              <p:cNvPr id="4388" name="Google Shape;4388;p24"/>
              <p:cNvSpPr/>
              <p:nvPr/>
            </p:nvSpPr>
            <p:spPr>
              <a:xfrm>
                <a:off x="614" y="2569"/>
                <a:ext cx="727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30" y="2584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0" name="Google Shape;4390;p24"/>
            <p:cNvSpPr/>
            <p:nvPr/>
          </p:nvSpPr>
          <p:spPr>
            <a:xfrm>
              <a:off x="4214" y="1357"/>
              <a:ext cx="601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1" name="Google Shape;4391;p24"/>
            <p:cNvSpPr/>
            <p:nvPr/>
          </p:nvSpPr>
          <p:spPr>
            <a:xfrm>
              <a:off x="4227" y="1654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92" name="Google Shape;4392;p24"/>
            <p:cNvGrpSpPr/>
            <p:nvPr/>
          </p:nvGrpSpPr>
          <p:grpSpPr>
            <a:xfrm>
              <a:off x="4735" y="1629"/>
              <a:ext cx="582" cy="149"/>
              <a:chOff x="614" y="2570"/>
              <a:chExt cx="725" cy="137"/>
            </a:xfrm>
          </p:grpSpPr>
          <p:sp>
            <p:nvSpPr>
              <p:cNvPr id="4393" name="Google Shape;4393;p24"/>
              <p:cNvSpPr/>
              <p:nvPr/>
            </p:nvSpPr>
            <p:spPr>
              <a:xfrm>
                <a:off x="614" y="2570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29" y="2584"/>
                <a:ext cx="695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5" name="Google Shape;4395;p2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6" name="Google Shape;4396;p24"/>
            <p:cNvGrpSpPr/>
            <p:nvPr/>
          </p:nvGrpSpPr>
          <p:grpSpPr>
            <a:xfrm>
              <a:off x="4741" y="1327"/>
              <a:ext cx="582" cy="139"/>
              <a:chOff x="616" y="2568"/>
              <a:chExt cx="725" cy="139"/>
            </a:xfrm>
          </p:grpSpPr>
          <p:sp>
            <p:nvSpPr>
              <p:cNvPr id="4397" name="Google Shape;4397;p24"/>
              <p:cNvSpPr/>
              <p:nvPr/>
            </p:nvSpPr>
            <p:spPr>
              <a:xfrm>
                <a:off x="616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32" y="2583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99" name="Google Shape;4399;p24"/>
            <p:cNvSpPr/>
            <p:nvPr/>
          </p:nvSpPr>
          <p:spPr>
            <a:xfrm>
              <a:off x="5249" y="429"/>
              <a:ext cx="68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0" name="Google Shape;4400;p2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1" name="Google Shape;4401;p2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2" name="Google Shape;4402;p24"/>
            <p:cNvSpPr/>
            <p:nvPr/>
          </p:nvSpPr>
          <p:spPr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3" name="Google Shape;4403;p2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4" name="Google Shape;4404;p24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5" name="Google Shape;4405;p24"/>
            <p:cNvSpPr/>
            <p:nvPr/>
          </p:nvSpPr>
          <p:spPr>
            <a:xfrm>
              <a:off x="4208" y="2711"/>
              <a:ext cx="1066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6" name="Google Shape;4406;p24"/>
            <p:cNvSpPr/>
            <p:nvPr/>
          </p:nvSpPr>
          <p:spPr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7" name="Google Shape;4407;p24"/>
            <p:cNvSpPr/>
            <p:nvPr/>
          </p:nvSpPr>
          <p:spPr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8" name="Google Shape;4408;p24"/>
            <p:cNvSpPr/>
            <p:nvPr/>
          </p:nvSpPr>
          <p:spPr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9" name="Google Shape;4409;p24"/>
            <p:cNvSpPr/>
            <p:nvPr/>
          </p:nvSpPr>
          <p:spPr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0" name="Google Shape;4410;p24"/>
          <p:cNvGrpSpPr/>
          <p:nvPr/>
        </p:nvGrpSpPr>
        <p:grpSpPr>
          <a:xfrm>
            <a:off x="2986268" y="2270516"/>
            <a:ext cx="531879" cy="435440"/>
            <a:chOff x="-44" y="1473"/>
            <a:chExt cx="981" cy="1105"/>
          </a:xfrm>
        </p:grpSpPr>
        <p:pic>
          <p:nvPicPr>
            <p:cNvPr descr="desktop_computer_stylized_medium" id="4411" name="Google Shape;4411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2" name="Google Shape;4412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3" name="Google Shape;4413;p24"/>
          <p:cNvGrpSpPr/>
          <p:nvPr/>
        </p:nvGrpSpPr>
        <p:grpSpPr>
          <a:xfrm>
            <a:off x="3275536" y="2564620"/>
            <a:ext cx="531879" cy="435441"/>
            <a:chOff x="-44" y="1473"/>
            <a:chExt cx="981" cy="1105"/>
          </a:xfrm>
        </p:grpSpPr>
        <p:pic>
          <p:nvPicPr>
            <p:cNvPr descr="desktop_computer_stylized_medium" id="4414" name="Google Shape;4414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5" name="Google Shape;4415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6" name="Google Shape;4416;p24"/>
          <p:cNvGrpSpPr/>
          <p:nvPr/>
        </p:nvGrpSpPr>
        <p:grpSpPr>
          <a:xfrm>
            <a:off x="3724601" y="2941863"/>
            <a:ext cx="531879" cy="435440"/>
            <a:chOff x="-44" y="1473"/>
            <a:chExt cx="981" cy="1105"/>
          </a:xfrm>
        </p:grpSpPr>
        <p:pic>
          <p:nvPicPr>
            <p:cNvPr descr="desktop_computer_stylized_medium" id="4417" name="Google Shape;4417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8" name="Google Shape;4418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9" name="Google Shape;4419;p24"/>
          <p:cNvGrpSpPr/>
          <p:nvPr/>
        </p:nvGrpSpPr>
        <p:grpSpPr>
          <a:xfrm>
            <a:off x="4145671" y="2951216"/>
            <a:ext cx="531879" cy="435441"/>
            <a:chOff x="-44" y="1473"/>
            <a:chExt cx="981" cy="1105"/>
          </a:xfrm>
        </p:grpSpPr>
        <p:pic>
          <p:nvPicPr>
            <p:cNvPr descr="desktop_computer_stylized_medium" id="4420" name="Google Shape;4420;p2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1" name="Google Shape;4421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22" name="Google Shape;4422;p24"/>
          <p:cNvGrpSpPr/>
          <p:nvPr/>
        </p:nvGrpSpPr>
        <p:grpSpPr>
          <a:xfrm>
            <a:off x="5763477" y="1758396"/>
            <a:ext cx="875961" cy="382215"/>
            <a:chOff x="7493876" y="2774731"/>
            <a:chExt cx="1481958" cy="894622"/>
          </a:xfrm>
        </p:grpSpPr>
        <p:sp>
          <p:nvSpPr>
            <p:cNvPr id="4423" name="Google Shape;4423;p2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24" name="Google Shape;4424;p2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25" name="Google Shape;4425;p2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26" name="Google Shape;4426;p2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30" name="Google Shape;4430;p24"/>
          <p:cNvGrpSpPr/>
          <p:nvPr/>
        </p:nvGrpSpPr>
        <p:grpSpPr>
          <a:xfrm>
            <a:off x="5810083" y="2299755"/>
            <a:ext cx="881870" cy="312528"/>
            <a:chOff x="3668110" y="2448910"/>
            <a:chExt cx="3794234" cy="2165130"/>
          </a:xfrm>
        </p:grpSpPr>
        <p:sp>
          <p:nvSpPr>
            <p:cNvPr id="4431" name="Google Shape;4431;p2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2" name="Google Shape;4432;p2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33" name="Google Shape;4433;p2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34" name="Google Shape;4434;p2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438" name="Google Shape;4438;p24"/>
          <p:cNvCxnSpPr/>
          <p:nvPr/>
        </p:nvCxnSpPr>
        <p:spPr>
          <a:xfrm>
            <a:off x="4758032" y="2690368"/>
            <a:ext cx="369749" cy="217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9" name="Google Shape;4439;p24"/>
          <p:cNvCxnSpPr/>
          <p:nvPr/>
        </p:nvCxnSpPr>
        <p:spPr>
          <a:xfrm flipH="1">
            <a:off x="5214095" y="2587483"/>
            <a:ext cx="579702" cy="329439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0" name="Google Shape;4440;p24"/>
          <p:cNvGrpSpPr/>
          <p:nvPr/>
        </p:nvGrpSpPr>
        <p:grpSpPr>
          <a:xfrm>
            <a:off x="4009167" y="2420866"/>
            <a:ext cx="881870" cy="312528"/>
            <a:chOff x="3668110" y="2448910"/>
            <a:chExt cx="3794234" cy="2165130"/>
          </a:xfrm>
        </p:grpSpPr>
        <p:sp>
          <p:nvSpPr>
            <p:cNvPr id="4441" name="Google Shape;4441;p2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2" name="Google Shape;4442;p2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43" name="Google Shape;4443;p2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44" name="Google Shape;4444;p2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8" name="Google Shape;4448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3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p25"/>
          <p:cNvSpPr txBox="1"/>
          <p:nvPr>
            <p:ph type="title"/>
          </p:nvPr>
        </p:nvSpPr>
        <p:spPr>
          <a:xfrm>
            <a:off x="848710" y="273146"/>
            <a:ext cx="108670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 sz="5400"/>
              <a:t>Access networks: data center networks</a:t>
            </a:r>
            <a:endParaRPr b="0" sz="5400"/>
          </a:p>
        </p:txBody>
      </p:sp>
      <p:sp>
        <p:nvSpPr>
          <p:cNvPr id="4455" name="Google Shape;4455;p25"/>
          <p:cNvSpPr txBox="1"/>
          <p:nvPr/>
        </p:nvSpPr>
        <p:spPr>
          <a:xfrm>
            <a:off x="698688" y="1650273"/>
            <a:ext cx="6238140" cy="1297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high-bandwidth links (10s to 100s Gbps) connect hundreds to thousands of servers together, and to Internet</a:t>
            </a:r>
            <a:endParaRPr/>
          </a:p>
        </p:txBody>
      </p:sp>
      <p:sp>
        <p:nvSpPr>
          <p:cNvPr id="4456" name="Google Shape;4456;p25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7" name="Google Shape;4457;p25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8" name="Google Shape;4458;p25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9" name="Google Shape;4459;p25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0" name="Google Shape;4460;p25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1" name="Google Shape;4461;p25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4462" name="Google Shape;4462;p25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4463" name="Google Shape;4463;p25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4464" name="Google Shape;4464;p25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65" name="Google Shape;4465;p25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4466" name="Google Shape;4466;p2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7" name="Google Shape;4467;p2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68" name="Google Shape;4468;p2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9" name="Google Shape;4469;p2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0" name="Google Shape;4470;p2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1" name="Google Shape;4471;p2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2" name="Google Shape;4472;p2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3" name="Google Shape;4473;p2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74" name="Google Shape;4474;p25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4475" name="Google Shape;4475;p25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6" name="Google Shape;4476;p25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77" name="Google Shape;4477;p25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8" name="Google Shape;4478;p25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9" name="Google Shape;4479;p25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0" name="Google Shape;4480;p25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1" name="Google Shape;4481;p25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82" name="Google Shape;4482;p25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483" name="Google Shape;4483;p25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4" name="Google Shape;4484;p25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4485" name="Google Shape;4485;p25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6" name="Google Shape;4486;p25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4487" name="Google Shape;4487;p25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4488" name="Google Shape;4488;p25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89" name="Google Shape;4489;p25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0" name="Google Shape;4490;p25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1" name="Google Shape;4491;p25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2" name="Google Shape;4492;p25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3" name="Google Shape;4493;p25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4" name="Google Shape;4494;p25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5" name="Google Shape;4495;p25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6" name="Google Shape;4496;p25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7" name="Google Shape;4497;p25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8" name="Google Shape;4498;p25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9" name="Google Shape;4499;p25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0" name="Google Shape;4500;p25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1" name="Google Shape;4501;p25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2" name="Google Shape;4502;p25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3" name="Google Shape;4503;p25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4" name="Google Shape;4504;p25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5" name="Google Shape;4505;p25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6" name="Google Shape;4506;p25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7" name="Google Shape;4507;p25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8" name="Google Shape;4508;p25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9" name="Google Shape;4509;p25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0" name="Google Shape;4510;p25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11" name="Google Shape;4511;p25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4512" name="Google Shape;4512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14" name="Google Shape;4514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5" name="Google Shape;4515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6" name="Google Shape;4516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7" name="Google Shape;4517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8" name="Google Shape;4518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19" name="Google Shape;4519;p25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4520" name="Google Shape;452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22" name="Google Shape;4522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23" name="Google Shape;4523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4" name="Google Shape;4524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5" name="Google Shape;4525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6" name="Google Shape;4526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27" name="Google Shape;4527;p25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4528" name="Google Shape;4528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30" name="Google Shape;4530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31" name="Google Shape;4531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2" name="Google Shape;4532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3" name="Google Shape;4533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4" name="Google Shape;4534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35" name="Google Shape;4535;p25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4536" name="Google Shape;4536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38" name="Google Shape;453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39" name="Google Shape;453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0" name="Google Shape;454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1" name="Google Shape;4541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2" name="Google Shape;4542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43" name="Google Shape;4543;p25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4544" name="Google Shape;4544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46" name="Google Shape;4546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47" name="Google Shape;4547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8" name="Google Shape;4548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9" name="Google Shape;4549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0" name="Google Shape;4550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51" name="Google Shape;4551;p25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4552" name="Google Shape;4552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54" name="Google Shape;4554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55" name="Google Shape;4555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6" name="Google Shape;4556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7" name="Google Shape;4557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8" name="Google Shape;4558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59" name="Google Shape;4559;p25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4560" name="Google Shape;4560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62" name="Google Shape;4562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63" name="Google Shape;4563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4" name="Google Shape;4564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5" name="Google Shape;4565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6" name="Google Shape;4566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67" name="Google Shape;4567;p25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4568" name="Google Shape;4568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70" name="Google Shape;4570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71" name="Google Shape;4571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2" name="Google Shape;4572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3" name="Google Shape;4573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4" name="Google Shape;4574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75" name="Google Shape;4575;p25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4576" name="Google Shape;4576;p2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578" name="Google Shape;4578;p2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79" name="Google Shape;4579;p2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0" name="Google Shape;4580;p2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1" name="Google Shape;4581;p2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2" name="Google Shape;4582;p2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4583" name="Google Shape;45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4584" name="Google Shape;45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4585" name="Google Shape;4585;p25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586" name="Google Shape;458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4587" name="Google Shape;4587;p25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8" name="Google Shape;4588;p25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9" name="Google Shape;4589;p25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0" name="Google Shape;4590;p25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1" name="Google Shape;4591;p25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2" name="Google Shape;4592;p25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93" name="Google Shape;4593;p25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4594" name="Google Shape;4594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00" name="Google Shape;4600;p25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1" name="Google Shape;4601;p25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2" name="Google Shape;4602;p25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3" name="Google Shape;4603;p25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4" name="Google Shape;4604;p25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5" name="Google Shape;4605;p25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4606" name="Google Shape;46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4607" name="Google Shape;460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4608" name="Google Shape;460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4609" name="Google Shape;4609;p25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10" name="Google Shape;461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4611" name="Google Shape;4611;p25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2" name="Google Shape;4612;p25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3" name="Google Shape;4613;p25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4" name="Google Shape;4614;p25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5" name="Google Shape;4615;p25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6" name="Google Shape;4616;p25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17" name="Google Shape;4617;p25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4618" name="Google Shape;4618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24" name="Google Shape;4624;p25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5" name="Google Shape;4625;p25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6" name="Google Shape;4626;p25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7" name="Google Shape;4627;p25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8" name="Google Shape;4628;p25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9" name="Google Shape;4629;p25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4630" name="Google Shape;4630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4631" name="Google Shape;4631;p25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4632" name="Google Shape;4632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3" name="Google Shape;4633;p25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4634" name="Google Shape;4634;p2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9" name="Google Shape;4639;p2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640" name="Google Shape;4640;p2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1" name="Google Shape;4641;p2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2" name="Google Shape;4642;p2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3" name="Google Shape;4643;p2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644" name="Google Shape;4644;p2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5" name="Google Shape;4645;p2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46" name="Google Shape;4646;p2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48" name="Google Shape;4648;p2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649" name="Google Shape;4649;p2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0" name="Google Shape;4650;p2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1" name="Google Shape;4651;p2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2" name="Google Shape;4652;p2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653" name="Google Shape;4653;p2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4" name="Google Shape;4654;p2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5" name="Google Shape;4655;p2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6" name="Google Shape;4666;p25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4667" name="Google Shape;4667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8" name="Google Shape;4668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4669" name="Google Shape;4669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4670" name="Google Shape;4670;p25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71" name="Google Shape;4671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4672" name="Google Shape;4672;p25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3" name="Google Shape;4673;p25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4" name="Google Shape;4674;p25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5" name="Google Shape;4675;p25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6" name="Google Shape;4676;p25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7" name="Google Shape;4677;p25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8" name="Google Shape;4678;p25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4679" name="Google Shape;4679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85" name="Google Shape;4685;p25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6" name="Google Shape;4686;p25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7" name="Google Shape;4687;p25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8" name="Google Shape;4688;p25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9" name="Google Shape;4689;p25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0" name="Google Shape;4690;p25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91" name="Google Shape;4691;p25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4692" name="Google Shape;4692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3" name="Google Shape;4693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94" name="Google Shape;4694;p25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4695" name="Google Shape;4695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6" name="Google Shape;4696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4697" name="Google Shape;4697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4698" name="Google Shape;4698;p25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4699" name="Google Shape;4699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4700" name="Google Shape;4700;p25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1" name="Google Shape;4701;p25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2" name="Google Shape;4702;p25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3" name="Google Shape;4703;p25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4" name="Google Shape;4704;p25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5" name="Google Shape;4705;p25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6" name="Google Shape;4706;p25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4707" name="Google Shape;4707;p25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3" name="Google Shape;4713;p25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4" name="Google Shape;4714;p25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5" name="Google Shape;4715;p25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6" name="Google Shape;4716;p25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7" name="Google Shape;4717;p25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8" name="Google Shape;4718;p25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9" name="Google Shape;4719;p25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4720" name="Google Shape;4720;p2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25" name="Google Shape;4725;p25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726" name="Google Shape;4726;p25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7" name="Google Shape;4727;p25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28" name="Google Shape;4728;p25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29" name="Google Shape;4729;p25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730" name="Google Shape;4730;p25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1" name="Google Shape;4731;p25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32" name="Google Shape;4732;p25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34" name="Google Shape;4734;p25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735" name="Google Shape;4735;p25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6" name="Google Shape;4736;p25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37" name="Google Shape;4737;p2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38" name="Google Shape;4738;p25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739" name="Google Shape;4739;p25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0" name="Google Shape;4740;p25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1" name="Google Shape;4741;p25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52" name="Google Shape;4752;p25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753" name="Google Shape;4753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4" name="Google Shape;4754;p25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55" name="Google Shape;4755;p25"/>
          <p:cNvGrpSpPr/>
          <p:nvPr/>
        </p:nvGrpSpPr>
        <p:grpSpPr>
          <a:xfrm>
            <a:off x="7439074" y="1859725"/>
            <a:ext cx="1802647" cy="1120859"/>
            <a:chOff x="7439074" y="1859725"/>
            <a:chExt cx="1802647" cy="1120859"/>
          </a:xfrm>
        </p:grpSpPr>
        <p:pic>
          <p:nvPicPr>
            <p:cNvPr descr="cell_tower_radiation copy" id="4756" name="Google Shape;4756;p2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757" name="Google Shape;4757;p25"/>
            <p:cNvCxnSpPr/>
            <p:nvPr/>
          </p:nvCxnSpPr>
          <p:spPr>
            <a:xfrm>
              <a:off x="8207860" y="2700359"/>
              <a:ext cx="227964" cy="1743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758" name="Google Shape;4758;p25"/>
            <p:cNvGrpSpPr/>
            <p:nvPr/>
          </p:nvGrpSpPr>
          <p:grpSpPr>
            <a:xfrm>
              <a:off x="8050698" y="2309376"/>
              <a:ext cx="298450" cy="464008"/>
              <a:chOff x="3130" y="3288"/>
              <a:chExt cx="410" cy="742"/>
            </a:xfrm>
          </p:grpSpPr>
          <p:cxnSp>
            <p:nvCxnSpPr>
              <p:cNvPr id="4759" name="Google Shape;4759;p25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0" name="Google Shape;4760;p25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1" name="Google Shape;4761;p25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2" name="Google Shape;4762;p25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3" name="Google Shape;4763;p25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4" name="Google Shape;4764;p25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5" name="Google Shape;4765;p25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6" name="Google Shape;4766;p25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7" name="Google Shape;4767;p25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8" name="Google Shape;4768;p25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9" name="Google Shape;4769;p25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0" name="Google Shape;4770;p25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1" name="Google Shape;4771;p25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2" name="Google Shape;4772;p25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73" name="Google Shape;4773;p25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74" name="Google Shape;4774;p25"/>
            <p:cNvGrpSpPr/>
            <p:nvPr/>
          </p:nvGrpSpPr>
          <p:grpSpPr>
            <a:xfrm>
              <a:off x="8439827" y="2812309"/>
              <a:ext cx="353678" cy="168275"/>
              <a:chOff x="7493876" y="2774731"/>
              <a:chExt cx="1481958" cy="894622"/>
            </a:xfrm>
          </p:grpSpPr>
          <p:sp>
            <p:nvSpPr>
              <p:cNvPr id="4775" name="Google Shape;4775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776" name="Google Shape;4776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777" name="Google Shape;4777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78" name="Google Shape;4778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9" name="Google Shape;4779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0" name="Google Shape;4780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81" name="Google Shape;4781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antenna_radiation_stylized" id="4782" name="Google Shape;4782;p2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750224" y="1859725"/>
              <a:ext cx="415925" cy="88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3" name="Google Shape;4783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439074" y="235661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4" name="Google Shape;4784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637781" y="231972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4785" name="Google Shape;4785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711019" y="205912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86" name="Google Shape;4786;p25"/>
          <p:cNvGrpSpPr/>
          <p:nvPr/>
        </p:nvGrpSpPr>
        <p:grpSpPr>
          <a:xfrm>
            <a:off x="7493518" y="3325424"/>
            <a:ext cx="911538" cy="843226"/>
            <a:chOff x="7493518" y="3325424"/>
            <a:chExt cx="911538" cy="843226"/>
          </a:xfrm>
        </p:grpSpPr>
        <p:pic>
          <p:nvPicPr>
            <p:cNvPr descr="access_point_stylized_small" id="4787" name="Google Shape;4787;p2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613882" y="3861899"/>
              <a:ext cx="370169" cy="3067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88" name="Google Shape;4788;p25"/>
            <p:cNvGrpSpPr/>
            <p:nvPr/>
          </p:nvGrpSpPr>
          <p:grpSpPr>
            <a:xfrm>
              <a:off x="7493518" y="3325424"/>
              <a:ext cx="911538" cy="816238"/>
              <a:chOff x="7493518" y="3325424"/>
              <a:chExt cx="911538" cy="816238"/>
            </a:xfrm>
          </p:grpSpPr>
          <p:cxnSp>
            <p:nvCxnSpPr>
              <p:cNvPr id="4789" name="Google Shape;4789;p25"/>
              <p:cNvCxnSpPr/>
              <p:nvPr/>
            </p:nvCxnSpPr>
            <p:spPr>
              <a:xfrm>
                <a:off x="8247778" y="3829970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90" name="Google Shape;4790;p25"/>
              <p:cNvCxnSpPr/>
              <p:nvPr/>
            </p:nvCxnSpPr>
            <p:spPr>
              <a:xfrm flipH="1" rot="10800000">
                <a:off x="7857253" y="4041107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4791" name="Google Shape;4791;p25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792" name="Google Shape;4792;p25"/>
              <p:cNvGrpSpPr/>
              <p:nvPr/>
            </p:nvGrpSpPr>
            <p:grpSpPr>
              <a:xfrm>
                <a:off x="8050070" y="3965994"/>
                <a:ext cx="354986" cy="175668"/>
                <a:chOff x="7493876" y="2774731"/>
                <a:chExt cx="1481958" cy="894622"/>
              </a:xfrm>
            </p:grpSpPr>
            <p:sp>
              <p:nvSpPr>
                <p:cNvPr id="4793" name="Google Shape;4793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794" name="Google Shape;4794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795" name="Google Shape;4795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796" name="Google Shape;4796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7" name="Google Shape;4797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8" name="Google Shape;4798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99" name="Google Shape;4799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4800" name="Google Shape;4800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493518" y="341914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801" name="Google Shape;4801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803435" y="332542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802" name="Google Shape;4802;p25"/>
          <p:cNvGrpSpPr/>
          <p:nvPr/>
        </p:nvGrpSpPr>
        <p:grpSpPr>
          <a:xfrm>
            <a:off x="7975881" y="4741266"/>
            <a:ext cx="2318709" cy="1245936"/>
            <a:chOff x="7948367" y="4775686"/>
            <a:chExt cx="2318709" cy="1245936"/>
          </a:xfrm>
        </p:grpSpPr>
        <p:cxnSp>
          <p:nvCxnSpPr>
            <p:cNvPr id="4803" name="Google Shape;4803;p25"/>
            <p:cNvCxnSpPr/>
            <p:nvPr/>
          </p:nvCxnSpPr>
          <p:spPr>
            <a:xfrm flipH="1" rot="5400000">
              <a:off x="9789609" y="5251739"/>
              <a:ext cx="388062" cy="75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4" name="Google Shape;4804;p25"/>
            <p:cNvCxnSpPr/>
            <p:nvPr/>
          </p:nvCxnSpPr>
          <p:spPr>
            <a:xfrm>
              <a:off x="8210207" y="5117334"/>
              <a:ext cx="226800" cy="127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5" name="Google Shape;4805;p25"/>
            <p:cNvCxnSpPr/>
            <p:nvPr/>
          </p:nvCxnSpPr>
          <p:spPr>
            <a:xfrm flipH="1" rot="10800000">
              <a:off x="8459425" y="5036562"/>
              <a:ext cx="404236" cy="2077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806" name="Google Shape;4806;p25"/>
            <p:cNvGrpSpPr/>
            <p:nvPr/>
          </p:nvGrpSpPr>
          <p:grpSpPr>
            <a:xfrm>
              <a:off x="7948367" y="4775686"/>
              <a:ext cx="2318709" cy="1245936"/>
              <a:chOff x="7948367" y="4775686"/>
              <a:chExt cx="2318709" cy="1245936"/>
            </a:xfrm>
          </p:grpSpPr>
          <p:cxnSp>
            <p:nvCxnSpPr>
              <p:cNvPr id="4807" name="Google Shape;4807;p25"/>
              <p:cNvCxnSpPr/>
              <p:nvPr/>
            </p:nvCxnSpPr>
            <p:spPr>
              <a:xfrm rot="10800000">
                <a:off x="10209926" y="5405286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8" name="Google Shape;4808;p25"/>
              <p:cNvCxnSpPr/>
              <p:nvPr/>
            </p:nvCxnSpPr>
            <p:spPr>
              <a:xfrm>
                <a:off x="9432959" y="4838517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09" name="Google Shape;4809;p25"/>
              <p:cNvCxnSpPr/>
              <p:nvPr/>
            </p:nvCxnSpPr>
            <p:spPr>
              <a:xfrm flipH="1" rot="10800000">
                <a:off x="8850066" y="4838517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0" name="Google Shape;4810;p25"/>
              <p:cNvCxnSpPr/>
              <p:nvPr/>
            </p:nvCxnSpPr>
            <p:spPr>
              <a:xfrm>
                <a:off x="8821744" y="5108876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1" name="Google Shape;4811;p25"/>
              <p:cNvCxnSpPr/>
              <p:nvPr/>
            </p:nvCxnSpPr>
            <p:spPr>
              <a:xfrm flipH="1" rot="10800000">
                <a:off x="7948367" y="5290470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2" name="Google Shape;4812;p25"/>
              <p:cNvCxnSpPr/>
              <p:nvPr/>
            </p:nvCxnSpPr>
            <p:spPr>
              <a:xfrm flipH="1">
                <a:off x="8373817" y="5282252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3" name="Google Shape;4813;p25"/>
              <p:cNvCxnSpPr/>
              <p:nvPr/>
            </p:nvCxnSpPr>
            <p:spPr>
              <a:xfrm rot="10800000">
                <a:off x="8488731" y="5307931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4" name="Google Shape;4814;p25"/>
              <p:cNvCxnSpPr/>
              <p:nvPr/>
            </p:nvCxnSpPr>
            <p:spPr>
              <a:xfrm>
                <a:off x="8488731" y="5258048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5" name="Google Shape;4815;p25"/>
              <p:cNvCxnSpPr/>
              <p:nvPr/>
            </p:nvCxnSpPr>
            <p:spPr>
              <a:xfrm flipH="1" rot="5400000">
                <a:off x="9885545" y="5583471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antenna_radiation_stylized" id="4816" name="Google Shape;4816;p25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ccess_point_stylized_small" id="4817" name="Google Shape;4817;p2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9290610" y="5524232"/>
                <a:ext cx="380935" cy="31746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818" name="Google Shape;4818;p25"/>
              <p:cNvGrpSpPr/>
              <p:nvPr/>
            </p:nvGrpSpPr>
            <p:grpSpPr>
              <a:xfrm>
                <a:off x="9783558" y="4989983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19" name="Google Shape;4819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20" name="Google Shape;4820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21" name="Google Shape;4821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22" name="Google Shape;4822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3" name="Google Shape;4823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4" name="Google Shape;4824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5" name="Google Shape;4825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26" name="Google Shape;4826;p25"/>
              <p:cNvGrpSpPr/>
              <p:nvPr/>
            </p:nvGrpSpPr>
            <p:grpSpPr>
              <a:xfrm>
                <a:off x="9849365" y="5339037"/>
                <a:ext cx="309740" cy="190838"/>
                <a:chOff x="3668110" y="2448910"/>
                <a:chExt cx="3794234" cy="2165130"/>
              </a:xfrm>
            </p:grpSpPr>
            <p:sp>
              <p:nvSpPr>
                <p:cNvPr id="4827" name="Google Shape;4827;p2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28" name="Google Shape;4828;p2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29" name="Google Shape;4829;p2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830" name="Google Shape;4830;p2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1" name="Google Shape;4831;p2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2" name="Google Shape;4832;p2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3" name="Google Shape;4833;p2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34" name="Google Shape;4834;p25"/>
              <p:cNvGrpSpPr/>
              <p:nvPr/>
            </p:nvGrpSpPr>
            <p:grpSpPr>
              <a:xfrm>
                <a:off x="8676619" y="4967420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35" name="Google Shape;4835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36" name="Google Shape;4836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37" name="Google Shape;4837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38" name="Google Shape;4838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9" name="Google Shape;4839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0" name="Google Shape;4840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1" name="Google Shape;4841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42" name="Google Shape;4842;p25"/>
              <p:cNvGrpSpPr/>
              <p:nvPr/>
            </p:nvGrpSpPr>
            <p:grpSpPr>
              <a:xfrm>
                <a:off x="8311520" y="5194433"/>
                <a:ext cx="309740" cy="190838"/>
                <a:chOff x="3668110" y="2448910"/>
                <a:chExt cx="3794234" cy="2165130"/>
              </a:xfrm>
            </p:grpSpPr>
            <p:sp>
              <p:nvSpPr>
                <p:cNvPr id="4843" name="Google Shape;4843;p2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44" name="Google Shape;4844;p2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45" name="Google Shape;4845;p2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846" name="Google Shape;4846;p2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7" name="Google Shape;4847;p2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8" name="Google Shape;4848;p2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9" name="Google Shape;4849;p2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850" name="Google Shape;4850;p25"/>
              <p:cNvGrpSpPr/>
              <p:nvPr/>
            </p:nvGrpSpPr>
            <p:grpSpPr>
              <a:xfrm>
                <a:off x="9247893" y="4775686"/>
                <a:ext cx="393760" cy="218578"/>
                <a:chOff x="7493876" y="2774731"/>
                <a:chExt cx="1481958" cy="894622"/>
              </a:xfrm>
            </p:grpSpPr>
            <p:sp>
              <p:nvSpPr>
                <p:cNvPr id="4851" name="Google Shape;4851;p2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4852" name="Google Shape;4852;p2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4853" name="Google Shape;4853;p2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854" name="Google Shape;4854;p2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5" name="Google Shape;4855;p2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6" name="Google Shape;4856;p2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7" name="Google Shape;4857;p2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stylized" id="4858" name="Google Shape;4858;p2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201681" y="5852809"/>
                <a:ext cx="307702" cy="1688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4859" name="Google Shape;4859;p2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9534746" y="5795138"/>
                <a:ext cx="316707" cy="1389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860" name="Google Shape;4860;p25"/>
          <p:cNvSpPr/>
          <p:nvPr/>
        </p:nvSpPr>
        <p:spPr>
          <a:xfrm>
            <a:off x="7165428" y="1458055"/>
            <a:ext cx="4771884" cy="4954628"/>
          </a:xfrm>
          <a:prstGeom prst="rect">
            <a:avLst/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61" name="Google Shape;4861;p25"/>
          <p:cNvGrpSpPr/>
          <p:nvPr/>
        </p:nvGrpSpPr>
        <p:grpSpPr>
          <a:xfrm>
            <a:off x="10812889" y="3368642"/>
            <a:ext cx="890572" cy="1290085"/>
            <a:chOff x="10812889" y="3368642"/>
            <a:chExt cx="890572" cy="1290085"/>
          </a:xfrm>
        </p:grpSpPr>
        <p:sp>
          <p:nvSpPr>
            <p:cNvPr id="4862" name="Google Shape;4862;p25"/>
            <p:cNvSpPr/>
            <p:nvPr/>
          </p:nvSpPr>
          <p:spPr>
            <a:xfrm>
              <a:off x="10812889" y="3368642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10890418" y="4148658"/>
              <a:ext cx="813043" cy="510069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64" name="Google Shape;4864;p25"/>
          <p:cNvGrpSpPr/>
          <p:nvPr/>
        </p:nvGrpSpPr>
        <p:grpSpPr>
          <a:xfrm>
            <a:off x="10925982" y="4188911"/>
            <a:ext cx="657413" cy="451816"/>
            <a:chOff x="10925982" y="4188911"/>
            <a:chExt cx="657413" cy="451816"/>
          </a:xfrm>
        </p:grpSpPr>
        <p:grpSp>
          <p:nvGrpSpPr>
            <p:cNvPr id="4865" name="Google Shape;4865;p25"/>
            <p:cNvGrpSpPr/>
            <p:nvPr/>
          </p:nvGrpSpPr>
          <p:grpSpPr>
            <a:xfrm>
              <a:off x="11093556" y="4188911"/>
              <a:ext cx="489839" cy="451816"/>
              <a:chOff x="5103720" y="2693365"/>
              <a:chExt cx="611650" cy="414788"/>
            </a:xfrm>
          </p:grpSpPr>
          <p:cxnSp>
            <p:nvCxnSpPr>
              <p:cNvPr id="4866" name="Google Shape;4866;p2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67" name="Google Shape;4867;p2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868" name="Google Shape;4868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69" name="Google Shape;4869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70" name="Google Shape;4870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4871" name="Google Shape;4871;p25"/>
            <p:cNvGrpSpPr/>
            <p:nvPr/>
          </p:nvGrpSpPr>
          <p:grpSpPr>
            <a:xfrm>
              <a:off x="10925982" y="4369125"/>
              <a:ext cx="228295" cy="120400"/>
              <a:chOff x="7493876" y="2774731"/>
              <a:chExt cx="1481958" cy="894622"/>
            </a:xfrm>
          </p:grpSpPr>
          <p:sp>
            <p:nvSpPr>
              <p:cNvPr id="4872" name="Google Shape;4872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73" name="Google Shape;4873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874" name="Google Shape;4874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75" name="Google Shape;4875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6" name="Google Shape;4876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7" name="Google Shape;4877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8" name="Google Shape;4878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879" name="Google Shape;4879;p25"/>
          <p:cNvGrpSpPr/>
          <p:nvPr/>
        </p:nvGrpSpPr>
        <p:grpSpPr>
          <a:xfrm>
            <a:off x="10884085" y="3428485"/>
            <a:ext cx="604586" cy="405973"/>
            <a:chOff x="10884085" y="3428485"/>
            <a:chExt cx="604586" cy="405973"/>
          </a:xfrm>
        </p:grpSpPr>
        <p:grpSp>
          <p:nvGrpSpPr>
            <p:cNvPr id="4880" name="Google Shape;4880;p25"/>
            <p:cNvGrpSpPr/>
            <p:nvPr/>
          </p:nvGrpSpPr>
          <p:grpSpPr>
            <a:xfrm>
              <a:off x="10884085" y="3601365"/>
              <a:ext cx="170989" cy="97052"/>
              <a:chOff x="7493876" y="2774731"/>
              <a:chExt cx="1481958" cy="894622"/>
            </a:xfrm>
          </p:grpSpPr>
          <p:sp>
            <p:nvSpPr>
              <p:cNvPr id="4881" name="Google Shape;4881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882" name="Google Shape;4882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883" name="Google Shape;4883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84" name="Google Shape;4884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5" name="Google Shape;4885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6" name="Google Shape;4886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7" name="Google Shape;4887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88" name="Google Shape;4888;p25"/>
            <p:cNvGrpSpPr/>
            <p:nvPr/>
          </p:nvGrpSpPr>
          <p:grpSpPr>
            <a:xfrm>
              <a:off x="11064947" y="3428485"/>
              <a:ext cx="423724" cy="405973"/>
              <a:chOff x="5103720" y="2693365"/>
              <a:chExt cx="611650" cy="414788"/>
            </a:xfrm>
          </p:grpSpPr>
          <p:cxnSp>
            <p:nvCxnSpPr>
              <p:cNvPr id="4889" name="Google Shape;4889;p25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90" name="Google Shape;4890;p25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4891" name="Google Shape;4891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92" name="Google Shape;4892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4893" name="Google Shape;4893;p25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pic>
        <p:nvPicPr>
          <p:cNvPr descr="Big Data. Monster Storage: The Northeast Storage Exchange | MGHPCC" id="4894" name="Google Shape;4894;p2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27848" y="3263334"/>
            <a:ext cx="4773705" cy="2363233"/>
          </a:xfrm>
          <a:prstGeom prst="rect">
            <a:avLst/>
          </a:prstGeom>
          <a:noFill/>
          <a:ln>
            <a:noFill/>
          </a:ln>
        </p:spPr>
      </p:pic>
      <p:sp>
        <p:nvSpPr>
          <p:cNvPr id="4895" name="Google Shape;4895;p25"/>
          <p:cNvSpPr txBox="1"/>
          <p:nvPr/>
        </p:nvSpPr>
        <p:spPr>
          <a:xfrm flipH="1">
            <a:off x="860610" y="5688106"/>
            <a:ext cx="51098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Courtesy: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Massachusetts Green High Performance Computing Center (mghpcc.org)</a:t>
            </a:r>
            <a:endParaRPr/>
          </a:p>
        </p:txBody>
      </p:sp>
      <p:sp>
        <p:nvSpPr>
          <p:cNvPr id="4896" name="Google Shape;4896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1" name="Shape 4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2" name="Google Shape;4902;p26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Host: sends </a:t>
            </a:r>
            <a:r>
              <a:rPr b="0" i="1" lang="en-US" sz="5400"/>
              <a:t>packets</a:t>
            </a:r>
            <a:r>
              <a:rPr b="0" lang="en-US" sz="5400"/>
              <a:t> of data</a:t>
            </a:r>
            <a:endParaRPr b="0" sz="5400"/>
          </a:p>
        </p:txBody>
      </p:sp>
      <p:sp>
        <p:nvSpPr>
          <p:cNvPr id="4903" name="Google Shape;4903;p26"/>
          <p:cNvSpPr txBox="1"/>
          <p:nvPr/>
        </p:nvSpPr>
        <p:spPr>
          <a:xfrm>
            <a:off x="848710" y="1286477"/>
            <a:ext cx="5501619" cy="4672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sending function: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takes application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breaks into smaller chunks, known as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of length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transmits packet into access network at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transmission rate 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rate, aka link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capacity, aka link bandwidth</a:t>
            </a:r>
            <a:endParaRPr/>
          </a:p>
        </p:txBody>
      </p:sp>
      <p:grpSp>
        <p:nvGrpSpPr>
          <p:cNvPr id="4904" name="Google Shape;4904;p26"/>
          <p:cNvGrpSpPr/>
          <p:nvPr/>
        </p:nvGrpSpPr>
        <p:grpSpPr>
          <a:xfrm>
            <a:off x="7825117" y="3017234"/>
            <a:ext cx="409575" cy="565150"/>
            <a:chOff x="375561" y="297711"/>
            <a:chExt cx="1252683" cy="2142487"/>
          </a:xfrm>
        </p:grpSpPr>
        <p:sp>
          <p:nvSpPr>
            <p:cNvPr id="4905" name="Google Shape;4905;p26"/>
            <p:cNvSpPr/>
            <p:nvPr/>
          </p:nvSpPr>
          <p:spPr>
            <a:xfrm>
              <a:off x="375561" y="297711"/>
              <a:ext cx="971072" cy="2136471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6" name="Google Shape;4906;p26"/>
            <p:cNvSpPr/>
            <p:nvPr/>
          </p:nvSpPr>
          <p:spPr>
            <a:xfrm>
              <a:off x="375561" y="309747"/>
              <a:ext cx="1247826" cy="770332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7" name="Google Shape;4907;p26"/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908" name="Google Shape;4908;p26"/>
          <p:cNvCxnSpPr/>
          <p:nvPr/>
        </p:nvCxnSpPr>
        <p:spPr>
          <a:xfrm>
            <a:off x="8248979" y="3941159"/>
            <a:ext cx="24542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9" name="Google Shape;4909;p26"/>
          <p:cNvSpPr txBox="1"/>
          <p:nvPr/>
        </p:nvSpPr>
        <p:spPr>
          <a:xfrm>
            <a:off x="8536979" y="4435965"/>
            <a:ext cx="31650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transmission rate</a:t>
            </a:r>
            <a:endParaRPr/>
          </a:p>
        </p:txBody>
      </p:sp>
      <p:grpSp>
        <p:nvGrpSpPr>
          <p:cNvPr id="4910" name="Google Shape;4910;p26"/>
          <p:cNvGrpSpPr/>
          <p:nvPr/>
        </p:nvGrpSpPr>
        <p:grpSpPr>
          <a:xfrm>
            <a:off x="7577467" y="3023584"/>
            <a:ext cx="409575" cy="565150"/>
            <a:chOff x="375561" y="297711"/>
            <a:chExt cx="1252683" cy="2138362"/>
          </a:xfrm>
        </p:grpSpPr>
        <p:sp>
          <p:nvSpPr>
            <p:cNvPr id="4911" name="Google Shape;4911;p26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2" name="Google Shape;4912;p26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3" name="Google Shape;4913;p26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4" name="Google Shape;4914;p26"/>
          <p:cNvSpPr txBox="1"/>
          <p:nvPr/>
        </p:nvSpPr>
        <p:spPr>
          <a:xfrm>
            <a:off x="7334579" y="4199922"/>
            <a:ext cx="6386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/>
          </a:p>
        </p:txBody>
      </p:sp>
      <p:grpSp>
        <p:nvGrpSpPr>
          <p:cNvPr id="4915" name="Google Shape;4915;p26"/>
          <p:cNvGrpSpPr/>
          <p:nvPr/>
        </p:nvGrpSpPr>
        <p:grpSpPr>
          <a:xfrm>
            <a:off x="7102804" y="3586433"/>
            <a:ext cx="1295400" cy="669051"/>
            <a:chOff x="1816230" y="5881531"/>
            <a:chExt cx="1843339" cy="976469"/>
          </a:xfrm>
        </p:grpSpPr>
        <p:pic>
          <p:nvPicPr>
            <p:cNvPr id="4916" name="Google Shape;491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7" name="Google Shape;4917;p26"/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18" name="Google Shape;4918;p26"/>
          <p:cNvGrpSpPr/>
          <p:nvPr/>
        </p:nvGrpSpPr>
        <p:grpSpPr>
          <a:xfrm>
            <a:off x="7222573" y="2132997"/>
            <a:ext cx="1449562" cy="987152"/>
            <a:chOff x="2362923" y="4309243"/>
            <a:chExt cx="1821888" cy="1441857"/>
          </a:xfrm>
        </p:grpSpPr>
        <p:pic>
          <p:nvPicPr>
            <p:cNvPr id="4919" name="Google Shape;491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0" name="Google Shape;4920;p26"/>
            <p:cNvSpPr/>
            <p:nvPr/>
          </p:nvSpPr>
          <p:spPr>
            <a:xfrm rot="-9998178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0000">
                  <a:srgbClr val="FFFFFF">
                    <a:alpha val="4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21" name="Google Shape;4921;p26"/>
          <p:cNvSpPr txBox="1"/>
          <p:nvPr/>
        </p:nvSpPr>
        <p:spPr>
          <a:xfrm>
            <a:off x="7991804" y="3555397"/>
            <a:ext cx="2889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22" name="Google Shape;4922;p26"/>
          <p:cNvSpPr txBox="1"/>
          <p:nvPr/>
        </p:nvSpPr>
        <p:spPr>
          <a:xfrm>
            <a:off x="7750504" y="3563334"/>
            <a:ext cx="2889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4923" name="Google Shape;4923;p26"/>
          <p:cNvCxnSpPr/>
          <p:nvPr/>
        </p:nvCxnSpPr>
        <p:spPr>
          <a:xfrm flipH="1" rot="10800000">
            <a:off x="8241042" y="2577497"/>
            <a:ext cx="1225550" cy="565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4" name="Google Shape;4924;p26"/>
          <p:cNvSpPr txBox="1"/>
          <p:nvPr/>
        </p:nvSpPr>
        <p:spPr>
          <a:xfrm>
            <a:off x="9404679" y="2228247"/>
            <a:ext cx="18244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packets,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 each</a:t>
            </a:r>
            <a:endParaRPr/>
          </a:p>
        </p:txBody>
      </p:sp>
      <p:grpSp>
        <p:nvGrpSpPr>
          <p:cNvPr id="4925" name="Google Shape;4925;p26"/>
          <p:cNvGrpSpPr/>
          <p:nvPr/>
        </p:nvGrpSpPr>
        <p:grpSpPr>
          <a:xfrm>
            <a:off x="10506147" y="3669119"/>
            <a:ext cx="1200246" cy="477406"/>
            <a:chOff x="3668110" y="2448910"/>
            <a:chExt cx="3794234" cy="2165130"/>
          </a:xfrm>
        </p:grpSpPr>
        <p:sp>
          <p:nvSpPr>
            <p:cNvPr id="4926" name="Google Shape;4926;p2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7" name="Google Shape;4927;p2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28" name="Google Shape;4928;p2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929" name="Google Shape;4929;p2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0" name="Google Shape;4930;p2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1" name="Google Shape;4931;p2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2" name="Google Shape;4932;p2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933" name="Google Shape;4933;p26"/>
          <p:cNvCxnSpPr/>
          <p:nvPr/>
        </p:nvCxnSpPr>
        <p:spPr>
          <a:xfrm rot="10800000">
            <a:off x="9264979" y="4020904"/>
            <a:ext cx="0" cy="45830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4" name="Google Shape;4934;p26"/>
          <p:cNvSpPr/>
          <p:nvPr/>
        </p:nvSpPr>
        <p:spPr>
          <a:xfrm>
            <a:off x="8311695" y="3223689"/>
            <a:ext cx="978408" cy="260093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5" name="Google Shape;4935;p26"/>
          <p:cNvGrpSpPr/>
          <p:nvPr/>
        </p:nvGrpSpPr>
        <p:grpSpPr>
          <a:xfrm>
            <a:off x="2541108" y="5251754"/>
            <a:ext cx="6446724" cy="1077218"/>
            <a:chOff x="2541108" y="5251754"/>
            <a:chExt cx="6446724" cy="1077218"/>
          </a:xfrm>
        </p:grpSpPr>
        <p:sp>
          <p:nvSpPr>
            <p:cNvPr id="4936" name="Google Shape;4936;p26"/>
            <p:cNvSpPr txBox="1"/>
            <p:nvPr/>
          </p:nvSpPr>
          <p:spPr>
            <a:xfrm>
              <a:off x="2541108" y="5259812"/>
              <a:ext cx="1768561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transmission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</a:t>
              </a:r>
              <a:endParaRPr/>
            </a:p>
          </p:txBody>
        </p:sp>
        <p:sp>
          <p:nvSpPr>
            <p:cNvPr id="4937" name="Google Shape;4937;p26"/>
            <p:cNvSpPr txBox="1"/>
            <p:nvPr/>
          </p:nvSpPr>
          <p:spPr>
            <a:xfrm>
              <a:off x="4778467" y="5291362"/>
              <a:ext cx="2103653" cy="1036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 needed to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transmit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-bit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into link</a:t>
              </a:r>
              <a:endParaRPr/>
            </a:p>
          </p:txBody>
        </p:sp>
        <p:sp>
          <p:nvSpPr>
            <p:cNvPr id="4938" name="Google Shape;4938;p26"/>
            <p:cNvSpPr txBox="1"/>
            <p:nvPr/>
          </p:nvSpPr>
          <p:spPr>
            <a:xfrm>
              <a:off x="7516019" y="5251754"/>
              <a:ext cx="1471813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(bits/sec)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39" name="Google Shape;4939;p26"/>
            <p:cNvCxnSpPr/>
            <p:nvPr/>
          </p:nvCxnSpPr>
          <p:spPr>
            <a:xfrm>
              <a:off x="7603331" y="5796974"/>
              <a:ext cx="28687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40" name="Google Shape;4940;p26"/>
            <p:cNvSpPr txBox="1"/>
            <p:nvPr/>
          </p:nvSpPr>
          <p:spPr>
            <a:xfrm>
              <a:off x="4336507" y="5477615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  <p:sp>
          <p:nvSpPr>
            <p:cNvPr id="4941" name="Google Shape;4941;p26"/>
            <p:cNvSpPr txBox="1"/>
            <p:nvPr/>
          </p:nvSpPr>
          <p:spPr>
            <a:xfrm>
              <a:off x="6919119" y="5484897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  <p:sp>
        <p:nvSpPr>
          <p:cNvPr id="4942" name="Google Shape;4942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7" name="Shape 4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8" name="Google Shape;4948;p27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49" name="Google Shape;4949;p27"/>
          <p:cNvSpPr txBox="1"/>
          <p:nvPr/>
        </p:nvSpPr>
        <p:spPr>
          <a:xfrm>
            <a:off x="952500" y="1671911"/>
            <a:ext cx="463900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bit: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propagates between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transmitter/receiver pairs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 link: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what lies between transmitter &amp; receiver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guided media: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in solid media: copper, fiber, coax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unguided media: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 propagate freely, e.g., radio</a:t>
            </a:r>
            <a:endParaRPr/>
          </a:p>
        </p:txBody>
      </p:sp>
      <p:grpSp>
        <p:nvGrpSpPr>
          <p:cNvPr id="4950" name="Google Shape;4950;p27"/>
          <p:cNvGrpSpPr/>
          <p:nvPr/>
        </p:nvGrpSpPr>
        <p:grpSpPr>
          <a:xfrm>
            <a:off x="6333223" y="1671911"/>
            <a:ext cx="5123052" cy="3611287"/>
            <a:chOff x="6333223" y="1671911"/>
            <a:chExt cx="5123052" cy="3611287"/>
          </a:xfrm>
        </p:grpSpPr>
        <p:sp>
          <p:nvSpPr>
            <p:cNvPr id="4951" name="Google Shape;4951;p27"/>
            <p:cNvSpPr txBox="1"/>
            <p:nvPr/>
          </p:nvSpPr>
          <p:spPr>
            <a:xfrm>
              <a:off x="6411036" y="1671911"/>
              <a:ext cx="5045239" cy="3346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290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320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Twisted pair (TP</a:t>
              </a:r>
              <a:r>
                <a:rPr b="0" i="0" lang="en-US" sz="32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0" marL="2286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two insulated copper wires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5: 100 Mbps, 1 Gbps Ethernet</a:t>
              </a:r>
              <a:endParaRPr/>
            </a:p>
            <a:p>
              <a:pPr indent="-231775" lvl="1" marL="6826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Category 6: 10Gbps Ethernet</a:t>
              </a:r>
              <a:endParaRPr/>
            </a:p>
          </p:txBody>
        </p:sp>
        <p:pic>
          <p:nvPicPr>
            <p:cNvPr descr="Twisted_Pair_Cables" id="4952" name="Google Shape;4952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3223" y="3476662"/>
              <a:ext cx="2220035" cy="17094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twisted pair" id="4953" name="Google Shape;495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05176" y="3594371"/>
              <a:ext cx="2359134" cy="16888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54" name="Google Shape;4954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9" name="Shape 4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0" name="Google Shape;4960;p28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61" name="Google Shape;4961;p28"/>
          <p:cNvSpPr txBox="1"/>
          <p:nvPr/>
        </p:nvSpPr>
        <p:spPr>
          <a:xfrm>
            <a:off x="982262" y="1320920"/>
            <a:ext cx="4878973" cy="432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9075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Coaxial cable: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concentric copper conductors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bidirectional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broadband: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frequency channels on cable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100’s Mbps per channel</a:t>
            </a:r>
            <a:endParaRPr/>
          </a:p>
        </p:txBody>
      </p:sp>
      <p:pic>
        <p:nvPicPr>
          <p:cNvPr id="4962" name="Google Shape;49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692153">
            <a:off x="1742089" y="3834600"/>
            <a:ext cx="1854420" cy="18544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63" name="Google Shape;4963;p28"/>
          <p:cNvGrpSpPr/>
          <p:nvPr/>
        </p:nvGrpSpPr>
        <p:grpSpPr>
          <a:xfrm>
            <a:off x="6360527" y="1276574"/>
            <a:ext cx="5602289" cy="5319638"/>
            <a:chOff x="6360527" y="1276574"/>
            <a:chExt cx="5602289" cy="5319638"/>
          </a:xfrm>
        </p:grpSpPr>
        <p:sp>
          <p:nvSpPr>
            <p:cNvPr id="4964" name="Google Shape;4964;p28"/>
            <p:cNvSpPr/>
            <p:nvPr/>
          </p:nvSpPr>
          <p:spPr>
            <a:xfrm>
              <a:off x="6360527" y="1276574"/>
              <a:ext cx="5602289" cy="343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272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Fiber optic cable: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glass fiber carrying light pulses, each pulse a bit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operation: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high-speed point-to-point transmission (10’s-100’s Gbps)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low error rate: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repeaters spaced far apart </a:t>
              </a:r>
              <a:endParaRPr/>
            </a:p>
            <a:p>
              <a:pPr indent="-225425" lvl="1" marL="682625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immune to electromagnetic noise</a:t>
              </a:r>
              <a:endParaRPr/>
            </a:p>
          </p:txBody>
        </p:sp>
        <p:pic>
          <p:nvPicPr>
            <p:cNvPr descr="Image result for optical fiber" id="4965" name="Google Shape;496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55119" y="4700678"/>
              <a:ext cx="2872373" cy="18955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66" name="Google Shape;4966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1" name="Shape 4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2" name="Google Shape;4972;p29"/>
          <p:cNvSpPr txBox="1"/>
          <p:nvPr>
            <p:ph type="title"/>
          </p:nvPr>
        </p:nvSpPr>
        <p:spPr>
          <a:xfrm>
            <a:off x="848710" y="27314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b="0" lang="en-US" sz="5400"/>
              <a:t>Links: physical media</a:t>
            </a:r>
            <a:endParaRPr b="0" sz="5400"/>
          </a:p>
        </p:txBody>
      </p:sp>
      <p:sp>
        <p:nvSpPr>
          <p:cNvPr id="4973" name="Google Shape;4973;p29"/>
          <p:cNvSpPr txBox="1"/>
          <p:nvPr/>
        </p:nvSpPr>
        <p:spPr>
          <a:xfrm>
            <a:off x="952499" y="1354420"/>
            <a:ext cx="4950759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Wireless radio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 carried in various “bands” in electromagnetic spectrum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physical “wire”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broadcast, “half-duplex”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(sender to receiver)</a:t>
            </a:r>
            <a:endParaRPr/>
          </a:p>
          <a:p>
            <a:pPr indent="-284163" lvl="0" marL="3460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propagation environment effects: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reflection 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obstruction by objects</a:t>
            </a:r>
            <a:endParaRPr/>
          </a:p>
          <a:p>
            <a:pPr indent="-230187" lvl="1" marL="635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Interference/noise</a:t>
            </a:r>
            <a:endParaRPr/>
          </a:p>
        </p:txBody>
      </p:sp>
      <p:sp>
        <p:nvSpPr>
          <p:cNvPr id="4974" name="Google Shape;4974;p29"/>
          <p:cNvSpPr txBox="1"/>
          <p:nvPr/>
        </p:nvSpPr>
        <p:spPr>
          <a:xfrm>
            <a:off x="6349562" y="1354420"/>
            <a:ext cx="5188014" cy="5118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72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Radio link types: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Wireless LAN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(WiFi)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10-100’s Mbps; 10’s of meters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wide-area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(e.g., 4G cellular)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10’s Mbps over ~10 Km </a:t>
            </a:r>
            <a:endParaRPr/>
          </a:p>
          <a:p>
            <a:pPr indent="-285750" lvl="0" marL="3460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Bluetooth: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replacement</a:t>
            </a:r>
            <a:endParaRPr/>
          </a:p>
          <a:p>
            <a:pPr indent="-342900" lvl="1" marL="747712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short distances, limited rates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terrestrial  microwave</a:t>
            </a:r>
            <a:endParaRPr/>
          </a:p>
          <a:p>
            <a:pPr indent="-230187" lvl="1" marL="6350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point-to-point; 45 Mbps channels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satellite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to 45 Mbps per channel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270 msec end-end delay</a:t>
            </a:r>
            <a:endParaRPr/>
          </a:p>
        </p:txBody>
      </p:sp>
      <p:sp>
        <p:nvSpPr>
          <p:cNvPr id="4975" name="Google Shape;4975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0" name="Shape 4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1" name="Google Shape;4981;p3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4982" name="Google Shape;4982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83" name="Google Shape;4983;p30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core: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4984" name="Google Shape;49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9" name="Shape 4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0" name="Google Shape;4990;p31"/>
          <p:cNvSpPr/>
          <p:nvPr/>
        </p:nvSpPr>
        <p:spPr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1" name="Google Shape;4991;p31"/>
          <p:cNvSpPr txBox="1"/>
          <p:nvPr>
            <p:ph type="title"/>
          </p:nvPr>
        </p:nvSpPr>
        <p:spPr>
          <a:xfrm>
            <a:off x="763273" y="41368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The network core</a:t>
            </a:r>
            <a:endParaRPr sz="4800"/>
          </a:p>
        </p:txBody>
      </p:sp>
      <p:sp>
        <p:nvSpPr>
          <p:cNvPr id="4992" name="Google Shape;4992;p31"/>
          <p:cNvSpPr txBox="1"/>
          <p:nvPr>
            <p:ph idx="1" type="body"/>
          </p:nvPr>
        </p:nvSpPr>
        <p:spPr>
          <a:xfrm>
            <a:off x="676092" y="1531645"/>
            <a:ext cx="6282647" cy="4617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412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mesh of interconnected routers</a:t>
            </a:r>
            <a:endParaRPr/>
          </a:p>
          <a:p>
            <a:pPr indent="-282575" lvl="0" marL="412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C0000"/>
                </a:solidFill>
              </a:rPr>
              <a:t>packet-switching: </a:t>
            </a:r>
            <a:r>
              <a:rPr lang="en-US"/>
              <a:t>hosts break application-layer messages into </a:t>
            </a:r>
            <a:r>
              <a:rPr i="1" lang="en-US">
                <a:solidFill>
                  <a:srgbClr val="CC0000"/>
                </a:solidFill>
              </a:rPr>
              <a:t>packets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network </a:t>
            </a:r>
            <a:r>
              <a:rPr lang="en-US" sz="2800">
                <a:solidFill>
                  <a:srgbClr val="0000A3"/>
                </a:solidFill>
              </a:rPr>
              <a:t>forwards</a:t>
            </a:r>
            <a:r>
              <a:rPr lang="en-US" sz="2800"/>
              <a:t> packets</a:t>
            </a:r>
            <a:r>
              <a:rPr i="1" lang="en-US" sz="2800"/>
              <a:t> </a:t>
            </a:r>
            <a:r>
              <a:rPr lang="en-US" sz="2800"/>
              <a:t>from one router to the next, across links on path from </a:t>
            </a:r>
            <a:r>
              <a:rPr lang="en-US" sz="2800">
                <a:solidFill>
                  <a:srgbClr val="0000A3"/>
                </a:solidFill>
              </a:rPr>
              <a:t>source to destination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993" name="Google Shape;4993;p31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4" name="Google Shape;4994;p31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5" name="Google Shape;4995;p31"/>
          <p:cNvSpPr/>
          <p:nvPr/>
        </p:nvSpPr>
        <p:spPr>
          <a:xfrm>
            <a:off x="7205350" y="3289251"/>
            <a:ext cx="1458912" cy="317850"/>
          </a:xfrm>
          <a:prstGeom prst="triangle">
            <a:avLst>
              <a:gd fmla="val 50000" name="adj"/>
            </a:avLst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CC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6" name="Google Shape;4996;p31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7" name="Google Shape;4997;p31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4998" name="Google Shape;4998;p31"/>
          <p:cNvSpPr txBox="1"/>
          <p:nvPr/>
        </p:nvSpPr>
        <p:spPr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4999" name="Google Shape;4999;p31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5000" name="Google Shape;5000;p31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01" name="Google Shape;5001;p31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5002" name="Google Shape;5002;p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04" name="Google Shape;5004;p3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5" name="Google Shape;5005;p3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6" name="Google Shape;5006;p3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7" name="Google Shape;5007;p3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8" name="Google Shape;5008;p3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9" name="Google Shape;5009;p3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010" name="Google Shape;5010;p31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5011" name="Google Shape;5011;p31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2" name="Google Shape;5012;p31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13" name="Google Shape;5013;p31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4" name="Google Shape;5014;p31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5" name="Google Shape;5015;p31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6" name="Google Shape;5016;p31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7" name="Google Shape;5017;p31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18" name="Google Shape;5018;p31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019" name="Google Shape;5019;p31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0" name="Google Shape;5020;p31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5021" name="Google Shape;5021;p31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2" name="Google Shape;5022;p31"/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or regional ISP</a:t>
            </a:r>
            <a:endParaRPr/>
          </a:p>
        </p:txBody>
      </p:sp>
      <p:sp>
        <p:nvSpPr>
          <p:cNvPr id="5023" name="Google Shape;5023;p31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5024" name="Google Shape;5024;p31"/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5" name="Google Shape;5025;p31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6" name="Google Shape;5026;p31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7" name="Google Shape;5027;p31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8" name="Google Shape;5028;p31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9" name="Google Shape;5029;p31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0" name="Google Shape;5030;p31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1" name="Google Shape;5031;p31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2" name="Google Shape;5032;p31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3" name="Google Shape;5033;p31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4" name="Google Shape;5034;p31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5" name="Google Shape;5035;p31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6" name="Google Shape;5036;p31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7" name="Google Shape;5037;p31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8" name="Google Shape;5038;p31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9" name="Google Shape;5039;p31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0" name="Google Shape;5040;p31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1" name="Google Shape;5041;p31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2" name="Google Shape;5042;p31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3" name="Google Shape;5043;p31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4" name="Google Shape;5044;p31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5" name="Google Shape;5045;p31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6" name="Google Shape;5046;p31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7" name="Google Shape;5047;p31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5048" name="Google Shape;5048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49" name="Google Shape;5049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50" name="Google Shape;5050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51" name="Google Shape;5051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2" name="Google Shape;5052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3" name="Google Shape;5053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4" name="Google Shape;5054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55" name="Google Shape;5055;p31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056" name="Google Shape;5056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57" name="Google Shape;5057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58" name="Google Shape;5058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59" name="Google Shape;5059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0" name="Google Shape;5060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1" name="Google Shape;5061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2" name="Google Shape;5062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63" name="Google Shape;5063;p31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064" name="Google Shape;5064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65" name="Google Shape;5065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66" name="Google Shape;5066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67" name="Google Shape;5067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8" name="Google Shape;5068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9" name="Google Shape;5069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0" name="Google Shape;5070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71" name="Google Shape;5071;p31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5072" name="Google Shape;5072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73" name="Google Shape;5073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74" name="Google Shape;5074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75" name="Google Shape;5075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6" name="Google Shape;5076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7" name="Google Shape;5077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8" name="Google Shape;5078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79" name="Google Shape;5079;p31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080" name="Google Shape;5080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81" name="Google Shape;5081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82" name="Google Shape;5082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83" name="Google Shape;5083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4" name="Google Shape;5084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5" name="Google Shape;5085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6" name="Google Shape;5086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87" name="Google Shape;5087;p31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088" name="Google Shape;5088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89" name="Google Shape;5089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90" name="Google Shape;5090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1" name="Google Shape;5091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2" name="Google Shape;5092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3" name="Google Shape;5093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4" name="Google Shape;5094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95" name="Google Shape;5095;p31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096" name="Google Shape;5096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97" name="Google Shape;5097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98" name="Google Shape;5098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9" name="Google Shape;5099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0" name="Google Shape;5100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1" name="Google Shape;5101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2" name="Google Shape;5102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03" name="Google Shape;5103;p31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104" name="Google Shape;5104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05" name="Google Shape;5105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06" name="Google Shape;5106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07" name="Google Shape;5107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8" name="Google Shape;5108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9" name="Google Shape;5109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0" name="Google Shape;5110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11" name="Google Shape;5111;p31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5112" name="Google Shape;5112;p3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13" name="Google Shape;5113;p3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14" name="Google Shape;5114;p3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15" name="Google Shape;5115;p3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6" name="Google Shape;5116;p3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7" name="Google Shape;5117;p3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8" name="Google Shape;5118;p3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descr="iphone_stylized_small" id="5119" name="Google Shape;51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72" y="1917025"/>
            <a:ext cx="136841" cy="328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5120" name="Google Shape;51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9064">
            <a:off x="7464781" y="2605090"/>
            <a:ext cx="437221" cy="159511"/>
          </a:xfrm>
          <a:prstGeom prst="rect">
            <a:avLst/>
          </a:prstGeom>
          <a:noFill/>
          <a:ln>
            <a:noFill/>
          </a:ln>
        </p:spPr>
      </p:pic>
      <p:sp>
        <p:nvSpPr>
          <p:cNvPr id="5121" name="Google Shape;5121;p31"/>
          <p:cNvSpPr/>
          <p:nvPr/>
        </p:nvSpPr>
        <p:spPr>
          <a:xfrm>
            <a:off x="7609678" y="2450304"/>
            <a:ext cx="351919" cy="208167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122" name="Google Shape;512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7011" y="2455658"/>
            <a:ext cx="319785" cy="189429"/>
          </a:xfrm>
          <a:prstGeom prst="rect">
            <a:avLst/>
          </a:prstGeom>
          <a:noFill/>
          <a:ln>
            <a:noFill/>
          </a:ln>
        </p:spPr>
      </p:pic>
      <p:sp>
        <p:nvSpPr>
          <p:cNvPr id="5123" name="Google Shape;5123;p31"/>
          <p:cNvSpPr/>
          <p:nvPr/>
        </p:nvSpPr>
        <p:spPr>
          <a:xfrm>
            <a:off x="7673752" y="2444163"/>
            <a:ext cx="298167" cy="38736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4" name="Google Shape;5124;p31"/>
          <p:cNvSpPr/>
          <p:nvPr/>
        </p:nvSpPr>
        <p:spPr>
          <a:xfrm>
            <a:off x="7606562" y="2443848"/>
            <a:ext cx="82770" cy="161243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5" name="Google Shape;5125;p31"/>
          <p:cNvSpPr/>
          <p:nvPr/>
        </p:nvSpPr>
        <p:spPr>
          <a:xfrm>
            <a:off x="7880579" y="2472664"/>
            <a:ext cx="89197" cy="186122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6" name="Google Shape;5126;p31"/>
          <p:cNvSpPr/>
          <p:nvPr/>
        </p:nvSpPr>
        <p:spPr>
          <a:xfrm>
            <a:off x="7605588" y="2596902"/>
            <a:ext cx="327185" cy="6282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7" name="Google Shape;5127;p31"/>
          <p:cNvSpPr/>
          <p:nvPr/>
        </p:nvSpPr>
        <p:spPr>
          <a:xfrm>
            <a:off x="7890512" y="2474238"/>
            <a:ext cx="83549" cy="18690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8" name="Google Shape;5128;p31"/>
          <p:cNvSpPr/>
          <p:nvPr/>
        </p:nvSpPr>
        <p:spPr>
          <a:xfrm>
            <a:off x="7605977" y="2605248"/>
            <a:ext cx="290961" cy="62041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29" name="Google Shape;5129;p31"/>
          <p:cNvGrpSpPr/>
          <p:nvPr/>
        </p:nvGrpSpPr>
        <p:grpSpPr>
          <a:xfrm>
            <a:off x="7601109" y="2671540"/>
            <a:ext cx="98740" cy="36846"/>
            <a:chOff x="1740" y="2642"/>
            <a:chExt cx="752" cy="327"/>
          </a:xfrm>
        </p:grpSpPr>
        <p:sp>
          <p:nvSpPr>
            <p:cNvPr id="5130" name="Google Shape;5130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1" name="Google Shape;5131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2" name="Google Shape;5132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3" name="Google Shape;5133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4" name="Google Shape;5134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5" name="Google Shape;5135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36" name="Google Shape;5136;p31"/>
          <p:cNvSpPr/>
          <p:nvPr/>
        </p:nvSpPr>
        <p:spPr>
          <a:xfrm>
            <a:off x="7770154" y="2677051"/>
            <a:ext cx="119578" cy="80936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7" name="Google Shape;5137;p31"/>
          <p:cNvSpPr/>
          <p:nvPr/>
        </p:nvSpPr>
        <p:spPr>
          <a:xfrm>
            <a:off x="7464976" y="2683507"/>
            <a:ext cx="305957" cy="7385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8" name="Google Shape;5138;p31"/>
          <p:cNvSpPr/>
          <p:nvPr/>
        </p:nvSpPr>
        <p:spPr>
          <a:xfrm>
            <a:off x="7465171" y="2669965"/>
            <a:ext cx="3311" cy="14959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9" name="Google Shape;5139;p31"/>
          <p:cNvSpPr/>
          <p:nvPr/>
        </p:nvSpPr>
        <p:spPr>
          <a:xfrm>
            <a:off x="7465366" y="2609027"/>
            <a:ext cx="142170" cy="61883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0" name="Google Shape;5140;p31"/>
          <p:cNvSpPr/>
          <p:nvPr/>
        </p:nvSpPr>
        <p:spPr>
          <a:xfrm>
            <a:off x="7474909" y="2673115"/>
            <a:ext cx="290182" cy="7101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1" name="Google Shape;5141;p31"/>
          <p:cNvSpPr/>
          <p:nvPr/>
        </p:nvSpPr>
        <p:spPr>
          <a:xfrm flipH="1" rot="10800000">
            <a:off x="7764701" y="2668076"/>
            <a:ext cx="118410" cy="73535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2.png" id="5142" name="Google Shape;514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831667" y="2392289"/>
            <a:ext cx="92772" cy="4054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_icon_small" id="5143" name="Google Shape;514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99539" y="2116958"/>
            <a:ext cx="849312" cy="16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ptop_keyboard" id="5144" name="Google Shape;514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flipH="1" rot="109064">
            <a:off x="7510375" y="3605209"/>
            <a:ext cx="286699" cy="119448"/>
          </a:xfrm>
          <a:prstGeom prst="rect">
            <a:avLst/>
          </a:prstGeom>
          <a:noFill/>
          <a:ln>
            <a:noFill/>
          </a:ln>
        </p:spPr>
      </p:pic>
      <p:sp>
        <p:nvSpPr>
          <p:cNvPr id="5145" name="Google Shape;5145;p31"/>
          <p:cNvSpPr/>
          <p:nvPr/>
        </p:nvSpPr>
        <p:spPr>
          <a:xfrm>
            <a:off x="7605388" y="3489299"/>
            <a:ext cx="230764" cy="155883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146" name="Google Shape;5146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16754" y="3493308"/>
            <a:ext cx="209692" cy="141851"/>
          </a:xfrm>
          <a:prstGeom prst="rect">
            <a:avLst/>
          </a:prstGeom>
          <a:noFill/>
          <a:ln>
            <a:noFill/>
          </a:ln>
        </p:spPr>
      </p:pic>
      <p:sp>
        <p:nvSpPr>
          <p:cNvPr id="5147" name="Google Shape;5147;p31"/>
          <p:cNvSpPr/>
          <p:nvPr/>
        </p:nvSpPr>
        <p:spPr>
          <a:xfrm>
            <a:off x="7647403" y="3484701"/>
            <a:ext cx="195517" cy="2900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8" name="Google Shape;5148;p31"/>
          <p:cNvSpPr/>
          <p:nvPr/>
        </p:nvSpPr>
        <p:spPr>
          <a:xfrm>
            <a:off x="7603345" y="3484465"/>
            <a:ext cx="54275" cy="120745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9" name="Google Shape;5149;p31"/>
          <p:cNvSpPr/>
          <p:nvPr/>
        </p:nvSpPr>
        <p:spPr>
          <a:xfrm>
            <a:off x="7783026" y="3506043"/>
            <a:ext cx="58489" cy="139375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0" name="Google Shape;5150;p31"/>
          <p:cNvSpPr/>
          <p:nvPr/>
        </p:nvSpPr>
        <p:spPr>
          <a:xfrm>
            <a:off x="7602706" y="3599078"/>
            <a:ext cx="214545" cy="47048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1" name="Google Shape;5151;p31"/>
          <p:cNvSpPr/>
          <p:nvPr/>
        </p:nvSpPr>
        <p:spPr>
          <a:xfrm>
            <a:off x="7789539" y="3507222"/>
            <a:ext cx="54786" cy="139965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2" name="Google Shape;5152;p31"/>
          <p:cNvSpPr/>
          <p:nvPr/>
        </p:nvSpPr>
        <p:spPr>
          <a:xfrm>
            <a:off x="7602962" y="3605327"/>
            <a:ext cx="190792" cy="46458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53" name="Google Shape;5153;p31"/>
          <p:cNvGrpSpPr/>
          <p:nvPr/>
        </p:nvGrpSpPr>
        <p:grpSpPr>
          <a:xfrm>
            <a:off x="7599769" y="3654969"/>
            <a:ext cx="64747" cy="27592"/>
            <a:chOff x="1740" y="2642"/>
            <a:chExt cx="752" cy="327"/>
          </a:xfrm>
        </p:grpSpPr>
        <p:sp>
          <p:nvSpPr>
            <p:cNvPr id="5154" name="Google Shape;5154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5" name="Google Shape;5155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6" name="Google Shape;5156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7" name="Google Shape;5157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8" name="Google Shape;5158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9" name="Google Shape;5159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0" name="Google Shape;5160;p31"/>
          <p:cNvSpPr/>
          <p:nvPr/>
        </p:nvSpPr>
        <p:spPr>
          <a:xfrm>
            <a:off x="7710617" y="3659096"/>
            <a:ext cx="78411" cy="60608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1" name="Google Shape;5161;p31"/>
          <p:cNvSpPr/>
          <p:nvPr/>
        </p:nvSpPr>
        <p:spPr>
          <a:xfrm>
            <a:off x="7510503" y="3663931"/>
            <a:ext cx="200625" cy="55302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2" name="Google Shape;5162;p31"/>
          <p:cNvSpPr/>
          <p:nvPr/>
        </p:nvSpPr>
        <p:spPr>
          <a:xfrm>
            <a:off x="7510631" y="3653790"/>
            <a:ext cx="2171" cy="11202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3" name="Google Shape;5163;p31"/>
          <p:cNvSpPr/>
          <p:nvPr/>
        </p:nvSpPr>
        <p:spPr>
          <a:xfrm>
            <a:off x="7510758" y="3608157"/>
            <a:ext cx="93225" cy="46340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4" name="Google Shape;5164;p31"/>
          <p:cNvSpPr/>
          <p:nvPr/>
        </p:nvSpPr>
        <p:spPr>
          <a:xfrm>
            <a:off x="7517016" y="3656149"/>
            <a:ext cx="190281" cy="53180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5" name="Google Shape;5165;p31"/>
          <p:cNvSpPr/>
          <p:nvPr/>
        </p:nvSpPr>
        <p:spPr>
          <a:xfrm flipH="1" rot="10800000">
            <a:off x="7707042" y="3652375"/>
            <a:ext cx="77645" cy="55066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166" name="Google Shape;5166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flipH="1">
            <a:off x="7991996" y="3567143"/>
            <a:ext cx="359261" cy="3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5167" name="Google Shape;5167;p31"/>
          <p:cNvSpPr/>
          <p:nvPr/>
        </p:nvSpPr>
        <p:spPr>
          <a:xfrm flipH="1">
            <a:off x="8145217" y="3599942"/>
            <a:ext cx="169400" cy="15675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idge2.png" id="5168" name="Google Shape;5168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03199" y="3385017"/>
            <a:ext cx="189578" cy="3370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69" name="Google Shape;5169;p31"/>
          <p:cNvGrpSpPr/>
          <p:nvPr/>
        </p:nvGrpSpPr>
        <p:grpSpPr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5170" name="Google Shape;5170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1" name="Google Shape;5171;p3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2" name="Google Shape;5172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3" name="Google Shape;5173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4" name="Google Shape;5174;p3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5" name="Google Shape;5175;p3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176" name="Google Shape;5176;p3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7" name="Google Shape;5177;p3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78" name="Google Shape;5178;p3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9" name="Google Shape;5179;p3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180" name="Google Shape;5180;p3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1" name="Google Shape;5181;p3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82" name="Google Shape;5182;p3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3" name="Google Shape;5183;p3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84" name="Google Shape;5184;p3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185" name="Google Shape;5185;p3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6" name="Google Shape;5186;p3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87" name="Google Shape;5187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88" name="Google Shape;5188;p3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189" name="Google Shape;5189;p3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0" name="Google Shape;5190;p3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91" name="Google Shape;5191;p3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2" name="Google Shape;5192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3" name="Google Shape;5193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4" name="Google Shape;5194;p3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5" name="Google Shape;5195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6" name="Google Shape;5196;p3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7" name="Google Shape;5197;p3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8" name="Google Shape;5198;p3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9" name="Google Shape;5199;p3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0" name="Google Shape;5200;p3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1" name="Google Shape;5201;p3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2" name="Google Shape;5202;p31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5203" name="Google Shape;5203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4" name="Google Shape;5204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5205" name="Google Shape;5205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216586" y="6040274"/>
            <a:ext cx="253501" cy="120343"/>
          </a:xfrm>
          <a:prstGeom prst="rect">
            <a:avLst/>
          </a:prstGeom>
          <a:noFill/>
          <a:ln>
            <a:noFill/>
          </a:ln>
        </p:spPr>
      </p:pic>
      <p:sp>
        <p:nvSpPr>
          <p:cNvPr id="5206" name="Google Shape;5206;p31"/>
          <p:cNvSpPr/>
          <p:nvPr/>
        </p:nvSpPr>
        <p:spPr>
          <a:xfrm>
            <a:off x="9300597" y="5923494"/>
            <a:ext cx="204043" cy="157052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207" name="Google Shape;5207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10647" y="5927534"/>
            <a:ext cx="185412" cy="142915"/>
          </a:xfrm>
          <a:prstGeom prst="rect">
            <a:avLst/>
          </a:prstGeom>
          <a:noFill/>
          <a:ln>
            <a:noFill/>
          </a:ln>
        </p:spPr>
      </p:pic>
      <p:sp>
        <p:nvSpPr>
          <p:cNvPr id="5208" name="Google Shape;5208;p31"/>
          <p:cNvSpPr/>
          <p:nvPr/>
        </p:nvSpPr>
        <p:spPr>
          <a:xfrm>
            <a:off x="9337747" y="5918861"/>
            <a:ext cx="172878" cy="29225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9" name="Google Shape;5209;p31"/>
          <p:cNvSpPr/>
          <p:nvPr/>
        </p:nvSpPr>
        <p:spPr>
          <a:xfrm>
            <a:off x="9298791" y="5918624"/>
            <a:ext cx="47990" cy="121650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0" name="Google Shape;5210;p31"/>
          <p:cNvSpPr/>
          <p:nvPr/>
        </p:nvSpPr>
        <p:spPr>
          <a:xfrm>
            <a:off x="9457666" y="5940364"/>
            <a:ext cx="51716" cy="14042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1" name="Google Shape;5211;p31"/>
          <p:cNvSpPr/>
          <p:nvPr/>
        </p:nvSpPr>
        <p:spPr>
          <a:xfrm>
            <a:off x="9298226" y="6034096"/>
            <a:ext cx="189702" cy="47401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2" name="Google Shape;5212;p31"/>
          <p:cNvSpPr/>
          <p:nvPr/>
        </p:nvSpPr>
        <p:spPr>
          <a:xfrm>
            <a:off x="9463425" y="5941552"/>
            <a:ext cx="48442" cy="141014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3" name="Google Shape;5213;p31"/>
          <p:cNvSpPr/>
          <p:nvPr/>
        </p:nvSpPr>
        <p:spPr>
          <a:xfrm>
            <a:off x="9298452" y="6040392"/>
            <a:ext cx="168700" cy="46807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14" name="Google Shape;5214;p31"/>
          <p:cNvGrpSpPr/>
          <p:nvPr/>
        </p:nvGrpSpPr>
        <p:grpSpPr>
          <a:xfrm>
            <a:off x="9295629" y="6090407"/>
            <a:ext cx="57249" cy="27799"/>
            <a:chOff x="1740" y="2642"/>
            <a:chExt cx="752" cy="327"/>
          </a:xfrm>
        </p:grpSpPr>
        <p:sp>
          <p:nvSpPr>
            <p:cNvPr id="5215" name="Google Shape;5215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6" name="Google Shape;5216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7" name="Google Shape;5217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8" name="Google Shape;5218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9" name="Google Shape;5219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0" name="Google Shape;5220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21" name="Google Shape;5221;p31"/>
          <p:cNvSpPr/>
          <p:nvPr/>
        </p:nvSpPr>
        <p:spPr>
          <a:xfrm>
            <a:off x="9393642" y="6094565"/>
            <a:ext cx="69332" cy="61063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2" name="Google Shape;5222;p31"/>
          <p:cNvSpPr/>
          <p:nvPr/>
        </p:nvSpPr>
        <p:spPr>
          <a:xfrm>
            <a:off x="9216699" y="6099436"/>
            <a:ext cx="177394" cy="55717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3" name="Google Shape;5223;p31"/>
          <p:cNvSpPr/>
          <p:nvPr/>
        </p:nvSpPr>
        <p:spPr>
          <a:xfrm>
            <a:off x="9216812" y="6089219"/>
            <a:ext cx="1920" cy="11286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4" name="Google Shape;5224;p31"/>
          <p:cNvSpPr/>
          <p:nvPr/>
        </p:nvSpPr>
        <p:spPr>
          <a:xfrm>
            <a:off x="9216925" y="6043244"/>
            <a:ext cx="82430" cy="46688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5" name="Google Shape;5225;p31"/>
          <p:cNvSpPr/>
          <p:nvPr/>
        </p:nvSpPr>
        <p:spPr>
          <a:xfrm>
            <a:off x="9222458" y="6091595"/>
            <a:ext cx="168248" cy="53578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6" name="Google Shape;5226;p31"/>
          <p:cNvSpPr/>
          <p:nvPr/>
        </p:nvSpPr>
        <p:spPr>
          <a:xfrm flipH="1" rot="10800000">
            <a:off x="9390480" y="6087793"/>
            <a:ext cx="68654" cy="5547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27" name="Google Shape;5227;p31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5228" name="Google Shape;5228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9" name="Google Shape;5229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0" name="Google Shape;5230;p31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5231" name="Google Shape;5231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2" name="Google Shape;5232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laptop_keyboard" id="5233" name="Google Shape;5233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flipH="1" rot="109064">
            <a:off x="9550087" y="5949454"/>
            <a:ext cx="260920" cy="99063"/>
          </a:xfrm>
          <a:prstGeom prst="rect">
            <a:avLst/>
          </a:prstGeom>
          <a:noFill/>
          <a:ln>
            <a:noFill/>
          </a:ln>
        </p:spPr>
      </p:pic>
      <p:sp>
        <p:nvSpPr>
          <p:cNvPr id="5234" name="Google Shape;5234;p31"/>
          <p:cNvSpPr/>
          <p:nvPr/>
        </p:nvSpPr>
        <p:spPr>
          <a:xfrm>
            <a:off x="9636557" y="5853324"/>
            <a:ext cx="210015" cy="129281"/>
          </a:xfrm>
          <a:custGeom>
            <a:rect b="b" l="l" r="r" t="t"/>
            <a:pathLst>
              <a:path extrusionOk="0" h="2442" w="2982">
                <a:moveTo>
                  <a:pt x="540" y="0"/>
                </a:moveTo>
                <a:lnTo>
                  <a:pt x="0" y="1734"/>
                </a:lnTo>
                <a:lnTo>
                  <a:pt x="2394" y="2442"/>
                </a:lnTo>
                <a:lnTo>
                  <a:pt x="2982" y="318"/>
                </a:lnTo>
                <a:lnTo>
                  <a:pt x="54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" id="5235" name="Google Shape;5235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6901" y="5856649"/>
            <a:ext cx="190838" cy="1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5236" name="Google Shape;5236;p31"/>
          <p:cNvSpPr/>
          <p:nvPr/>
        </p:nvSpPr>
        <p:spPr>
          <a:xfrm>
            <a:off x="9674794" y="5849510"/>
            <a:ext cx="177937" cy="24057"/>
          </a:xfrm>
          <a:custGeom>
            <a:rect b="b" l="l" r="r" t="t"/>
            <a:pathLst>
              <a:path extrusionOk="0" h="455" w="2528">
                <a:moveTo>
                  <a:pt x="14" y="0"/>
                </a:moveTo>
                <a:lnTo>
                  <a:pt x="2528" y="341"/>
                </a:lnTo>
                <a:lnTo>
                  <a:pt x="2480" y="455"/>
                </a:lnTo>
                <a:lnTo>
                  <a:pt x="0" y="86"/>
                </a:lnTo>
                <a:lnTo>
                  <a:pt x="14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EAEAEA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7" name="Google Shape;5237;p31"/>
          <p:cNvSpPr/>
          <p:nvPr/>
        </p:nvSpPr>
        <p:spPr>
          <a:xfrm>
            <a:off x="9634698" y="5849315"/>
            <a:ext cx="49395" cy="100139"/>
          </a:xfrm>
          <a:custGeom>
            <a:rect b="b" l="l" r="r" t="t"/>
            <a:pathLst>
              <a:path extrusionOk="0" h="1893" w="702">
                <a:moveTo>
                  <a:pt x="579" y="0"/>
                </a:moveTo>
                <a:lnTo>
                  <a:pt x="0" y="1869"/>
                </a:lnTo>
                <a:lnTo>
                  <a:pt x="114" y="1893"/>
                </a:lnTo>
                <a:lnTo>
                  <a:pt x="702" y="51"/>
                </a:lnTo>
                <a:lnTo>
                  <a:pt x="579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8" name="Google Shape;5238;p31"/>
          <p:cNvSpPr/>
          <p:nvPr/>
        </p:nvSpPr>
        <p:spPr>
          <a:xfrm>
            <a:off x="9798223" y="5867211"/>
            <a:ext cx="53230" cy="115590"/>
          </a:xfrm>
          <a:custGeom>
            <a:rect b="b" l="l" r="r" t="t"/>
            <a:pathLst>
              <a:path extrusionOk="0" h="2184" w="756">
                <a:moveTo>
                  <a:pt x="756" y="0"/>
                </a:moveTo>
                <a:lnTo>
                  <a:pt x="138" y="2184"/>
                </a:lnTo>
                <a:lnTo>
                  <a:pt x="0" y="2148"/>
                </a:lnTo>
                <a:lnTo>
                  <a:pt x="606" y="78"/>
                </a:lnTo>
                <a:lnTo>
                  <a:pt x="756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9" name="Google Shape;5239;p31"/>
          <p:cNvSpPr/>
          <p:nvPr/>
        </p:nvSpPr>
        <p:spPr>
          <a:xfrm>
            <a:off x="9634116" y="5944369"/>
            <a:ext cx="195254" cy="39019"/>
          </a:xfrm>
          <a:custGeom>
            <a:rect b="b" l="l" r="r" t="t"/>
            <a:pathLst>
              <a:path extrusionOk="0" h="738" w="2773">
                <a:moveTo>
                  <a:pt x="33" y="0"/>
                </a:moveTo>
                <a:lnTo>
                  <a:pt x="0" y="99"/>
                </a:lnTo>
                <a:lnTo>
                  <a:pt x="2436" y="738"/>
                </a:lnTo>
                <a:cubicBezTo>
                  <a:pt x="2499" y="501"/>
                  <a:pt x="2773" y="727"/>
                  <a:pt x="2373" y="603"/>
                </a:cubicBezTo>
                <a:lnTo>
                  <a:pt x="33" y="0"/>
                </a:lnTo>
                <a:close/>
              </a:path>
            </a:pathLst>
          </a:custGeom>
          <a:gradFill>
            <a:gsLst>
              <a:gs pos="0">
                <a:srgbClr val="0000CC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0" name="Google Shape;5240;p31"/>
          <p:cNvSpPr/>
          <p:nvPr/>
        </p:nvSpPr>
        <p:spPr>
          <a:xfrm>
            <a:off x="9804150" y="5868189"/>
            <a:ext cx="49860" cy="116079"/>
          </a:xfrm>
          <a:custGeom>
            <a:rect b="b" l="l" r="r" t="t"/>
            <a:pathLst>
              <a:path extrusionOk="0" h="1659" w="637">
                <a:moveTo>
                  <a:pt x="615" y="0"/>
                </a:moveTo>
                <a:lnTo>
                  <a:pt x="637" y="0"/>
                </a:lnTo>
                <a:lnTo>
                  <a:pt x="68" y="1659"/>
                </a:lnTo>
                <a:lnTo>
                  <a:pt x="0" y="1647"/>
                </a:lnTo>
                <a:lnTo>
                  <a:pt x="615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1" name="Google Shape;5241;p31"/>
          <p:cNvSpPr/>
          <p:nvPr/>
        </p:nvSpPr>
        <p:spPr>
          <a:xfrm>
            <a:off x="9634349" y="5949552"/>
            <a:ext cx="173637" cy="38530"/>
          </a:xfrm>
          <a:custGeom>
            <a:rect b="b" l="l" r="r" t="t"/>
            <a:pathLst>
              <a:path extrusionOk="0" h="550" w="2216">
                <a:moveTo>
                  <a:pt x="0" y="0"/>
                </a:moveTo>
                <a:lnTo>
                  <a:pt x="9" y="57"/>
                </a:lnTo>
                <a:lnTo>
                  <a:pt x="2164" y="550"/>
                </a:lnTo>
                <a:lnTo>
                  <a:pt x="2216" y="49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42" name="Google Shape;5242;p31"/>
          <p:cNvGrpSpPr/>
          <p:nvPr/>
        </p:nvGrpSpPr>
        <p:grpSpPr>
          <a:xfrm>
            <a:off x="9631443" y="5990722"/>
            <a:ext cx="58925" cy="22883"/>
            <a:chOff x="1740" y="2642"/>
            <a:chExt cx="752" cy="327"/>
          </a:xfrm>
        </p:grpSpPr>
        <p:sp>
          <p:nvSpPr>
            <p:cNvPr id="5243" name="Google Shape;5243;p31"/>
            <p:cNvSpPr/>
            <p:nvPr/>
          </p:nvSpPr>
          <p:spPr>
            <a:xfrm>
              <a:off x="1740" y="2642"/>
              <a:ext cx="752" cy="327"/>
            </a:xfrm>
            <a:custGeom>
              <a:rect b="b" l="l" r="r" t="t"/>
              <a:pathLst>
                <a:path extrusionOk="0" h="327" w="752">
                  <a:moveTo>
                    <a:pt x="293" y="0"/>
                  </a:moveTo>
                  <a:lnTo>
                    <a:pt x="752" y="124"/>
                  </a:lnTo>
                  <a:lnTo>
                    <a:pt x="470" y="327"/>
                  </a:lnTo>
                  <a:lnTo>
                    <a:pt x="0" y="18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4" name="Google Shape;5244;p31"/>
            <p:cNvSpPr/>
            <p:nvPr/>
          </p:nvSpPr>
          <p:spPr>
            <a:xfrm>
              <a:off x="1754" y="2649"/>
              <a:ext cx="726" cy="311"/>
            </a:xfrm>
            <a:custGeom>
              <a:rect b="b" l="l" r="r" t="t"/>
              <a:pathLst>
                <a:path extrusionOk="0" h="311" w="726">
                  <a:moveTo>
                    <a:pt x="282" y="0"/>
                  </a:moveTo>
                  <a:lnTo>
                    <a:pt x="726" y="119"/>
                  </a:lnTo>
                  <a:lnTo>
                    <a:pt x="457" y="311"/>
                  </a:lnTo>
                  <a:lnTo>
                    <a:pt x="0" y="173"/>
                  </a:lnTo>
                  <a:lnTo>
                    <a:pt x="282" y="0"/>
                  </a:lnTo>
                  <a:close/>
                </a:path>
              </a:pathLst>
            </a:custGeom>
            <a:gradFill>
              <a:gsLst>
                <a:gs pos="0">
                  <a:srgbClr val="4D4D4D"/>
                </a:gs>
                <a:gs pos="100000">
                  <a:srgbClr val="DDDDDD"/>
                </a:gs>
              </a:gsLst>
              <a:lin ang="18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5" name="Google Shape;5245;p31"/>
            <p:cNvSpPr/>
            <p:nvPr/>
          </p:nvSpPr>
          <p:spPr>
            <a:xfrm>
              <a:off x="1808" y="2770"/>
              <a:ext cx="258" cy="100"/>
            </a:xfrm>
            <a:custGeom>
              <a:rect b="b" l="l" r="r" t="t"/>
              <a:pathLst>
                <a:path extrusionOk="0" h="100" w="258">
                  <a:moveTo>
                    <a:pt x="0" y="44"/>
                  </a:moveTo>
                  <a:lnTo>
                    <a:pt x="75" y="0"/>
                  </a:lnTo>
                  <a:lnTo>
                    <a:pt x="258" y="50"/>
                  </a:lnTo>
                  <a:lnTo>
                    <a:pt x="183" y="10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6" name="Google Shape;5246;p31"/>
            <p:cNvSpPr/>
            <p:nvPr/>
          </p:nvSpPr>
          <p:spPr>
            <a:xfrm>
              <a:off x="1799" y="2816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7" name="Google Shape;5247;p31"/>
            <p:cNvSpPr/>
            <p:nvPr/>
          </p:nvSpPr>
          <p:spPr>
            <a:xfrm>
              <a:off x="2020" y="2834"/>
              <a:ext cx="258" cy="102"/>
            </a:xfrm>
            <a:custGeom>
              <a:rect b="b" l="l" r="r" t="t"/>
              <a:pathLst>
                <a:path extrusionOk="0" h="102" w="258">
                  <a:moveTo>
                    <a:pt x="0" y="46"/>
                  </a:moveTo>
                  <a:lnTo>
                    <a:pt x="71" y="0"/>
                  </a:lnTo>
                  <a:lnTo>
                    <a:pt x="258" y="52"/>
                  </a:lnTo>
                  <a:lnTo>
                    <a:pt x="183" y="102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8" name="Google Shape;5248;p31"/>
            <p:cNvSpPr/>
            <p:nvPr/>
          </p:nvSpPr>
          <p:spPr>
            <a:xfrm>
              <a:off x="2011" y="2882"/>
              <a:ext cx="194" cy="63"/>
            </a:xfrm>
            <a:custGeom>
              <a:rect b="b" l="l" r="r" t="t"/>
              <a:pathLst>
                <a:path extrusionOk="0" h="63" w="194">
                  <a:moveTo>
                    <a:pt x="12" y="0"/>
                  </a:moveTo>
                  <a:lnTo>
                    <a:pt x="194" y="53"/>
                  </a:lnTo>
                  <a:lnTo>
                    <a:pt x="180" y="63"/>
                  </a:lnTo>
                  <a:lnTo>
                    <a:pt x="0" y="9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49" name="Google Shape;5249;p31"/>
          <p:cNvSpPr/>
          <p:nvPr/>
        </p:nvSpPr>
        <p:spPr>
          <a:xfrm>
            <a:off x="9732325" y="5994145"/>
            <a:ext cx="71361" cy="50265"/>
          </a:xfrm>
          <a:custGeom>
            <a:rect b="b" l="l" r="r" t="t"/>
            <a:pathLst>
              <a:path extrusionOk="0" h="792" w="990">
                <a:moveTo>
                  <a:pt x="3" y="738"/>
                </a:moveTo>
                <a:lnTo>
                  <a:pt x="990" y="0"/>
                </a:lnTo>
                <a:lnTo>
                  <a:pt x="987" y="60"/>
                </a:lnTo>
                <a:lnTo>
                  <a:pt x="0" y="792"/>
                </a:lnTo>
                <a:lnTo>
                  <a:pt x="3" y="738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0" name="Google Shape;5250;p31"/>
          <p:cNvSpPr/>
          <p:nvPr/>
        </p:nvSpPr>
        <p:spPr>
          <a:xfrm>
            <a:off x="9550204" y="5998154"/>
            <a:ext cx="182586" cy="4586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1" name="Google Shape;5251;p31"/>
          <p:cNvSpPr/>
          <p:nvPr/>
        </p:nvSpPr>
        <p:spPr>
          <a:xfrm>
            <a:off x="9550320" y="5989744"/>
            <a:ext cx="1976" cy="9290"/>
          </a:xfrm>
          <a:custGeom>
            <a:rect b="b" l="l" r="r" t="t"/>
            <a:pathLst>
              <a:path extrusionOk="0" h="147" w="26">
                <a:moveTo>
                  <a:pt x="26" y="10"/>
                </a:moveTo>
                <a:lnTo>
                  <a:pt x="23" y="147"/>
                </a:lnTo>
                <a:lnTo>
                  <a:pt x="0" y="144"/>
                </a:lnTo>
                <a:lnTo>
                  <a:pt x="3" y="0"/>
                </a:lnTo>
                <a:lnTo>
                  <a:pt x="26" y="1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2" name="Google Shape;5252;p31"/>
          <p:cNvSpPr/>
          <p:nvPr/>
        </p:nvSpPr>
        <p:spPr>
          <a:xfrm>
            <a:off x="9550436" y="5951899"/>
            <a:ext cx="84843" cy="38432"/>
          </a:xfrm>
          <a:custGeom>
            <a:rect b="b" l="l" r="r" t="t"/>
            <a:pathLst>
              <a:path extrusionOk="0" h="606" w="1176">
                <a:moveTo>
                  <a:pt x="1170" y="0"/>
                </a:moveTo>
                <a:lnTo>
                  <a:pt x="0" y="597"/>
                </a:lnTo>
                <a:lnTo>
                  <a:pt x="30" y="606"/>
                </a:lnTo>
                <a:lnTo>
                  <a:pt x="1176" y="18"/>
                </a:lnTo>
                <a:lnTo>
                  <a:pt x="1170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3" name="Google Shape;5253;p31"/>
          <p:cNvSpPr/>
          <p:nvPr/>
        </p:nvSpPr>
        <p:spPr>
          <a:xfrm>
            <a:off x="9556131" y="5991700"/>
            <a:ext cx="173172" cy="44104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4" name="Google Shape;5254;p31"/>
          <p:cNvSpPr/>
          <p:nvPr/>
        </p:nvSpPr>
        <p:spPr>
          <a:xfrm flipH="1" rot="10800000">
            <a:off x="9729071" y="5988571"/>
            <a:ext cx="70663" cy="45669"/>
          </a:xfrm>
          <a:custGeom>
            <a:rect b="b" l="l" r="r" t="t"/>
            <a:pathLst>
              <a:path extrusionOk="0" h="723" w="2532">
                <a:moveTo>
                  <a:pt x="6" y="0"/>
                </a:moveTo>
                <a:cubicBezTo>
                  <a:pt x="16" y="0"/>
                  <a:pt x="26" y="0"/>
                  <a:pt x="36" y="0"/>
                </a:cubicBezTo>
                <a:lnTo>
                  <a:pt x="2532" y="678"/>
                </a:lnTo>
                <a:lnTo>
                  <a:pt x="2529" y="723"/>
                </a:lnTo>
                <a:lnTo>
                  <a:pt x="0" y="24"/>
                </a:lnTo>
                <a:lnTo>
                  <a:pt x="6" y="0"/>
                </a:lnTo>
                <a:close/>
              </a:path>
            </a:pathLst>
          </a:custGeom>
          <a:solidFill>
            <a:srgbClr val="0000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5" name="Google Shape;5255;p31"/>
          <p:cNvGrpSpPr/>
          <p:nvPr/>
        </p:nvGrpSpPr>
        <p:grpSpPr>
          <a:xfrm>
            <a:off x="10017877" y="5636388"/>
            <a:ext cx="171450" cy="348944"/>
            <a:chOff x="4140" y="429"/>
            <a:chExt cx="1425" cy="2396"/>
          </a:xfrm>
        </p:grpSpPr>
        <p:sp>
          <p:nvSpPr>
            <p:cNvPr id="5256" name="Google Shape;5256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7" name="Google Shape;5257;p31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8" name="Google Shape;5258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9" name="Google Shape;5259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0" name="Google Shape;5260;p31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1" name="Google Shape;5261;p31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5262" name="Google Shape;5262;p31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3" name="Google Shape;5263;p31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64" name="Google Shape;5264;p31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65" name="Google Shape;5265;p31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5266" name="Google Shape;5266;p31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7" name="Google Shape;5267;p31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68" name="Google Shape;5268;p31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9" name="Google Shape;5269;p31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70" name="Google Shape;5270;p31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5271" name="Google Shape;5271;p31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2" name="Google Shape;5272;p31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3" name="Google Shape;5273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74" name="Google Shape;5274;p31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5275" name="Google Shape;5275;p31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6" name="Google Shape;5276;p31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7" name="Google Shape;5277;p31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8" name="Google Shape;5278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9" name="Google Shape;5279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0" name="Google Shape;5280;p31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1" name="Google Shape;5281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2" name="Google Shape;5282;p31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3" name="Google Shape;5283;p31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4" name="Google Shape;5284;p31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5" name="Google Shape;5285;p31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6" name="Google Shape;5286;p31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7" name="Google Shape;5287;p31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8" name="Google Shape;5288;p31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5289" name="Google Shape;5289;p3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90" name="Google Shape;5290;p31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1" name="Google Shape;5291;p31"/>
          <p:cNvGrpSpPr/>
          <p:nvPr/>
        </p:nvGrpSpPr>
        <p:grpSpPr>
          <a:xfrm>
            <a:off x="7439074" y="1859725"/>
            <a:ext cx="4144321" cy="4127477"/>
            <a:chOff x="7439074" y="1859725"/>
            <a:chExt cx="4144321" cy="4127477"/>
          </a:xfrm>
        </p:grpSpPr>
        <p:grpSp>
          <p:nvGrpSpPr>
            <p:cNvPr id="5292" name="Google Shape;5292;p31"/>
            <p:cNvGrpSpPr/>
            <p:nvPr/>
          </p:nvGrpSpPr>
          <p:grpSpPr>
            <a:xfrm>
              <a:off x="7439074" y="1859725"/>
              <a:ext cx="1802647" cy="1120859"/>
              <a:chOff x="7439074" y="1859725"/>
              <a:chExt cx="1802647" cy="1120859"/>
            </a:xfrm>
          </p:grpSpPr>
          <p:pic>
            <p:nvPicPr>
              <p:cNvPr descr="cell_tower_radiation copy" id="5293" name="Google Shape;5293;p3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5294" name="Google Shape;5294;p31"/>
              <p:cNvCxnSpPr/>
              <p:nvPr/>
            </p:nvCxnSpPr>
            <p:spPr>
              <a:xfrm>
                <a:off x="8207860" y="2700359"/>
                <a:ext cx="227964" cy="17435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295" name="Google Shape;5295;p31"/>
              <p:cNvGrpSpPr/>
              <p:nvPr/>
            </p:nvGrpSpPr>
            <p:grpSpPr>
              <a:xfrm>
                <a:off x="8050698" y="2309376"/>
                <a:ext cx="298450" cy="464008"/>
                <a:chOff x="3130" y="3288"/>
                <a:chExt cx="410" cy="742"/>
              </a:xfrm>
            </p:grpSpPr>
            <p:cxnSp>
              <p:nvCxnSpPr>
                <p:cNvPr id="5296" name="Google Shape;5296;p31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7" name="Google Shape;5297;p31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8" name="Google Shape;5298;p31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299" name="Google Shape;5299;p31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0" name="Google Shape;5300;p31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1" name="Google Shape;5301;p31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2" name="Google Shape;5302;p31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3" name="Google Shape;5303;p31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4" name="Google Shape;5304;p31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5" name="Google Shape;5305;p31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6" name="Google Shape;5306;p31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7" name="Google Shape;5307;p31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8" name="Google Shape;5308;p31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09" name="Google Shape;5309;p31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10" name="Google Shape;5310;p31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311" name="Google Shape;5311;p31"/>
              <p:cNvGrpSpPr/>
              <p:nvPr/>
            </p:nvGrpSpPr>
            <p:grpSpPr>
              <a:xfrm>
                <a:off x="8439827" y="2812309"/>
                <a:ext cx="353678" cy="168275"/>
                <a:chOff x="7493876" y="2774731"/>
                <a:chExt cx="1481958" cy="894622"/>
              </a:xfrm>
            </p:grpSpPr>
            <p:sp>
              <p:nvSpPr>
                <p:cNvPr id="5312" name="Google Shape;5312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313" name="Google Shape;5313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314" name="Google Shape;5314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315" name="Google Shape;5315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6" name="Google Shape;5316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7" name="Google Shape;5317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8" name="Google Shape;5318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pic>
            <p:nvPicPr>
              <p:cNvPr descr="antenna_radiation_stylized" id="5319" name="Google Shape;5319;p3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750224" y="1859725"/>
                <a:ext cx="415925" cy="887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0" name="Google Shape;5320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39074" y="235661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1" name="Google Shape;5321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637781" y="231972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5322" name="Google Shape;5322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711019" y="205912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23" name="Google Shape;5323;p31"/>
            <p:cNvGrpSpPr/>
            <p:nvPr/>
          </p:nvGrpSpPr>
          <p:grpSpPr>
            <a:xfrm>
              <a:off x="7493518" y="3325424"/>
              <a:ext cx="911538" cy="843226"/>
              <a:chOff x="7493518" y="3325424"/>
              <a:chExt cx="911538" cy="843226"/>
            </a:xfrm>
          </p:grpSpPr>
          <p:pic>
            <p:nvPicPr>
              <p:cNvPr descr="access_point_stylized_small" id="5324" name="Google Shape;5324;p3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613882" y="3861899"/>
                <a:ext cx="370169" cy="30675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325" name="Google Shape;5325;p31"/>
              <p:cNvGrpSpPr/>
              <p:nvPr/>
            </p:nvGrpSpPr>
            <p:grpSpPr>
              <a:xfrm>
                <a:off x="7493518" y="3325424"/>
                <a:ext cx="911538" cy="816238"/>
                <a:chOff x="7493518" y="3325424"/>
                <a:chExt cx="911538" cy="816238"/>
              </a:xfrm>
            </p:grpSpPr>
            <p:cxnSp>
              <p:nvCxnSpPr>
                <p:cNvPr id="5326" name="Google Shape;5326;p31"/>
                <p:cNvCxnSpPr/>
                <p:nvPr/>
              </p:nvCxnSpPr>
              <p:spPr>
                <a:xfrm>
                  <a:off x="8247778" y="3829970"/>
                  <a:ext cx="0" cy="1317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27" name="Google Shape;5327;p31"/>
                <p:cNvCxnSpPr/>
                <p:nvPr/>
              </p:nvCxnSpPr>
              <p:spPr>
                <a:xfrm flipH="1" rot="10800000">
                  <a:off x="7857253" y="4041107"/>
                  <a:ext cx="168275" cy="31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5328" name="Google Shape;5328;p31"/>
                <p:cNvPicPr preferRelativeResize="0"/>
                <p:nvPr/>
              </p:nvPicPr>
              <p:blipFill rotWithShape="1">
                <a:blip r:embed="rId19">
                  <a:alphaModFix/>
                </a:blip>
                <a:srcRect b="0" l="0" r="0" t="0"/>
                <a:stretch/>
              </p:blipFill>
              <p:spPr>
                <a:xfrm>
                  <a:off x="7562238" y="3813930"/>
                  <a:ext cx="506412" cy="10600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5329" name="Google Shape;5329;p31"/>
                <p:cNvGrpSpPr/>
                <p:nvPr/>
              </p:nvGrpSpPr>
              <p:grpSpPr>
                <a:xfrm>
                  <a:off x="8050070" y="3965994"/>
                  <a:ext cx="354986" cy="175668"/>
                  <a:chOff x="7493876" y="2774731"/>
                  <a:chExt cx="1481958" cy="894622"/>
                </a:xfrm>
              </p:grpSpPr>
              <p:sp>
                <p:nvSpPr>
                  <p:cNvPr id="5330" name="Google Shape;5330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31" name="Google Shape;5331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32" name="Google Shape;5332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33" name="Google Shape;5333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4" name="Google Shape;5334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5" name="Google Shape;5335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36" name="Google Shape;5336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5337" name="Google Shape;5337;p31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493518" y="341914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5338" name="Google Shape;5338;p31"/>
                <p:cNvPicPr preferRelativeResize="0"/>
                <p:nvPr/>
              </p:nvPicPr>
              <p:blipFill rotWithShape="1">
                <a:blip r:embed="rId20">
                  <a:alphaModFix/>
                </a:blip>
                <a:srcRect b="0" l="0" r="0" t="0"/>
                <a:stretch/>
              </p:blipFill>
              <p:spPr>
                <a:xfrm>
                  <a:off x="7803435" y="332542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339" name="Google Shape;5339;p31"/>
            <p:cNvGrpSpPr/>
            <p:nvPr/>
          </p:nvGrpSpPr>
          <p:grpSpPr>
            <a:xfrm>
              <a:off x="10884085" y="3428485"/>
              <a:ext cx="604586" cy="405973"/>
              <a:chOff x="10884085" y="3428485"/>
              <a:chExt cx="604586" cy="405973"/>
            </a:xfrm>
          </p:grpSpPr>
          <p:grpSp>
            <p:nvGrpSpPr>
              <p:cNvPr id="5340" name="Google Shape;5340;p31"/>
              <p:cNvGrpSpPr/>
              <p:nvPr/>
            </p:nvGrpSpPr>
            <p:grpSpPr>
              <a:xfrm>
                <a:off x="10884085" y="3601365"/>
                <a:ext cx="170989" cy="97052"/>
                <a:chOff x="7493876" y="2774731"/>
                <a:chExt cx="1481958" cy="894622"/>
              </a:xfrm>
            </p:grpSpPr>
            <p:sp>
              <p:nvSpPr>
                <p:cNvPr id="5341" name="Google Shape;5341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342" name="Google Shape;5342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343" name="Google Shape;5343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344" name="Google Shape;5344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5" name="Google Shape;5345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6" name="Google Shape;5346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47" name="Google Shape;5347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348" name="Google Shape;5348;p31"/>
              <p:cNvGrpSpPr/>
              <p:nvPr/>
            </p:nvGrpSpPr>
            <p:grpSpPr>
              <a:xfrm>
                <a:off x="11064947" y="342848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5349" name="Google Shape;5349;p31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350" name="Google Shape;5350;p31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5351" name="Google Shape;5351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352" name="Google Shape;5352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353" name="Google Shape;5353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5354" name="Google Shape;5354;p31"/>
            <p:cNvGrpSpPr/>
            <p:nvPr/>
          </p:nvGrpSpPr>
          <p:grpSpPr>
            <a:xfrm>
              <a:off x="7975881" y="4741266"/>
              <a:ext cx="2318709" cy="1245936"/>
              <a:chOff x="7948367" y="4775686"/>
              <a:chExt cx="2318709" cy="1245936"/>
            </a:xfrm>
          </p:grpSpPr>
          <p:cxnSp>
            <p:nvCxnSpPr>
              <p:cNvPr id="5355" name="Google Shape;5355;p31"/>
              <p:cNvCxnSpPr/>
              <p:nvPr/>
            </p:nvCxnSpPr>
            <p:spPr>
              <a:xfrm flipH="1" rot="5400000">
                <a:off x="9789609" y="5251739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6" name="Google Shape;5356;p31"/>
              <p:cNvCxnSpPr/>
              <p:nvPr/>
            </p:nvCxnSpPr>
            <p:spPr>
              <a:xfrm>
                <a:off x="8210207" y="5117334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57" name="Google Shape;5357;p31"/>
              <p:cNvCxnSpPr/>
              <p:nvPr/>
            </p:nvCxnSpPr>
            <p:spPr>
              <a:xfrm flipH="1" rot="10800000">
                <a:off x="8459425" y="5036562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358" name="Google Shape;5358;p31"/>
              <p:cNvGrpSpPr/>
              <p:nvPr/>
            </p:nvGrpSpPr>
            <p:grpSpPr>
              <a:xfrm>
                <a:off x="7948367" y="4775686"/>
                <a:ext cx="2318709" cy="1245936"/>
                <a:chOff x="7948367" y="4775686"/>
                <a:chExt cx="2318709" cy="1245936"/>
              </a:xfrm>
            </p:grpSpPr>
            <p:cxnSp>
              <p:nvCxnSpPr>
                <p:cNvPr id="5359" name="Google Shape;5359;p31"/>
                <p:cNvCxnSpPr/>
                <p:nvPr/>
              </p:nvCxnSpPr>
              <p:spPr>
                <a:xfrm rot="10800000">
                  <a:off x="10209926" y="5405286"/>
                  <a:ext cx="0" cy="1143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0" name="Google Shape;5360;p31"/>
                <p:cNvCxnSpPr/>
                <p:nvPr/>
              </p:nvCxnSpPr>
              <p:spPr>
                <a:xfrm>
                  <a:off x="9432959" y="4838517"/>
                  <a:ext cx="524483" cy="26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1" name="Google Shape;5361;p31"/>
                <p:cNvCxnSpPr/>
                <p:nvPr/>
              </p:nvCxnSpPr>
              <p:spPr>
                <a:xfrm flipH="1" rot="10800000">
                  <a:off x="8850066" y="4838517"/>
                  <a:ext cx="569255" cy="24626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2" name="Google Shape;5362;p31"/>
                <p:cNvCxnSpPr/>
                <p:nvPr/>
              </p:nvCxnSpPr>
              <p:spPr>
                <a:xfrm>
                  <a:off x="8821744" y="5108876"/>
                  <a:ext cx="103050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3" name="Google Shape;5363;p31"/>
                <p:cNvCxnSpPr/>
                <p:nvPr/>
              </p:nvCxnSpPr>
              <p:spPr>
                <a:xfrm flipH="1" rot="10800000">
                  <a:off x="7948367" y="5290470"/>
                  <a:ext cx="41275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4" name="Google Shape;5364;p31"/>
                <p:cNvCxnSpPr/>
                <p:nvPr/>
              </p:nvCxnSpPr>
              <p:spPr>
                <a:xfrm flipH="1">
                  <a:off x="8373817" y="5282252"/>
                  <a:ext cx="68080" cy="29396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5" name="Google Shape;5365;p31"/>
                <p:cNvCxnSpPr/>
                <p:nvPr/>
              </p:nvCxnSpPr>
              <p:spPr>
                <a:xfrm rot="10800000">
                  <a:off x="8488731" y="5307931"/>
                  <a:ext cx="280374" cy="2698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6" name="Google Shape;5366;p31"/>
                <p:cNvCxnSpPr/>
                <p:nvPr/>
              </p:nvCxnSpPr>
              <p:spPr>
                <a:xfrm>
                  <a:off x="8488731" y="5258048"/>
                  <a:ext cx="914184" cy="46862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367" name="Google Shape;5367;p31"/>
                <p:cNvCxnSpPr/>
                <p:nvPr/>
              </p:nvCxnSpPr>
              <p:spPr>
                <a:xfrm flipH="1" rot="5400000">
                  <a:off x="9885545" y="5583471"/>
                  <a:ext cx="366793" cy="148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pic>
              <p:nvPicPr>
                <p:cNvPr descr="antenna_radiation_stylized" id="5368" name="Google Shape;5368;p31"/>
                <p:cNvPicPr preferRelativeResize="0"/>
                <p:nvPr/>
              </p:nvPicPr>
              <p:blipFill rotWithShape="1">
                <a:blip r:embed="rId22">
                  <a:alphaModFix/>
                </a:blip>
                <a:srcRect b="0" l="0" r="0" t="0"/>
                <a:stretch/>
              </p:blipFill>
              <p:spPr>
                <a:xfrm>
                  <a:off x="9242073" y="5480938"/>
                  <a:ext cx="452014" cy="9515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ccess_point_stylized_small" id="5369" name="Google Shape;5369;p31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9290610" y="5524232"/>
                  <a:ext cx="380935" cy="31746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5370" name="Google Shape;5370;p31"/>
                <p:cNvGrpSpPr/>
                <p:nvPr/>
              </p:nvGrpSpPr>
              <p:grpSpPr>
                <a:xfrm>
                  <a:off x="9783558" y="4989983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371" name="Google Shape;5371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72" name="Google Shape;5372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73" name="Google Shape;5373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74" name="Google Shape;5374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5" name="Google Shape;5375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6" name="Google Shape;5376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77" name="Google Shape;5377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78" name="Google Shape;5378;p31"/>
                <p:cNvGrpSpPr/>
                <p:nvPr/>
              </p:nvGrpSpPr>
              <p:grpSpPr>
                <a:xfrm>
                  <a:off x="9849365" y="5339037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79" name="Google Shape;5379;p31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80" name="Google Shape;5380;p31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381" name="Google Shape;5381;p31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82" name="Google Shape;5382;p31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3" name="Google Shape;5383;p31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4" name="Google Shape;5384;p31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85" name="Google Shape;5385;p31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86" name="Google Shape;5386;p31"/>
                <p:cNvGrpSpPr/>
                <p:nvPr/>
              </p:nvGrpSpPr>
              <p:grpSpPr>
                <a:xfrm>
                  <a:off x="8676619" y="4967420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387" name="Google Shape;5387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388" name="Google Shape;5388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389" name="Google Shape;5389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390" name="Google Shape;5390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1" name="Google Shape;5391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2" name="Google Shape;5392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3" name="Google Shape;5393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394" name="Google Shape;5394;p31"/>
                <p:cNvGrpSpPr/>
                <p:nvPr/>
              </p:nvGrpSpPr>
              <p:grpSpPr>
                <a:xfrm>
                  <a:off x="8311520" y="5194433"/>
                  <a:ext cx="309740" cy="190838"/>
                  <a:chOff x="3668110" y="2448910"/>
                  <a:chExt cx="3794234" cy="2165130"/>
                </a:xfrm>
              </p:grpSpPr>
              <p:sp>
                <p:nvSpPr>
                  <p:cNvPr id="5395" name="Google Shape;5395;p31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6" name="Google Shape;5396;p31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397" name="Google Shape;5397;p31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398" name="Google Shape;5398;p31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99" name="Google Shape;5399;p31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0" name="Google Shape;5400;p31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1" name="Google Shape;5401;p31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402" name="Google Shape;5402;p31"/>
                <p:cNvGrpSpPr/>
                <p:nvPr/>
              </p:nvGrpSpPr>
              <p:grpSpPr>
                <a:xfrm>
                  <a:off x="9247893" y="4775686"/>
                  <a:ext cx="393760" cy="218578"/>
                  <a:chOff x="7493876" y="2774731"/>
                  <a:chExt cx="1481958" cy="894622"/>
                </a:xfrm>
              </p:grpSpPr>
              <p:sp>
                <p:nvSpPr>
                  <p:cNvPr id="5403" name="Google Shape;5403;p31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5404" name="Google Shape;5404;p31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5405" name="Google Shape;5405;p31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5406" name="Google Shape;5406;p31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7" name="Google Shape;5407;p31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8" name="Google Shape;5408;p31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9" name="Google Shape;5409;p31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stylized" id="5410" name="Google Shape;5410;p31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201681" y="5852809"/>
                  <a:ext cx="307702" cy="16881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5411" name="Google Shape;5411;p31"/>
                <p:cNvPicPr preferRelativeResize="0"/>
                <p:nvPr/>
              </p:nvPicPr>
              <p:blipFill rotWithShape="1">
                <a:blip r:embed="rId23">
                  <a:alphaModFix/>
                </a:blip>
                <a:srcRect b="0" l="0" r="0" t="0"/>
                <a:stretch/>
              </p:blipFill>
              <p:spPr>
                <a:xfrm>
                  <a:off x="9534746" y="5795138"/>
                  <a:ext cx="316707" cy="13896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5412" name="Google Shape;5412;p31"/>
            <p:cNvGrpSpPr/>
            <p:nvPr/>
          </p:nvGrpSpPr>
          <p:grpSpPr>
            <a:xfrm>
              <a:off x="10925982" y="4188911"/>
              <a:ext cx="657413" cy="451816"/>
              <a:chOff x="10925982" y="4188911"/>
              <a:chExt cx="657413" cy="451816"/>
            </a:xfrm>
          </p:grpSpPr>
          <p:grpSp>
            <p:nvGrpSpPr>
              <p:cNvPr id="5413" name="Google Shape;5413;p31"/>
              <p:cNvGrpSpPr/>
              <p:nvPr/>
            </p:nvGrpSpPr>
            <p:grpSpPr>
              <a:xfrm>
                <a:off x="11093556" y="418891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5414" name="Google Shape;5414;p31"/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415" name="Google Shape;5415;p31"/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descr="server_rack.png" id="5416" name="Google Shape;5416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417" name="Google Shape;5417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server_rack.png" id="5418" name="Google Shape;5418;p31"/>
                  <p:cNvPicPr preferRelativeResize="0"/>
                  <p:nvPr/>
                </p:nvPicPr>
                <p:blipFill rotWithShape="1">
                  <a:blip r:embed="rId21">
                    <a:alphaModFix/>
                  </a:blip>
                  <a:srcRect b="0" l="0" r="0" t="0"/>
                  <a:stretch/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5419" name="Google Shape;5419;p31"/>
              <p:cNvGrpSpPr/>
              <p:nvPr/>
            </p:nvGrpSpPr>
            <p:grpSpPr>
              <a:xfrm>
                <a:off x="10925982" y="4369125"/>
                <a:ext cx="228295" cy="120400"/>
                <a:chOff x="7493876" y="2774731"/>
                <a:chExt cx="1481958" cy="894622"/>
              </a:xfrm>
            </p:grpSpPr>
            <p:sp>
              <p:nvSpPr>
                <p:cNvPr id="5420" name="Google Shape;5420;p31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421" name="Google Shape;5421;p31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422" name="Google Shape;5422;p31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423" name="Google Shape;5423;p31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4" name="Google Shape;5424;p31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5" name="Google Shape;5425;p31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6" name="Google Shape;5426;p31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5427" name="Google Shape;5427;p31"/>
          <p:cNvGrpSpPr/>
          <p:nvPr/>
        </p:nvGrpSpPr>
        <p:grpSpPr>
          <a:xfrm>
            <a:off x="8694912" y="1702617"/>
            <a:ext cx="2658888" cy="2831440"/>
            <a:chOff x="17449127" y="2067553"/>
            <a:chExt cx="2658888" cy="2831440"/>
          </a:xfrm>
        </p:grpSpPr>
        <p:sp>
          <p:nvSpPr>
            <p:cNvPr id="5428" name="Google Shape;5428;p31"/>
            <p:cNvSpPr/>
            <p:nvPr/>
          </p:nvSpPr>
          <p:spPr>
            <a:xfrm>
              <a:off x="18054808" y="2067553"/>
              <a:ext cx="2053207" cy="1399514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9" name="Google Shape;5429;p31"/>
            <p:cNvSpPr/>
            <p:nvPr/>
          </p:nvSpPr>
          <p:spPr>
            <a:xfrm>
              <a:off x="17449127" y="3391110"/>
              <a:ext cx="2173774" cy="1507883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30" name="Google Shape;5430;p31"/>
          <p:cNvSpPr/>
          <p:nvPr/>
        </p:nvSpPr>
        <p:spPr>
          <a:xfrm>
            <a:off x="7157545" y="1523999"/>
            <a:ext cx="4550979" cy="4897821"/>
          </a:xfrm>
          <a:custGeom>
            <a:rect b="b" l="l" r="r" t="t"/>
            <a:pathLst>
              <a:path extrusionOk="0" h="4897821" w="4550979">
                <a:moveTo>
                  <a:pt x="21020" y="178677"/>
                </a:moveTo>
                <a:cubicBezTo>
                  <a:pt x="1030013" y="42043"/>
                  <a:pt x="1453930" y="54304"/>
                  <a:pt x="2270234" y="0"/>
                </a:cubicBezTo>
                <a:cubicBezTo>
                  <a:pt x="2291255" y="476469"/>
                  <a:pt x="1902372" y="963447"/>
                  <a:pt x="2333296" y="1429406"/>
                </a:cubicBezTo>
                <a:lnTo>
                  <a:pt x="1587062" y="1881352"/>
                </a:lnTo>
                <a:lnTo>
                  <a:pt x="1450427" y="2427889"/>
                </a:lnTo>
                <a:cubicBezTo>
                  <a:pt x="1681655" y="2998951"/>
                  <a:pt x="2604013" y="3143444"/>
                  <a:pt x="3109710" y="2969623"/>
                </a:cubicBezTo>
                <a:cubicBezTo>
                  <a:pt x="3247046" y="2914919"/>
                  <a:pt x="3336483" y="2864569"/>
                  <a:pt x="3447693" y="2801156"/>
                </a:cubicBezTo>
                <a:lnTo>
                  <a:pt x="3699641" y="2554013"/>
                </a:lnTo>
                <a:lnTo>
                  <a:pt x="3720662" y="2217683"/>
                </a:lnTo>
                <a:lnTo>
                  <a:pt x="3678621" y="2017986"/>
                </a:lnTo>
                <a:lnTo>
                  <a:pt x="3584027" y="1839310"/>
                </a:lnTo>
                <a:lnTo>
                  <a:pt x="3342289" y="1681655"/>
                </a:lnTo>
                <a:lnTo>
                  <a:pt x="4393324" y="1545021"/>
                </a:lnTo>
                <a:lnTo>
                  <a:pt x="4550979" y="2879834"/>
                </a:lnTo>
                <a:lnTo>
                  <a:pt x="4403834" y="4519448"/>
                </a:lnTo>
                <a:lnTo>
                  <a:pt x="3394841" y="4897821"/>
                </a:lnTo>
                <a:lnTo>
                  <a:pt x="0" y="4855779"/>
                </a:lnTo>
                <a:cubicBezTo>
                  <a:pt x="7007" y="3296745"/>
                  <a:pt x="14013" y="1737711"/>
                  <a:pt x="21020" y="178677"/>
                </a:cubicBezTo>
                <a:close/>
              </a:path>
            </a:pathLst>
          </a:custGeom>
          <a:solidFill>
            <a:schemeClr val="lt1">
              <a:alpha val="7098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1" name="Google Shape;543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6" name="Shape 5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" name="Google Shape;5437;p3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Two key network-core functions</a:t>
            </a:r>
            <a:endParaRPr/>
          </a:p>
        </p:txBody>
      </p:sp>
      <p:sp>
        <p:nvSpPr>
          <p:cNvPr id="5438" name="Google Shape;5438;p32"/>
          <p:cNvSpPr/>
          <p:nvPr/>
        </p:nvSpPr>
        <p:spPr>
          <a:xfrm>
            <a:off x="5006052" y="4251228"/>
            <a:ext cx="2848871" cy="1480906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9" name="Google Shape;5439;p32"/>
          <p:cNvSpPr/>
          <p:nvPr/>
        </p:nvSpPr>
        <p:spPr>
          <a:xfrm>
            <a:off x="5644427" y="4554393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0" name="Google Shape;5440;p32"/>
          <p:cNvSpPr/>
          <p:nvPr/>
        </p:nvSpPr>
        <p:spPr>
          <a:xfrm>
            <a:off x="6686155" y="4548044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1" name="Google Shape;5441;p32"/>
          <p:cNvSpPr/>
          <p:nvPr/>
        </p:nvSpPr>
        <p:spPr>
          <a:xfrm>
            <a:off x="5620607" y="4940095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2" name="Google Shape;5442;p32"/>
          <p:cNvSpPr/>
          <p:nvPr/>
        </p:nvSpPr>
        <p:spPr>
          <a:xfrm>
            <a:off x="6568643" y="4916286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3" name="Google Shape;5443;p32"/>
          <p:cNvSpPr/>
          <p:nvPr/>
        </p:nvSpPr>
        <p:spPr>
          <a:xfrm>
            <a:off x="7235603" y="4970253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4" name="Google Shape;5444;p32"/>
          <p:cNvSpPr/>
          <p:nvPr/>
        </p:nvSpPr>
        <p:spPr>
          <a:xfrm>
            <a:off x="6000139" y="5503569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5" name="Google Shape;5445;p32"/>
          <p:cNvSpPr/>
          <p:nvPr/>
        </p:nvSpPr>
        <p:spPr>
          <a:xfrm>
            <a:off x="5463395" y="4963904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46" name="Google Shape;5446;p32"/>
          <p:cNvGrpSpPr/>
          <p:nvPr/>
        </p:nvGrpSpPr>
        <p:grpSpPr>
          <a:xfrm>
            <a:off x="5240209" y="4473413"/>
            <a:ext cx="623918" cy="823754"/>
            <a:chOff x="5240209" y="4473413"/>
            <a:chExt cx="623918" cy="823754"/>
          </a:xfrm>
        </p:grpSpPr>
        <p:sp>
          <p:nvSpPr>
            <p:cNvPr id="5447" name="Google Shape;5447;p32"/>
            <p:cNvSpPr txBox="1"/>
            <p:nvPr/>
          </p:nvSpPr>
          <p:spPr>
            <a:xfrm>
              <a:off x="5552962" y="4473413"/>
              <a:ext cx="311165" cy="366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448" name="Google Shape;5448;p32"/>
            <p:cNvSpPr txBox="1"/>
            <p:nvPr/>
          </p:nvSpPr>
          <p:spPr>
            <a:xfrm>
              <a:off x="5491046" y="4887671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449" name="Google Shape;5449;p32"/>
            <p:cNvSpPr txBox="1"/>
            <p:nvPr/>
          </p:nvSpPr>
          <p:spPr>
            <a:xfrm>
              <a:off x="5240209" y="4960682"/>
              <a:ext cx="296876" cy="336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cxnSp>
        <p:nvCxnSpPr>
          <p:cNvPr id="5450" name="Google Shape;5450;p32"/>
          <p:cNvCxnSpPr/>
          <p:nvPr/>
        </p:nvCxnSpPr>
        <p:spPr>
          <a:xfrm flipH="1">
            <a:off x="3738363" y="4863862"/>
            <a:ext cx="1408179" cy="91422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51" name="Google Shape;5451;p32"/>
          <p:cNvGrpSpPr/>
          <p:nvPr/>
        </p:nvGrpSpPr>
        <p:grpSpPr>
          <a:xfrm>
            <a:off x="2749550" y="4990185"/>
            <a:ext cx="2699778" cy="1631390"/>
            <a:chOff x="2749550" y="4990185"/>
            <a:chExt cx="2699778" cy="1631390"/>
          </a:xfrm>
        </p:grpSpPr>
        <p:grpSp>
          <p:nvGrpSpPr>
            <p:cNvPr id="5452" name="Google Shape;5452;p32"/>
            <p:cNvGrpSpPr/>
            <p:nvPr/>
          </p:nvGrpSpPr>
          <p:grpSpPr>
            <a:xfrm rot="-2012368">
              <a:off x="3755686" y="5363530"/>
              <a:ext cx="1447107" cy="317452"/>
              <a:chOff x="2437928" y="4562790"/>
              <a:chExt cx="1446652" cy="317502"/>
            </a:xfrm>
          </p:grpSpPr>
          <p:sp>
            <p:nvSpPr>
              <p:cNvPr id="5453" name="Google Shape;5453;p32"/>
              <p:cNvSpPr/>
              <p:nvPr/>
            </p:nvSpPr>
            <p:spPr>
              <a:xfrm>
                <a:off x="2437928" y="4606491"/>
                <a:ext cx="1147455" cy="238116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54" name="Google Shape;5454;p32"/>
              <p:cNvCxnSpPr/>
              <p:nvPr/>
            </p:nvCxnSpPr>
            <p:spPr>
              <a:xfrm>
                <a:off x="3462418" y="4739659"/>
                <a:ext cx="42216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455" name="Google Shape;5455;p32"/>
              <p:cNvSpPr/>
              <p:nvPr/>
            </p:nvSpPr>
            <p:spPr>
              <a:xfrm>
                <a:off x="3067594" y="4610052"/>
                <a:ext cx="426923" cy="239704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6" name="Google Shape;5456;p32"/>
              <p:cNvSpPr txBox="1"/>
              <p:nvPr/>
            </p:nvSpPr>
            <p:spPr>
              <a:xfrm rot="289934">
                <a:off x="3019653" y="4584228"/>
                <a:ext cx="520561" cy="2746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</p:grpSp>
        <p:sp>
          <p:nvSpPr>
            <p:cNvPr id="5457" name="Google Shape;5457;p32"/>
            <p:cNvSpPr txBox="1"/>
            <p:nvPr/>
          </p:nvSpPr>
          <p:spPr>
            <a:xfrm>
              <a:off x="2749550" y="6036800"/>
              <a:ext cx="269977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destination address in arriving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packet’s header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58" name="Google Shape;5458;p32"/>
            <p:cNvCxnSpPr/>
            <p:nvPr/>
          </p:nvCxnSpPr>
          <p:spPr>
            <a:xfrm rot="10800000">
              <a:off x="4633924" y="5622613"/>
              <a:ext cx="0" cy="50157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459" name="Google Shape;5459;p32"/>
          <p:cNvGrpSpPr/>
          <p:nvPr/>
        </p:nvGrpSpPr>
        <p:grpSpPr>
          <a:xfrm>
            <a:off x="6355851" y="3632200"/>
            <a:ext cx="578032" cy="815847"/>
            <a:chOff x="6355851" y="3632200"/>
            <a:chExt cx="578032" cy="815847"/>
          </a:xfrm>
        </p:grpSpPr>
        <p:sp>
          <p:nvSpPr>
            <p:cNvPr id="5460" name="Google Shape;5460;p32"/>
            <p:cNvSpPr/>
            <p:nvPr/>
          </p:nvSpPr>
          <p:spPr>
            <a:xfrm flipH="1">
              <a:off x="6355851" y="4076630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61" name="Google Shape;5461;p32"/>
            <p:cNvGrpSpPr/>
            <p:nvPr/>
          </p:nvGrpSpPr>
          <p:grpSpPr>
            <a:xfrm>
              <a:off x="6363791" y="3632200"/>
              <a:ext cx="551036" cy="452367"/>
              <a:chOff x="2886" y="1668"/>
              <a:chExt cx="347" cy="285"/>
            </a:xfrm>
          </p:grpSpPr>
          <p:sp>
            <p:nvSpPr>
              <p:cNvPr id="5462" name="Google Shape;5462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3" name="Google Shape;5463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4" name="Google Shape;5464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65" name="Google Shape;5465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6" name="Google Shape;5466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7" name="Google Shape;5467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68" name="Google Shape;5468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69" name="Google Shape;5469;p32"/>
          <p:cNvGrpSpPr/>
          <p:nvPr/>
        </p:nvGrpSpPr>
        <p:grpSpPr>
          <a:xfrm>
            <a:off x="7355160" y="3958273"/>
            <a:ext cx="578032" cy="822878"/>
            <a:chOff x="7355160" y="3958273"/>
            <a:chExt cx="578032" cy="822878"/>
          </a:xfrm>
        </p:grpSpPr>
        <p:sp>
          <p:nvSpPr>
            <p:cNvPr id="5470" name="Google Shape;5470;p32"/>
            <p:cNvSpPr/>
            <p:nvPr/>
          </p:nvSpPr>
          <p:spPr>
            <a:xfrm flipH="1">
              <a:off x="7355160" y="4409734"/>
              <a:ext cx="578032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71" name="Google Shape;5471;p32"/>
            <p:cNvGrpSpPr/>
            <p:nvPr/>
          </p:nvGrpSpPr>
          <p:grpSpPr>
            <a:xfrm>
              <a:off x="7360606" y="3958273"/>
              <a:ext cx="551036" cy="452367"/>
              <a:chOff x="2886" y="1668"/>
              <a:chExt cx="347" cy="285"/>
            </a:xfrm>
          </p:grpSpPr>
          <p:sp>
            <p:nvSpPr>
              <p:cNvPr id="5472" name="Google Shape;5472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3" name="Google Shape;5473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4" name="Google Shape;5474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75" name="Google Shape;5475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6" name="Google Shape;5476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77" name="Google Shape;5477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78" name="Google Shape;5478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79" name="Google Shape;5479;p32"/>
          <p:cNvGrpSpPr/>
          <p:nvPr/>
        </p:nvGrpSpPr>
        <p:grpSpPr>
          <a:xfrm>
            <a:off x="7006931" y="5622613"/>
            <a:ext cx="560563" cy="811086"/>
            <a:chOff x="7006931" y="5622613"/>
            <a:chExt cx="560563" cy="811086"/>
          </a:xfrm>
        </p:grpSpPr>
        <p:sp>
          <p:nvSpPr>
            <p:cNvPr id="5480" name="Google Shape;5480;p32"/>
            <p:cNvSpPr/>
            <p:nvPr/>
          </p:nvSpPr>
          <p:spPr>
            <a:xfrm rot="10800000">
              <a:off x="7024398" y="5622613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1" name="Google Shape;5481;p32"/>
            <p:cNvSpPr/>
            <p:nvPr/>
          </p:nvSpPr>
          <p:spPr>
            <a:xfrm>
              <a:off x="7006931" y="5981332"/>
              <a:ext cx="551036" cy="452367"/>
            </a:xfrm>
            <a:prstGeom prst="rect">
              <a:avLst/>
            </a:prstGeom>
            <a:solidFill>
              <a:srgbClr val="D8D8D8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2" name="Google Shape;5482;p32"/>
            <p:cNvSpPr/>
            <p:nvPr/>
          </p:nvSpPr>
          <p:spPr>
            <a:xfrm>
              <a:off x="7037103" y="5990856"/>
              <a:ext cx="498632" cy="11745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3" name="Google Shape;5483;p32"/>
            <p:cNvSpPr/>
            <p:nvPr/>
          </p:nvSpPr>
          <p:spPr>
            <a:xfrm>
              <a:off x="7049807" y="6167041"/>
              <a:ext cx="476400" cy="24761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84" name="Google Shape;5484;p32"/>
            <p:cNvCxnSpPr/>
            <p:nvPr/>
          </p:nvCxnSpPr>
          <p:spPr>
            <a:xfrm>
              <a:off x="7318179" y="6208309"/>
              <a:ext cx="1588" cy="2063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5" name="Google Shape;5485;p32"/>
            <p:cNvCxnSpPr/>
            <p:nvPr/>
          </p:nvCxnSpPr>
          <p:spPr>
            <a:xfrm>
              <a:off x="7049807" y="6257514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86" name="Google Shape;5486;p32"/>
            <p:cNvCxnSpPr/>
            <p:nvPr/>
          </p:nvCxnSpPr>
          <p:spPr>
            <a:xfrm>
              <a:off x="7048219" y="6209896"/>
              <a:ext cx="476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87" name="Google Shape;5487;p32"/>
            <p:cNvSpPr/>
            <p:nvPr/>
          </p:nvSpPr>
          <p:spPr>
            <a:xfrm rot="5400000">
              <a:off x="7268962" y="6103535"/>
              <a:ext cx="46030" cy="65108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8" name="Google Shape;5488;p32"/>
          <p:cNvGrpSpPr/>
          <p:nvPr/>
        </p:nvGrpSpPr>
        <p:grpSpPr>
          <a:xfrm>
            <a:off x="6311387" y="5299841"/>
            <a:ext cx="553609" cy="931601"/>
            <a:chOff x="6311387" y="5299841"/>
            <a:chExt cx="553609" cy="931601"/>
          </a:xfrm>
        </p:grpSpPr>
        <p:sp>
          <p:nvSpPr>
            <p:cNvPr id="5489" name="Google Shape;5489;p32"/>
            <p:cNvSpPr/>
            <p:nvPr/>
          </p:nvSpPr>
          <p:spPr>
            <a:xfrm rot="10800000">
              <a:off x="6312396" y="5299841"/>
              <a:ext cx="552600" cy="477654"/>
            </a:xfrm>
            <a:custGeom>
              <a:rect b="b" l="l" r="r" t="t"/>
              <a:pathLst>
                <a:path extrusionOk="0" h="10559" w="10175">
                  <a:moveTo>
                    <a:pt x="0" y="9"/>
                  </a:moveTo>
                  <a:cubicBezTo>
                    <a:pt x="3957" y="3502"/>
                    <a:pt x="6049" y="5781"/>
                    <a:pt x="7574" y="10364"/>
                  </a:cubicBezTo>
                  <a:cubicBezTo>
                    <a:pt x="8329" y="10279"/>
                    <a:pt x="8572" y="10781"/>
                    <a:pt x="9265" y="10438"/>
                  </a:cubicBezTo>
                  <a:cubicBezTo>
                    <a:pt x="8877" y="5033"/>
                    <a:pt x="9018" y="4253"/>
                    <a:pt x="10175" y="0"/>
                  </a:cubicBezTo>
                  <a:lnTo>
                    <a:pt x="0" y="9"/>
                  </a:ln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0" name="Google Shape;5490;p32"/>
            <p:cNvGrpSpPr/>
            <p:nvPr/>
          </p:nvGrpSpPr>
          <p:grpSpPr>
            <a:xfrm>
              <a:off x="6311387" y="5779075"/>
              <a:ext cx="551036" cy="452367"/>
              <a:chOff x="2886" y="1668"/>
              <a:chExt cx="347" cy="285"/>
            </a:xfrm>
          </p:grpSpPr>
          <p:sp>
            <p:nvSpPr>
              <p:cNvPr id="5491" name="Google Shape;5491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2" name="Google Shape;5492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3" name="Google Shape;5493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94" name="Google Shape;5494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5" name="Google Shape;5495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96" name="Google Shape;5496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97" name="Google Shape;5497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498" name="Google Shape;5498;p32"/>
          <p:cNvGrpSpPr/>
          <p:nvPr/>
        </p:nvGrpSpPr>
        <p:grpSpPr>
          <a:xfrm>
            <a:off x="5655543" y="5606741"/>
            <a:ext cx="562152" cy="799974"/>
            <a:chOff x="5655543" y="5606741"/>
            <a:chExt cx="562152" cy="799974"/>
          </a:xfrm>
        </p:grpSpPr>
        <p:sp>
          <p:nvSpPr>
            <p:cNvPr id="5499" name="Google Shape;5499;p32"/>
            <p:cNvSpPr/>
            <p:nvPr/>
          </p:nvSpPr>
          <p:spPr>
            <a:xfrm rot="10800000">
              <a:off x="5674599" y="5606741"/>
              <a:ext cx="543096" cy="371417"/>
            </a:xfrm>
            <a:custGeom>
              <a:rect b="b" l="l" r="r" t="t"/>
              <a:pathLst>
                <a:path extrusionOk="0" h="816" w="1443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00" name="Google Shape;5500;p32"/>
            <p:cNvGrpSpPr/>
            <p:nvPr/>
          </p:nvGrpSpPr>
          <p:grpSpPr>
            <a:xfrm>
              <a:off x="5655543" y="5954348"/>
              <a:ext cx="551036" cy="452367"/>
              <a:chOff x="2886" y="1668"/>
              <a:chExt cx="347" cy="285"/>
            </a:xfrm>
          </p:grpSpPr>
          <p:sp>
            <p:nvSpPr>
              <p:cNvPr id="5501" name="Google Shape;5501;p32"/>
              <p:cNvSpPr/>
              <p:nvPr/>
            </p:nvSpPr>
            <p:spPr>
              <a:xfrm>
                <a:off x="2886" y="1668"/>
                <a:ext cx="347" cy="285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2" name="Google Shape;5502;p32"/>
              <p:cNvSpPr/>
              <p:nvPr/>
            </p:nvSpPr>
            <p:spPr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3" name="Google Shape;5503;p32"/>
              <p:cNvSpPr/>
              <p:nvPr/>
            </p:nvSpPr>
            <p:spPr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04" name="Google Shape;5504;p32"/>
              <p:cNvCxnSpPr/>
              <p:nvPr/>
            </p:nvCxnSpPr>
            <p:spPr>
              <a:xfrm>
                <a:off x="3082" y="1811"/>
                <a:ext cx="1" cy="13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5" name="Google Shape;5505;p32"/>
              <p:cNvCxnSpPr/>
              <p:nvPr/>
            </p:nvCxnSpPr>
            <p:spPr>
              <a:xfrm>
                <a:off x="2913" y="184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6" name="Google Shape;5506;p32"/>
              <p:cNvCxnSpPr/>
              <p:nvPr/>
            </p:nvCxnSpPr>
            <p:spPr>
              <a:xfrm>
                <a:off x="2912" y="1812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07" name="Google Shape;5507;p32"/>
              <p:cNvSpPr/>
              <p:nvPr/>
            </p:nvSpPr>
            <p:spPr>
              <a:xfrm rot="5400000">
                <a:off x="3051" y="1745"/>
                <a:ext cx="29" cy="41"/>
              </a:xfrm>
              <a:prstGeom prst="rightArrow">
                <a:avLst>
                  <a:gd fmla="val 51167" name="adj1"/>
                  <a:gd fmla="val 39736" name="adj2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508" name="Google Shape;5508;p32"/>
          <p:cNvGrpSpPr/>
          <p:nvPr/>
        </p:nvGrpSpPr>
        <p:grpSpPr>
          <a:xfrm>
            <a:off x="7049868" y="4738514"/>
            <a:ext cx="578032" cy="285706"/>
            <a:chOff x="7493876" y="2774731"/>
            <a:chExt cx="1481958" cy="894622"/>
          </a:xfrm>
        </p:grpSpPr>
        <p:sp>
          <p:nvSpPr>
            <p:cNvPr id="5509" name="Google Shape;5509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0" name="Google Shape;5510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1" name="Google Shape;5511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2" name="Google Shape;5512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3" name="Google Shape;5513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4" name="Google Shape;5514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5" name="Google Shape;5515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6" name="Google Shape;5516;p32"/>
          <p:cNvGrpSpPr/>
          <p:nvPr/>
        </p:nvGrpSpPr>
        <p:grpSpPr>
          <a:xfrm>
            <a:off x="6681740" y="5392274"/>
            <a:ext cx="578032" cy="285706"/>
            <a:chOff x="7493876" y="2774731"/>
            <a:chExt cx="1481958" cy="894622"/>
          </a:xfrm>
        </p:grpSpPr>
        <p:sp>
          <p:nvSpPr>
            <p:cNvPr id="5517" name="Google Shape;5517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8" name="Google Shape;5518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9" name="Google Shape;5519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0" name="Google Shape;5520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1" name="Google Shape;5521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2" name="Google Shape;5522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3" name="Google Shape;5523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4" name="Google Shape;5524;p32"/>
          <p:cNvGrpSpPr/>
          <p:nvPr/>
        </p:nvGrpSpPr>
        <p:grpSpPr>
          <a:xfrm>
            <a:off x="5525266" y="5343605"/>
            <a:ext cx="578032" cy="285706"/>
            <a:chOff x="7493876" y="2774731"/>
            <a:chExt cx="1481958" cy="894622"/>
          </a:xfrm>
        </p:grpSpPr>
        <p:sp>
          <p:nvSpPr>
            <p:cNvPr id="5525" name="Google Shape;5525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6" name="Google Shape;5526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7" name="Google Shape;5527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8" name="Google Shape;5528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9" name="Google Shape;5529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0" name="Google Shape;5530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1" name="Google Shape;5531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2" name="Google Shape;5532;p32"/>
          <p:cNvGrpSpPr/>
          <p:nvPr/>
        </p:nvGrpSpPr>
        <p:grpSpPr>
          <a:xfrm>
            <a:off x="6130766" y="4428206"/>
            <a:ext cx="578032" cy="285706"/>
            <a:chOff x="7493876" y="2774731"/>
            <a:chExt cx="1481958" cy="894622"/>
          </a:xfrm>
        </p:grpSpPr>
        <p:sp>
          <p:nvSpPr>
            <p:cNvPr id="5533" name="Google Shape;5533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4" name="Google Shape;5534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5" name="Google Shape;5535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6" name="Google Shape;5536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7" name="Google Shape;5537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8" name="Google Shape;5538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9" name="Google Shape;5539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0" name="Google Shape;5540;p32"/>
          <p:cNvGrpSpPr/>
          <p:nvPr/>
        </p:nvGrpSpPr>
        <p:grpSpPr>
          <a:xfrm>
            <a:off x="6041427" y="5026045"/>
            <a:ext cx="578032" cy="285706"/>
            <a:chOff x="7493876" y="2774731"/>
            <a:chExt cx="1481958" cy="894622"/>
          </a:xfrm>
        </p:grpSpPr>
        <p:sp>
          <p:nvSpPr>
            <p:cNvPr id="5541" name="Google Shape;5541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42" name="Google Shape;5542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43" name="Google Shape;5543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44" name="Google Shape;5544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5" name="Google Shape;5545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6" name="Google Shape;5546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7" name="Google Shape;5547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8" name="Google Shape;5548;p32"/>
          <p:cNvGrpSpPr/>
          <p:nvPr/>
        </p:nvGrpSpPr>
        <p:grpSpPr>
          <a:xfrm>
            <a:off x="5094748" y="4736342"/>
            <a:ext cx="578032" cy="285706"/>
            <a:chOff x="7493876" y="2774731"/>
            <a:chExt cx="1481958" cy="894622"/>
          </a:xfrm>
        </p:grpSpPr>
        <p:sp>
          <p:nvSpPr>
            <p:cNvPr id="5549" name="Google Shape;5549;p3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50" name="Google Shape;5550;p3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51" name="Google Shape;5551;p3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52" name="Google Shape;5552;p3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3" name="Google Shape;5553;p3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4" name="Google Shape;5554;p3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5" name="Google Shape;5555;p3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56" name="Google Shape;5556;p32"/>
          <p:cNvGrpSpPr/>
          <p:nvPr/>
        </p:nvGrpSpPr>
        <p:grpSpPr>
          <a:xfrm>
            <a:off x="3563785" y="1706808"/>
            <a:ext cx="2317750" cy="3038266"/>
            <a:chOff x="3563785" y="1706808"/>
            <a:chExt cx="2317750" cy="3038266"/>
          </a:xfrm>
        </p:grpSpPr>
        <p:sp>
          <p:nvSpPr>
            <p:cNvPr id="5557" name="Google Shape;5557;p32"/>
            <p:cNvSpPr/>
            <p:nvPr/>
          </p:nvSpPr>
          <p:spPr>
            <a:xfrm rot="-5400000">
              <a:off x="4355018" y="3236963"/>
              <a:ext cx="721461" cy="2294761"/>
            </a:xfrm>
            <a:custGeom>
              <a:rect b="b" l="l" r="r" t="t"/>
              <a:pathLst>
                <a:path extrusionOk="0" h="10126" w="9799">
                  <a:moveTo>
                    <a:pt x="9563" y="0"/>
                  </a:moveTo>
                  <a:cubicBezTo>
                    <a:pt x="6380" y="3447"/>
                    <a:pt x="4378" y="4742"/>
                    <a:pt x="0" y="7515"/>
                  </a:cubicBezTo>
                  <a:cubicBezTo>
                    <a:pt x="19" y="7790"/>
                    <a:pt x="36" y="8067"/>
                    <a:pt x="55" y="8343"/>
                  </a:cubicBezTo>
                  <a:cubicBezTo>
                    <a:pt x="3592" y="8754"/>
                    <a:pt x="6787" y="8518"/>
                    <a:pt x="9611" y="10126"/>
                  </a:cubicBezTo>
                  <a:cubicBezTo>
                    <a:pt x="9580" y="4725"/>
                    <a:pt x="10082" y="3581"/>
                    <a:pt x="9563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75000">
                  <a:srgbClr val="D8D8D8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8" name="Google Shape;5558;p32"/>
            <p:cNvSpPr/>
            <p:nvPr/>
          </p:nvSpPr>
          <p:spPr>
            <a:xfrm>
              <a:off x="3563785" y="1706808"/>
              <a:ext cx="2317750" cy="2333625"/>
            </a:xfrm>
            <a:prstGeom prst="rect">
              <a:avLst/>
            </a:prstGeom>
            <a:solidFill>
              <a:srgbClr val="D8D8D8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9" name="Google Shape;5559;p32"/>
            <p:cNvSpPr/>
            <p:nvPr/>
          </p:nvSpPr>
          <p:spPr>
            <a:xfrm>
              <a:off x="3689197" y="1759196"/>
              <a:ext cx="2095500" cy="604837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0" name="Google Shape;5560;p32"/>
            <p:cNvSpPr txBox="1"/>
            <p:nvPr/>
          </p:nvSpPr>
          <p:spPr>
            <a:xfrm>
              <a:off x="3812415" y="18661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  <p:sp>
          <p:nvSpPr>
            <p:cNvPr id="5561" name="Google Shape;5561;p32"/>
            <p:cNvSpPr/>
            <p:nvPr/>
          </p:nvSpPr>
          <p:spPr>
            <a:xfrm>
              <a:off x="3743172" y="2586219"/>
              <a:ext cx="2005013" cy="135737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2" name="Google Shape;5562;p32"/>
            <p:cNvSpPr txBox="1"/>
            <p:nvPr/>
          </p:nvSpPr>
          <p:spPr>
            <a:xfrm>
              <a:off x="3706660" y="2864096"/>
              <a:ext cx="1212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 value</a:t>
              </a:r>
              <a:endParaRPr/>
            </a:p>
          </p:txBody>
        </p:sp>
        <p:sp>
          <p:nvSpPr>
            <p:cNvPr id="5563" name="Google Shape;5563;p32"/>
            <p:cNvSpPr txBox="1"/>
            <p:nvPr/>
          </p:nvSpPr>
          <p:spPr>
            <a:xfrm>
              <a:off x="4773460" y="2865683"/>
              <a:ext cx="104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output link</a:t>
              </a:r>
              <a:endParaRPr/>
            </a:p>
          </p:txBody>
        </p:sp>
        <p:cxnSp>
          <p:nvCxnSpPr>
            <p:cNvPr id="5564" name="Google Shape;5564;p32"/>
            <p:cNvCxnSpPr/>
            <p:nvPr/>
          </p:nvCxnSpPr>
          <p:spPr>
            <a:xfrm>
              <a:off x="4871885" y="2876796"/>
              <a:ext cx="7937" cy="10668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65" name="Google Shape;5565;p32"/>
            <p:cNvSpPr txBox="1"/>
            <p:nvPr/>
          </p:nvSpPr>
          <p:spPr>
            <a:xfrm>
              <a:off x="4362297" y="3148258"/>
              <a:ext cx="520700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0100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0101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1001</a:t>
              </a:r>
              <a:endParaRPr/>
            </a:p>
          </p:txBody>
        </p:sp>
        <p:sp>
          <p:nvSpPr>
            <p:cNvPr id="5566" name="Google Shape;5566;p32"/>
            <p:cNvSpPr txBox="1"/>
            <p:nvPr/>
          </p:nvSpPr>
          <p:spPr>
            <a:xfrm>
              <a:off x="4887760" y="3148258"/>
              <a:ext cx="268287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5567" name="Google Shape;5567;p32"/>
            <p:cNvCxnSpPr/>
            <p:nvPr/>
          </p:nvCxnSpPr>
          <p:spPr>
            <a:xfrm>
              <a:off x="3743172" y="313397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68" name="Google Shape;5568;p32"/>
            <p:cNvCxnSpPr/>
            <p:nvPr/>
          </p:nvCxnSpPr>
          <p:spPr>
            <a:xfrm>
              <a:off x="3735235" y="2886321"/>
              <a:ext cx="2006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69" name="Google Shape;5569;p32"/>
            <p:cNvSpPr txBox="1"/>
            <p:nvPr/>
          </p:nvSpPr>
          <p:spPr>
            <a:xfrm>
              <a:off x="3671421" y="2588130"/>
              <a:ext cx="21818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  <p:sp>
          <p:nvSpPr>
            <p:cNvPr id="5570" name="Google Shape;5570;p32"/>
            <p:cNvSpPr/>
            <p:nvPr/>
          </p:nvSpPr>
          <p:spPr>
            <a:xfrm rot="5400000">
              <a:off x="4641697" y="2356096"/>
              <a:ext cx="241300" cy="273050"/>
            </a:xfrm>
            <a:prstGeom prst="rightArrow">
              <a:avLst>
                <a:gd fmla="val 51167" name="adj1"/>
                <a:gd fmla="val 39736" name="adj2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1" name="Google Shape;5571;p32"/>
          <p:cNvSpPr txBox="1"/>
          <p:nvPr>
            <p:ph idx="1" type="body"/>
          </p:nvPr>
        </p:nvSpPr>
        <p:spPr>
          <a:xfrm>
            <a:off x="332534" y="2514905"/>
            <a:ext cx="2930611" cy="3063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en-US" sz="3000">
                <a:solidFill>
                  <a:srgbClr val="C00000"/>
                </a:solidFill>
              </a:rPr>
              <a:t>Forwarding</a:t>
            </a:r>
            <a:r>
              <a:rPr i="1" lang="en-US">
                <a:solidFill>
                  <a:srgbClr val="C00000"/>
                </a:solidFill>
              </a:rPr>
              <a:t>:</a:t>
            </a:r>
            <a:r>
              <a:rPr lang="en-US">
                <a:solidFill>
                  <a:srgbClr val="C00000"/>
                </a:solidFill>
              </a:rPr>
              <a:t> 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/>
              <a:t>aka “switching”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i="1" lang="en-US">
                <a:solidFill>
                  <a:srgbClr val="C00000"/>
                </a:solidFill>
              </a:rPr>
              <a:t>local</a:t>
            </a:r>
            <a:r>
              <a:rPr i="1" lang="en-US"/>
              <a:t> </a:t>
            </a:r>
            <a:r>
              <a:rPr lang="en-US"/>
              <a:t>action: move arriving packets from router’s input link to appropriate router output link</a:t>
            </a:r>
            <a:endParaRPr/>
          </a:p>
          <a:p>
            <a:pPr indent="-57784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cxnSp>
        <p:nvCxnSpPr>
          <p:cNvPr id="5572" name="Google Shape;5572;p32"/>
          <p:cNvCxnSpPr/>
          <p:nvPr/>
        </p:nvCxnSpPr>
        <p:spPr>
          <a:xfrm>
            <a:off x="2389758" y="2757407"/>
            <a:ext cx="1281663" cy="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73" name="Google Shape;5573;p32"/>
          <p:cNvGrpSpPr/>
          <p:nvPr/>
        </p:nvGrpSpPr>
        <p:grpSpPr>
          <a:xfrm>
            <a:off x="3744796" y="2580320"/>
            <a:ext cx="2017520" cy="338554"/>
            <a:chOff x="6181202" y="4326532"/>
            <a:chExt cx="2017520" cy="338554"/>
          </a:xfrm>
        </p:grpSpPr>
        <p:sp>
          <p:nvSpPr>
            <p:cNvPr id="5574" name="Google Shape;5574;p32"/>
            <p:cNvSpPr/>
            <p:nvPr/>
          </p:nvSpPr>
          <p:spPr>
            <a:xfrm>
              <a:off x="6192122" y="4338108"/>
              <a:ext cx="2006600" cy="295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5" name="Google Shape;5575;p32"/>
            <p:cNvSpPr txBox="1"/>
            <p:nvPr/>
          </p:nvSpPr>
          <p:spPr>
            <a:xfrm>
              <a:off x="6181202" y="4326532"/>
              <a:ext cx="200567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local forwarding table</a:t>
              </a:r>
              <a:endParaRPr/>
            </a:p>
          </p:txBody>
        </p:sp>
      </p:grpSp>
      <p:grpSp>
        <p:nvGrpSpPr>
          <p:cNvPr id="5576" name="Google Shape;5576;p32"/>
          <p:cNvGrpSpPr/>
          <p:nvPr/>
        </p:nvGrpSpPr>
        <p:grpSpPr>
          <a:xfrm>
            <a:off x="5698975" y="3819688"/>
            <a:ext cx="2183401" cy="2394971"/>
            <a:chOff x="5698975" y="3819688"/>
            <a:chExt cx="2183401" cy="2394971"/>
          </a:xfrm>
        </p:grpSpPr>
        <p:sp>
          <p:nvSpPr>
            <p:cNvPr id="5577" name="Google Shape;5577;p32"/>
            <p:cNvSpPr/>
            <p:nvPr/>
          </p:nvSpPr>
          <p:spPr>
            <a:xfrm>
              <a:off x="7050700" y="6168940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8" name="Google Shape;5578;p32"/>
            <p:cNvSpPr/>
            <p:nvPr/>
          </p:nvSpPr>
          <p:spPr>
            <a:xfrm>
              <a:off x="6359921" y="596876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9" name="Google Shape;5579;p32"/>
            <p:cNvSpPr/>
            <p:nvPr/>
          </p:nvSpPr>
          <p:spPr>
            <a:xfrm>
              <a:off x="5698975" y="6141541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0" name="Google Shape;5580;p32"/>
            <p:cNvSpPr/>
            <p:nvPr/>
          </p:nvSpPr>
          <p:spPr>
            <a:xfrm>
              <a:off x="7405975" y="4146032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1" name="Google Shape;5581;p32"/>
            <p:cNvSpPr/>
            <p:nvPr/>
          </p:nvSpPr>
          <p:spPr>
            <a:xfrm>
              <a:off x="6407517" y="381968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2" name="Google Shape;5582;p32"/>
          <p:cNvSpPr txBox="1"/>
          <p:nvPr/>
        </p:nvSpPr>
        <p:spPr>
          <a:xfrm>
            <a:off x="8430283" y="1824271"/>
            <a:ext cx="3555414" cy="3006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Routing: 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action: determine source-destination paths taken by packets</a:t>
            </a:r>
            <a:endParaRPr/>
          </a:p>
          <a:p>
            <a:pPr indent="-285750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3" name="Google Shape;5583;p32"/>
          <p:cNvSpPr/>
          <p:nvPr/>
        </p:nvSpPr>
        <p:spPr>
          <a:xfrm>
            <a:off x="4869344" y="4824326"/>
            <a:ext cx="1041867" cy="336451"/>
          </a:xfrm>
          <a:custGeom>
            <a:rect b="b" l="l" r="r" t="t"/>
            <a:pathLst>
              <a:path extrusionOk="0" h="14797" w="10844">
                <a:moveTo>
                  <a:pt x="0" y="14797"/>
                </a:moveTo>
                <a:cubicBezTo>
                  <a:pt x="2168" y="9517"/>
                  <a:pt x="5654" y="-1331"/>
                  <a:pt x="7042" y="135"/>
                </a:cubicBezTo>
                <a:cubicBezTo>
                  <a:pt x="8563" y="1950"/>
                  <a:pt x="9984" y="6698"/>
                  <a:pt x="10844" y="9978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4" name="Google Shape;5584;p32"/>
          <p:cNvGrpSpPr/>
          <p:nvPr/>
        </p:nvGrpSpPr>
        <p:grpSpPr>
          <a:xfrm>
            <a:off x="3689197" y="1759195"/>
            <a:ext cx="2095500" cy="604837"/>
            <a:chOff x="3839579" y="1912090"/>
            <a:chExt cx="2095500" cy="604837"/>
          </a:xfrm>
        </p:grpSpPr>
        <p:sp>
          <p:nvSpPr>
            <p:cNvPr id="5585" name="Google Shape;5585;p32"/>
            <p:cNvSpPr/>
            <p:nvPr/>
          </p:nvSpPr>
          <p:spPr>
            <a:xfrm>
              <a:off x="3839579" y="1912090"/>
              <a:ext cx="2095500" cy="60483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6" name="Google Shape;5586;p32"/>
            <p:cNvSpPr txBox="1"/>
            <p:nvPr/>
          </p:nvSpPr>
          <p:spPr>
            <a:xfrm>
              <a:off x="3964815" y="2018581"/>
              <a:ext cx="186372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routing algorithm</a:t>
              </a:r>
              <a:endParaRPr/>
            </a:p>
          </p:txBody>
        </p:sp>
      </p:grpSp>
      <p:sp>
        <p:nvSpPr>
          <p:cNvPr id="5587" name="Google Shape;5587;p32"/>
          <p:cNvSpPr/>
          <p:nvPr/>
        </p:nvSpPr>
        <p:spPr>
          <a:xfrm>
            <a:off x="5748185" y="4775202"/>
            <a:ext cx="2423480" cy="399173"/>
          </a:xfrm>
          <a:custGeom>
            <a:rect b="b" l="l" r="r" t="t"/>
            <a:pathLst>
              <a:path extrusionOk="0" h="399173" w="2423480">
                <a:moveTo>
                  <a:pt x="0" y="142112"/>
                </a:moveTo>
                <a:cubicBezTo>
                  <a:pt x="175313" y="277993"/>
                  <a:pt x="350627" y="413874"/>
                  <a:pt x="613863" y="397888"/>
                </a:cubicBezTo>
                <a:cubicBezTo>
                  <a:pt x="877099" y="381902"/>
                  <a:pt x="1277816" y="112272"/>
                  <a:pt x="1579419" y="46196"/>
                </a:cubicBezTo>
                <a:cubicBezTo>
                  <a:pt x="1881022" y="-19880"/>
                  <a:pt x="2065394" y="5697"/>
                  <a:pt x="2423480" y="1434"/>
                </a:cubicBezTo>
              </a:path>
            </a:pathLst>
          </a:custGeom>
          <a:noFill/>
          <a:ln cap="flat" cmpd="sng" w="444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8" name="Google Shape;5588;p32"/>
          <p:cNvGrpSpPr/>
          <p:nvPr/>
        </p:nvGrpSpPr>
        <p:grpSpPr>
          <a:xfrm>
            <a:off x="5600948" y="2059246"/>
            <a:ext cx="2852523" cy="3990269"/>
            <a:chOff x="5600948" y="2059246"/>
            <a:chExt cx="2852523" cy="3990269"/>
          </a:xfrm>
        </p:grpSpPr>
        <p:cxnSp>
          <p:nvCxnSpPr>
            <p:cNvPr id="5589" name="Google Shape;5589;p32"/>
            <p:cNvCxnSpPr/>
            <p:nvPr/>
          </p:nvCxnSpPr>
          <p:spPr>
            <a:xfrm rot="10800000">
              <a:off x="5600948" y="2062812"/>
              <a:ext cx="2852523" cy="0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0" name="Google Shape;5590;p32"/>
            <p:cNvCxnSpPr/>
            <p:nvPr/>
          </p:nvCxnSpPr>
          <p:spPr>
            <a:xfrm flipH="1">
              <a:off x="6643279" y="2072337"/>
              <a:ext cx="1781930" cy="1569387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1" name="Google Shape;5591;p32"/>
            <p:cNvCxnSpPr/>
            <p:nvPr/>
          </p:nvCxnSpPr>
          <p:spPr>
            <a:xfrm flipH="1">
              <a:off x="7640094" y="2059246"/>
              <a:ext cx="802722" cy="1908551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592" name="Google Shape;5592;p32"/>
            <p:cNvGrpSpPr/>
            <p:nvPr/>
          </p:nvGrpSpPr>
          <p:grpSpPr>
            <a:xfrm>
              <a:off x="6178887" y="2060294"/>
              <a:ext cx="2270632" cy="3989221"/>
              <a:chOff x="6178887" y="2060294"/>
              <a:chExt cx="2270632" cy="3989221"/>
            </a:xfrm>
          </p:grpSpPr>
          <p:sp>
            <p:nvSpPr>
              <p:cNvPr id="5593" name="Google Shape;5593;p32"/>
              <p:cNvSpPr/>
              <p:nvPr/>
            </p:nvSpPr>
            <p:spPr>
              <a:xfrm>
                <a:off x="6852213" y="2060294"/>
                <a:ext cx="1597306" cy="3796496"/>
              </a:xfrm>
              <a:custGeom>
                <a:rect b="b" l="l" r="r" t="t"/>
                <a:pathLst>
                  <a:path extrusionOk="0" h="3796496" w="1597306">
                    <a:moveTo>
                      <a:pt x="1597306" y="0"/>
                    </a:moveTo>
                    <a:lnTo>
                      <a:pt x="925974" y="3784921"/>
                    </a:lnTo>
                    <a:lnTo>
                      <a:pt x="0" y="3796496"/>
                    </a:lnTo>
                    <a:lnTo>
                      <a:pt x="0" y="3796496"/>
                    </a:ln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594" name="Google Shape;5594;p32"/>
              <p:cNvCxnSpPr>
                <a:stCxn id="5593" idx="1"/>
              </p:cNvCxnSpPr>
              <p:nvPr/>
            </p:nvCxnSpPr>
            <p:spPr>
              <a:xfrm flipH="1">
                <a:off x="7535787" y="5845215"/>
                <a:ext cx="242400" cy="2043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95" name="Google Shape;5595;p32"/>
              <p:cNvCxnSpPr>
                <a:stCxn id="5593" idx="1"/>
              </p:cNvCxnSpPr>
              <p:nvPr/>
            </p:nvCxnSpPr>
            <p:spPr>
              <a:xfrm flipH="1">
                <a:off x="6178887" y="5845215"/>
                <a:ext cx="1599300" cy="182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596" name="Google Shape;5596;p32"/>
          <p:cNvGrpSpPr/>
          <p:nvPr/>
        </p:nvGrpSpPr>
        <p:grpSpPr>
          <a:xfrm>
            <a:off x="5679271" y="3642935"/>
            <a:ext cx="2210121" cy="2467075"/>
            <a:chOff x="5679271" y="3642935"/>
            <a:chExt cx="2210121" cy="2467075"/>
          </a:xfrm>
        </p:grpSpPr>
        <p:sp>
          <p:nvSpPr>
            <p:cNvPr id="5597" name="Google Shape;5597;p32"/>
            <p:cNvSpPr/>
            <p:nvPr/>
          </p:nvSpPr>
          <p:spPr>
            <a:xfrm>
              <a:off x="7044350" y="599255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8" name="Google Shape;5598;p32"/>
            <p:cNvSpPr/>
            <p:nvPr/>
          </p:nvSpPr>
          <p:spPr>
            <a:xfrm>
              <a:off x="6344311" y="5792457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9" name="Google Shape;5599;p32"/>
            <p:cNvSpPr/>
            <p:nvPr/>
          </p:nvSpPr>
          <p:spPr>
            <a:xfrm>
              <a:off x="5679271" y="5968768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0" name="Google Shape;5600;p32"/>
            <p:cNvSpPr/>
            <p:nvPr/>
          </p:nvSpPr>
          <p:spPr>
            <a:xfrm>
              <a:off x="7390760" y="3969843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1" name="Google Shape;5601;p32"/>
            <p:cNvSpPr/>
            <p:nvPr/>
          </p:nvSpPr>
          <p:spPr>
            <a:xfrm>
              <a:off x="6395551" y="3642935"/>
              <a:ext cx="498632" cy="11745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02" name="Google Shape;5602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7" name="Shape 5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8" name="Google Shape;56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5609" name="Google Shape;5609;p33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0" name="Google Shape;5610;p33"/>
          <p:cNvSpPr txBox="1"/>
          <p:nvPr/>
        </p:nvSpPr>
        <p:spPr>
          <a:xfrm>
            <a:off x="4994031" y="2985477"/>
            <a:ext cx="200054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endParaRPr/>
          </a:p>
        </p:txBody>
      </p:sp>
      <p:sp>
        <p:nvSpPr>
          <p:cNvPr id="5611" name="Google Shape;561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6" name="Shape 5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7" name="Google Shape;56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093" y="671089"/>
            <a:ext cx="10922758" cy="5252742"/>
          </a:xfrm>
          <a:prstGeom prst="rect">
            <a:avLst/>
          </a:prstGeom>
          <a:noFill/>
          <a:ln>
            <a:noFill/>
          </a:ln>
        </p:spPr>
      </p:pic>
      <p:sp>
        <p:nvSpPr>
          <p:cNvPr id="5618" name="Google Shape;5618;p34"/>
          <p:cNvSpPr/>
          <p:nvPr/>
        </p:nvSpPr>
        <p:spPr>
          <a:xfrm>
            <a:off x="1445846" y="2196123"/>
            <a:ext cx="9159631" cy="1414585"/>
          </a:xfrm>
          <a:custGeom>
            <a:rect b="b" l="l" r="r" t="t"/>
            <a:pathLst>
              <a:path extrusionOk="0" h="1414585" w="9159631">
                <a:moveTo>
                  <a:pt x="39077" y="1414585"/>
                </a:moveTo>
                <a:lnTo>
                  <a:pt x="31262" y="1289539"/>
                </a:lnTo>
                <a:lnTo>
                  <a:pt x="0" y="1211385"/>
                </a:lnTo>
                <a:lnTo>
                  <a:pt x="39077" y="1148862"/>
                </a:lnTo>
                <a:lnTo>
                  <a:pt x="132862" y="1109785"/>
                </a:lnTo>
                <a:lnTo>
                  <a:pt x="242277" y="984739"/>
                </a:lnTo>
                <a:lnTo>
                  <a:pt x="296985" y="937846"/>
                </a:lnTo>
                <a:lnTo>
                  <a:pt x="375139" y="930031"/>
                </a:lnTo>
                <a:lnTo>
                  <a:pt x="445477" y="898769"/>
                </a:lnTo>
                <a:lnTo>
                  <a:pt x="523631" y="883139"/>
                </a:lnTo>
                <a:lnTo>
                  <a:pt x="601785" y="804985"/>
                </a:lnTo>
                <a:lnTo>
                  <a:pt x="687754" y="734646"/>
                </a:lnTo>
                <a:lnTo>
                  <a:pt x="726831" y="625231"/>
                </a:lnTo>
                <a:lnTo>
                  <a:pt x="804985" y="554892"/>
                </a:lnTo>
                <a:lnTo>
                  <a:pt x="828431" y="531446"/>
                </a:lnTo>
                <a:lnTo>
                  <a:pt x="930031" y="578339"/>
                </a:lnTo>
                <a:lnTo>
                  <a:pt x="930031" y="578339"/>
                </a:lnTo>
                <a:lnTo>
                  <a:pt x="1031631" y="617415"/>
                </a:lnTo>
                <a:lnTo>
                  <a:pt x="1031631" y="617415"/>
                </a:lnTo>
                <a:lnTo>
                  <a:pt x="1148862" y="601785"/>
                </a:lnTo>
                <a:lnTo>
                  <a:pt x="1148862" y="601785"/>
                </a:lnTo>
                <a:lnTo>
                  <a:pt x="1266092" y="508000"/>
                </a:lnTo>
                <a:lnTo>
                  <a:pt x="1422400" y="523631"/>
                </a:lnTo>
                <a:lnTo>
                  <a:pt x="1492739" y="593969"/>
                </a:lnTo>
                <a:lnTo>
                  <a:pt x="1672492" y="601785"/>
                </a:lnTo>
                <a:lnTo>
                  <a:pt x="1672492" y="601785"/>
                </a:lnTo>
                <a:lnTo>
                  <a:pt x="1844431" y="609600"/>
                </a:lnTo>
                <a:lnTo>
                  <a:pt x="1969477" y="593969"/>
                </a:lnTo>
                <a:lnTo>
                  <a:pt x="2008554" y="570523"/>
                </a:lnTo>
                <a:lnTo>
                  <a:pt x="2016369" y="508000"/>
                </a:lnTo>
                <a:lnTo>
                  <a:pt x="2078892" y="461108"/>
                </a:lnTo>
                <a:lnTo>
                  <a:pt x="2196123" y="453292"/>
                </a:lnTo>
                <a:lnTo>
                  <a:pt x="2274277" y="398585"/>
                </a:lnTo>
                <a:lnTo>
                  <a:pt x="2344616" y="398585"/>
                </a:lnTo>
                <a:lnTo>
                  <a:pt x="2383692" y="406400"/>
                </a:lnTo>
                <a:lnTo>
                  <a:pt x="2454031" y="367323"/>
                </a:lnTo>
                <a:lnTo>
                  <a:pt x="2563446" y="382954"/>
                </a:lnTo>
                <a:lnTo>
                  <a:pt x="2735385" y="359508"/>
                </a:lnTo>
                <a:lnTo>
                  <a:pt x="2735385" y="359508"/>
                </a:lnTo>
                <a:lnTo>
                  <a:pt x="2899508" y="351692"/>
                </a:lnTo>
                <a:lnTo>
                  <a:pt x="3118339" y="484554"/>
                </a:lnTo>
                <a:lnTo>
                  <a:pt x="3141785" y="531446"/>
                </a:lnTo>
                <a:lnTo>
                  <a:pt x="3485662" y="484554"/>
                </a:lnTo>
                <a:lnTo>
                  <a:pt x="3681046" y="515815"/>
                </a:lnTo>
                <a:lnTo>
                  <a:pt x="3915508" y="500185"/>
                </a:lnTo>
                <a:lnTo>
                  <a:pt x="4079631" y="547077"/>
                </a:lnTo>
                <a:lnTo>
                  <a:pt x="4196862" y="601785"/>
                </a:lnTo>
                <a:lnTo>
                  <a:pt x="4329723" y="617415"/>
                </a:lnTo>
                <a:lnTo>
                  <a:pt x="4415692" y="570523"/>
                </a:lnTo>
                <a:lnTo>
                  <a:pt x="4712677" y="578339"/>
                </a:lnTo>
                <a:lnTo>
                  <a:pt x="4837723" y="492369"/>
                </a:lnTo>
                <a:lnTo>
                  <a:pt x="4900246" y="468923"/>
                </a:lnTo>
                <a:lnTo>
                  <a:pt x="4939323" y="414215"/>
                </a:lnTo>
                <a:lnTo>
                  <a:pt x="5205046" y="406400"/>
                </a:lnTo>
                <a:lnTo>
                  <a:pt x="5330092" y="359508"/>
                </a:lnTo>
                <a:lnTo>
                  <a:pt x="5705231" y="367323"/>
                </a:lnTo>
                <a:lnTo>
                  <a:pt x="5838092" y="390769"/>
                </a:lnTo>
                <a:lnTo>
                  <a:pt x="5900616" y="429846"/>
                </a:lnTo>
                <a:lnTo>
                  <a:pt x="6252308" y="453292"/>
                </a:lnTo>
                <a:lnTo>
                  <a:pt x="6392985" y="382954"/>
                </a:lnTo>
                <a:lnTo>
                  <a:pt x="6557108" y="390769"/>
                </a:lnTo>
                <a:lnTo>
                  <a:pt x="6619631" y="351692"/>
                </a:lnTo>
                <a:lnTo>
                  <a:pt x="6900985" y="351692"/>
                </a:lnTo>
                <a:lnTo>
                  <a:pt x="6994769" y="382954"/>
                </a:lnTo>
                <a:lnTo>
                  <a:pt x="7119816" y="390769"/>
                </a:lnTo>
                <a:lnTo>
                  <a:pt x="7221416" y="398585"/>
                </a:lnTo>
                <a:lnTo>
                  <a:pt x="7323016" y="453292"/>
                </a:lnTo>
                <a:lnTo>
                  <a:pt x="7448062" y="445477"/>
                </a:lnTo>
                <a:lnTo>
                  <a:pt x="7721600" y="328246"/>
                </a:lnTo>
                <a:lnTo>
                  <a:pt x="7963877" y="187569"/>
                </a:lnTo>
                <a:lnTo>
                  <a:pt x="8073292" y="85969"/>
                </a:lnTo>
                <a:lnTo>
                  <a:pt x="8073292" y="85969"/>
                </a:lnTo>
                <a:lnTo>
                  <a:pt x="8088923" y="31262"/>
                </a:lnTo>
                <a:lnTo>
                  <a:pt x="8253046" y="31262"/>
                </a:lnTo>
                <a:lnTo>
                  <a:pt x="8346831" y="15631"/>
                </a:lnTo>
                <a:lnTo>
                  <a:pt x="8479692" y="39077"/>
                </a:lnTo>
                <a:lnTo>
                  <a:pt x="8565662" y="0"/>
                </a:lnTo>
                <a:lnTo>
                  <a:pt x="8721969" y="7815"/>
                </a:lnTo>
                <a:lnTo>
                  <a:pt x="8862646" y="46892"/>
                </a:lnTo>
                <a:lnTo>
                  <a:pt x="8932985" y="46892"/>
                </a:lnTo>
                <a:lnTo>
                  <a:pt x="9003323" y="109415"/>
                </a:lnTo>
                <a:lnTo>
                  <a:pt x="9018954" y="179754"/>
                </a:lnTo>
                <a:lnTo>
                  <a:pt x="9097108" y="211015"/>
                </a:lnTo>
                <a:lnTo>
                  <a:pt x="9159631" y="242277"/>
                </a:lnTo>
                <a:lnTo>
                  <a:pt x="9159631" y="242277"/>
                </a:ln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19" name="Google Shape;5619;p34"/>
          <p:cNvGrpSpPr/>
          <p:nvPr/>
        </p:nvGrpSpPr>
        <p:grpSpPr>
          <a:xfrm>
            <a:off x="1527142" y="1131216"/>
            <a:ext cx="2243580" cy="2158739"/>
            <a:chOff x="1527142" y="1131216"/>
            <a:chExt cx="2243580" cy="2158739"/>
          </a:xfrm>
        </p:grpSpPr>
        <p:pic>
          <p:nvPicPr>
            <p:cNvPr descr="A close up of a map&#10;&#10;Description automatically generated" id="5620" name="Google Shape;5620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68543" y="1163561"/>
              <a:ext cx="2078994" cy="17870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1" name="Google Shape;5621;p34"/>
            <p:cNvSpPr/>
            <p:nvPr/>
          </p:nvSpPr>
          <p:spPr>
            <a:xfrm>
              <a:off x="1527142" y="1131216"/>
              <a:ext cx="2243580" cy="2158739"/>
            </a:xfrm>
            <a:custGeom>
              <a:rect b="b" l="l" r="r" t="t"/>
              <a:pathLst>
                <a:path extrusionOk="0" h="2158739" w="2243580">
                  <a:moveTo>
                    <a:pt x="0" y="2158739"/>
                  </a:moveTo>
                  <a:cubicBezTo>
                    <a:pt x="84842" y="1552281"/>
                    <a:pt x="94268" y="719580"/>
                    <a:pt x="141402" y="0"/>
                  </a:cubicBezTo>
                  <a:lnTo>
                    <a:pt x="160256" y="1800520"/>
                  </a:lnTo>
                  <a:lnTo>
                    <a:pt x="2243580" y="1781666"/>
                  </a:lnTo>
                  <a:cubicBezTo>
                    <a:pt x="656735" y="1973345"/>
                    <a:pt x="568751" y="1995341"/>
                    <a:pt x="0" y="2158739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48000">
                  <a:srgbClr val="D6DCE0"/>
                </a:gs>
                <a:gs pos="100000">
                  <a:srgbClr val="595959"/>
                </a:gs>
              </a:gsLst>
              <a:lin ang="14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2" name="Google Shape;5622;p34"/>
          <p:cNvSpPr txBox="1"/>
          <p:nvPr/>
        </p:nvSpPr>
        <p:spPr>
          <a:xfrm>
            <a:off x="1649047" y="2813539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  <p:grpSp>
        <p:nvGrpSpPr>
          <p:cNvPr id="5623" name="Google Shape;5623;p34"/>
          <p:cNvGrpSpPr/>
          <p:nvPr/>
        </p:nvGrpSpPr>
        <p:grpSpPr>
          <a:xfrm>
            <a:off x="8758797" y="2608289"/>
            <a:ext cx="2771818" cy="2930576"/>
            <a:chOff x="8758797" y="2608289"/>
            <a:chExt cx="2771818" cy="2930576"/>
          </a:xfrm>
        </p:grpSpPr>
        <p:pic>
          <p:nvPicPr>
            <p:cNvPr id="5624" name="Google Shape;5624;p3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58797" y="2998032"/>
              <a:ext cx="2771818" cy="25408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5" name="Google Shape;5625;p34"/>
            <p:cNvSpPr/>
            <p:nvPr/>
          </p:nvSpPr>
          <p:spPr>
            <a:xfrm>
              <a:off x="8769246" y="2608289"/>
              <a:ext cx="2683239" cy="404734"/>
            </a:xfrm>
            <a:custGeom>
              <a:rect b="b" l="l" r="r" t="t"/>
              <a:pathLst>
                <a:path extrusionOk="0" h="404734" w="2683239">
                  <a:moveTo>
                    <a:pt x="239843" y="0"/>
                  </a:moveTo>
                  <a:cubicBezTo>
                    <a:pt x="234846" y="164891"/>
                    <a:pt x="259830" y="209862"/>
                    <a:pt x="0" y="404734"/>
                  </a:cubicBezTo>
                  <a:lnTo>
                    <a:pt x="2683239" y="389744"/>
                  </a:lnTo>
                  <a:cubicBezTo>
                    <a:pt x="969364" y="244839"/>
                    <a:pt x="1054308" y="189876"/>
                    <a:pt x="239843" y="0"/>
                  </a:cubicBezTo>
                  <a:close/>
                </a:path>
              </a:pathLst>
            </a:custGeom>
            <a:gradFill>
              <a:gsLst>
                <a:gs pos="0">
                  <a:srgbClr val="F5F7FC"/>
                </a:gs>
                <a:gs pos="100000">
                  <a:srgbClr val="A5A5A5"/>
                </a:gs>
              </a:gsLst>
              <a:lin ang="5400000" scaled="0"/>
            </a:gradFill>
            <a:ln cap="flat" cmpd="sng" w="127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6" name="Google Shape;5626;p34"/>
          <p:cNvSpPr txBox="1"/>
          <p:nvPr/>
        </p:nvSpPr>
        <p:spPr>
          <a:xfrm>
            <a:off x="9032426" y="2448581"/>
            <a:ext cx="2230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forwarding</a:t>
            </a:r>
            <a:endParaRPr/>
          </a:p>
        </p:txBody>
      </p:sp>
      <p:sp>
        <p:nvSpPr>
          <p:cNvPr id="5627" name="Google Shape;5627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2" name="Shape 5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" name="Google Shape;5633;p3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store-and-forward</a:t>
            </a:r>
            <a:endParaRPr/>
          </a:p>
        </p:txBody>
      </p:sp>
      <p:sp>
        <p:nvSpPr>
          <p:cNvPr id="5634" name="Google Shape;5634;p35"/>
          <p:cNvSpPr txBox="1"/>
          <p:nvPr>
            <p:ph idx="1" type="body"/>
          </p:nvPr>
        </p:nvSpPr>
        <p:spPr>
          <a:xfrm>
            <a:off x="546246" y="3960083"/>
            <a:ext cx="7063421" cy="1805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solidFill>
                  <a:srgbClr val="C00000"/>
                </a:solidFill>
              </a:rPr>
              <a:t>packet transmission delay: </a:t>
            </a:r>
            <a:r>
              <a:rPr lang="en-US" sz="2600"/>
              <a:t>takes </a:t>
            </a:r>
            <a:r>
              <a:rPr i="1" lang="en-US" sz="2600"/>
              <a:t>L</a:t>
            </a:r>
            <a:r>
              <a:rPr lang="en-US" sz="2600"/>
              <a:t>/</a:t>
            </a:r>
            <a:r>
              <a:rPr i="1" lang="en-US" sz="2600"/>
              <a:t>R</a:t>
            </a:r>
            <a:r>
              <a:rPr lang="en-US" sz="2600"/>
              <a:t> seconds to transmit (push out) </a:t>
            </a:r>
            <a:r>
              <a:rPr i="1" lang="en-US" sz="2600"/>
              <a:t>L</a:t>
            </a:r>
            <a:r>
              <a:rPr lang="en-US" sz="2600"/>
              <a:t>-bit packet into link at </a:t>
            </a:r>
            <a:r>
              <a:rPr i="1" lang="en-US" sz="2600"/>
              <a:t>R</a:t>
            </a:r>
            <a:r>
              <a:rPr lang="en-US" sz="2600"/>
              <a:t> bps</a:t>
            </a:r>
            <a:endParaRPr/>
          </a:p>
          <a:p>
            <a:pPr indent="-28733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▪"/>
            </a:pPr>
            <a:r>
              <a:rPr i="1" lang="en-US" sz="2600">
                <a:solidFill>
                  <a:srgbClr val="CC0000"/>
                </a:solidFill>
              </a:rPr>
              <a:t>store and forward:</a:t>
            </a:r>
            <a:r>
              <a:rPr i="1" lang="en-US" sz="2600">
                <a:solidFill>
                  <a:srgbClr val="FF0000"/>
                </a:solidFill>
              </a:rPr>
              <a:t> </a:t>
            </a:r>
            <a:r>
              <a:rPr i="1" lang="en-US" sz="2600"/>
              <a:t>entire</a:t>
            </a:r>
            <a:r>
              <a:rPr lang="en-US" sz="2600"/>
              <a:t> packet must  arrive at router before it can be transmitted on next link</a:t>
            </a:r>
            <a:endParaRPr/>
          </a:p>
          <a:p>
            <a:pPr indent="-109538" lvl="0" marL="28733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635" name="Google Shape;5635;p35"/>
          <p:cNvSpPr txBox="1"/>
          <p:nvPr/>
        </p:nvSpPr>
        <p:spPr>
          <a:xfrm>
            <a:off x="2329483" y="2650664"/>
            <a:ext cx="8819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/>
          </a:p>
        </p:txBody>
      </p:sp>
      <p:grpSp>
        <p:nvGrpSpPr>
          <p:cNvPr id="5636" name="Google Shape;5636;p35"/>
          <p:cNvGrpSpPr/>
          <p:nvPr/>
        </p:nvGrpSpPr>
        <p:grpSpPr>
          <a:xfrm>
            <a:off x="3152334" y="2565134"/>
            <a:ext cx="1074738" cy="595118"/>
            <a:chOff x="1816230" y="5881653"/>
            <a:chExt cx="1843339" cy="976347"/>
          </a:xfrm>
        </p:grpSpPr>
        <p:pic>
          <p:nvPicPr>
            <p:cNvPr id="5637" name="Google Shape;5637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8" name="Google Shape;5638;p35"/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639" name="Google Shape;5639;p35"/>
          <p:cNvCxnSpPr/>
          <p:nvPr/>
        </p:nvCxnSpPr>
        <p:spPr>
          <a:xfrm>
            <a:off x="4115946" y="2845927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40" name="Google Shape;5640;p35"/>
          <p:cNvGrpSpPr/>
          <p:nvPr/>
        </p:nvGrpSpPr>
        <p:grpSpPr>
          <a:xfrm>
            <a:off x="5462146" y="2658602"/>
            <a:ext cx="1058862" cy="384175"/>
            <a:chOff x="5142253" y="5649029"/>
            <a:chExt cx="1304545" cy="695633"/>
          </a:xfrm>
        </p:grpSpPr>
        <p:grpSp>
          <p:nvGrpSpPr>
            <p:cNvPr id="5641" name="Google Shape;5641;p35"/>
            <p:cNvGrpSpPr/>
            <p:nvPr/>
          </p:nvGrpSpPr>
          <p:grpSpPr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5642" name="Google Shape;5642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43" name="Google Shape;5643;p35"/>
              <p:cNvSpPr/>
              <p:nvPr/>
            </p:nvSpPr>
            <p:spPr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4" name="Google Shape;5644;p35"/>
              <p:cNvSpPr/>
              <p:nvPr/>
            </p:nvSpPr>
            <p:spPr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5" name="Google Shape;5645;p35"/>
              <p:cNvSpPr/>
              <p:nvPr/>
            </p:nvSpPr>
            <p:spPr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46" name="Google Shape;5646;p35"/>
            <p:cNvSpPr/>
            <p:nvPr/>
          </p:nvSpPr>
          <p:spPr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7" name="Google Shape;5647;p35"/>
            <p:cNvSpPr/>
            <p:nvPr/>
          </p:nvSpPr>
          <p:spPr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8" name="Google Shape;5648;p35"/>
          <p:cNvGrpSpPr/>
          <p:nvPr/>
        </p:nvGrpSpPr>
        <p:grpSpPr>
          <a:xfrm>
            <a:off x="5416108" y="1579102"/>
            <a:ext cx="1092200" cy="303212"/>
            <a:chOff x="5128542" y="4838701"/>
            <a:chExt cx="1300833" cy="530211"/>
          </a:xfrm>
        </p:grpSpPr>
        <p:pic>
          <p:nvPicPr>
            <p:cNvPr id="5649" name="Google Shape;5649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0" name="Google Shape;5650;p35"/>
            <p:cNvSpPr/>
            <p:nvPr/>
          </p:nvSpPr>
          <p:spPr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1" name="Google Shape;5651;p35"/>
            <p:cNvSpPr/>
            <p:nvPr/>
          </p:nvSpPr>
          <p:spPr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2" name="Google Shape;5652;p35"/>
          <p:cNvGrpSpPr/>
          <p:nvPr/>
        </p:nvGrpSpPr>
        <p:grpSpPr>
          <a:xfrm>
            <a:off x="3317982" y="1241761"/>
            <a:ext cx="1122852" cy="737772"/>
            <a:chOff x="2363111" y="4309243"/>
            <a:chExt cx="1821512" cy="1441161"/>
          </a:xfrm>
        </p:grpSpPr>
        <p:pic>
          <p:nvPicPr>
            <p:cNvPr id="5653" name="Google Shape;5653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4" name="Google Shape;5654;p35"/>
            <p:cNvSpPr/>
            <p:nvPr/>
          </p:nvSpPr>
          <p:spPr>
            <a:xfrm rot="-9998178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5" name="Google Shape;5655;p35"/>
          <p:cNvSpPr txBox="1"/>
          <p:nvPr/>
        </p:nvSpPr>
        <p:spPr>
          <a:xfrm>
            <a:off x="4474721" y="2879264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cxnSp>
        <p:nvCxnSpPr>
          <p:cNvPr id="5656" name="Google Shape;5656;p35"/>
          <p:cNvCxnSpPr/>
          <p:nvPr/>
        </p:nvCxnSpPr>
        <p:spPr>
          <a:xfrm>
            <a:off x="6506721" y="2850689"/>
            <a:ext cx="17383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57" name="Google Shape;5657;p35"/>
          <p:cNvGrpSpPr/>
          <p:nvPr/>
        </p:nvGrpSpPr>
        <p:grpSpPr>
          <a:xfrm>
            <a:off x="7484621" y="2042652"/>
            <a:ext cx="1477962" cy="1284287"/>
            <a:chOff x="-44" y="1473"/>
            <a:chExt cx="981" cy="1105"/>
          </a:xfrm>
        </p:grpSpPr>
        <p:pic>
          <p:nvPicPr>
            <p:cNvPr descr="desktop_computer_stylized_medium" id="5658" name="Google Shape;5658;p3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9" name="Google Shape;5659;p35"/>
            <p:cNvSpPr/>
            <p:nvPr/>
          </p:nvSpPr>
          <p:spPr>
            <a:xfrm flipH="1">
              <a:off x="374" y="1580"/>
              <a:ext cx="474" cy="505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0" name="Google Shape;5660;p35"/>
          <p:cNvSpPr txBox="1"/>
          <p:nvPr/>
        </p:nvSpPr>
        <p:spPr>
          <a:xfrm>
            <a:off x="8967346" y="2656489"/>
            <a:ext cx="13676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1" name="Google Shape;5661;p35"/>
          <p:cNvSpPr txBox="1"/>
          <p:nvPr/>
        </p:nvSpPr>
        <p:spPr>
          <a:xfrm>
            <a:off x="3934971" y="254588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662" name="Google Shape;5662;p35"/>
          <p:cNvSpPr txBox="1"/>
          <p:nvPr/>
        </p:nvSpPr>
        <p:spPr>
          <a:xfrm>
            <a:off x="3738121" y="2552239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63" name="Google Shape;5663;p35"/>
          <p:cNvSpPr txBox="1"/>
          <p:nvPr/>
        </p:nvSpPr>
        <p:spPr>
          <a:xfrm>
            <a:off x="3550796" y="2549064"/>
            <a:ext cx="2349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grpSp>
        <p:nvGrpSpPr>
          <p:cNvPr id="5664" name="Google Shape;5664;p35"/>
          <p:cNvGrpSpPr/>
          <p:nvPr/>
        </p:nvGrpSpPr>
        <p:grpSpPr>
          <a:xfrm>
            <a:off x="3284096" y="1844214"/>
            <a:ext cx="2940082" cy="841375"/>
            <a:chOff x="593766" y="5264055"/>
            <a:chExt cx="3603006" cy="1011695"/>
          </a:xfrm>
        </p:grpSpPr>
        <p:grpSp>
          <p:nvGrpSpPr>
            <p:cNvPr id="5665" name="Google Shape;5665;p35"/>
            <p:cNvGrpSpPr/>
            <p:nvPr/>
          </p:nvGrpSpPr>
          <p:grpSpPr>
            <a:xfrm>
              <a:off x="3527499" y="5264055"/>
              <a:ext cx="616705" cy="927705"/>
              <a:chOff x="2106358" y="5387204"/>
              <a:chExt cx="616705" cy="927705"/>
            </a:xfrm>
          </p:grpSpPr>
          <p:sp>
            <p:nvSpPr>
              <p:cNvPr id="5666" name="Google Shape;5666;p35"/>
              <p:cNvSpPr/>
              <p:nvPr/>
            </p:nvSpPr>
            <p:spPr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7" name="Google Shape;5667;p35"/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8" name="Google Shape;5668;p35"/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9" name="Google Shape;5669;p35"/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70" name="Google Shape;5670;p35"/>
              <p:cNvCxnSpPr>
                <a:stCxn id="5669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1" name="Google Shape;5671;p35"/>
              <p:cNvCxnSpPr>
                <a:endCxn id="5669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2" name="Google Shape;5672;p35"/>
              <p:cNvCxnSpPr>
                <a:endCxn id="5669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3" name="Google Shape;5673;p35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674" name="Google Shape;5674;p35"/>
            <p:cNvGrpSpPr/>
            <p:nvPr/>
          </p:nvGrpSpPr>
          <p:grpSpPr>
            <a:xfrm>
              <a:off x="1327199" y="5273580"/>
              <a:ext cx="616707" cy="927726"/>
              <a:chOff x="2106333" y="5387204"/>
              <a:chExt cx="616707" cy="927726"/>
            </a:xfrm>
          </p:grpSpPr>
          <p:sp>
            <p:nvSpPr>
              <p:cNvPr id="5675" name="Google Shape;5675;p35"/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rect b="b" l="l" r="r" t="t"/>
                <a:pathLst>
                  <a:path extrusionOk="0" h="1424095" w="967997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6" name="Google Shape;5676;p35"/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rect b="b" l="l" r="r" t="t"/>
                <a:pathLst>
                  <a:path extrusionOk="0" h="814795" w="1277416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7" name="Google Shape;5677;p35"/>
              <p:cNvSpPr/>
              <p:nvPr/>
            </p:nvSpPr>
            <p:spPr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8" name="Google Shape;5678;p35"/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rect b="b" l="l" r="r" t="t"/>
                <a:pathLst>
                  <a:path extrusionOk="0" h="646573" w="597877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79" name="Google Shape;5679;p35"/>
              <p:cNvCxnSpPr>
                <a:stCxn id="5678" idx="0"/>
              </p:cNvCxnSpPr>
              <p:nvPr/>
            </p:nvCxnSpPr>
            <p:spPr>
              <a:xfrm>
                <a:off x="2118270" y="5410651"/>
                <a:ext cx="446400" cy="3111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0" name="Google Shape;5680;p35"/>
              <p:cNvCxnSpPr>
                <a:endCxn id="5678" idx="4"/>
              </p:cNvCxnSpPr>
              <p:nvPr/>
            </p:nvCxnSpPr>
            <p:spPr>
              <a:xfrm flipH="1" rot="10800000">
                <a:off x="2567354" y="5719063"/>
                <a:ext cx="140700" cy="2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1" name="Google Shape;5681;p35"/>
              <p:cNvCxnSpPr>
                <a:endCxn id="5678" idx="2"/>
              </p:cNvCxnSpPr>
              <p:nvPr/>
            </p:nvCxnSpPr>
            <p:spPr>
              <a:xfrm flipH="1">
                <a:off x="2570064" y="5721763"/>
                <a:ext cx="2700" cy="321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82" name="Google Shape;5682;p35"/>
              <p:cNvCxnSpPr/>
              <p:nvPr/>
            </p:nvCxnSpPr>
            <p:spPr>
              <a:xfrm flipH="1">
                <a:off x="2221974" y="5387204"/>
                <a:ext cx="2705" cy="32193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683" name="Google Shape;5683;p35"/>
            <p:cNvGrpSpPr/>
            <p:nvPr/>
          </p:nvGrpSpPr>
          <p:grpSpPr>
            <a:xfrm>
              <a:off x="971183" y="5294596"/>
              <a:ext cx="606979" cy="914343"/>
              <a:chOff x="333961" y="4406169"/>
              <a:chExt cx="1255305" cy="2136353"/>
            </a:xfrm>
          </p:grpSpPr>
          <p:sp>
            <p:nvSpPr>
              <p:cNvPr id="5684" name="Google Shape;5684;p35"/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5" name="Google Shape;5685;p35"/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6" name="Google Shape;5686;p35"/>
              <p:cNvSpPr/>
              <p:nvPr/>
            </p:nvSpPr>
            <p:spPr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87" name="Google Shape;5687;p35"/>
            <p:cNvSpPr/>
            <p:nvPr/>
          </p:nvSpPr>
          <p:spPr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8" name="Google Shape;5688;p35"/>
            <p:cNvSpPr/>
            <p:nvPr/>
          </p:nvSpPr>
          <p:spPr>
            <a:xfrm>
              <a:off x="2556720" y="6056232"/>
              <a:ext cx="266527" cy="219518"/>
            </a:xfrm>
            <a:prstGeom prst="rightArrow">
              <a:avLst>
                <a:gd fmla="val 13889" name="adj1"/>
                <a:gd fmla="val 53703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89" name="Google Shape;5689;p35"/>
            <p:cNvGrpSpPr/>
            <p:nvPr/>
          </p:nvGrpSpPr>
          <p:grpSpPr>
            <a:xfrm>
              <a:off x="593766" y="5285053"/>
              <a:ext cx="605033" cy="914342"/>
              <a:chOff x="335231" y="4406992"/>
              <a:chExt cx="1251280" cy="2136350"/>
            </a:xfrm>
          </p:grpSpPr>
          <p:sp>
            <p:nvSpPr>
              <p:cNvPr id="5690" name="Google Shape;5690;p35"/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1" name="Google Shape;5691;p35"/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rect b="b" l="l" r="r" t="t"/>
                <a:pathLst>
                  <a:path extrusionOk="0" h="757496" w="1238250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2" name="Google Shape;5692;p35"/>
              <p:cNvSpPr/>
              <p:nvPr/>
            </p:nvSpPr>
            <p:spPr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93" name="Google Shape;5693;p35"/>
            <p:cNvSpPr/>
            <p:nvPr/>
          </p:nvSpPr>
          <p:spPr>
            <a:xfrm rot="-5245926">
              <a:off x="3947358" y="5684800"/>
              <a:ext cx="267240" cy="219835"/>
            </a:xfrm>
            <a:prstGeom prst="rightArrow">
              <a:avLst>
                <a:gd fmla="val 13889" name="adj1"/>
                <a:gd fmla="val 53702" name="adj2"/>
              </a:avLst>
            </a:prstGeom>
            <a:solidFill>
              <a:srgbClr val="33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4" name="Google Shape;5694;p35"/>
          <p:cNvSpPr txBox="1"/>
          <p:nvPr/>
        </p:nvSpPr>
        <p:spPr>
          <a:xfrm>
            <a:off x="1931315" y="1919106"/>
            <a:ext cx="1293944" cy="541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bits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 packet</a:t>
            </a:r>
            <a:endParaRPr/>
          </a:p>
        </p:txBody>
      </p:sp>
      <p:sp>
        <p:nvSpPr>
          <p:cNvPr id="5695" name="Google Shape;5695;p35"/>
          <p:cNvSpPr txBox="1"/>
          <p:nvPr/>
        </p:nvSpPr>
        <p:spPr>
          <a:xfrm>
            <a:off x="6873433" y="2869739"/>
            <a:ext cx="7521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</p:txBody>
      </p:sp>
      <p:grpSp>
        <p:nvGrpSpPr>
          <p:cNvPr id="5696" name="Google Shape;5696;p35"/>
          <p:cNvGrpSpPr/>
          <p:nvPr/>
        </p:nvGrpSpPr>
        <p:grpSpPr>
          <a:xfrm>
            <a:off x="7945714" y="3980381"/>
            <a:ext cx="3855279" cy="2295280"/>
            <a:chOff x="7836061" y="3795186"/>
            <a:chExt cx="3855279" cy="2295280"/>
          </a:xfrm>
        </p:grpSpPr>
        <p:sp>
          <p:nvSpPr>
            <p:cNvPr id="5697" name="Google Shape;5697;p35"/>
            <p:cNvSpPr/>
            <p:nvPr/>
          </p:nvSpPr>
          <p:spPr>
            <a:xfrm>
              <a:off x="7836061" y="3795186"/>
              <a:ext cx="3831220" cy="1969006"/>
            </a:xfrm>
            <a:prstGeom prst="rect">
              <a:avLst/>
            </a:prstGeom>
            <a:solidFill>
              <a:srgbClr val="D8E2F3">
                <a:alpha val="4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8" name="Google Shape;5698;p35"/>
            <p:cNvSpPr txBox="1"/>
            <p:nvPr/>
          </p:nvSpPr>
          <p:spPr>
            <a:xfrm>
              <a:off x="7836061" y="3858441"/>
              <a:ext cx="3855279" cy="2232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41313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1" lang="en-US" sz="24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One-hop numerical example: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 Kbits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 100 Mbps</a:t>
              </a:r>
              <a:endParaRPr/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one-hop transmission delay = 0.1 msec</a:t>
              </a:r>
              <a:endParaRPr/>
            </a:p>
          </p:txBody>
        </p:sp>
      </p:grpSp>
      <p:sp>
        <p:nvSpPr>
          <p:cNvPr id="5699" name="Google Shape;5699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4" name="Shape 5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5" name="Google Shape;5705;p3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5706" name="Google Shape;5706;p36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5707" name="Google Shape;570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8" name="Google Shape;5708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09" name="Google Shape;5709;p36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0" name="Google Shape;5710;p36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1" name="Google Shape;5711;p36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2" name="Google Shape;5712;p36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3" name="Google Shape;5713;p36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4" name="Google Shape;5714;p36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5" name="Google Shape;5715;p36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6" name="Google Shape;5716;p36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7" name="Google Shape;5717;p36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8" name="Google Shape;5718;p36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9" name="Google Shape;5719;p36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0" name="Google Shape;5720;p36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1" name="Google Shape;5721;p36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2" name="Google Shape;5722;p36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23" name="Google Shape;5723;p36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4" name="Google Shape;5724;p36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5" name="Google Shape;5725;p36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6" name="Google Shape;5726;p36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5727" name="Google Shape;5727;p36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8" name="Google Shape;5728;p36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9" name="Google Shape;5729;p36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0" name="Google Shape;5730;p36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1" name="Google Shape;5731;p36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2" name="Google Shape;5732;p36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3" name="Google Shape;5733;p36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734" name="Google Shape;57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5" name="Google Shape;5735;p36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36" name="Google Shape;5736;p36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5737" name="Google Shape;5737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8" name="Google Shape;5738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39" name="Google Shape;5739;p36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5740" name="Google Shape;574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1" name="Google Shape;5741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2" name="Google Shape;5742;p36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5743" name="Google Shape;5743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4" name="Google Shape;5744;p3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5" name="Google Shape;5745;p36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5746" name="Google Shape;5746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47" name="Google Shape;5747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48" name="Google Shape;5748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49" name="Google Shape;5749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0" name="Google Shape;5750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1" name="Google Shape;5751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2" name="Google Shape;5752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53" name="Google Shape;5753;p36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5754" name="Google Shape;5754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55" name="Google Shape;5755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56" name="Google Shape;5756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57" name="Google Shape;5757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8" name="Google Shape;5758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9" name="Google Shape;5759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0" name="Google Shape;5760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61" name="Google Shape;5761;p36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5762" name="Google Shape;5762;p3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763" name="Google Shape;5763;p3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764" name="Google Shape;5764;p3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765" name="Google Shape;5765;p3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6" name="Google Shape;5766;p3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7" name="Google Shape;5767;p3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8" name="Google Shape;5768;p3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769" name="Google Shape;5769;p36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5770" name="Google Shape;5770;p36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5771" name="Google Shape;5771;p36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2" name="Google Shape;5772;p36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3" name="Google Shape;5773;p36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4" name="Google Shape;5774;p36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75" name="Google Shape;5775;p36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6" name="Google Shape;5776;p36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7" name="Google Shape;5777;p36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8" name="Google Shape;5778;p36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9" name="Google Shape;5779;p36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0" name="Google Shape;5780;p36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81" name="Google Shape;5781;p36"/>
          <p:cNvGrpSpPr/>
          <p:nvPr/>
        </p:nvGrpSpPr>
        <p:grpSpPr>
          <a:xfrm>
            <a:off x="867906" y="3874035"/>
            <a:ext cx="9770367" cy="2270091"/>
            <a:chOff x="867905" y="3890077"/>
            <a:chExt cx="9770367" cy="2270091"/>
          </a:xfrm>
        </p:grpSpPr>
        <p:pic>
          <p:nvPicPr>
            <p:cNvPr id="5782" name="Google Shape;5782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2220" y="4680735"/>
              <a:ext cx="2211634" cy="1456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3" name="Google Shape;5783;p36"/>
            <p:cNvSpPr txBox="1"/>
            <p:nvPr/>
          </p:nvSpPr>
          <p:spPr>
            <a:xfrm>
              <a:off x="867905" y="3890077"/>
              <a:ext cx="977036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Queueing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occurs when work arrives faster than it can be serviced:</a:t>
              </a:r>
              <a:endParaRPr/>
            </a:p>
          </p:txBody>
        </p:sp>
        <p:pic>
          <p:nvPicPr>
            <p:cNvPr id="5784" name="Google Shape;5784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87440" y="4679579"/>
              <a:ext cx="2575767" cy="14805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85" name="Google Shape;5785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05104" y="4695225"/>
              <a:ext cx="2241534" cy="14489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86" name="Google Shape;5786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p3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Packet-switching: queueing</a:t>
            </a:r>
            <a:endParaRPr/>
          </a:p>
        </p:txBody>
      </p:sp>
      <p:grpSp>
        <p:nvGrpSpPr>
          <p:cNvPr id="5793" name="Google Shape;5793;p37"/>
          <p:cNvGrpSpPr/>
          <p:nvPr/>
        </p:nvGrpSpPr>
        <p:grpSpPr>
          <a:xfrm>
            <a:off x="8836206" y="2201232"/>
            <a:ext cx="779462" cy="679450"/>
            <a:chOff x="-44" y="1473"/>
            <a:chExt cx="981" cy="1105"/>
          </a:xfrm>
        </p:grpSpPr>
        <p:pic>
          <p:nvPicPr>
            <p:cNvPr descr="desktop_computer_stylized_medium" id="5794" name="Google Shape;579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5" name="Google Shape;5795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96" name="Google Shape;5796;p37"/>
          <p:cNvCxnSpPr/>
          <p:nvPr/>
        </p:nvCxnSpPr>
        <p:spPr>
          <a:xfrm>
            <a:off x="3422622" y="1813032"/>
            <a:ext cx="984459" cy="4310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7" name="Google Shape;5797;p37"/>
          <p:cNvCxnSpPr/>
          <p:nvPr/>
        </p:nvCxnSpPr>
        <p:spPr>
          <a:xfrm flipH="1" rot="10800000">
            <a:off x="3807005" y="2371933"/>
            <a:ext cx="722173" cy="47699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8" name="Google Shape;5798;p37"/>
          <p:cNvCxnSpPr/>
          <p:nvPr/>
        </p:nvCxnSpPr>
        <p:spPr>
          <a:xfrm>
            <a:off x="5504043" y="2285370"/>
            <a:ext cx="2287168" cy="1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9" name="Google Shape;5799;p37"/>
          <p:cNvCxnSpPr/>
          <p:nvPr/>
        </p:nvCxnSpPr>
        <p:spPr>
          <a:xfrm rot="10800000">
            <a:off x="8165418" y="2467932"/>
            <a:ext cx="9525" cy="3635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0" name="Google Shape;5800;p37"/>
          <p:cNvCxnSpPr/>
          <p:nvPr/>
        </p:nvCxnSpPr>
        <p:spPr>
          <a:xfrm flipH="1" rot="10800000">
            <a:off x="8684793" y="1917070"/>
            <a:ext cx="604838" cy="3079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1" name="Google Shape;5801;p37"/>
          <p:cNvSpPr/>
          <p:nvPr/>
        </p:nvSpPr>
        <p:spPr>
          <a:xfrm>
            <a:off x="570248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2" name="Google Shape;5802;p37"/>
          <p:cNvSpPr/>
          <p:nvPr/>
        </p:nvSpPr>
        <p:spPr>
          <a:xfrm>
            <a:off x="586440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3" name="Google Shape;5803;p37"/>
          <p:cNvSpPr/>
          <p:nvPr/>
        </p:nvSpPr>
        <p:spPr>
          <a:xfrm>
            <a:off x="6026331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4" name="Google Shape;5804;p37"/>
          <p:cNvSpPr/>
          <p:nvPr/>
        </p:nvSpPr>
        <p:spPr>
          <a:xfrm>
            <a:off x="6188256" y="207264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5" name="Google Shape;5805;p37"/>
          <p:cNvSpPr/>
          <p:nvPr/>
        </p:nvSpPr>
        <p:spPr>
          <a:xfrm>
            <a:off x="6350181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6" name="Google Shape;5806;p37"/>
          <p:cNvSpPr/>
          <p:nvPr/>
        </p:nvSpPr>
        <p:spPr>
          <a:xfrm>
            <a:off x="6721656" y="2072645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7" name="Google Shape;5807;p37"/>
          <p:cNvSpPr/>
          <p:nvPr/>
        </p:nvSpPr>
        <p:spPr>
          <a:xfrm>
            <a:off x="7263981" y="2067882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8" name="Google Shape;5808;p37"/>
          <p:cNvSpPr/>
          <p:nvPr/>
        </p:nvSpPr>
        <p:spPr>
          <a:xfrm>
            <a:off x="4062595" y="2529818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09" name="Google Shape;5809;p37"/>
          <p:cNvCxnSpPr/>
          <p:nvPr/>
        </p:nvCxnSpPr>
        <p:spPr>
          <a:xfrm>
            <a:off x="6083481" y="1963107"/>
            <a:ext cx="106203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0" name="Google Shape;5810;p37"/>
          <p:cNvSpPr txBox="1"/>
          <p:nvPr/>
        </p:nvSpPr>
        <p:spPr>
          <a:xfrm>
            <a:off x="2827410" y="1545542"/>
            <a:ext cx="3337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1" name="Google Shape;5811;p37"/>
          <p:cNvSpPr txBox="1"/>
          <p:nvPr/>
        </p:nvSpPr>
        <p:spPr>
          <a:xfrm>
            <a:off x="3133638" y="2494764"/>
            <a:ext cx="3241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2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2" name="Google Shape;5812;p37"/>
          <p:cNvSpPr txBox="1"/>
          <p:nvPr/>
        </p:nvSpPr>
        <p:spPr>
          <a:xfrm>
            <a:off x="9575296" y="1479154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4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3" name="Google Shape;5813;p37"/>
          <p:cNvSpPr txBox="1"/>
          <p:nvPr/>
        </p:nvSpPr>
        <p:spPr>
          <a:xfrm>
            <a:off x="3622531" y="1345724"/>
            <a:ext cx="1564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100 Mb/s</a:t>
            </a:r>
            <a:endParaRPr/>
          </a:p>
        </p:txBody>
      </p:sp>
      <p:sp>
        <p:nvSpPr>
          <p:cNvPr id="5814" name="Google Shape;5814;p37"/>
          <p:cNvSpPr txBox="1"/>
          <p:nvPr/>
        </p:nvSpPr>
        <p:spPr>
          <a:xfrm>
            <a:off x="5697718" y="2382932"/>
            <a:ext cx="149906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1.5 Mb/s</a:t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5" name="Google Shape;5815;p37"/>
          <p:cNvSpPr txBox="1"/>
          <p:nvPr/>
        </p:nvSpPr>
        <p:spPr>
          <a:xfrm>
            <a:off x="8199018" y="2880682"/>
            <a:ext cx="18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6" name="Google Shape;5816;p37"/>
          <p:cNvCxnSpPr/>
          <p:nvPr/>
        </p:nvCxnSpPr>
        <p:spPr>
          <a:xfrm>
            <a:off x="8734606" y="3033082"/>
            <a:ext cx="984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7" name="Google Shape;5817;p37"/>
          <p:cNvCxnSpPr/>
          <p:nvPr/>
        </p:nvCxnSpPr>
        <p:spPr>
          <a:xfrm flipH="1">
            <a:off x="8244205" y="2736221"/>
            <a:ext cx="950175" cy="16837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8" name="Google Shape;5818;p37"/>
          <p:cNvSpPr txBox="1"/>
          <p:nvPr/>
        </p:nvSpPr>
        <p:spPr>
          <a:xfrm>
            <a:off x="9499682" y="2250194"/>
            <a:ext cx="4048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9" name="Google Shape;5819;p37"/>
          <p:cNvSpPr txBox="1"/>
          <p:nvPr/>
        </p:nvSpPr>
        <p:spPr>
          <a:xfrm>
            <a:off x="10325847" y="2632972"/>
            <a:ext cx="3097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24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0" name="Google Shape;5820;p37"/>
          <p:cNvSpPr txBox="1"/>
          <p:nvPr/>
        </p:nvSpPr>
        <p:spPr>
          <a:xfrm>
            <a:off x="3869197" y="3030215"/>
            <a:ext cx="2686586" cy="800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packets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transmission over output link</a:t>
            </a:r>
            <a:endParaRPr b="0" i="0" sz="1800" u="none" cap="none" strike="noStrike">
              <a:solidFill>
                <a:srgbClr val="00CC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ktop_computer_stylized_medium" id="5821" name="Google Shape;58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866218" y="1537657"/>
            <a:ext cx="779463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2" name="Google Shape;5822;p37"/>
          <p:cNvSpPr/>
          <p:nvPr/>
        </p:nvSpPr>
        <p:spPr>
          <a:xfrm flipH="1">
            <a:off x="3198344" y="1602835"/>
            <a:ext cx="379005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23" name="Google Shape;5823;p37"/>
          <p:cNvGrpSpPr/>
          <p:nvPr/>
        </p:nvGrpSpPr>
        <p:grpSpPr>
          <a:xfrm>
            <a:off x="3157718" y="2512382"/>
            <a:ext cx="779463" cy="679450"/>
            <a:chOff x="-44" y="1473"/>
            <a:chExt cx="981" cy="1105"/>
          </a:xfrm>
        </p:grpSpPr>
        <p:pic>
          <p:nvPicPr>
            <p:cNvPr descr="desktop_computer_stylized_medium" id="5824" name="Google Shape;582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5" name="Google Shape;5825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6" name="Google Shape;5826;p37"/>
          <p:cNvGrpSpPr/>
          <p:nvPr/>
        </p:nvGrpSpPr>
        <p:grpSpPr>
          <a:xfrm>
            <a:off x="9553756" y="2572707"/>
            <a:ext cx="779462" cy="679450"/>
            <a:chOff x="-44" y="1473"/>
            <a:chExt cx="981" cy="1105"/>
          </a:xfrm>
        </p:grpSpPr>
        <p:pic>
          <p:nvPicPr>
            <p:cNvPr descr="desktop_computer_stylized_medium" id="5827" name="Google Shape;582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8" name="Google Shape;5828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9" name="Google Shape;5829;p37"/>
          <p:cNvGrpSpPr/>
          <p:nvPr/>
        </p:nvGrpSpPr>
        <p:grpSpPr>
          <a:xfrm>
            <a:off x="8918756" y="1380495"/>
            <a:ext cx="779462" cy="679450"/>
            <a:chOff x="-44" y="1473"/>
            <a:chExt cx="981" cy="1105"/>
          </a:xfrm>
        </p:grpSpPr>
        <p:pic>
          <p:nvPicPr>
            <p:cNvPr descr="desktop_computer_stylized_medium" id="5830" name="Google Shape;5830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1" name="Google Shape;5831;p3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2" name="Google Shape;5832;p37"/>
          <p:cNvGrpSpPr/>
          <p:nvPr/>
        </p:nvGrpSpPr>
        <p:grpSpPr>
          <a:xfrm>
            <a:off x="7595249" y="2045192"/>
            <a:ext cx="1146494" cy="498545"/>
            <a:chOff x="7493876" y="2774731"/>
            <a:chExt cx="1481958" cy="894622"/>
          </a:xfrm>
        </p:grpSpPr>
        <p:sp>
          <p:nvSpPr>
            <p:cNvPr id="5833" name="Google Shape;5833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34" name="Google Shape;5834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35" name="Google Shape;5835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36" name="Google Shape;5836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7" name="Google Shape;5837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8" name="Google Shape;5838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9" name="Google Shape;5839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0" name="Google Shape;5840;p37"/>
          <p:cNvGrpSpPr/>
          <p:nvPr/>
        </p:nvGrpSpPr>
        <p:grpSpPr>
          <a:xfrm>
            <a:off x="7621178" y="2733126"/>
            <a:ext cx="1146494" cy="498545"/>
            <a:chOff x="7493876" y="2774731"/>
            <a:chExt cx="1481958" cy="894622"/>
          </a:xfrm>
        </p:grpSpPr>
        <p:sp>
          <p:nvSpPr>
            <p:cNvPr id="5841" name="Google Shape;5841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42" name="Google Shape;5842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43" name="Google Shape;5843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44" name="Google Shape;5844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5" name="Google Shape;5845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6" name="Google Shape;5846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7" name="Google Shape;5847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48" name="Google Shape;5848;p37"/>
          <p:cNvGrpSpPr/>
          <p:nvPr/>
        </p:nvGrpSpPr>
        <p:grpSpPr>
          <a:xfrm>
            <a:off x="4403089" y="2023615"/>
            <a:ext cx="1146494" cy="498545"/>
            <a:chOff x="7493876" y="2774731"/>
            <a:chExt cx="1481958" cy="894622"/>
          </a:xfrm>
        </p:grpSpPr>
        <p:sp>
          <p:nvSpPr>
            <p:cNvPr id="5849" name="Google Shape;5849;p3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50" name="Google Shape;5850;p3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51" name="Google Shape;5851;p3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52" name="Google Shape;5852;p3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3" name="Google Shape;5853;p3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4" name="Google Shape;5854;p3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5" name="Google Shape;5855;p3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856" name="Google Shape;5856;p37"/>
          <p:cNvCxnSpPr/>
          <p:nvPr/>
        </p:nvCxnSpPr>
        <p:spPr>
          <a:xfrm>
            <a:off x="5538968" y="2190120"/>
            <a:ext cx="0" cy="228600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5857" name="Google Shape;5857;p37"/>
          <p:cNvGrpSpPr/>
          <p:nvPr/>
        </p:nvGrpSpPr>
        <p:grpSpPr>
          <a:xfrm>
            <a:off x="4857931" y="2148845"/>
            <a:ext cx="633412" cy="200025"/>
            <a:chOff x="1800" y="1425"/>
            <a:chExt cx="399" cy="126"/>
          </a:xfrm>
        </p:grpSpPr>
        <p:sp>
          <p:nvSpPr>
            <p:cNvPr id="5858" name="Google Shape;5858;p37"/>
            <p:cNvSpPr/>
            <p:nvPr/>
          </p:nvSpPr>
          <p:spPr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9" name="Google Shape;5859;p37"/>
            <p:cNvSpPr/>
            <p:nvPr/>
          </p:nvSpPr>
          <p:spPr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0" name="Google Shape;5860;p37"/>
            <p:cNvSpPr/>
            <p:nvPr/>
          </p:nvSpPr>
          <p:spPr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1" name="Google Shape;5861;p37"/>
            <p:cNvSpPr/>
            <p:nvPr/>
          </p:nvSpPr>
          <p:spPr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2" name="Google Shape;5862;p37"/>
          <p:cNvSpPr/>
          <p:nvPr/>
        </p:nvSpPr>
        <p:spPr>
          <a:xfrm>
            <a:off x="3841032" y="1971158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3" name="Google Shape;5863;p37"/>
          <p:cNvCxnSpPr/>
          <p:nvPr/>
        </p:nvCxnSpPr>
        <p:spPr>
          <a:xfrm>
            <a:off x="4022858" y="2133026"/>
            <a:ext cx="227109" cy="11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4" name="Google Shape;5864;p37"/>
          <p:cNvCxnSpPr/>
          <p:nvPr/>
        </p:nvCxnSpPr>
        <p:spPr>
          <a:xfrm flipH="1" rot="10800000">
            <a:off x="4236079" y="2486552"/>
            <a:ext cx="248236" cy="15573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5" name="Google Shape;5865;p37"/>
          <p:cNvCxnSpPr/>
          <p:nvPr/>
        </p:nvCxnSpPr>
        <p:spPr>
          <a:xfrm flipH="1" rot="10800000">
            <a:off x="5112260" y="2401255"/>
            <a:ext cx="17133" cy="641957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6" name="Google Shape;5866;p37"/>
          <p:cNvCxnSpPr/>
          <p:nvPr/>
        </p:nvCxnSpPr>
        <p:spPr>
          <a:xfrm rot="10800000">
            <a:off x="3757081" y="1665193"/>
            <a:ext cx="0" cy="221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7" name="Google Shape;5867;p37"/>
          <p:cNvCxnSpPr/>
          <p:nvPr/>
        </p:nvCxnSpPr>
        <p:spPr>
          <a:xfrm rot="10800000">
            <a:off x="5850118" y="2346352"/>
            <a:ext cx="0" cy="120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8" name="Google Shape;5868;p37"/>
          <p:cNvSpPr txBox="1"/>
          <p:nvPr>
            <p:ph idx="1" type="body"/>
          </p:nvPr>
        </p:nvSpPr>
        <p:spPr>
          <a:xfrm>
            <a:off x="1353612" y="4213229"/>
            <a:ext cx="10347608" cy="2234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00000"/>
                </a:solidFill>
              </a:rPr>
              <a:t>Packet queuing and loss: </a:t>
            </a:r>
            <a:r>
              <a:rPr lang="en-US" sz="3200"/>
              <a:t>i</a:t>
            </a:r>
            <a:r>
              <a:rPr lang="en-US"/>
              <a:t>f arrival rate (in bps) to link exceeds transmission rate (bps) of link for some period of time: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will queue, waiting to be transmitted on output link </a:t>
            </a:r>
            <a:endParaRPr/>
          </a:p>
          <a:p>
            <a:pPr indent="-230188" lvl="0" marL="287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can be dropped (lost) if memory (buffer) in router fills up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69" name="Google Shape;5869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4" name="Shape 5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5" name="Google Shape;5875;p3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Alternative to packet switching: circuit switching</a:t>
            </a:r>
            <a:endParaRPr/>
          </a:p>
        </p:txBody>
      </p:sp>
      <p:sp>
        <p:nvSpPr>
          <p:cNvPr id="5876" name="Google Shape;5876;p38"/>
          <p:cNvSpPr txBox="1"/>
          <p:nvPr>
            <p:ph idx="1" type="body"/>
          </p:nvPr>
        </p:nvSpPr>
        <p:spPr>
          <a:xfrm>
            <a:off x="895788" y="1434849"/>
            <a:ext cx="5692665" cy="53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end-end resources allocated to, reserved for “call” between source and destination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diagram, each link has four circuits. 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call gets 2</a:t>
            </a:r>
            <a:r>
              <a:rPr baseline="30000" lang="en-US"/>
              <a:t>nd</a:t>
            </a:r>
            <a:r>
              <a:rPr lang="en-US"/>
              <a:t> circuit in top link and 1</a:t>
            </a:r>
            <a:r>
              <a:rPr baseline="30000" lang="en-US"/>
              <a:t>st</a:t>
            </a:r>
            <a:r>
              <a:rPr lang="en-US"/>
              <a:t> circuit in right link.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dedicated resources: no sharing</a:t>
            </a:r>
            <a:endParaRPr/>
          </a:p>
          <a:p>
            <a:pPr indent="-225425" lvl="1" marL="6826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circuit-like (guaranteed) performance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circuit segment idle if not used by call </a:t>
            </a:r>
            <a:r>
              <a:rPr lang="en-US" sz="2400">
                <a:solidFill>
                  <a:srgbClr val="000099"/>
                </a:solidFill>
              </a:rPr>
              <a:t>(no sharing)</a:t>
            </a:r>
            <a:endParaRPr/>
          </a:p>
          <a:p>
            <a:pPr indent="0" lvl="0" marL="1746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877" name="Google Shape;5877;p38"/>
          <p:cNvSpPr/>
          <p:nvPr/>
        </p:nvSpPr>
        <p:spPr>
          <a:xfrm>
            <a:off x="8424977" y="2768303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8" name="Google Shape;5878;p38"/>
          <p:cNvSpPr/>
          <p:nvPr/>
        </p:nvSpPr>
        <p:spPr>
          <a:xfrm>
            <a:off x="8424977" y="2831058"/>
            <a:ext cx="1498678" cy="62756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9" name="Google Shape;5879;p38"/>
          <p:cNvSpPr/>
          <p:nvPr/>
        </p:nvSpPr>
        <p:spPr>
          <a:xfrm>
            <a:off x="8424977" y="2893815"/>
            <a:ext cx="1498678" cy="62755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0" name="Google Shape;5880;p38"/>
          <p:cNvSpPr/>
          <p:nvPr/>
        </p:nvSpPr>
        <p:spPr>
          <a:xfrm>
            <a:off x="8424977" y="2956570"/>
            <a:ext cx="1498678" cy="62756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81" name="Google Shape;5881;p38"/>
          <p:cNvGrpSpPr/>
          <p:nvPr/>
        </p:nvGrpSpPr>
        <p:grpSpPr>
          <a:xfrm rot="5400000">
            <a:off x="7286178" y="3665819"/>
            <a:ext cx="1446965" cy="261561"/>
            <a:chOff x="4865941" y="1169772"/>
            <a:chExt cx="1752599" cy="304799"/>
          </a:xfrm>
        </p:grpSpPr>
        <p:sp>
          <p:nvSpPr>
            <p:cNvPr id="5882" name="Google Shape;5882;p38"/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3" name="Google Shape;5883;p38"/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4" name="Google Shape;5884;p38"/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5" name="Google Shape;5885;p38"/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86" name="Google Shape;5886;p38"/>
          <p:cNvGrpSpPr/>
          <p:nvPr/>
        </p:nvGrpSpPr>
        <p:grpSpPr>
          <a:xfrm>
            <a:off x="8509808" y="4656351"/>
            <a:ext cx="1479238" cy="251023"/>
            <a:chOff x="4876800" y="1143000"/>
            <a:chExt cx="1752600" cy="304800"/>
          </a:xfrm>
        </p:grpSpPr>
        <p:sp>
          <p:nvSpPr>
            <p:cNvPr id="5887" name="Google Shape;5887;p38"/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8" name="Google Shape;5888;p38"/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9" name="Google Shape;5889;p38"/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0" name="Google Shape;5890;p38"/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1" name="Google Shape;5891;p38"/>
          <p:cNvSpPr/>
          <p:nvPr/>
        </p:nvSpPr>
        <p:spPr>
          <a:xfrm rot="5400000">
            <a:off x="9755990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2" name="Google Shape;5892;p38"/>
          <p:cNvSpPr/>
          <p:nvPr/>
        </p:nvSpPr>
        <p:spPr>
          <a:xfrm rot="5400000">
            <a:off x="9690600" y="3772869"/>
            <a:ext cx="1446966" cy="6539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3" name="Google Shape;5893;p38"/>
          <p:cNvSpPr/>
          <p:nvPr/>
        </p:nvSpPr>
        <p:spPr>
          <a:xfrm rot="5400000">
            <a:off x="9625209" y="3772869"/>
            <a:ext cx="1446966" cy="65391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4" name="Google Shape;5894;p38"/>
          <p:cNvSpPr/>
          <p:nvPr/>
        </p:nvSpPr>
        <p:spPr>
          <a:xfrm rot="5400000">
            <a:off x="9559819" y="3772869"/>
            <a:ext cx="1446966" cy="6539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95" name="Google Shape;5895;p38"/>
          <p:cNvGrpSpPr/>
          <p:nvPr/>
        </p:nvGrpSpPr>
        <p:grpSpPr>
          <a:xfrm>
            <a:off x="10013910" y="1711520"/>
            <a:ext cx="701622" cy="568387"/>
            <a:chOff x="-44" y="1473"/>
            <a:chExt cx="981" cy="1105"/>
          </a:xfrm>
        </p:grpSpPr>
        <p:pic>
          <p:nvPicPr>
            <p:cNvPr descr="desktop_computer_stylized_medium" id="5896" name="Google Shape;589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7" name="Google Shape;5897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98" name="Google Shape;5898;p38"/>
          <p:cNvSpPr/>
          <p:nvPr/>
        </p:nvSpPr>
        <p:spPr>
          <a:xfrm flipH="1" rot="-8334563">
            <a:off x="10213493" y="4720899"/>
            <a:ext cx="581445" cy="64549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9" name="Google Shape;5899;p38"/>
          <p:cNvSpPr/>
          <p:nvPr/>
        </p:nvSpPr>
        <p:spPr>
          <a:xfrm>
            <a:off x="7105364" y="479538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0" name="Google Shape;5900;p38"/>
          <p:cNvSpPr/>
          <p:nvPr/>
        </p:nvSpPr>
        <p:spPr>
          <a:xfrm rot="5400000">
            <a:off x="7722581" y="2362276"/>
            <a:ext cx="513165" cy="69789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1" name="Google Shape;5901;p38"/>
          <p:cNvSpPr/>
          <p:nvPr/>
        </p:nvSpPr>
        <p:spPr>
          <a:xfrm rot="5400000">
            <a:off x="7825925" y="5242087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2" name="Google Shape;5902;p38"/>
          <p:cNvSpPr/>
          <p:nvPr/>
        </p:nvSpPr>
        <p:spPr>
          <a:xfrm rot="5400000">
            <a:off x="10201295" y="5217275"/>
            <a:ext cx="493905" cy="68330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3" name="Google Shape;5903;p38"/>
          <p:cNvSpPr/>
          <p:nvPr/>
        </p:nvSpPr>
        <p:spPr>
          <a:xfrm rot="10800000">
            <a:off x="10882518" y="4775822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4" name="Google Shape;5904;p38"/>
          <p:cNvSpPr/>
          <p:nvPr/>
        </p:nvSpPr>
        <p:spPr>
          <a:xfrm>
            <a:off x="7002625" y="2887816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5" name="Google Shape;5905;p38"/>
          <p:cNvSpPr/>
          <p:nvPr/>
        </p:nvSpPr>
        <p:spPr>
          <a:xfrm>
            <a:off x="10811014" y="2867389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6" name="Google Shape;5906;p38"/>
          <p:cNvSpPr/>
          <p:nvPr/>
        </p:nvSpPr>
        <p:spPr>
          <a:xfrm rot="5400000">
            <a:off x="10115327" y="2348120"/>
            <a:ext cx="493905" cy="68330"/>
          </a:xfrm>
          <a:prstGeom prst="rect">
            <a:avLst/>
          </a:pr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07" name="Google Shape;5907;p38"/>
          <p:cNvGrpSpPr/>
          <p:nvPr/>
        </p:nvGrpSpPr>
        <p:grpSpPr>
          <a:xfrm>
            <a:off x="9946631" y="5393995"/>
            <a:ext cx="703389" cy="568387"/>
            <a:chOff x="-44" y="1473"/>
            <a:chExt cx="981" cy="1105"/>
          </a:xfrm>
        </p:grpSpPr>
        <p:pic>
          <p:nvPicPr>
            <p:cNvPr descr="desktop_computer_stylized_medium" id="5908" name="Google Shape;590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9" name="Google Shape;5909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0" name="Google Shape;5910;p38"/>
          <p:cNvGrpSpPr/>
          <p:nvPr/>
        </p:nvGrpSpPr>
        <p:grpSpPr>
          <a:xfrm>
            <a:off x="7560992" y="1744853"/>
            <a:ext cx="703389" cy="568387"/>
            <a:chOff x="-44" y="1473"/>
            <a:chExt cx="981" cy="1105"/>
          </a:xfrm>
        </p:grpSpPr>
        <p:pic>
          <p:nvPicPr>
            <p:cNvPr descr="desktop_computer_stylized_medium" id="5911" name="Google Shape;591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2" name="Google Shape;5912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3" name="Google Shape;5913;p38"/>
          <p:cNvGrpSpPr/>
          <p:nvPr/>
        </p:nvGrpSpPr>
        <p:grpSpPr>
          <a:xfrm>
            <a:off x="7484685" y="2654601"/>
            <a:ext cx="946204" cy="493906"/>
            <a:chOff x="7493876" y="2774731"/>
            <a:chExt cx="1481958" cy="894622"/>
          </a:xfrm>
        </p:grpSpPr>
        <p:sp>
          <p:nvSpPr>
            <p:cNvPr id="5914" name="Google Shape;5914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15" name="Google Shape;5915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16" name="Google Shape;5916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17" name="Google Shape;5917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8" name="Google Shape;5918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9" name="Google Shape;5919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0" name="Google Shape;5920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21" name="Google Shape;5921;p38"/>
          <p:cNvGrpSpPr/>
          <p:nvPr/>
        </p:nvGrpSpPr>
        <p:grpSpPr>
          <a:xfrm>
            <a:off x="7567435" y="4520082"/>
            <a:ext cx="946204" cy="493906"/>
            <a:chOff x="7493876" y="2774731"/>
            <a:chExt cx="1481958" cy="894622"/>
          </a:xfrm>
        </p:grpSpPr>
        <p:sp>
          <p:nvSpPr>
            <p:cNvPr id="5922" name="Google Shape;5922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23" name="Google Shape;5923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24" name="Google Shape;5924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25" name="Google Shape;5925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6" name="Google Shape;5926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7" name="Google Shape;5927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8" name="Google Shape;5928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29" name="Google Shape;5929;p38"/>
          <p:cNvGrpSpPr/>
          <p:nvPr/>
        </p:nvGrpSpPr>
        <p:grpSpPr>
          <a:xfrm>
            <a:off x="9940980" y="4520082"/>
            <a:ext cx="946204" cy="493906"/>
            <a:chOff x="7493876" y="2774731"/>
            <a:chExt cx="1481958" cy="894622"/>
          </a:xfrm>
        </p:grpSpPr>
        <p:sp>
          <p:nvSpPr>
            <p:cNvPr id="5930" name="Google Shape;5930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31" name="Google Shape;5931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32" name="Google Shape;5932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33" name="Google Shape;5933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4" name="Google Shape;5934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5" name="Google Shape;5935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6" name="Google Shape;5936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37" name="Google Shape;5937;p38"/>
          <p:cNvGrpSpPr/>
          <p:nvPr/>
        </p:nvGrpSpPr>
        <p:grpSpPr>
          <a:xfrm>
            <a:off x="9889177" y="2634520"/>
            <a:ext cx="946204" cy="493906"/>
            <a:chOff x="7493876" y="2774731"/>
            <a:chExt cx="1481958" cy="894622"/>
          </a:xfrm>
        </p:grpSpPr>
        <p:sp>
          <p:nvSpPr>
            <p:cNvPr id="5938" name="Google Shape;5938;p3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939" name="Google Shape;5939;p3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940" name="Google Shape;5940;p3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41" name="Google Shape;5941;p3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2" name="Google Shape;5942;p3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3" name="Google Shape;5943;p3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4" name="Google Shape;5944;p3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45" name="Google Shape;5945;p38"/>
          <p:cNvSpPr/>
          <p:nvPr/>
        </p:nvSpPr>
        <p:spPr>
          <a:xfrm rot="1634516">
            <a:off x="7940837" y="2709093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6" name="Google Shape;5946;p38"/>
          <p:cNvSpPr/>
          <p:nvPr/>
        </p:nvSpPr>
        <p:spPr>
          <a:xfrm rot="2101064">
            <a:off x="9817292" y="2970721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7" name="Google Shape;5947;p38"/>
          <p:cNvSpPr/>
          <p:nvPr/>
        </p:nvSpPr>
        <p:spPr>
          <a:xfrm rot="4253584">
            <a:off x="10096993" y="4729744"/>
            <a:ext cx="547683" cy="757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8" name="Google Shape;5948;p38"/>
          <p:cNvSpPr txBox="1"/>
          <p:nvPr/>
        </p:nvSpPr>
        <p:spPr>
          <a:xfrm>
            <a:off x="990600" y="6354126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sp>
        <p:nvSpPr>
          <p:cNvPr id="5949" name="Google Shape;5949;p38"/>
          <p:cNvSpPr txBox="1"/>
          <p:nvPr/>
        </p:nvSpPr>
        <p:spPr>
          <a:xfrm>
            <a:off x="893203" y="5522187"/>
            <a:ext cx="6884498" cy="904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commonly used in traditional telephone networks</a:t>
            </a:r>
            <a:endParaRPr/>
          </a:p>
          <a:p>
            <a:pPr indent="0" lvl="0" marL="1746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0" name="Google Shape;5950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5" name="Shape 5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6" name="Google Shape;5956;p39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Circuit switching: FDM and TDM</a:t>
            </a:r>
            <a:endParaRPr/>
          </a:p>
        </p:txBody>
      </p:sp>
      <p:grpSp>
        <p:nvGrpSpPr>
          <p:cNvPr id="5957" name="Google Shape;5957;p39"/>
          <p:cNvGrpSpPr/>
          <p:nvPr/>
        </p:nvGrpSpPr>
        <p:grpSpPr>
          <a:xfrm>
            <a:off x="6233238" y="2058564"/>
            <a:ext cx="5507831" cy="1770857"/>
            <a:chOff x="1379" y="1353"/>
            <a:chExt cx="3469" cy="1116"/>
          </a:xfrm>
        </p:grpSpPr>
        <p:cxnSp>
          <p:nvCxnSpPr>
            <p:cNvPr id="5958" name="Google Shape;5958;p39"/>
            <p:cNvCxnSpPr/>
            <p:nvPr/>
          </p:nvCxnSpPr>
          <p:spPr>
            <a:xfrm rot="10800000">
              <a:off x="1728" y="1392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59" name="Google Shape;5959;p39"/>
            <p:cNvSpPr txBox="1"/>
            <p:nvPr/>
          </p:nvSpPr>
          <p:spPr>
            <a:xfrm rot="-5400000">
              <a:off x="1069" y="1662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60" name="Google Shape;5960;p39"/>
            <p:cNvCxnSpPr/>
            <p:nvPr/>
          </p:nvCxnSpPr>
          <p:spPr>
            <a:xfrm>
              <a:off x="1728" y="2208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61" name="Google Shape;5961;p39"/>
            <p:cNvSpPr txBox="1"/>
            <p:nvPr/>
          </p:nvSpPr>
          <p:spPr>
            <a:xfrm>
              <a:off x="4376" y="2216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2" name="Google Shape;5962;p39"/>
            <p:cNvSpPr/>
            <p:nvPr/>
          </p:nvSpPr>
          <p:spPr>
            <a:xfrm>
              <a:off x="1776" y="1584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63" name="Google Shape;5963;p39"/>
          <p:cNvSpPr/>
          <p:nvPr/>
        </p:nvSpPr>
        <p:spPr>
          <a:xfrm>
            <a:off x="6851569" y="2438770"/>
            <a:ext cx="4572000" cy="228600"/>
          </a:xfrm>
          <a:prstGeom prst="rect">
            <a:avLst/>
          </a:prstGeom>
          <a:solidFill>
            <a:srgbClr val="3366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4" name="Google Shape;5964;p39"/>
          <p:cNvSpPr/>
          <p:nvPr/>
        </p:nvSpPr>
        <p:spPr>
          <a:xfrm>
            <a:off x="6851569" y="2667370"/>
            <a:ext cx="4572000" cy="228600"/>
          </a:xfrm>
          <a:prstGeom prst="rect">
            <a:avLst/>
          </a:prstGeom>
          <a:solidFill>
            <a:srgbClr val="99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5" name="Google Shape;5965;p39"/>
          <p:cNvSpPr/>
          <p:nvPr/>
        </p:nvSpPr>
        <p:spPr>
          <a:xfrm>
            <a:off x="6851569" y="2895970"/>
            <a:ext cx="4572000" cy="228600"/>
          </a:xfrm>
          <a:prstGeom prst="rect">
            <a:avLst/>
          </a:prstGeom>
          <a:solidFill>
            <a:srgbClr val="FF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6" name="Google Shape;5966;p39"/>
          <p:cNvSpPr/>
          <p:nvPr/>
        </p:nvSpPr>
        <p:spPr>
          <a:xfrm>
            <a:off x="6851569" y="3124570"/>
            <a:ext cx="4572000" cy="228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67" name="Google Shape;5967;p39"/>
          <p:cNvGrpSpPr/>
          <p:nvPr/>
        </p:nvGrpSpPr>
        <p:grpSpPr>
          <a:xfrm>
            <a:off x="6249113" y="4360441"/>
            <a:ext cx="5479256" cy="1739107"/>
            <a:chOff x="1397" y="2977"/>
            <a:chExt cx="3452" cy="1096"/>
          </a:xfrm>
        </p:grpSpPr>
        <p:cxnSp>
          <p:nvCxnSpPr>
            <p:cNvPr id="5968" name="Google Shape;5968;p39"/>
            <p:cNvCxnSpPr/>
            <p:nvPr/>
          </p:nvCxnSpPr>
          <p:spPr>
            <a:xfrm rot="10800000">
              <a:off x="1728" y="2977"/>
              <a:ext cx="0" cy="81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69" name="Google Shape;5969;p39"/>
            <p:cNvSpPr txBox="1"/>
            <p:nvPr/>
          </p:nvSpPr>
          <p:spPr>
            <a:xfrm rot="-5400000">
              <a:off x="1087" y="3286"/>
              <a:ext cx="91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frequency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70" name="Google Shape;5970;p39"/>
            <p:cNvCxnSpPr/>
            <p:nvPr/>
          </p:nvCxnSpPr>
          <p:spPr>
            <a:xfrm>
              <a:off x="1728" y="3793"/>
              <a:ext cx="312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71" name="Google Shape;5971;p39"/>
            <p:cNvSpPr txBox="1"/>
            <p:nvPr/>
          </p:nvSpPr>
          <p:spPr>
            <a:xfrm>
              <a:off x="4385" y="3820"/>
              <a:ext cx="41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1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2" name="Google Shape;5972;p39"/>
            <p:cNvSpPr/>
            <p:nvPr/>
          </p:nvSpPr>
          <p:spPr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3" name="Google Shape;5973;p39"/>
          <p:cNvGrpSpPr/>
          <p:nvPr/>
        </p:nvGrpSpPr>
        <p:grpSpPr>
          <a:xfrm>
            <a:off x="6851569" y="4664445"/>
            <a:ext cx="3886200" cy="914400"/>
            <a:chOff x="1776" y="3168"/>
            <a:chExt cx="2448" cy="576"/>
          </a:xfrm>
        </p:grpSpPr>
        <p:sp>
          <p:nvSpPr>
            <p:cNvPr id="5974" name="Google Shape;5974;p39"/>
            <p:cNvSpPr/>
            <p:nvPr/>
          </p:nvSpPr>
          <p:spPr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5" name="Google Shape;5975;p39"/>
            <p:cNvSpPr/>
            <p:nvPr/>
          </p:nvSpPr>
          <p:spPr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6" name="Google Shape;5976;p39"/>
            <p:cNvSpPr/>
            <p:nvPr/>
          </p:nvSpPr>
          <p:spPr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7" name="Google Shape;5977;p39"/>
            <p:cNvSpPr/>
            <p:nvPr/>
          </p:nvSpPr>
          <p:spPr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8" name="Google Shape;5978;p39"/>
            <p:cNvSpPr/>
            <p:nvPr/>
          </p:nvSpPr>
          <p:spPr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9" name="Google Shape;5979;p39"/>
          <p:cNvGrpSpPr/>
          <p:nvPr/>
        </p:nvGrpSpPr>
        <p:grpSpPr>
          <a:xfrm>
            <a:off x="7080169" y="4664445"/>
            <a:ext cx="3886200" cy="914400"/>
            <a:chOff x="1920" y="3168"/>
            <a:chExt cx="2448" cy="576"/>
          </a:xfrm>
        </p:grpSpPr>
        <p:sp>
          <p:nvSpPr>
            <p:cNvPr id="5980" name="Google Shape;5980;p39"/>
            <p:cNvSpPr/>
            <p:nvPr/>
          </p:nvSpPr>
          <p:spPr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1" name="Google Shape;5981;p39"/>
            <p:cNvSpPr/>
            <p:nvPr/>
          </p:nvSpPr>
          <p:spPr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2" name="Google Shape;5982;p39"/>
            <p:cNvSpPr/>
            <p:nvPr/>
          </p:nvSpPr>
          <p:spPr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3" name="Google Shape;5983;p39"/>
            <p:cNvSpPr/>
            <p:nvPr/>
          </p:nvSpPr>
          <p:spPr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4" name="Google Shape;5984;p39"/>
            <p:cNvSpPr/>
            <p:nvPr/>
          </p:nvSpPr>
          <p:spPr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85" name="Google Shape;5985;p39"/>
          <p:cNvGrpSpPr/>
          <p:nvPr/>
        </p:nvGrpSpPr>
        <p:grpSpPr>
          <a:xfrm>
            <a:off x="7308769" y="4664445"/>
            <a:ext cx="3886200" cy="914400"/>
            <a:chOff x="2064" y="3168"/>
            <a:chExt cx="2448" cy="576"/>
          </a:xfrm>
        </p:grpSpPr>
        <p:sp>
          <p:nvSpPr>
            <p:cNvPr id="5986" name="Google Shape;5986;p39"/>
            <p:cNvSpPr/>
            <p:nvPr/>
          </p:nvSpPr>
          <p:spPr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7" name="Google Shape;5987;p39"/>
            <p:cNvSpPr/>
            <p:nvPr/>
          </p:nvSpPr>
          <p:spPr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8" name="Google Shape;5988;p39"/>
            <p:cNvSpPr/>
            <p:nvPr/>
          </p:nvSpPr>
          <p:spPr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9" name="Google Shape;5989;p39"/>
            <p:cNvSpPr/>
            <p:nvPr/>
          </p:nvSpPr>
          <p:spPr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0" name="Google Shape;5990;p39"/>
            <p:cNvSpPr/>
            <p:nvPr/>
          </p:nvSpPr>
          <p:spPr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1" name="Google Shape;5991;p39"/>
          <p:cNvGrpSpPr/>
          <p:nvPr/>
        </p:nvGrpSpPr>
        <p:grpSpPr>
          <a:xfrm>
            <a:off x="7537369" y="4664445"/>
            <a:ext cx="3886200" cy="914400"/>
            <a:chOff x="2208" y="3168"/>
            <a:chExt cx="2448" cy="576"/>
          </a:xfrm>
        </p:grpSpPr>
        <p:sp>
          <p:nvSpPr>
            <p:cNvPr id="5992" name="Google Shape;5992;p39"/>
            <p:cNvSpPr/>
            <p:nvPr/>
          </p:nvSpPr>
          <p:spPr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3" name="Google Shape;5993;p39"/>
            <p:cNvSpPr/>
            <p:nvPr/>
          </p:nvSpPr>
          <p:spPr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4" name="Google Shape;5994;p39"/>
            <p:cNvSpPr/>
            <p:nvPr/>
          </p:nvSpPr>
          <p:spPr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5" name="Google Shape;5995;p39"/>
            <p:cNvSpPr/>
            <p:nvPr/>
          </p:nvSpPr>
          <p:spPr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6" name="Google Shape;5996;p39"/>
            <p:cNvSpPr/>
            <p:nvPr/>
          </p:nvSpPr>
          <p:spPr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97" name="Google Shape;5997;p39"/>
          <p:cNvGrpSpPr/>
          <p:nvPr/>
        </p:nvGrpSpPr>
        <p:grpSpPr>
          <a:xfrm>
            <a:off x="6851569" y="2667370"/>
            <a:ext cx="4572000" cy="457200"/>
            <a:chOff x="1776" y="1728"/>
            <a:chExt cx="2880" cy="288"/>
          </a:xfrm>
        </p:grpSpPr>
        <p:cxnSp>
          <p:nvCxnSpPr>
            <p:cNvPr id="5998" name="Google Shape;5998;p39"/>
            <p:cNvCxnSpPr/>
            <p:nvPr/>
          </p:nvCxnSpPr>
          <p:spPr>
            <a:xfrm>
              <a:off x="1776" y="172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9" name="Google Shape;5999;p39"/>
            <p:cNvCxnSpPr/>
            <p:nvPr/>
          </p:nvCxnSpPr>
          <p:spPr>
            <a:xfrm>
              <a:off x="1776" y="1872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0" name="Google Shape;6000;p39"/>
            <p:cNvCxnSpPr/>
            <p:nvPr/>
          </p:nvCxnSpPr>
          <p:spPr>
            <a:xfrm>
              <a:off x="1776" y="201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01" name="Google Shape;6001;p39"/>
          <p:cNvGrpSpPr/>
          <p:nvPr/>
        </p:nvGrpSpPr>
        <p:grpSpPr>
          <a:xfrm>
            <a:off x="7080169" y="4664445"/>
            <a:ext cx="4114800" cy="914400"/>
            <a:chOff x="1920" y="3168"/>
            <a:chExt cx="2592" cy="576"/>
          </a:xfrm>
        </p:grpSpPr>
        <p:cxnSp>
          <p:nvCxnSpPr>
            <p:cNvPr id="6002" name="Google Shape;6002;p39"/>
            <p:cNvCxnSpPr/>
            <p:nvPr/>
          </p:nvCxnSpPr>
          <p:spPr>
            <a:xfrm>
              <a:off x="19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3" name="Google Shape;6003;p39"/>
            <p:cNvCxnSpPr/>
            <p:nvPr/>
          </p:nvCxnSpPr>
          <p:spPr>
            <a:xfrm>
              <a:off x="20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4" name="Google Shape;6004;p39"/>
            <p:cNvCxnSpPr/>
            <p:nvPr/>
          </p:nvCxnSpPr>
          <p:spPr>
            <a:xfrm>
              <a:off x="22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5" name="Google Shape;6005;p39"/>
            <p:cNvCxnSpPr/>
            <p:nvPr/>
          </p:nvCxnSpPr>
          <p:spPr>
            <a:xfrm>
              <a:off x="23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6" name="Google Shape;6006;p39"/>
            <p:cNvCxnSpPr/>
            <p:nvPr/>
          </p:nvCxnSpPr>
          <p:spPr>
            <a:xfrm>
              <a:off x="24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7" name="Google Shape;6007;p39"/>
            <p:cNvCxnSpPr/>
            <p:nvPr/>
          </p:nvCxnSpPr>
          <p:spPr>
            <a:xfrm>
              <a:off x="26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8" name="Google Shape;6008;p39"/>
            <p:cNvCxnSpPr/>
            <p:nvPr/>
          </p:nvCxnSpPr>
          <p:spPr>
            <a:xfrm>
              <a:off x="27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9" name="Google Shape;6009;p39"/>
            <p:cNvCxnSpPr/>
            <p:nvPr/>
          </p:nvCxnSpPr>
          <p:spPr>
            <a:xfrm>
              <a:off x="292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0" name="Google Shape;6010;p39"/>
            <p:cNvCxnSpPr/>
            <p:nvPr/>
          </p:nvCxnSpPr>
          <p:spPr>
            <a:xfrm>
              <a:off x="307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1" name="Google Shape;6011;p39"/>
            <p:cNvCxnSpPr/>
            <p:nvPr/>
          </p:nvCxnSpPr>
          <p:spPr>
            <a:xfrm>
              <a:off x="321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2" name="Google Shape;6012;p39"/>
            <p:cNvCxnSpPr/>
            <p:nvPr/>
          </p:nvCxnSpPr>
          <p:spPr>
            <a:xfrm>
              <a:off x="336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3" name="Google Shape;6013;p39"/>
            <p:cNvCxnSpPr/>
            <p:nvPr/>
          </p:nvCxnSpPr>
          <p:spPr>
            <a:xfrm>
              <a:off x="350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4" name="Google Shape;6014;p39"/>
            <p:cNvCxnSpPr/>
            <p:nvPr/>
          </p:nvCxnSpPr>
          <p:spPr>
            <a:xfrm>
              <a:off x="36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5" name="Google Shape;6015;p39"/>
            <p:cNvCxnSpPr/>
            <p:nvPr/>
          </p:nvCxnSpPr>
          <p:spPr>
            <a:xfrm>
              <a:off x="37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6" name="Google Shape;6016;p39"/>
            <p:cNvCxnSpPr/>
            <p:nvPr/>
          </p:nvCxnSpPr>
          <p:spPr>
            <a:xfrm>
              <a:off x="39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7" name="Google Shape;6017;p39"/>
            <p:cNvCxnSpPr/>
            <p:nvPr/>
          </p:nvCxnSpPr>
          <p:spPr>
            <a:xfrm>
              <a:off x="40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8" name="Google Shape;6018;p39"/>
            <p:cNvCxnSpPr/>
            <p:nvPr/>
          </p:nvCxnSpPr>
          <p:spPr>
            <a:xfrm>
              <a:off x="42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9" name="Google Shape;6019;p39"/>
            <p:cNvCxnSpPr/>
            <p:nvPr/>
          </p:nvCxnSpPr>
          <p:spPr>
            <a:xfrm>
              <a:off x="43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0" name="Google Shape;6020;p39"/>
            <p:cNvCxnSpPr/>
            <p:nvPr/>
          </p:nvCxnSpPr>
          <p:spPr>
            <a:xfrm>
              <a:off x="45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21" name="Google Shape;6021;p39"/>
          <p:cNvGrpSpPr/>
          <p:nvPr/>
        </p:nvGrpSpPr>
        <p:grpSpPr>
          <a:xfrm>
            <a:off x="6851569" y="2553070"/>
            <a:ext cx="4572000" cy="685800"/>
            <a:chOff x="1776" y="1656"/>
            <a:chExt cx="2880" cy="432"/>
          </a:xfrm>
        </p:grpSpPr>
        <p:cxnSp>
          <p:nvCxnSpPr>
            <p:cNvPr id="6022" name="Google Shape;6022;p39"/>
            <p:cNvCxnSpPr/>
            <p:nvPr/>
          </p:nvCxnSpPr>
          <p:spPr>
            <a:xfrm>
              <a:off x="1776" y="1656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3" name="Google Shape;6023;p39"/>
            <p:cNvCxnSpPr/>
            <p:nvPr/>
          </p:nvCxnSpPr>
          <p:spPr>
            <a:xfrm>
              <a:off x="1776" y="1800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4" name="Google Shape;6024;p39"/>
            <p:cNvCxnSpPr/>
            <p:nvPr/>
          </p:nvCxnSpPr>
          <p:spPr>
            <a:xfrm>
              <a:off x="1776" y="1944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5" name="Google Shape;6025;p39"/>
            <p:cNvCxnSpPr/>
            <p:nvPr/>
          </p:nvCxnSpPr>
          <p:spPr>
            <a:xfrm>
              <a:off x="1776" y="2088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26" name="Google Shape;6026;p39"/>
          <p:cNvGrpSpPr/>
          <p:nvPr/>
        </p:nvGrpSpPr>
        <p:grpSpPr>
          <a:xfrm>
            <a:off x="6965869" y="4664445"/>
            <a:ext cx="4343400" cy="914400"/>
            <a:chOff x="1848" y="3168"/>
            <a:chExt cx="2736" cy="576"/>
          </a:xfrm>
        </p:grpSpPr>
        <p:cxnSp>
          <p:nvCxnSpPr>
            <p:cNvPr id="6027" name="Google Shape;6027;p39"/>
            <p:cNvCxnSpPr/>
            <p:nvPr/>
          </p:nvCxnSpPr>
          <p:spPr>
            <a:xfrm>
              <a:off x="184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8" name="Google Shape;6028;p39"/>
            <p:cNvCxnSpPr/>
            <p:nvPr/>
          </p:nvCxnSpPr>
          <p:spPr>
            <a:xfrm>
              <a:off x="199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29" name="Google Shape;6029;p39"/>
            <p:cNvCxnSpPr/>
            <p:nvPr/>
          </p:nvCxnSpPr>
          <p:spPr>
            <a:xfrm>
              <a:off x="213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0" name="Google Shape;6030;p39"/>
            <p:cNvCxnSpPr/>
            <p:nvPr/>
          </p:nvCxnSpPr>
          <p:spPr>
            <a:xfrm>
              <a:off x="228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1" name="Google Shape;6031;p39"/>
            <p:cNvCxnSpPr/>
            <p:nvPr/>
          </p:nvCxnSpPr>
          <p:spPr>
            <a:xfrm>
              <a:off x="242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2" name="Google Shape;6032;p39"/>
            <p:cNvCxnSpPr/>
            <p:nvPr/>
          </p:nvCxnSpPr>
          <p:spPr>
            <a:xfrm>
              <a:off x="256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3" name="Google Shape;6033;p39"/>
            <p:cNvCxnSpPr/>
            <p:nvPr/>
          </p:nvCxnSpPr>
          <p:spPr>
            <a:xfrm>
              <a:off x="271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4" name="Google Shape;6034;p39"/>
            <p:cNvCxnSpPr/>
            <p:nvPr/>
          </p:nvCxnSpPr>
          <p:spPr>
            <a:xfrm>
              <a:off x="285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5" name="Google Shape;6035;p39"/>
            <p:cNvCxnSpPr/>
            <p:nvPr/>
          </p:nvCxnSpPr>
          <p:spPr>
            <a:xfrm>
              <a:off x="300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6" name="Google Shape;6036;p39"/>
            <p:cNvCxnSpPr/>
            <p:nvPr/>
          </p:nvCxnSpPr>
          <p:spPr>
            <a:xfrm>
              <a:off x="314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7" name="Google Shape;6037;p39"/>
            <p:cNvCxnSpPr/>
            <p:nvPr/>
          </p:nvCxnSpPr>
          <p:spPr>
            <a:xfrm>
              <a:off x="328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8" name="Google Shape;6038;p39"/>
            <p:cNvCxnSpPr/>
            <p:nvPr/>
          </p:nvCxnSpPr>
          <p:spPr>
            <a:xfrm>
              <a:off x="343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39" name="Google Shape;6039;p39"/>
            <p:cNvCxnSpPr/>
            <p:nvPr/>
          </p:nvCxnSpPr>
          <p:spPr>
            <a:xfrm>
              <a:off x="357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0" name="Google Shape;6040;p39"/>
            <p:cNvCxnSpPr/>
            <p:nvPr/>
          </p:nvCxnSpPr>
          <p:spPr>
            <a:xfrm>
              <a:off x="372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1" name="Google Shape;6041;p39"/>
            <p:cNvCxnSpPr/>
            <p:nvPr/>
          </p:nvCxnSpPr>
          <p:spPr>
            <a:xfrm>
              <a:off x="386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2" name="Google Shape;6042;p39"/>
            <p:cNvCxnSpPr/>
            <p:nvPr/>
          </p:nvCxnSpPr>
          <p:spPr>
            <a:xfrm>
              <a:off x="4008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3" name="Google Shape;6043;p39"/>
            <p:cNvCxnSpPr/>
            <p:nvPr/>
          </p:nvCxnSpPr>
          <p:spPr>
            <a:xfrm>
              <a:off x="4152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4" name="Google Shape;6044;p39"/>
            <p:cNvCxnSpPr/>
            <p:nvPr/>
          </p:nvCxnSpPr>
          <p:spPr>
            <a:xfrm>
              <a:off x="4296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5" name="Google Shape;6045;p39"/>
            <p:cNvCxnSpPr/>
            <p:nvPr/>
          </p:nvCxnSpPr>
          <p:spPr>
            <a:xfrm>
              <a:off x="4440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6046" name="Google Shape;6046;p39"/>
            <p:cNvCxnSpPr/>
            <p:nvPr/>
          </p:nvCxnSpPr>
          <p:spPr>
            <a:xfrm>
              <a:off x="4584" y="3168"/>
              <a:ext cx="0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47" name="Google Shape;6047;p39"/>
          <p:cNvGrpSpPr/>
          <p:nvPr/>
        </p:nvGrpSpPr>
        <p:grpSpPr>
          <a:xfrm>
            <a:off x="8985169" y="1632322"/>
            <a:ext cx="2438400" cy="523876"/>
            <a:chOff x="3648" y="266"/>
            <a:chExt cx="1536" cy="330"/>
          </a:xfrm>
        </p:grpSpPr>
        <p:sp>
          <p:nvSpPr>
            <p:cNvPr id="6048" name="Google Shape;6048;p39"/>
            <p:cNvSpPr txBox="1"/>
            <p:nvPr/>
          </p:nvSpPr>
          <p:spPr>
            <a:xfrm>
              <a:off x="3648" y="266"/>
              <a:ext cx="7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users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9" name="Google Shape;6049;p39"/>
            <p:cNvSpPr/>
            <p:nvPr/>
          </p:nvSpPr>
          <p:spPr>
            <a:xfrm>
              <a:off x="4464" y="352"/>
              <a:ext cx="144" cy="144"/>
            </a:xfrm>
            <a:prstGeom prst="rect">
              <a:avLst/>
            </a:prstGeom>
            <a:solidFill>
              <a:srgbClr val="3366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0" name="Google Shape;6050;p39"/>
            <p:cNvSpPr/>
            <p:nvPr/>
          </p:nvSpPr>
          <p:spPr>
            <a:xfrm>
              <a:off x="4656" y="352"/>
              <a:ext cx="144" cy="144"/>
            </a:xfrm>
            <a:prstGeom prst="rect">
              <a:avLst/>
            </a:prstGeom>
            <a:solidFill>
              <a:srgbClr val="99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1" name="Google Shape;6051;p39"/>
            <p:cNvSpPr/>
            <p:nvPr/>
          </p:nvSpPr>
          <p:spPr>
            <a:xfrm>
              <a:off x="4848" y="352"/>
              <a:ext cx="144" cy="144"/>
            </a:xfrm>
            <a:prstGeom prst="rect">
              <a:avLst/>
            </a:prstGeom>
            <a:solidFill>
              <a:srgbClr val="FF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2" name="Google Shape;6052;p39"/>
            <p:cNvSpPr/>
            <p:nvPr/>
          </p:nvSpPr>
          <p:spPr>
            <a:xfrm>
              <a:off x="5040" y="352"/>
              <a:ext cx="144" cy="144"/>
            </a:xfrm>
            <a:prstGeom prst="rect">
              <a:avLst/>
            </a:prstGeom>
            <a:solidFill>
              <a:srgbClr val="FF00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3" name="Google Shape;6053;p39"/>
          <p:cNvSpPr txBox="1"/>
          <p:nvPr>
            <p:ph idx="1" type="body"/>
          </p:nvPr>
        </p:nvSpPr>
        <p:spPr>
          <a:xfrm>
            <a:off x="768431" y="1448157"/>
            <a:ext cx="5265052" cy="198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CC0000"/>
                </a:solidFill>
              </a:rPr>
              <a:t>F</a:t>
            </a:r>
            <a:r>
              <a:rPr lang="en-US">
                <a:solidFill>
                  <a:srgbClr val="CC0000"/>
                </a:solidFill>
              </a:rPr>
              <a:t>requency Division Multiplexing </a:t>
            </a:r>
            <a:r>
              <a:rPr lang="en-US" sz="2400">
                <a:solidFill>
                  <a:srgbClr val="CC0000"/>
                </a:solidFill>
              </a:rPr>
              <a:t>(FDM)</a:t>
            </a:r>
            <a:endParaRPr sz="2400">
              <a:solidFill>
                <a:srgbClr val="CC0000"/>
              </a:solidFill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optical, electromagnetic frequencies divided into (narrow) frequency bands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54" name="Google Shape;6054;p39"/>
          <p:cNvSpPr txBox="1"/>
          <p:nvPr/>
        </p:nvSpPr>
        <p:spPr>
          <a:xfrm>
            <a:off x="851118" y="4389639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3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Division Multiplexing 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(TDM)</a:t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divided into slots</a:t>
            </a:r>
            <a:endParaRPr/>
          </a:p>
        </p:txBody>
      </p:sp>
      <p:sp>
        <p:nvSpPr>
          <p:cNvPr id="6055" name="Google Shape;6055;p39"/>
          <p:cNvSpPr txBox="1"/>
          <p:nvPr/>
        </p:nvSpPr>
        <p:spPr>
          <a:xfrm>
            <a:off x="758125" y="3253122"/>
            <a:ext cx="5265052" cy="1039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its own band, can transmit at max rate of that narrow band 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78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6" name="Google Shape;6056;p39"/>
          <p:cNvSpPr txBox="1"/>
          <p:nvPr/>
        </p:nvSpPr>
        <p:spPr>
          <a:xfrm>
            <a:off x="848536" y="5261674"/>
            <a:ext cx="5276102" cy="2468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call allocated periodic slot(s), can transmit at maximum rate of (wider) frequency band (only)  during its time slot(s)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7" name="Google Shape;6057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2" name="Shape 6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3" name="Google Shape;6063;p40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6064" name="Google Shape;6064;p40"/>
          <p:cNvSpPr txBox="1"/>
          <p:nvPr/>
        </p:nvSpPr>
        <p:spPr>
          <a:xfrm>
            <a:off x="1798051" y="1331088"/>
            <a:ext cx="4938590" cy="1938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1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Gb/s link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user: 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Mb/s when “active”</a:t>
            </a:r>
            <a:endParaRPr/>
          </a:p>
          <a:p>
            <a:pPr indent="-217487" lvl="1" marL="5143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10% of time</a:t>
            </a:r>
            <a:endParaRPr/>
          </a:p>
          <a:p>
            <a:pPr indent="-92075" lvl="1" marL="5667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5" name="Google Shape;6065;p40"/>
          <p:cNvSpPr txBox="1"/>
          <p:nvPr/>
        </p:nvSpPr>
        <p:spPr>
          <a:xfrm>
            <a:off x="770020" y="3313964"/>
            <a:ext cx="1108509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many users can use this network under circuit-switching and packet switching?</a:t>
            </a:r>
            <a:endParaRPr/>
          </a:p>
        </p:txBody>
      </p:sp>
      <p:sp>
        <p:nvSpPr>
          <p:cNvPr id="6066" name="Google Shape;6066;p40"/>
          <p:cNvSpPr txBox="1"/>
          <p:nvPr/>
        </p:nvSpPr>
        <p:spPr>
          <a:xfrm>
            <a:off x="876491" y="6199144"/>
            <a:ext cx="91471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</a:t>
            </a:r>
            <a:endParaRPr/>
          </a:p>
        </p:txBody>
      </p:sp>
      <p:grpSp>
        <p:nvGrpSpPr>
          <p:cNvPr id="6067" name="Google Shape;6067;p40"/>
          <p:cNvGrpSpPr/>
          <p:nvPr/>
        </p:nvGrpSpPr>
        <p:grpSpPr>
          <a:xfrm>
            <a:off x="5274718" y="1427105"/>
            <a:ext cx="4284372" cy="1665011"/>
            <a:chOff x="6463839" y="2201136"/>
            <a:chExt cx="5112300" cy="2005013"/>
          </a:xfrm>
        </p:grpSpPr>
        <p:cxnSp>
          <p:nvCxnSpPr>
            <p:cNvPr id="6068" name="Google Shape;6068;p40"/>
            <p:cNvCxnSpPr/>
            <p:nvPr/>
          </p:nvCxnSpPr>
          <p:spPr>
            <a:xfrm>
              <a:off x="7197264" y="2684966"/>
              <a:ext cx="838200" cy="457200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9" name="Google Shape;6069;p40"/>
            <p:cNvCxnSpPr/>
            <p:nvPr/>
          </p:nvCxnSpPr>
          <p:spPr>
            <a:xfrm>
              <a:off x="8027887" y="3142166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70" name="Google Shape;6070;p40"/>
            <p:cNvCxnSpPr/>
            <p:nvPr/>
          </p:nvCxnSpPr>
          <p:spPr>
            <a:xfrm>
              <a:off x="8027887" y="3317507"/>
              <a:ext cx="2038350" cy="0"/>
            </a:xfrm>
            <a:prstGeom prst="straightConnector1">
              <a:avLst/>
            </a:prstGeom>
            <a:noFill/>
            <a:ln cap="flat" cmpd="sng" w="28575">
              <a:solidFill>
                <a:srgbClr val="0000A8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071" name="Google Shape;6071;p40"/>
            <p:cNvCxnSpPr/>
            <p:nvPr/>
          </p:nvCxnSpPr>
          <p:spPr>
            <a:xfrm flipH="1" rot="10800000">
              <a:off x="7273464" y="3317507"/>
              <a:ext cx="761999" cy="609599"/>
            </a:xfrm>
            <a:prstGeom prst="straightConnector1">
              <a:avLst/>
            </a:prstGeom>
            <a:noFill/>
            <a:ln cap="flat" cmpd="sng" w="28575">
              <a:solidFill>
                <a:srgbClr val="0000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72" name="Google Shape;6072;p40"/>
            <p:cNvSpPr txBox="1"/>
            <p:nvPr/>
          </p:nvSpPr>
          <p:spPr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users</a:t>
              </a:r>
              <a:endParaRPr/>
            </a:p>
          </p:txBody>
        </p:sp>
        <p:sp>
          <p:nvSpPr>
            <p:cNvPr id="6073" name="Google Shape;6073;p40"/>
            <p:cNvSpPr txBox="1"/>
            <p:nvPr/>
          </p:nvSpPr>
          <p:spPr>
            <a:xfrm>
              <a:off x="10245005" y="3251831"/>
              <a:ext cx="133113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Gbps link</a:t>
              </a:r>
              <a:endParaRPr/>
            </a:p>
          </p:txBody>
        </p:sp>
        <p:cxnSp>
          <p:nvCxnSpPr>
            <p:cNvPr id="6074" name="Google Shape;6074;p40"/>
            <p:cNvCxnSpPr/>
            <p:nvPr/>
          </p:nvCxnSpPr>
          <p:spPr>
            <a:xfrm>
              <a:off x="9308639" y="3234599"/>
              <a:ext cx="1409700" cy="0"/>
            </a:xfrm>
            <a:prstGeom prst="straightConnector1">
              <a:avLst/>
            </a:prstGeom>
            <a:noFill/>
            <a:ln cap="flat" cmpd="sng" w="444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75" name="Google Shape;6075;p40"/>
            <p:cNvSpPr txBox="1"/>
            <p:nvPr/>
          </p:nvSpPr>
          <p:spPr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…..</a:t>
              </a:r>
              <a:endParaRPr/>
            </a:p>
          </p:txBody>
        </p:sp>
        <p:grpSp>
          <p:nvGrpSpPr>
            <p:cNvPr id="6076" name="Google Shape;6076;p40"/>
            <p:cNvGrpSpPr/>
            <p:nvPr/>
          </p:nvGrpSpPr>
          <p:grpSpPr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descr="desktop_computer_stylized_medium" id="6077" name="Google Shape;6077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78" name="Google Shape;6078;p4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79" name="Google Shape;6079;p40"/>
            <p:cNvGrpSpPr/>
            <p:nvPr/>
          </p:nvGrpSpPr>
          <p:grpSpPr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descr="desktop_computer_stylized_medium" id="6080" name="Google Shape;6080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81" name="Google Shape;6081;p4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82" name="Google Shape;6082;p40"/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6083" name="Google Shape;6083;p4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084" name="Google Shape;6084;p4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085" name="Google Shape;6085;p4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86" name="Google Shape;6086;p4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7" name="Google Shape;6087;p4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8" name="Google Shape;6088;p4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9" name="Google Shape;6089;p4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6090" name="Google Shape;6090;p40"/>
          <p:cNvSpPr txBox="1"/>
          <p:nvPr/>
        </p:nvSpPr>
        <p:spPr>
          <a:xfrm>
            <a:off x="908221" y="3603662"/>
            <a:ext cx="4938590" cy="964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2075" lvl="1" marL="5667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circuit-switching: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users</a:t>
            </a:r>
            <a:endParaRPr/>
          </a:p>
          <a:p>
            <a:pPr indent="-793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91" name="Google Shape;6091;p40"/>
          <p:cNvGrpSpPr/>
          <p:nvPr/>
        </p:nvGrpSpPr>
        <p:grpSpPr>
          <a:xfrm>
            <a:off x="914111" y="4198445"/>
            <a:ext cx="10214966" cy="2164114"/>
            <a:chOff x="949766" y="3703137"/>
            <a:chExt cx="10214966" cy="2164114"/>
          </a:xfrm>
        </p:grpSpPr>
        <p:grpSp>
          <p:nvGrpSpPr>
            <p:cNvPr id="6092" name="Google Shape;6092;p40"/>
            <p:cNvGrpSpPr/>
            <p:nvPr/>
          </p:nvGrpSpPr>
          <p:grpSpPr>
            <a:xfrm>
              <a:off x="6219664" y="4101095"/>
              <a:ext cx="4945068" cy="1295399"/>
              <a:chOff x="2915" y="2642"/>
              <a:chExt cx="3115" cy="816"/>
            </a:xfrm>
          </p:grpSpPr>
          <p:sp>
            <p:nvSpPr>
              <p:cNvPr id="6093" name="Google Shape;6093;p40"/>
              <p:cNvSpPr txBox="1"/>
              <p:nvPr/>
            </p:nvSpPr>
            <p:spPr>
              <a:xfrm>
                <a:off x="2915" y="2642"/>
                <a:ext cx="3115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how did we get value 0.0004?</a:t>
                </a:r>
                <a:endParaRPr/>
              </a:p>
            </p:txBody>
          </p:sp>
          <p:sp>
            <p:nvSpPr>
              <p:cNvPr id="6094" name="Google Shape;6094;p40"/>
              <p:cNvSpPr txBox="1"/>
              <p:nvPr/>
            </p:nvSpPr>
            <p:spPr>
              <a:xfrm>
                <a:off x="2930" y="2935"/>
                <a:ext cx="2986" cy="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A:</a:t>
                </a: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HW problem </a:t>
                </a: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(for those with course in probability only)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95" name="Google Shape;6095;p40"/>
            <p:cNvSpPr txBox="1"/>
            <p:nvPr/>
          </p:nvSpPr>
          <p:spPr>
            <a:xfrm>
              <a:off x="949766" y="3703137"/>
              <a:ext cx="4938590" cy="21641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92075" lvl="1" marL="5667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17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packet switching: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with 35 users, probability &gt; 10 active at same time is less than .0004 *</a:t>
              </a:r>
              <a:endParaRPr/>
            </a:p>
            <a:p>
              <a:pPr indent="-79375" lvl="0" marL="2317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96" name="Google Shape;609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1" name="Shape 6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2" name="Google Shape;6102;p41"/>
          <p:cNvSpPr txBox="1"/>
          <p:nvPr>
            <p:ph type="title"/>
          </p:nvPr>
        </p:nvSpPr>
        <p:spPr>
          <a:xfrm>
            <a:off x="838200" y="24422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switching versus circuit switching</a:t>
            </a:r>
            <a:endParaRPr/>
          </a:p>
        </p:txBody>
      </p:sp>
      <p:sp>
        <p:nvSpPr>
          <p:cNvPr id="6103" name="Google Shape;6103;p41"/>
          <p:cNvSpPr txBox="1"/>
          <p:nvPr/>
        </p:nvSpPr>
        <p:spPr>
          <a:xfrm>
            <a:off x="867714" y="1869451"/>
            <a:ext cx="1047058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great for “bursty” data – sometimes has data to send, but at other times not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sharing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simpler, no call setup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excessive congestion possible: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packet delay and loss due to buffer overflow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 needed for reliable data transfer, congestion control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to provide circuit-like behavior with packet-switching?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“It’s complicated.” We’ll study various techniques that try to make packet switching as “circuit-like” as possible.</a:t>
            </a:r>
            <a:endParaRPr/>
          </a:p>
        </p:txBody>
      </p:sp>
      <p:sp>
        <p:nvSpPr>
          <p:cNvPr id="6104" name="Google Shape;6104;p41"/>
          <p:cNvSpPr txBox="1"/>
          <p:nvPr/>
        </p:nvSpPr>
        <p:spPr>
          <a:xfrm>
            <a:off x="726050" y="1206091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packet switching a “slam dunk winner”?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5" name="Google Shape;6105;p41"/>
          <p:cNvSpPr txBox="1"/>
          <p:nvPr/>
        </p:nvSpPr>
        <p:spPr>
          <a:xfrm>
            <a:off x="989983" y="5381704"/>
            <a:ext cx="1047133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human analogies of reserved resources (circuit switching) versus on-demand allocation (packet switching)?</a:t>
            </a:r>
            <a:endParaRPr/>
          </a:p>
        </p:txBody>
      </p:sp>
      <p:sp>
        <p:nvSpPr>
          <p:cNvPr id="6106" name="Google Shape;6106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1" name="Shape 6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2" name="Google Shape;6112;p42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113" name="Google Shape;6113;p42"/>
          <p:cNvSpPr txBox="1"/>
          <p:nvPr>
            <p:ph idx="1" type="body"/>
          </p:nvPr>
        </p:nvSpPr>
        <p:spPr>
          <a:xfrm>
            <a:off x="676092" y="1485150"/>
            <a:ext cx="6220653" cy="4776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667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hosts connect to Internet via </a:t>
            </a:r>
            <a:r>
              <a:rPr lang="en-US" sz="3000">
                <a:solidFill>
                  <a:srgbClr val="C00000"/>
                </a:solidFill>
              </a:rPr>
              <a:t>access </a:t>
            </a:r>
            <a:r>
              <a:rPr lang="en-US" sz="3000"/>
              <a:t>Internet Service Providers (ISPs)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access ISPs in turn must be interconnected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so that </a:t>
            </a:r>
            <a:r>
              <a:rPr i="1" lang="en-US" sz="2800"/>
              <a:t>any</a:t>
            </a:r>
            <a:r>
              <a:rPr lang="en-US" sz="2800"/>
              <a:t> two hosts </a:t>
            </a:r>
            <a:r>
              <a:rPr i="1" lang="en-US" sz="2800"/>
              <a:t>(anywhere!) </a:t>
            </a:r>
            <a:r>
              <a:rPr lang="en-US" sz="2800"/>
              <a:t>can send packets to each other</a:t>
            </a:r>
            <a:endParaRPr/>
          </a:p>
          <a:p>
            <a:pPr indent="-336550" lvl="0" marL="466725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3000"/>
              <a:buChar char="▪"/>
            </a:pPr>
            <a:r>
              <a:rPr lang="en-US" sz="3000"/>
              <a:t>resulting network of networks is very complex</a:t>
            </a:r>
            <a:endParaRPr/>
          </a:p>
          <a:p>
            <a:pPr indent="-269875" lvl="2" marL="84772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/>
              <a:t>evolution driven by </a:t>
            </a:r>
            <a:r>
              <a:rPr lang="en-US" sz="2800">
                <a:solidFill>
                  <a:srgbClr val="C00000"/>
                </a:solidFill>
              </a:rPr>
              <a:t>economics,</a:t>
            </a:r>
            <a:r>
              <a:rPr lang="en-US" sz="2800"/>
              <a:t> </a:t>
            </a:r>
            <a:r>
              <a:rPr lang="en-US" sz="2800">
                <a:solidFill>
                  <a:srgbClr val="C00000"/>
                </a:solidFill>
              </a:rPr>
              <a:t>national policies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114" name="Google Shape;6114;p42"/>
          <p:cNvSpPr txBox="1"/>
          <p:nvPr/>
        </p:nvSpPr>
        <p:spPr>
          <a:xfrm>
            <a:off x="645762" y="6138841"/>
            <a:ext cx="11732217" cy="541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000"/>
              <a:buFont typeface="Noto Sans Symbols"/>
              <a:buNone/>
            </a:pPr>
            <a:r>
              <a:rPr b="0" i="1" lang="en-US" sz="3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Let’s take a stepwise approach to describe current Internet structure</a:t>
            </a:r>
            <a:endParaRPr b="0" i="1" sz="3000" u="none" cap="none" strike="noStrike">
              <a:solidFill>
                <a:srgbClr val="0000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5" name="Google Shape;6115;p42"/>
          <p:cNvGrpSpPr/>
          <p:nvPr/>
        </p:nvGrpSpPr>
        <p:grpSpPr>
          <a:xfrm>
            <a:off x="6864725" y="1395473"/>
            <a:ext cx="4866085" cy="4498682"/>
            <a:chOff x="6864725" y="1395473"/>
            <a:chExt cx="4866085" cy="4498682"/>
          </a:xfrm>
        </p:grpSpPr>
        <p:sp>
          <p:nvSpPr>
            <p:cNvPr id="6116" name="Google Shape;6116;p42"/>
            <p:cNvSpPr/>
            <p:nvPr/>
          </p:nvSpPr>
          <p:spPr>
            <a:xfrm>
              <a:off x="7439074" y="3460091"/>
              <a:ext cx="986999" cy="669622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7" name="Google Shape;6117;p42"/>
            <p:cNvSpPr/>
            <p:nvPr/>
          </p:nvSpPr>
          <p:spPr>
            <a:xfrm>
              <a:off x="8985188" y="2972790"/>
              <a:ext cx="1124807" cy="1337915"/>
            </a:xfrm>
            <a:custGeom>
              <a:rect b="b" l="l" r="r" t="t"/>
              <a:pathLst>
                <a:path extrusionOk="0" h="1800235" w="1549812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8" name="Google Shape;6118;p42"/>
            <p:cNvSpPr/>
            <p:nvPr/>
          </p:nvSpPr>
          <p:spPr>
            <a:xfrm>
              <a:off x="7274076" y="1733047"/>
              <a:ext cx="1736725" cy="1317704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9" name="Google Shape;6119;p42"/>
            <p:cNvSpPr/>
            <p:nvPr/>
          </p:nvSpPr>
          <p:spPr>
            <a:xfrm>
              <a:off x="7205350" y="3196263"/>
              <a:ext cx="1458912" cy="317850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0" name="Google Shape;6120;p42"/>
            <p:cNvSpPr/>
            <p:nvPr/>
          </p:nvSpPr>
          <p:spPr>
            <a:xfrm>
              <a:off x="7712401" y="4590146"/>
              <a:ext cx="3079750" cy="1304009"/>
            </a:xfrm>
            <a:custGeom>
              <a:rect b="b" l="l" r="r" t="t"/>
              <a:pathLst>
                <a:path extrusionOk="0" h="1049" w="1940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1" name="Google Shape;6121;p42"/>
            <p:cNvSpPr txBox="1"/>
            <p:nvPr/>
          </p:nvSpPr>
          <p:spPr>
            <a:xfrm>
              <a:off x="7679274" y="1395473"/>
              <a:ext cx="133940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mobile network</a:t>
              </a:r>
              <a:endParaRPr/>
            </a:p>
          </p:txBody>
        </p:sp>
        <p:sp>
          <p:nvSpPr>
            <p:cNvPr id="6122" name="Google Shape;6122;p42"/>
            <p:cNvSpPr txBox="1"/>
            <p:nvPr/>
          </p:nvSpPr>
          <p:spPr>
            <a:xfrm>
              <a:off x="7330835" y="4098934"/>
              <a:ext cx="1955646" cy="268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6123" name="Google Shape;6123;p42"/>
            <p:cNvSpPr txBox="1"/>
            <p:nvPr/>
          </p:nvSpPr>
          <p:spPr>
            <a:xfrm>
              <a:off x="6864725" y="5209416"/>
              <a:ext cx="1657490" cy="441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network</a:t>
              </a:r>
              <a:endParaRPr/>
            </a:p>
          </p:txBody>
        </p:sp>
        <p:sp>
          <p:nvSpPr>
            <p:cNvPr id="6124" name="Google Shape;6124;p42"/>
            <p:cNvSpPr/>
            <p:nvPr/>
          </p:nvSpPr>
          <p:spPr>
            <a:xfrm>
              <a:off x="10222146" y="3086552"/>
              <a:ext cx="1273167" cy="1935748"/>
            </a:xfrm>
            <a:custGeom>
              <a:rect b="b" l="l" r="r" t="t"/>
              <a:pathLst>
                <a:path extrusionOk="0" h="1952840" w="1447873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8999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25" name="Google Shape;6125;p42"/>
            <p:cNvGrpSpPr/>
            <p:nvPr/>
          </p:nvGrpSpPr>
          <p:grpSpPr>
            <a:xfrm>
              <a:off x="10837700" y="3835062"/>
              <a:ext cx="687393" cy="721548"/>
              <a:chOff x="5203089" y="1751190"/>
              <a:chExt cx="858331" cy="662414"/>
            </a:xfrm>
          </p:grpSpPr>
          <p:sp>
            <p:nvSpPr>
              <p:cNvPr id="6126" name="Google Shape;6126;p42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7" name="Google Shape;6127;p42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128" name="Google Shape;6128;p42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29" name="Google Shape;6129;p42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0" name="Google Shape;6130;p42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1" name="Google Shape;6131;p42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2" name="Google Shape;6132;p42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3" name="Google Shape;6133;p42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134" name="Google Shape;6134;p42"/>
            <p:cNvGrpSpPr/>
            <p:nvPr/>
          </p:nvGrpSpPr>
          <p:grpSpPr>
            <a:xfrm>
              <a:off x="10771171" y="3101183"/>
              <a:ext cx="594613" cy="648336"/>
              <a:chOff x="5203089" y="1751190"/>
              <a:chExt cx="858331" cy="662414"/>
            </a:xfrm>
          </p:grpSpPr>
          <p:sp>
            <p:nvSpPr>
              <p:cNvPr id="6135" name="Google Shape;6135;p42"/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rect b="b" l="l" r="r" t="t"/>
                <a:pathLst>
                  <a:path extrusionOk="0" h="662124" w="524651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6" name="Google Shape;6136;p42"/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rect b="b" l="l" r="r" t="t"/>
                <a:pathLst>
                  <a:path extrusionOk="0" h="492070" w="65129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cap="flat" cmpd="sng" w="12700">
                <a:solidFill>
                  <a:srgbClr val="0000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137" name="Google Shape;6137;p42"/>
              <p:cNvCxnSpPr/>
              <p:nvPr/>
            </p:nvCxnSpPr>
            <p:spPr>
              <a:xfrm flipH="1" rot="10800000">
                <a:off x="5270526" y="2029553"/>
                <a:ext cx="295249" cy="73468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8" name="Google Shape;6138;p42"/>
              <p:cNvCxnSpPr/>
              <p:nvPr/>
            </p:nvCxnSpPr>
            <p:spPr>
              <a:xfrm flipH="1" rot="10800000">
                <a:off x="5275406" y="2261710"/>
                <a:ext cx="290369" cy="1675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39" name="Google Shape;6139;p42"/>
              <p:cNvCxnSpPr/>
              <p:nvPr/>
            </p:nvCxnSpPr>
            <p:spPr>
              <a:xfrm flipH="1" rot="10800000">
                <a:off x="5275406" y="2151772"/>
                <a:ext cx="290369" cy="48402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0" name="Google Shape;6140;p42"/>
              <p:cNvCxnSpPr/>
              <p:nvPr/>
            </p:nvCxnSpPr>
            <p:spPr>
              <a:xfrm>
                <a:off x="5270094" y="2354086"/>
                <a:ext cx="295681" cy="0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1" name="Google Shape;6141;p42"/>
              <p:cNvCxnSpPr/>
              <p:nvPr/>
            </p:nvCxnSpPr>
            <p:spPr>
              <a:xfrm rot="10800000">
                <a:off x="5950242" y="1866900"/>
                <a:ext cx="0" cy="465273"/>
              </a:xfrm>
              <a:prstGeom prst="straightConnector1">
                <a:avLst/>
              </a:prstGeom>
              <a:noFill/>
              <a:ln cap="flat" cmpd="sng" w="44450">
                <a:solidFill>
                  <a:schemeClr val="l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42" name="Google Shape;6142;p42"/>
              <p:cNvCxnSpPr/>
              <p:nvPr/>
            </p:nvCxnSpPr>
            <p:spPr>
              <a:xfrm>
                <a:off x="5628589" y="1936750"/>
                <a:ext cx="0" cy="476854"/>
              </a:xfrm>
              <a:prstGeom prst="straightConnector1">
                <a:avLst/>
              </a:prstGeom>
              <a:noFill/>
              <a:ln cap="flat" cmpd="sng" w="1587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6143" name="Google Shape;6143;p42"/>
            <p:cNvSpPr/>
            <p:nvPr/>
          </p:nvSpPr>
          <p:spPr>
            <a:xfrm>
              <a:off x="9540813" y="1689054"/>
              <a:ext cx="1497864" cy="1386455"/>
            </a:xfrm>
            <a:custGeom>
              <a:rect b="b" l="l" r="r" t="t"/>
              <a:pathLst>
                <a:path extrusionOk="0" h="1796376" w="1634267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>
              <a:gsLst>
                <a:gs pos="0">
                  <a:srgbClr val="9CDFF9"/>
                </a:gs>
                <a:gs pos="57000">
                  <a:srgbClr val="DDEAF6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4" name="Google Shape;6144;p42"/>
            <p:cNvSpPr txBox="1"/>
            <p:nvPr/>
          </p:nvSpPr>
          <p:spPr>
            <a:xfrm>
              <a:off x="9427201" y="1758207"/>
              <a:ext cx="1725088" cy="2862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national or global ISP</a:t>
              </a:r>
              <a:endParaRPr/>
            </a:p>
          </p:txBody>
        </p:sp>
        <p:sp>
          <p:nvSpPr>
            <p:cNvPr id="6145" name="Google Shape;6145;p42"/>
            <p:cNvSpPr/>
            <p:nvPr/>
          </p:nvSpPr>
          <p:spPr>
            <a:xfrm>
              <a:off x="9279068" y="3584920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6" name="Google Shape;6146;p42"/>
            <p:cNvSpPr txBox="1"/>
            <p:nvPr/>
          </p:nvSpPr>
          <p:spPr>
            <a:xfrm>
              <a:off x="8766162" y="3354931"/>
              <a:ext cx="1040639" cy="4801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local or regional ISP</a:t>
              </a:r>
              <a:endParaRPr/>
            </a:p>
          </p:txBody>
        </p:sp>
        <p:sp>
          <p:nvSpPr>
            <p:cNvPr id="6147" name="Google Shape;6147;p42"/>
            <p:cNvSpPr txBox="1"/>
            <p:nvPr/>
          </p:nvSpPr>
          <p:spPr>
            <a:xfrm>
              <a:off x="10917767" y="4584949"/>
              <a:ext cx="813043" cy="383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datacenter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Calibri"/>
                <a:buNone/>
              </a:pPr>
              <a:r>
                <a:rPr b="0" i="0" lang="en-US" sz="105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6148" name="Google Shape;6148;p42"/>
            <p:cNvSpPr txBox="1"/>
            <p:nvPr/>
          </p:nvSpPr>
          <p:spPr>
            <a:xfrm>
              <a:off x="10063018" y="4135260"/>
              <a:ext cx="843051" cy="6740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content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49" name="Google Shape;6149;p42"/>
            <p:cNvCxnSpPr/>
            <p:nvPr/>
          </p:nvCxnSpPr>
          <p:spPr>
            <a:xfrm rot="10800000">
              <a:off x="10559920" y="3487137"/>
              <a:ext cx="412964" cy="637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0" name="Google Shape;6150;p42"/>
            <p:cNvCxnSpPr/>
            <p:nvPr/>
          </p:nvCxnSpPr>
          <p:spPr>
            <a:xfrm rot="10800000">
              <a:off x="10660835" y="3547696"/>
              <a:ext cx="345866" cy="7389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1" name="Google Shape;6151;p42"/>
            <p:cNvCxnSpPr/>
            <p:nvPr/>
          </p:nvCxnSpPr>
          <p:spPr>
            <a:xfrm flipH="1" rot="10800000">
              <a:off x="10636897" y="3540433"/>
              <a:ext cx="335987" cy="395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2" name="Google Shape;6152;p42"/>
            <p:cNvCxnSpPr/>
            <p:nvPr/>
          </p:nvCxnSpPr>
          <p:spPr>
            <a:xfrm rot="10800000">
              <a:off x="10570774" y="3501908"/>
              <a:ext cx="1" cy="4857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3" name="Google Shape;6153;p42"/>
            <p:cNvCxnSpPr/>
            <p:nvPr/>
          </p:nvCxnSpPr>
          <p:spPr>
            <a:xfrm rot="10800000">
              <a:off x="10550620" y="3978654"/>
              <a:ext cx="508543" cy="348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4" name="Google Shape;6154;p42"/>
            <p:cNvCxnSpPr/>
            <p:nvPr/>
          </p:nvCxnSpPr>
          <p:spPr>
            <a:xfrm rot="10800000">
              <a:off x="9895195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5" name="Google Shape;6155;p42"/>
            <p:cNvCxnSpPr/>
            <p:nvPr/>
          </p:nvCxnSpPr>
          <p:spPr>
            <a:xfrm rot="10800000">
              <a:off x="9219616" y="3994754"/>
              <a:ext cx="6554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6" name="Google Shape;6156;p42"/>
            <p:cNvCxnSpPr/>
            <p:nvPr/>
          </p:nvCxnSpPr>
          <p:spPr>
            <a:xfrm flipH="1">
              <a:off x="9276868" y="3414684"/>
              <a:ext cx="382424" cy="5170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7" name="Google Shape;6157;p42"/>
            <p:cNvCxnSpPr/>
            <p:nvPr/>
          </p:nvCxnSpPr>
          <p:spPr>
            <a:xfrm>
              <a:off x="9733069" y="3414684"/>
              <a:ext cx="0" cy="54029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8" name="Google Shape;6158;p42"/>
            <p:cNvCxnSpPr/>
            <p:nvPr/>
          </p:nvCxnSpPr>
          <p:spPr>
            <a:xfrm>
              <a:off x="10137668" y="2661704"/>
              <a:ext cx="488174" cy="839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59" name="Google Shape;6159;p42"/>
            <p:cNvCxnSpPr/>
            <p:nvPr/>
          </p:nvCxnSpPr>
          <p:spPr>
            <a:xfrm flipH="1">
              <a:off x="9798719" y="2602025"/>
              <a:ext cx="380432" cy="694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0" name="Google Shape;6160;p42"/>
            <p:cNvCxnSpPr/>
            <p:nvPr/>
          </p:nvCxnSpPr>
          <p:spPr>
            <a:xfrm flipH="1">
              <a:off x="10100635" y="2076444"/>
              <a:ext cx="761467" cy="57735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1" name="Google Shape;6161;p42"/>
            <p:cNvCxnSpPr/>
            <p:nvPr/>
          </p:nvCxnSpPr>
          <p:spPr>
            <a:xfrm flipH="1">
              <a:off x="10100635" y="2175325"/>
              <a:ext cx="397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2" name="Google Shape;6162;p42"/>
            <p:cNvCxnSpPr/>
            <p:nvPr/>
          </p:nvCxnSpPr>
          <p:spPr>
            <a:xfrm flipH="1">
              <a:off x="10672135" y="2107518"/>
              <a:ext cx="149360" cy="51846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3" name="Google Shape;6163;p42"/>
            <p:cNvCxnSpPr/>
            <p:nvPr/>
          </p:nvCxnSpPr>
          <p:spPr>
            <a:xfrm flipH="1">
              <a:off x="10142166" y="2625979"/>
              <a:ext cx="574283" cy="278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4" name="Google Shape;6164;p42"/>
            <p:cNvCxnSpPr/>
            <p:nvPr/>
          </p:nvCxnSpPr>
          <p:spPr>
            <a:xfrm flipH="1">
              <a:off x="10069542" y="2076444"/>
              <a:ext cx="788589" cy="9888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5" name="Google Shape;6165;p42"/>
            <p:cNvCxnSpPr/>
            <p:nvPr/>
          </p:nvCxnSpPr>
          <p:spPr>
            <a:xfrm flipH="1">
              <a:off x="10862103" y="2034337"/>
              <a:ext cx="279002" cy="421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6" name="Google Shape;6166;p42"/>
            <p:cNvCxnSpPr/>
            <p:nvPr/>
          </p:nvCxnSpPr>
          <p:spPr>
            <a:xfrm rot="10800000">
              <a:off x="10681994" y="2625979"/>
              <a:ext cx="353541" cy="678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7" name="Google Shape;6167;p42"/>
            <p:cNvCxnSpPr/>
            <p:nvPr/>
          </p:nvCxnSpPr>
          <p:spPr>
            <a:xfrm flipH="1">
              <a:off x="8769223" y="2175325"/>
              <a:ext cx="1300319" cy="60662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168" name="Google Shape;6168;p42"/>
            <p:cNvCxnSpPr/>
            <p:nvPr/>
          </p:nvCxnSpPr>
          <p:spPr>
            <a:xfrm flipH="1" rot="10800000">
              <a:off x="9378705" y="4020391"/>
              <a:ext cx="429324" cy="70560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69" name="Google Shape;6169;p42"/>
            <p:cNvCxnSpPr/>
            <p:nvPr/>
          </p:nvCxnSpPr>
          <p:spPr>
            <a:xfrm flipH="1" rot="10800000">
              <a:off x="8244554" y="3954468"/>
              <a:ext cx="969051" cy="3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70" name="Google Shape;6170;p42"/>
            <p:cNvSpPr/>
            <p:nvPr/>
          </p:nvSpPr>
          <p:spPr>
            <a:xfrm>
              <a:off x="8174541" y="2200007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71" name="Google Shape;6171;p42"/>
            <p:cNvGrpSpPr/>
            <p:nvPr/>
          </p:nvGrpSpPr>
          <p:grpSpPr>
            <a:xfrm>
              <a:off x="10410609" y="3403150"/>
              <a:ext cx="353678" cy="198344"/>
              <a:chOff x="7493876" y="2774731"/>
              <a:chExt cx="1481958" cy="894622"/>
            </a:xfrm>
          </p:grpSpPr>
          <p:sp>
            <p:nvSpPr>
              <p:cNvPr id="6172" name="Google Shape;6172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73" name="Google Shape;6173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74" name="Google Shape;6174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75" name="Google Shape;6175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6" name="Google Shape;6176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7" name="Google Shape;6177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8" name="Google Shape;6178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79" name="Google Shape;6179;p42"/>
            <p:cNvGrpSpPr/>
            <p:nvPr/>
          </p:nvGrpSpPr>
          <p:grpSpPr>
            <a:xfrm>
              <a:off x="9948724" y="2109304"/>
              <a:ext cx="353678" cy="198344"/>
              <a:chOff x="7493876" y="2774731"/>
              <a:chExt cx="1481958" cy="894622"/>
            </a:xfrm>
          </p:grpSpPr>
          <p:sp>
            <p:nvSpPr>
              <p:cNvPr id="6180" name="Google Shape;6180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81" name="Google Shape;6181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82" name="Google Shape;6182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83" name="Google Shape;6183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4" name="Google Shape;6184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5" name="Google Shape;6185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6" name="Google Shape;6186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87" name="Google Shape;6187;p42"/>
            <p:cNvGrpSpPr/>
            <p:nvPr/>
          </p:nvGrpSpPr>
          <p:grpSpPr>
            <a:xfrm>
              <a:off x="10527214" y="2520379"/>
              <a:ext cx="353678" cy="198344"/>
              <a:chOff x="7493876" y="2774731"/>
              <a:chExt cx="1481958" cy="894622"/>
            </a:xfrm>
          </p:grpSpPr>
          <p:sp>
            <p:nvSpPr>
              <p:cNvPr id="6188" name="Google Shape;6188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89" name="Google Shape;6189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90" name="Google Shape;6190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1" name="Google Shape;6191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2" name="Google Shape;6192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3" name="Google Shape;6193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94" name="Google Shape;6194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95" name="Google Shape;6195;p42"/>
            <p:cNvGrpSpPr/>
            <p:nvPr/>
          </p:nvGrpSpPr>
          <p:grpSpPr>
            <a:xfrm>
              <a:off x="10643825" y="2014975"/>
              <a:ext cx="353678" cy="198344"/>
              <a:chOff x="7493876" y="2774731"/>
              <a:chExt cx="1481958" cy="894622"/>
            </a:xfrm>
          </p:grpSpPr>
          <p:sp>
            <p:nvSpPr>
              <p:cNvPr id="6196" name="Google Shape;6196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197" name="Google Shape;6197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198" name="Google Shape;6198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9" name="Google Shape;6199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0" name="Google Shape;6200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1" name="Google Shape;6201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2" name="Google Shape;6202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03" name="Google Shape;6203;p42"/>
            <p:cNvGrpSpPr/>
            <p:nvPr/>
          </p:nvGrpSpPr>
          <p:grpSpPr>
            <a:xfrm>
              <a:off x="9098788" y="3863636"/>
              <a:ext cx="367224" cy="240304"/>
              <a:chOff x="7493876" y="2774731"/>
              <a:chExt cx="1481958" cy="894622"/>
            </a:xfrm>
          </p:grpSpPr>
          <p:sp>
            <p:nvSpPr>
              <p:cNvPr id="6204" name="Google Shape;6204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05" name="Google Shape;6205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06" name="Google Shape;6206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07" name="Google Shape;6207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8" name="Google Shape;6208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09" name="Google Shape;6209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0" name="Google Shape;6210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11" name="Google Shape;6211;p42"/>
            <p:cNvGrpSpPr/>
            <p:nvPr/>
          </p:nvGrpSpPr>
          <p:grpSpPr>
            <a:xfrm>
              <a:off x="9980126" y="2568577"/>
              <a:ext cx="353678" cy="198344"/>
              <a:chOff x="7493876" y="2774731"/>
              <a:chExt cx="1481958" cy="894622"/>
            </a:xfrm>
          </p:grpSpPr>
          <p:sp>
            <p:nvSpPr>
              <p:cNvPr id="6212" name="Google Shape;6212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13" name="Google Shape;6213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14" name="Google Shape;6214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15" name="Google Shape;6215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6" name="Google Shape;6216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7" name="Google Shape;6217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8" name="Google Shape;6218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19" name="Google Shape;6219;p42"/>
            <p:cNvGrpSpPr/>
            <p:nvPr/>
          </p:nvGrpSpPr>
          <p:grpSpPr>
            <a:xfrm>
              <a:off x="9497138" y="3301044"/>
              <a:ext cx="367224" cy="240304"/>
              <a:chOff x="7493876" y="2774731"/>
              <a:chExt cx="1481958" cy="894622"/>
            </a:xfrm>
          </p:grpSpPr>
          <p:sp>
            <p:nvSpPr>
              <p:cNvPr id="6220" name="Google Shape;6220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21" name="Google Shape;6221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22" name="Google Shape;6222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23" name="Google Shape;6223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4" name="Google Shape;6224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5" name="Google Shape;6225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6" name="Google Shape;6226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27" name="Google Shape;6227;p42"/>
            <p:cNvGrpSpPr/>
            <p:nvPr/>
          </p:nvGrpSpPr>
          <p:grpSpPr>
            <a:xfrm>
              <a:off x="9601554" y="3906775"/>
              <a:ext cx="367224" cy="240304"/>
              <a:chOff x="7493876" y="2774731"/>
              <a:chExt cx="1481958" cy="894622"/>
            </a:xfrm>
          </p:grpSpPr>
          <p:sp>
            <p:nvSpPr>
              <p:cNvPr id="6228" name="Google Shape;6228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29" name="Google Shape;6229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30" name="Google Shape;6230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31" name="Google Shape;6231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2" name="Google Shape;6232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3" name="Google Shape;6233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4" name="Google Shape;6234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35" name="Google Shape;6235;p42"/>
            <p:cNvGrpSpPr/>
            <p:nvPr/>
          </p:nvGrpSpPr>
          <p:grpSpPr>
            <a:xfrm>
              <a:off x="10375259" y="3899337"/>
              <a:ext cx="353678" cy="198344"/>
              <a:chOff x="7493876" y="2774731"/>
              <a:chExt cx="1481958" cy="894622"/>
            </a:xfrm>
          </p:grpSpPr>
          <p:sp>
            <p:nvSpPr>
              <p:cNvPr id="6236" name="Google Shape;6236;p4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237" name="Google Shape;6237;p4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238" name="Google Shape;6238;p4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39" name="Google Shape;6239;p4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0" name="Google Shape;6240;p4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1" name="Google Shape;6241;p4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2" name="Google Shape;6242;p4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descr="iphone_stylized_small" id="6243" name="Google Shape;6243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09572" y="1824037"/>
              <a:ext cx="136841" cy="3284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244" name="Google Shape;6244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64781" y="2512102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5" name="Google Shape;6245;p42"/>
            <p:cNvSpPr/>
            <p:nvPr/>
          </p:nvSpPr>
          <p:spPr>
            <a:xfrm>
              <a:off x="7609678" y="2357316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246" name="Google Shape;6246;p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7011" y="2362670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7" name="Google Shape;6247;p42"/>
            <p:cNvSpPr/>
            <p:nvPr/>
          </p:nvSpPr>
          <p:spPr>
            <a:xfrm>
              <a:off x="7673752" y="2351175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8" name="Google Shape;6248;p42"/>
            <p:cNvSpPr/>
            <p:nvPr/>
          </p:nvSpPr>
          <p:spPr>
            <a:xfrm>
              <a:off x="7606562" y="2350860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9" name="Google Shape;6249;p42"/>
            <p:cNvSpPr/>
            <p:nvPr/>
          </p:nvSpPr>
          <p:spPr>
            <a:xfrm>
              <a:off x="7880579" y="2379676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0" name="Google Shape;6250;p42"/>
            <p:cNvSpPr/>
            <p:nvPr/>
          </p:nvSpPr>
          <p:spPr>
            <a:xfrm>
              <a:off x="7605588" y="2503914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1" name="Google Shape;6251;p42"/>
            <p:cNvSpPr/>
            <p:nvPr/>
          </p:nvSpPr>
          <p:spPr>
            <a:xfrm>
              <a:off x="7890512" y="2381250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2" name="Google Shape;6252;p42"/>
            <p:cNvSpPr/>
            <p:nvPr/>
          </p:nvSpPr>
          <p:spPr>
            <a:xfrm>
              <a:off x="7605977" y="2512260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53" name="Google Shape;6253;p42"/>
            <p:cNvGrpSpPr/>
            <p:nvPr/>
          </p:nvGrpSpPr>
          <p:grpSpPr>
            <a:xfrm>
              <a:off x="7601109" y="2578552"/>
              <a:ext cx="98740" cy="36846"/>
              <a:chOff x="1740" y="2642"/>
              <a:chExt cx="752" cy="327"/>
            </a:xfrm>
          </p:grpSpPr>
          <p:sp>
            <p:nvSpPr>
              <p:cNvPr id="6254" name="Google Shape;6254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5" name="Google Shape;6255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6" name="Google Shape;6256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7" name="Google Shape;6257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8" name="Google Shape;6258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9" name="Google Shape;6259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60" name="Google Shape;6260;p42"/>
            <p:cNvSpPr/>
            <p:nvPr/>
          </p:nvSpPr>
          <p:spPr>
            <a:xfrm>
              <a:off x="7770154" y="2584063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1" name="Google Shape;6261;p42"/>
            <p:cNvSpPr/>
            <p:nvPr/>
          </p:nvSpPr>
          <p:spPr>
            <a:xfrm>
              <a:off x="7464976" y="2590519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2" name="Google Shape;6262;p42"/>
            <p:cNvSpPr/>
            <p:nvPr/>
          </p:nvSpPr>
          <p:spPr>
            <a:xfrm>
              <a:off x="7465171" y="2576977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3" name="Google Shape;6263;p42"/>
            <p:cNvSpPr/>
            <p:nvPr/>
          </p:nvSpPr>
          <p:spPr>
            <a:xfrm>
              <a:off x="7465366" y="2516039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4" name="Google Shape;6264;p42"/>
            <p:cNvSpPr/>
            <p:nvPr/>
          </p:nvSpPr>
          <p:spPr>
            <a:xfrm>
              <a:off x="7474909" y="2580127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5" name="Google Shape;6265;p42"/>
            <p:cNvSpPr/>
            <p:nvPr/>
          </p:nvSpPr>
          <p:spPr>
            <a:xfrm flipH="1" rot="10800000">
              <a:off x="7764701" y="2575088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light2.png" id="6266" name="Google Shape;6266;p4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8831667" y="2299301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ar_icon_small" id="6267" name="Google Shape;6267;p4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499539" y="2023970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6268" name="Google Shape;6268;p4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510375" y="3512221"/>
              <a:ext cx="286699" cy="1194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9" name="Google Shape;6269;p42"/>
            <p:cNvSpPr/>
            <p:nvPr/>
          </p:nvSpPr>
          <p:spPr>
            <a:xfrm>
              <a:off x="7605388" y="3396311"/>
              <a:ext cx="230764" cy="155883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270" name="Google Shape;6270;p4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16754" y="3400320"/>
              <a:ext cx="209692" cy="141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71" name="Google Shape;6271;p42"/>
            <p:cNvSpPr/>
            <p:nvPr/>
          </p:nvSpPr>
          <p:spPr>
            <a:xfrm>
              <a:off x="7647403" y="3391713"/>
              <a:ext cx="195517" cy="2900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2" name="Google Shape;6272;p42"/>
            <p:cNvSpPr/>
            <p:nvPr/>
          </p:nvSpPr>
          <p:spPr>
            <a:xfrm>
              <a:off x="7603345" y="3391477"/>
              <a:ext cx="54275" cy="120745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3" name="Google Shape;6273;p42"/>
            <p:cNvSpPr/>
            <p:nvPr/>
          </p:nvSpPr>
          <p:spPr>
            <a:xfrm>
              <a:off x="7783026" y="3413055"/>
              <a:ext cx="58489" cy="139375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4" name="Google Shape;6274;p42"/>
            <p:cNvSpPr/>
            <p:nvPr/>
          </p:nvSpPr>
          <p:spPr>
            <a:xfrm>
              <a:off x="7602706" y="3506090"/>
              <a:ext cx="214545" cy="4704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5" name="Google Shape;6275;p42"/>
            <p:cNvSpPr/>
            <p:nvPr/>
          </p:nvSpPr>
          <p:spPr>
            <a:xfrm>
              <a:off x="7789539" y="3414234"/>
              <a:ext cx="54786" cy="139965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6" name="Google Shape;6276;p42"/>
            <p:cNvSpPr/>
            <p:nvPr/>
          </p:nvSpPr>
          <p:spPr>
            <a:xfrm>
              <a:off x="7602962" y="3512339"/>
              <a:ext cx="190792" cy="46458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277" name="Google Shape;6277;p42"/>
            <p:cNvGrpSpPr/>
            <p:nvPr/>
          </p:nvGrpSpPr>
          <p:grpSpPr>
            <a:xfrm>
              <a:off x="7599769" y="3561981"/>
              <a:ext cx="64747" cy="27592"/>
              <a:chOff x="1740" y="2642"/>
              <a:chExt cx="752" cy="327"/>
            </a:xfrm>
          </p:grpSpPr>
          <p:sp>
            <p:nvSpPr>
              <p:cNvPr id="6278" name="Google Shape;6278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9" name="Google Shape;6279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0" name="Google Shape;6280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1" name="Google Shape;6281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2" name="Google Shape;6282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3" name="Google Shape;6283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84" name="Google Shape;6284;p42"/>
            <p:cNvSpPr/>
            <p:nvPr/>
          </p:nvSpPr>
          <p:spPr>
            <a:xfrm>
              <a:off x="7710617" y="3566108"/>
              <a:ext cx="78411" cy="60608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5" name="Google Shape;6285;p42"/>
            <p:cNvSpPr/>
            <p:nvPr/>
          </p:nvSpPr>
          <p:spPr>
            <a:xfrm>
              <a:off x="7510503" y="3570943"/>
              <a:ext cx="200625" cy="55302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6" name="Google Shape;6286;p42"/>
            <p:cNvSpPr/>
            <p:nvPr/>
          </p:nvSpPr>
          <p:spPr>
            <a:xfrm>
              <a:off x="7510631" y="3560802"/>
              <a:ext cx="2171" cy="11202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7" name="Google Shape;6287;p42"/>
            <p:cNvSpPr/>
            <p:nvPr/>
          </p:nvSpPr>
          <p:spPr>
            <a:xfrm>
              <a:off x="7510758" y="3515169"/>
              <a:ext cx="93225" cy="46340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8" name="Google Shape;6288;p42"/>
            <p:cNvSpPr/>
            <p:nvPr/>
          </p:nvSpPr>
          <p:spPr>
            <a:xfrm>
              <a:off x="7517016" y="3563161"/>
              <a:ext cx="190281" cy="5318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9" name="Google Shape;6289;p42"/>
            <p:cNvSpPr/>
            <p:nvPr/>
          </p:nvSpPr>
          <p:spPr>
            <a:xfrm flipH="1" rot="10800000">
              <a:off x="7707042" y="3559387"/>
              <a:ext cx="77645" cy="5506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desktop_computer_stylized_medium" id="6290" name="Google Shape;6290;p4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7991996" y="3474155"/>
              <a:ext cx="359261" cy="342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1" name="Google Shape;6291;p42"/>
            <p:cNvSpPr/>
            <p:nvPr/>
          </p:nvSpPr>
          <p:spPr>
            <a:xfrm flipH="1">
              <a:off x="8145217" y="3506954"/>
              <a:ext cx="169400" cy="156753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fridge2.png" id="6292" name="Google Shape;6292;p4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03199" y="3292029"/>
              <a:ext cx="189578" cy="3370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293" name="Google Shape;6293;p42"/>
            <p:cNvGrpSpPr/>
            <p:nvPr/>
          </p:nvGrpSpPr>
          <p:grpSpPr>
            <a:xfrm>
              <a:off x="10241851" y="5180963"/>
              <a:ext cx="177192" cy="330833"/>
              <a:chOff x="4140" y="429"/>
              <a:chExt cx="1425" cy="2396"/>
            </a:xfrm>
          </p:grpSpPr>
          <p:sp>
            <p:nvSpPr>
              <p:cNvPr id="6294" name="Google Shape;6294;p4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5" name="Google Shape;6295;p4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6" name="Google Shape;6296;p4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7" name="Google Shape;6297;p4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8" name="Google Shape;6298;p4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299" name="Google Shape;6299;p4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6300" name="Google Shape;6300;p4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1" name="Google Shape;6301;p4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02" name="Google Shape;6302;p4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303" name="Google Shape;6303;p4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6304" name="Google Shape;6304;p4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5" name="Google Shape;6305;p4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06" name="Google Shape;6306;p4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7" name="Google Shape;6307;p4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308" name="Google Shape;6308;p4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6309" name="Google Shape;6309;p4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0" name="Google Shape;6310;p4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11" name="Google Shape;6311;p4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12" name="Google Shape;6312;p4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6313" name="Google Shape;6313;p4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4" name="Google Shape;6314;p4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315" name="Google Shape;6315;p4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6" name="Google Shape;6316;p4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7" name="Google Shape;6317;p4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8" name="Google Shape;6318;p4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9" name="Google Shape;6319;p4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0" name="Google Shape;6320;p4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1" name="Google Shape;6321;p4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2" name="Google Shape;6322;p4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3" name="Google Shape;6323;p4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4" name="Google Shape;6324;p4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5" name="Google Shape;6325;p4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26" name="Google Shape;6326;p42"/>
            <p:cNvGrpSpPr/>
            <p:nvPr/>
          </p:nvGrpSpPr>
          <p:grpSpPr>
            <a:xfrm flipH="1">
              <a:off x="7980855" y="4807173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327" name="Google Shape;6327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28" name="Google Shape;6328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29" name="Google Shape;6329;p42"/>
            <p:cNvGrpSpPr/>
            <p:nvPr/>
          </p:nvGrpSpPr>
          <p:grpSpPr>
            <a:xfrm flipH="1">
              <a:off x="8552134" y="5433142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330" name="Google Shape;6330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31" name="Google Shape;6331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laptop_keyboard" id="6332" name="Google Shape;6332;p4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 flipH="1" rot="109064">
              <a:off x="9550087" y="5762330"/>
              <a:ext cx="260920" cy="990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3" name="Google Shape;6333;p42"/>
            <p:cNvSpPr/>
            <p:nvPr/>
          </p:nvSpPr>
          <p:spPr>
            <a:xfrm>
              <a:off x="9636557" y="5666200"/>
              <a:ext cx="210015" cy="12928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6334" name="Google Shape;6334;p4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646901" y="5669525"/>
              <a:ext cx="190838" cy="1176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5" name="Google Shape;6335;p42"/>
            <p:cNvSpPr/>
            <p:nvPr/>
          </p:nvSpPr>
          <p:spPr>
            <a:xfrm>
              <a:off x="9674794" y="5662386"/>
              <a:ext cx="177937" cy="24057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6" name="Google Shape;6336;p42"/>
            <p:cNvSpPr/>
            <p:nvPr/>
          </p:nvSpPr>
          <p:spPr>
            <a:xfrm>
              <a:off x="9634698" y="5662191"/>
              <a:ext cx="49395" cy="100139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7" name="Google Shape;6337;p42"/>
            <p:cNvSpPr/>
            <p:nvPr/>
          </p:nvSpPr>
          <p:spPr>
            <a:xfrm>
              <a:off x="9798223" y="5680087"/>
              <a:ext cx="53230" cy="115590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8" name="Google Shape;6338;p42"/>
            <p:cNvSpPr/>
            <p:nvPr/>
          </p:nvSpPr>
          <p:spPr>
            <a:xfrm>
              <a:off x="9634116" y="5757245"/>
              <a:ext cx="195254" cy="3901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9" name="Google Shape;6339;p42"/>
            <p:cNvSpPr/>
            <p:nvPr/>
          </p:nvSpPr>
          <p:spPr>
            <a:xfrm>
              <a:off x="9804150" y="5681065"/>
              <a:ext cx="49860" cy="11607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0" name="Google Shape;6340;p42"/>
            <p:cNvSpPr/>
            <p:nvPr/>
          </p:nvSpPr>
          <p:spPr>
            <a:xfrm>
              <a:off x="9634349" y="5762428"/>
              <a:ext cx="173637" cy="38530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41" name="Google Shape;6341;p42"/>
            <p:cNvGrpSpPr/>
            <p:nvPr/>
          </p:nvGrpSpPr>
          <p:grpSpPr>
            <a:xfrm>
              <a:off x="9631443" y="5803598"/>
              <a:ext cx="58925" cy="22883"/>
              <a:chOff x="1740" y="2642"/>
              <a:chExt cx="752" cy="327"/>
            </a:xfrm>
          </p:grpSpPr>
          <p:sp>
            <p:nvSpPr>
              <p:cNvPr id="6342" name="Google Shape;6342;p4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3" name="Google Shape;6343;p4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4" name="Google Shape;6344;p4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5" name="Google Shape;6345;p4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6" name="Google Shape;6346;p4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7" name="Google Shape;6347;p4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348" name="Google Shape;6348;p42"/>
            <p:cNvSpPr/>
            <p:nvPr/>
          </p:nvSpPr>
          <p:spPr>
            <a:xfrm>
              <a:off x="9732325" y="5807021"/>
              <a:ext cx="71361" cy="50265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9" name="Google Shape;6349;p42"/>
            <p:cNvSpPr/>
            <p:nvPr/>
          </p:nvSpPr>
          <p:spPr>
            <a:xfrm>
              <a:off x="9550204" y="5811030"/>
              <a:ext cx="182586" cy="4586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0" name="Google Shape;6350;p42"/>
            <p:cNvSpPr/>
            <p:nvPr/>
          </p:nvSpPr>
          <p:spPr>
            <a:xfrm>
              <a:off x="9556131" y="5804576"/>
              <a:ext cx="173172" cy="44104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1" name="Google Shape;6351;p42"/>
            <p:cNvSpPr/>
            <p:nvPr/>
          </p:nvSpPr>
          <p:spPr>
            <a:xfrm flipH="1" rot="10800000">
              <a:off x="9729071" y="5801447"/>
              <a:ext cx="70663" cy="456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52" name="Google Shape;6352;p42"/>
            <p:cNvGrpSpPr/>
            <p:nvPr/>
          </p:nvGrpSpPr>
          <p:grpSpPr>
            <a:xfrm>
              <a:off x="7439074" y="1766737"/>
              <a:ext cx="4144321" cy="4013060"/>
              <a:chOff x="7439074" y="1859725"/>
              <a:chExt cx="4144321" cy="4013060"/>
            </a:xfrm>
          </p:grpSpPr>
          <p:grpSp>
            <p:nvGrpSpPr>
              <p:cNvPr id="6353" name="Google Shape;6353;p42"/>
              <p:cNvGrpSpPr/>
              <p:nvPr/>
            </p:nvGrpSpPr>
            <p:grpSpPr>
              <a:xfrm>
                <a:off x="7439074" y="1859725"/>
                <a:ext cx="1802647" cy="1120859"/>
                <a:chOff x="7439074" y="1859725"/>
                <a:chExt cx="1802647" cy="1120859"/>
              </a:xfrm>
            </p:grpSpPr>
            <p:pic>
              <p:nvPicPr>
                <p:cNvPr descr="cell_tower_radiation copy" id="6354" name="Google Shape;6354;p42"/>
                <p:cNvPicPr preferRelativeResize="0"/>
                <p:nvPr/>
              </p:nvPicPr>
              <p:blipFill rotWithShape="1">
                <a:blip r:embed="rId15">
                  <a:alphaModFix/>
                </a:blip>
                <a:srcRect b="0" l="0" r="0" t="0"/>
                <a:stretch/>
              </p:blipFill>
              <p:spPr>
                <a:xfrm>
                  <a:off x="7980866" y="2158167"/>
                  <a:ext cx="457200" cy="3327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6355" name="Google Shape;6355;p42"/>
                <p:cNvCxnSpPr/>
                <p:nvPr/>
              </p:nvCxnSpPr>
              <p:spPr>
                <a:xfrm>
                  <a:off x="8207860" y="2700359"/>
                  <a:ext cx="227964" cy="1743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356" name="Google Shape;6356;p42"/>
                <p:cNvGrpSpPr/>
                <p:nvPr/>
              </p:nvGrpSpPr>
              <p:grpSpPr>
                <a:xfrm>
                  <a:off x="8050698" y="2309376"/>
                  <a:ext cx="298450" cy="464008"/>
                  <a:chOff x="3130" y="3288"/>
                  <a:chExt cx="410" cy="742"/>
                </a:xfrm>
              </p:grpSpPr>
              <p:cxnSp>
                <p:nvCxnSpPr>
                  <p:cNvPr id="6357" name="Google Shape;6357;p42"/>
                  <p:cNvCxnSpPr/>
                  <p:nvPr/>
                </p:nvCxnSpPr>
                <p:spPr>
                  <a:xfrm flipH="1">
                    <a:off x="3130" y="3288"/>
                    <a:ext cx="205" cy="6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58" name="Google Shape;6358;p42"/>
                  <p:cNvCxnSpPr/>
                  <p:nvPr/>
                </p:nvCxnSpPr>
                <p:spPr>
                  <a:xfrm>
                    <a:off x="3335" y="3288"/>
                    <a:ext cx="205" cy="6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59" name="Google Shape;6359;p42"/>
                  <p:cNvCxnSpPr/>
                  <p:nvPr/>
                </p:nvCxnSpPr>
                <p:spPr>
                  <a:xfrm>
                    <a:off x="3130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0" name="Google Shape;6360;p42"/>
                  <p:cNvCxnSpPr/>
                  <p:nvPr/>
                </p:nvCxnSpPr>
                <p:spPr>
                  <a:xfrm flipH="1">
                    <a:off x="3335" y="3957"/>
                    <a:ext cx="205" cy="73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1" name="Google Shape;6361;p42"/>
                  <p:cNvCxnSpPr/>
                  <p:nvPr/>
                </p:nvCxnSpPr>
                <p:spPr>
                  <a:xfrm>
                    <a:off x="3335" y="3303"/>
                    <a:ext cx="0" cy="7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2" name="Google Shape;6362;p42"/>
                  <p:cNvCxnSpPr/>
                  <p:nvPr/>
                </p:nvCxnSpPr>
                <p:spPr>
                  <a:xfrm flipH="1" rot="10800000">
                    <a:off x="3130" y="3888"/>
                    <a:ext cx="205" cy="72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3" name="Google Shape;6363;p42"/>
                  <p:cNvCxnSpPr/>
                  <p:nvPr/>
                </p:nvCxnSpPr>
                <p:spPr>
                  <a:xfrm rot="10800000">
                    <a:off x="3335" y="3888"/>
                    <a:ext cx="205" cy="69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4" name="Google Shape;6364;p42"/>
                  <p:cNvCxnSpPr/>
                  <p:nvPr/>
                </p:nvCxnSpPr>
                <p:spPr>
                  <a:xfrm>
                    <a:off x="3217" y="3668"/>
                    <a:ext cx="118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5" name="Google Shape;6365;p42"/>
                  <p:cNvCxnSpPr/>
                  <p:nvPr/>
                </p:nvCxnSpPr>
                <p:spPr>
                  <a:xfrm flipH="1" rot="10800000">
                    <a:off x="3335" y="3668"/>
                    <a:ext cx="124" cy="5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6" name="Google Shape;6366;p42"/>
                  <p:cNvCxnSpPr/>
                  <p:nvPr/>
                </p:nvCxnSpPr>
                <p:spPr>
                  <a:xfrm>
                    <a:off x="3178" y="3766"/>
                    <a:ext cx="152" cy="75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7" name="Google Shape;6367;p42"/>
                  <p:cNvCxnSpPr/>
                  <p:nvPr/>
                </p:nvCxnSpPr>
                <p:spPr>
                  <a:xfrm flipH="1" rot="10800000">
                    <a:off x="3335" y="3781"/>
                    <a:ext cx="153" cy="6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8" name="Google Shape;6368;p42"/>
                  <p:cNvCxnSpPr/>
                  <p:nvPr/>
                </p:nvCxnSpPr>
                <p:spPr>
                  <a:xfrm flipH="1" rot="10800000">
                    <a:off x="3335" y="3567"/>
                    <a:ext cx="78" cy="27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69" name="Google Shape;6369;p42"/>
                  <p:cNvCxnSpPr/>
                  <p:nvPr/>
                </p:nvCxnSpPr>
                <p:spPr>
                  <a:xfrm flipH="1" rot="10800000">
                    <a:off x="3335" y="3428"/>
                    <a:ext cx="49" cy="21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70" name="Google Shape;6370;p42"/>
                  <p:cNvCxnSpPr/>
                  <p:nvPr/>
                </p:nvCxnSpPr>
                <p:spPr>
                  <a:xfrm>
                    <a:off x="3247" y="3558"/>
                    <a:ext cx="9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71" name="Google Shape;6371;p42"/>
                  <p:cNvCxnSpPr/>
                  <p:nvPr/>
                </p:nvCxnSpPr>
                <p:spPr>
                  <a:xfrm>
                    <a:off x="3289" y="3422"/>
                    <a:ext cx="55" cy="36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6372" name="Google Shape;6372;p42"/>
                <p:cNvGrpSpPr/>
                <p:nvPr/>
              </p:nvGrpSpPr>
              <p:grpSpPr>
                <a:xfrm>
                  <a:off x="8439827" y="2812309"/>
                  <a:ext cx="353678" cy="168275"/>
                  <a:chOff x="7493876" y="2774731"/>
                  <a:chExt cx="1481958" cy="894622"/>
                </a:xfrm>
              </p:grpSpPr>
              <p:sp>
                <p:nvSpPr>
                  <p:cNvPr id="6373" name="Google Shape;6373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374" name="Google Shape;6374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375" name="Google Shape;6375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376" name="Google Shape;6376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7" name="Google Shape;6377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8" name="Google Shape;6378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79" name="Google Shape;6379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pic>
              <p:nvPicPr>
                <p:cNvPr descr="antenna_radiation_stylized" id="6380" name="Google Shape;6380;p42"/>
                <p:cNvPicPr preferRelativeResize="0"/>
                <p:nvPr/>
              </p:nvPicPr>
              <p:blipFill rotWithShape="1">
                <a:blip r:embed="rId16">
                  <a:alphaModFix/>
                </a:blip>
                <a:srcRect b="0" l="0" r="0" t="0"/>
                <a:stretch/>
              </p:blipFill>
              <p:spPr>
                <a:xfrm>
                  <a:off x="7750224" y="1859725"/>
                  <a:ext cx="415925" cy="8877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1" name="Google Shape;6381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7439074" y="235661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2" name="Google Shape;6382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637781" y="231972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ntenna_stylized" id="6383" name="Google Shape;6383;p42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8711019" y="205912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6384" name="Google Shape;6384;p42"/>
              <p:cNvGrpSpPr/>
              <p:nvPr/>
            </p:nvGrpSpPr>
            <p:grpSpPr>
              <a:xfrm>
                <a:off x="7493518" y="3325424"/>
                <a:ext cx="911538" cy="843226"/>
                <a:chOff x="7493518" y="3325424"/>
                <a:chExt cx="911538" cy="843226"/>
              </a:xfrm>
            </p:grpSpPr>
            <p:pic>
              <p:nvPicPr>
                <p:cNvPr descr="access_point_stylized_small" id="6385" name="Google Shape;6385;p42"/>
                <p:cNvPicPr preferRelativeResize="0"/>
                <p:nvPr/>
              </p:nvPicPr>
              <p:blipFill rotWithShape="1">
                <a:blip r:embed="rId18">
                  <a:alphaModFix/>
                </a:blip>
                <a:srcRect b="0" l="0" r="0" t="0"/>
                <a:stretch/>
              </p:blipFill>
              <p:spPr>
                <a:xfrm>
                  <a:off x="7613882" y="3861899"/>
                  <a:ext cx="370169" cy="306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6386" name="Google Shape;6386;p42"/>
                <p:cNvGrpSpPr/>
                <p:nvPr/>
              </p:nvGrpSpPr>
              <p:grpSpPr>
                <a:xfrm>
                  <a:off x="7493518" y="3325424"/>
                  <a:ext cx="911538" cy="816238"/>
                  <a:chOff x="7493518" y="3325424"/>
                  <a:chExt cx="911538" cy="816238"/>
                </a:xfrm>
              </p:grpSpPr>
              <p:cxnSp>
                <p:nvCxnSpPr>
                  <p:cNvPr id="6387" name="Google Shape;6387;p42"/>
                  <p:cNvCxnSpPr/>
                  <p:nvPr/>
                </p:nvCxnSpPr>
                <p:spPr>
                  <a:xfrm>
                    <a:off x="8247778" y="3829970"/>
                    <a:ext cx="0" cy="13176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88" name="Google Shape;6388;p42"/>
                  <p:cNvCxnSpPr/>
                  <p:nvPr/>
                </p:nvCxnSpPr>
                <p:spPr>
                  <a:xfrm flipH="1" rot="10800000">
                    <a:off x="7857253" y="4041107"/>
                    <a:ext cx="168275" cy="317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6389" name="Google Shape;6389;p42"/>
                  <p:cNvPicPr preferRelativeResize="0"/>
                  <p:nvPr/>
                </p:nvPicPr>
                <p:blipFill rotWithShape="1">
                  <a:blip r:embed="rId19">
                    <a:alphaModFix/>
                  </a:blip>
                  <a:srcRect b="0" l="0" r="0" t="0"/>
                  <a:stretch/>
                </p:blipFill>
                <p:spPr>
                  <a:xfrm>
                    <a:off x="7562238" y="3813930"/>
                    <a:ext cx="506412" cy="1060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6390" name="Google Shape;6390;p42"/>
                  <p:cNvGrpSpPr/>
                  <p:nvPr/>
                </p:nvGrpSpPr>
                <p:grpSpPr>
                  <a:xfrm>
                    <a:off x="8050070" y="3965994"/>
                    <a:ext cx="354986" cy="175668"/>
                    <a:chOff x="7493876" y="2774731"/>
                    <a:chExt cx="1481958" cy="894622"/>
                  </a:xfrm>
                </p:grpSpPr>
                <p:sp>
                  <p:nvSpPr>
                    <p:cNvPr id="6391" name="Google Shape;6391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392" name="Google Shape;6392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393" name="Google Shape;6393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394" name="Google Shape;6394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5" name="Google Shape;6395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6" name="Google Shape;6396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97" name="Google Shape;6397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6398" name="Google Shape;6398;p42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493518" y="3419140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ntenna_stylized" id="6399" name="Google Shape;6399;p42"/>
                  <p:cNvPicPr preferRelativeResize="0"/>
                  <p:nvPr/>
                </p:nvPicPr>
                <p:blipFill rotWithShape="1">
                  <a:blip r:embed="rId20">
                    <a:alphaModFix/>
                  </a:blip>
                  <a:srcRect b="0" l="0" r="0" t="0"/>
                  <a:stretch/>
                </p:blipFill>
                <p:spPr>
                  <a:xfrm>
                    <a:off x="7803435" y="3325424"/>
                    <a:ext cx="347997" cy="1675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6400" name="Google Shape;6400;p42"/>
              <p:cNvGrpSpPr/>
              <p:nvPr/>
            </p:nvGrpSpPr>
            <p:grpSpPr>
              <a:xfrm>
                <a:off x="10884085" y="3428485"/>
                <a:ext cx="604586" cy="405973"/>
                <a:chOff x="10884085" y="3428485"/>
                <a:chExt cx="604586" cy="405973"/>
              </a:xfrm>
            </p:grpSpPr>
            <p:grpSp>
              <p:nvGrpSpPr>
                <p:cNvPr id="6401" name="Google Shape;6401;p42"/>
                <p:cNvGrpSpPr/>
                <p:nvPr/>
              </p:nvGrpSpPr>
              <p:grpSpPr>
                <a:xfrm>
                  <a:off x="10884085" y="3601365"/>
                  <a:ext cx="170989" cy="97052"/>
                  <a:chOff x="7493876" y="2774731"/>
                  <a:chExt cx="1481958" cy="894622"/>
                </a:xfrm>
              </p:grpSpPr>
              <p:sp>
                <p:nvSpPr>
                  <p:cNvPr id="6402" name="Google Shape;6402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403" name="Google Shape;6403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404" name="Google Shape;6404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405" name="Google Shape;6405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6" name="Google Shape;6406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7" name="Google Shape;6407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8" name="Google Shape;6408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6409" name="Google Shape;6409;p42"/>
                <p:cNvGrpSpPr/>
                <p:nvPr/>
              </p:nvGrpSpPr>
              <p:grpSpPr>
                <a:xfrm>
                  <a:off x="11064947" y="3428485"/>
                  <a:ext cx="423724" cy="405973"/>
                  <a:chOff x="5103720" y="2693365"/>
                  <a:chExt cx="611650" cy="414788"/>
                </a:xfrm>
              </p:grpSpPr>
              <p:cxnSp>
                <p:nvCxnSpPr>
                  <p:cNvPr id="6410" name="Google Shape;6410;p42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11" name="Google Shape;6411;p42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6412" name="Google Shape;6412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13" name="Google Shape;6413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14" name="Google Shape;6414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6415" name="Google Shape;6415;p42"/>
              <p:cNvGrpSpPr/>
              <p:nvPr/>
            </p:nvGrpSpPr>
            <p:grpSpPr>
              <a:xfrm>
                <a:off x="7975881" y="4741266"/>
                <a:ext cx="2318709" cy="1131519"/>
                <a:chOff x="7948367" y="4775686"/>
                <a:chExt cx="2318709" cy="1131519"/>
              </a:xfrm>
            </p:grpSpPr>
            <p:cxnSp>
              <p:nvCxnSpPr>
                <p:cNvPr id="6416" name="Google Shape;6416;p42"/>
                <p:cNvCxnSpPr/>
                <p:nvPr/>
              </p:nvCxnSpPr>
              <p:spPr>
                <a:xfrm flipH="1" rot="5400000">
                  <a:off x="9789609" y="5251739"/>
                  <a:ext cx="388062" cy="756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7" name="Google Shape;6417;p42"/>
                <p:cNvCxnSpPr/>
                <p:nvPr/>
              </p:nvCxnSpPr>
              <p:spPr>
                <a:xfrm>
                  <a:off x="8210207" y="5117334"/>
                  <a:ext cx="226800" cy="127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418" name="Google Shape;6418;p42"/>
                <p:cNvCxnSpPr/>
                <p:nvPr/>
              </p:nvCxnSpPr>
              <p:spPr>
                <a:xfrm flipH="1" rot="10800000">
                  <a:off x="8459425" y="5036562"/>
                  <a:ext cx="404236" cy="20777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6419" name="Google Shape;6419;p42"/>
                <p:cNvGrpSpPr/>
                <p:nvPr/>
              </p:nvGrpSpPr>
              <p:grpSpPr>
                <a:xfrm>
                  <a:off x="7948367" y="4775686"/>
                  <a:ext cx="2318709" cy="1131519"/>
                  <a:chOff x="7948367" y="4775686"/>
                  <a:chExt cx="2318709" cy="1131519"/>
                </a:xfrm>
              </p:grpSpPr>
              <p:cxnSp>
                <p:nvCxnSpPr>
                  <p:cNvPr id="6420" name="Google Shape;6420;p42"/>
                  <p:cNvCxnSpPr/>
                  <p:nvPr/>
                </p:nvCxnSpPr>
                <p:spPr>
                  <a:xfrm rot="10800000">
                    <a:off x="10209926" y="5405286"/>
                    <a:ext cx="0" cy="11430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1" name="Google Shape;6421;p42"/>
                  <p:cNvCxnSpPr/>
                  <p:nvPr/>
                </p:nvCxnSpPr>
                <p:spPr>
                  <a:xfrm>
                    <a:off x="9432959" y="4838517"/>
                    <a:ext cx="524483" cy="26153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2" name="Google Shape;6422;p42"/>
                  <p:cNvCxnSpPr/>
                  <p:nvPr/>
                </p:nvCxnSpPr>
                <p:spPr>
                  <a:xfrm flipH="1" rot="10800000">
                    <a:off x="8850066" y="4838517"/>
                    <a:ext cx="569255" cy="24626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3" name="Google Shape;6423;p42"/>
                  <p:cNvCxnSpPr/>
                  <p:nvPr/>
                </p:nvCxnSpPr>
                <p:spPr>
                  <a:xfrm>
                    <a:off x="8821744" y="5108876"/>
                    <a:ext cx="103050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4" name="Google Shape;6424;p42"/>
                  <p:cNvCxnSpPr/>
                  <p:nvPr/>
                </p:nvCxnSpPr>
                <p:spPr>
                  <a:xfrm flipH="1" rot="10800000">
                    <a:off x="7948367" y="5290470"/>
                    <a:ext cx="412750" cy="1270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5" name="Google Shape;6425;p42"/>
                  <p:cNvCxnSpPr/>
                  <p:nvPr/>
                </p:nvCxnSpPr>
                <p:spPr>
                  <a:xfrm flipH="1">
                    <a:off x="8373817" y="5282252"/>
                    <a:ext cx="68080" cy="29396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6" name="Google Shape;6426;p42"/>
                  <p:cNvCxnSpPr/>
                  <p:nvPr/>
                </p:nvCxnSpPr>
                <p:spPr>
                  <a:xfrm rot="10800000">
                    <a:off x="8488731" y="5307931"/>
                    <a:ext cx="280374" cy="26987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7" name="Google Shape;6427;p42"/>
                  <p:cNvCxnSpPr/>
                  <p:nvPr/>
                </p:nvCxnSpPr>
                <p:spPr>
                  <a:xfrm>
                    <a:off x="8488731" y="5258048"/>
                    <a:ext cx="914184" cy="46862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8" name="Google Shape;6428;p42"/>
                  <p:cNvCxnSpPr/>
                  <p:nvPr/>
                </p:nvCxnSpPr>
                <p:spPr>
                  <a:xfrm flipH="1" rot="5400000">
                    <a:off x="9885545" y="5583471"/>
                    <a:ext cx="366793" cy="148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antenna_radiation_stylized" id="6429" name="Google Shape;6429;p42"/>
                  <p:cNvPicPr preferRelativeResize="0"/>
                  <p:nvPr/>
                </p:nvPicPr>
                <p:blipFill rotWithShape="1">
                  <a:blip r:embed="rId22">
                    <a:alphaModFix/>
                  </a:blip>
                  <a:srcRect b="0" l="0" r="0" t="0"/>
                  <a:stretch/>
                </p:blipFill>
                <p:spPr>
                  <a:xfrm>
                    <a:off x="9242073" y="5480938"/>
                    <a:ext cx="452014" cy="951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access_point_stylized_small" id="6430" name="Google Shape;6430;p42"/>
                  <p:cNvPicPr preferRelativeResize="0"/>
                  <p:nvPr/>
                </p:nvPicPr>
                <p:blipFill rotWithShape="1">
                  <a:blip r:embed="rId18">
                    <a:alphaModFix/>
                  </a:blip>
                  <a:srcRect b="0" l="0" r="0" t="0"/>
                  <a:stretch/>
                </p:blipFill>
                <p:spPr>
                  <a:xfrm>
                    <a:off x="9290610" y="5473433"/>
                    <a:ext cx="380935" cy="3174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grpSp>
                <p:nvGrpSpPr>
                  <p:cNvPr id="6431" name="Google Shape;6431;p42"/>
                  <p:cNvGrpSpPr/>
                  <p:nvPr/>
                </p:nvGrpSpPr>
                <p:grpSpPr>
                  <a:xfrm>
                    <a:off x="9783558" y="4989983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32" name="Google Shape;6432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33" name="Google Shape;6433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34" name="Google Shape;6434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35" name="Google Shape;6435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6" name="Google Shape;6436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7" name="Google Shape;6437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38" name="Google Shape;6438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39" name="Google Shape;6439;p42"/>
                  <p:cNvGrpSpPr/>
                  <p:nvPr/>
                </p:nvGrpSpPr>
                <p:grpSpPr>
                  <a:xfrm>
                    <a:off x="9849365" y="5339037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6440" name="Google Shape;6440;p42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41" name="Google Shape;6441;p42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442" name="Google Shape;6442;p42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6443" name="Google Shape;6443;p42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4" name="Google Shape;6444;p42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5" name="Google Shape;6445;p42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46" name="Google Shape;6446;p42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47" name="Google Shape;6447;p42"/>
                  <p:cNvGrpSpPr/>
                  <p:nvPr/>
                </p:nvGrpSpPr>
                <p:grpSpPr>
                  <a:xfrm>
                    <a:off x="8676619" y="4967420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48" name="Google Shape;6448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49" name="Google Shape;6449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50" name="Google Shape;6450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51" name="Google Shape;6451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2" name="Google Shape;6452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3" name="Google Shape;6453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54" name="Google Shape;6454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55" name="Google Shape;6455;p42"/>
                  <p:cNvGrpSpPr/>
                  <p:nvPr/>
                </p:nvGrpSpPr>
                <p:grpSpPr>
                  <a:xfrm>
                    <a:off x="8311520" y="5194433"/>
                    <a:ext cx="309740" cy="190838"/>
                    <a:chOff x="3668110" y="2448910"/>
                    <a:chExt cx="3794234" cy="2165130"/>
                  </a:xfrm>
                </p:grpSpPr>
                <p:sp>
                  <p:nvSpPr>
                    <p:cNvPr id="6456" name="Google Shape;6456;p42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57" name="Google Shape;6457;p42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458" name="Google Shape;6458;p42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6459" name="Google Shape;6459;p42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0" name="Google Shape;6460;p42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1" name="Google Shape;6461;p42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2" name="Google Shape;6462;p42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463" name="Google Shape;6463;p42"/>
                  <p:cNvGrpSpPr/>
                  <p:nvPr/>
                </p:nvGrpSpPr>
                <p:grpSpPr>
                  <a:xfrm>
                    <a:off x="9247893" y="4775686"/>
                    <a:ext cx="393760" cy="218578"/>
                    <a:chOff x="7493876" y="2774731"/>
                    <a:chExt cx="1481958" cy="894622"/>
                  </a:xfrm>
                </p:grpSpPr>
                <p:sp>
                  <p:nvSpPr>
                    <p:cNvPr id="6464" name="Google Shape;6464;p42"/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rect b="b" l="l" r="r" t="t"/>
                      <a:pathLst>
                        <a:path extrusionOk="0" h="3099826" w="8166683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</a:t>
                      </a:r>
                      <a:endParaRPr/>
                    </a:p>
                  </p:txBody>
                </p:sp>
                <p:sp>
                  <p:nvSpPr>
                    <p:cNvPr id="6465" name="Google Shape;6465;p42"/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</a:t>
                      </a:r>
                      <a:endParaRPr/>
                    </a:p>
                  </p:txBody>
                </p:sp>
                <p:grpSp>
                  <p:nvGrpSpPr>
                    <p:cNvPr id="6466" name="Google Shape;6466;p42"/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6467" name="Google Shape;6467;p42"/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8" name="Google Shape;6468;p42"/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69" name="Google Shape;6469;p42"/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470" name="Google Shape;6470;p42"/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pic>
                <p:nvPicPr>
                  <p:cNvPr descr="antenna_stylized" id="6471" name="Google Shape;6471;p42"/>
                  <p:cNvPicPr preferRelativeResize="0"/>
                  <p:nvPr/>
                </p:nvPicPr>
                <p:blipFill rotWithShape="1">
                  <a:blip r:embed="rId23">
                    <a:alphaModFix/>
                  </a:blip>
                  <a:srcRect b="0" l="0" r="0" t="0"/>
                  <a:stretch/>
                </p:blipFill>
                <p:spPr>
                  <a:xfrm>
                    <a:off x="9570652" y="5742696"/>
                    <a:ext cx="374931" cy="1645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6472" name="Google Shape;6472;p42"/>
              <p:cNvGrpSpPr/>
              <p:nvPr/>
            </p:nvGrpSpPr>
            <p:grpSpPr>
              <a:xfrm>
                <a:off x="10925982" y="4188911"/>
                <a:ext cx="657413" cy="451816"/>
                <a:chOff x="10925982" y="4188911"/>
                <a:chExt cx="657413" cy="451816"/>
              </a:xfrm>
            </p:grpSpPr>
            <p:grpSp>
              <p:nvGrpSpPr>
                <p:cNvPr id="6473" name="Google Shape;6473;p42"/>
                <p:cNvGrpSpPr/>
                <p:nvPr/>
              </p:nvGrpSpPr>
              <p:grpSpPr>
                <a:xfrm>
                  <a:off x="11093556" y="4188911"/>
                  <a:ext cx="489839" cy="451816"/>
                  <a:chOff x="5103720" y="2693365"/>
                  <a:chExt cx="611650" cy="414788"/>
                </a:xfrm>
              </p:grpSpPr>
              <p:cxnSp>
                <p:nvCxnSpPr>
                  <p:cNvPr id="6474" name="Google Shape;6474;p42"/>
                  <p:cNvCxnSpPr/>
                  <p:nvPr/>
                </p:nvCxnSpPr>
                <p:spPr>
                  <a:xfrm>
                    <a:off x="5103720" y="2914214"/>
                    <a:ext cx="232559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75" name="Google Shape;6475;p42"/>
                  <p:cNvGrpSpPr/>
                  <p:nvPr/>
                </p:nvGrpSpPr>
                <p:grpSpPr>
                  <a:xfrm>
                    <a:off x="5275406" y="2693365"/>
                    <a:ext cx="439964" cy="414788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6476" name="Google Shape;6476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77" name="Google Shape;6477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6478" name="Google Shape;6478;p42"/>
                    <p:cNvPicPr preferRelativeResize="0"/>
                    <p:nvPr/>
                  </p:nvPicPr>
                  <p:blipFill rotWithShape="1">
                    <a:blip r:embed="rId21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  <p:grpSp>
              <p:nvGrpSpPr>
                <p:cNvPr id="6479" name="Google Shape;6479;p42"/>
                <p:cNvGrpSpPr/>
                <p:nvPr/>
              </p:nvGrpSpPr>
              <p:grpSpPr>
                <a:xfrm>
                  <a:off x="10925982" y="4369125"/>
                  <a:ext cx="228295" cy="120400"/>
                  <a:chOff x="7493876" y="2774731"/>
                  <a:chExt cx="1481958" cy="894622"/>
                </a:xfrm>
              </p:grpSpPr>
              <p:sp>
                <p:nvSpPr>
                  <p:cNvPr id="6480" name="Google Shape;6480;p42"/>
                  <p:cNvSpPr/>
                  <p:nvPr/>
                </p:nvSpPr>
                <p:spPr>
                  <a:xfrm>
                    <a:off x="7493876" y="3084399"/>
                    <a:ext cx="1481958" cy="584954"/>
                  </a:xfrm>
                  <a:custGeom>
                    <a:rect b="b" l="l" r="r" t="t"/>
                    <a:pathLst>
                      <a:path extrusionOk="0" h="3099826" w="8166683">
                        <a:moveTo>
                          <a:pt x="8165849" y="7337"/>
                        </a:moveTo>
                        <a:lnTo>
                          <a:pt x="8166683" y="1636654"/>
                        </a:lnTo>
                        <a:cubicBezTo>
                          <a:pt x="7917761" y="2728489"/>
                          <a:pt x="5475903" y="3100137"/>
                          <a:pt x="4116250" y="3099826"/>
                        </a:cubicBezTo>
                        <a:cubicBezTo>
                          <a:pt x="2756597" y="3099515"/>
                          <a:pt x="245424" y="2744647"/>
                          <a:pt x="8764" y="1634789"/>
                        </a:cubicBezTo>
                        <a:cubicBezTo>
                          <a:pt x="11928" y="1215900"/>
                          <a:pt x="-2713" y="418889"/>
                          <a:pt x="451" y="0"/>
                        </a:cubicBezTo>
                        <a:cubicBezTo>
                          <a:pt x="385485" y="953840"/>
                          <a:pt x="2700268" y="1437288"/>
                          <a:pt x="4061168" y="1438511"/>
                        </a:cubicBezTo>
                        <a:cubicBezTo>
                          <a:pt x="5422068" y="1439734"/>
                          <a:pt x="7793228" y="1089449"/>
                          <a:pt x="8165849" y="7337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     </a:t>
                    </a:r>
                    <a:endParaRPr/>
                  </a:p>
                </p:txBody>
              </p:sp>
              <p:sp>
                <p:nvSpPr>
                  <p:cNvPr id="6481" name="Google Shape;6481;p42"/>
                  <p:cNvSpPr/>
                  <p:nvPr/>
                </p:nvSpPr>
                <p:spPr>
                  <a:xfrm>
                    <a:off x="7494729" y="2774731"/>
                    <a:ext cx="1480163" cy="579140"/>
                  </a:xfrm>
                  <a:prstGeom prst="ellipse">
                    <a:avLst/>
                  </a:pr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800"/>
                      <a:buFont typeface="Calibri"/>
                      <a:buNone/>
                    </a:pPr>
                    <a:r>
                      <a:rPr b="0" i="0" lang="en-US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             </a:t>
                    </a:r>
                    <a:endParaRPr/>
                  </a:p>
                </p:txBody>
              </p:sp>
              <p:grpSp>
                <p:nvGrpSpPr>
                  <p:cNvPr id="6482" name="Google Shape;6482;p42"/>
                  <p:cNvGrpSpPr/>
                  <p:nvPr/>
                </p:nvGrpSpPr>
                <p:grpSpPr>
                  <a:xfrm>
                    <a:off x="7713663" y="2848339"/>
                    <a:ext cx="1042107" cy="425543"/>
                    <a:chOff x="7786941" y="2884917"/>
                    <a:chExt cx="897649" cy="353919"/>
                  </a:xfrm>
                </p:grpSpPr>
                <p:sp>
                  <p:nvSpPr>
                    <p:cNvPr id="6483" name="Google Shape;6483;p42"/>
                    <p:cNvSpPr/>
                    <p:nvPr/>
                  </p:nvSpPr>
                  <p:spPr>
                    <a:xfrm>
                      <a:off x="7811770" y="28849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4" name="Google Shape;6484;p42"/>
                    <p:cNvSpPr/>
                    <p:nvPr/>
                  </p:nvSpPr>
                  <p:spPr>
                    <a:xfrm>
                      <a:off x="8367548" y="30543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5" name="Google Shape;6485;p42"/>
                    <p:cNvSpPr/>
                    <p:nvPr/>
                  </p:nvSpPr>
                  <p:spPr>
                    <a:xfrm>
                      <a:off x="7786941" y="30543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86" name="Google Shape;6486;p42"/>
                    <p:cNvSpPr/>
                    <p:nvPr/>
                  </p:nvSpPr>
                  <p:spPr>
                    <a:xfrm>
                      <a:off x="7895013" y="29710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6487" name="Google Shape;6487;p42"/>
            <p:cNvGrpSpPr/>
            <p:nvPr/>
          </p:nvGrpSpPr>
          <p:grpSpPr>
            <a:xfrm flipH="1">
              <a:off x="8241315" y="5290645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488" name="Google Shape;6488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89" name="Google Shape;6489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0" name="Google Shape;6490;p42"/>
            <p:cNvGrpSpPr/>
            <p:nvPr/>
          </p:nvGrpSpPr>
          <p:grpSpPr>
            <a:xfrm flipH="1">
              <a:off x="7807599" y="5100666"/>
              <a:ext cx="345630" cy="320302"/>
              <a:chOff x="2839" y="3501"/>
              <a:chExt cx="755" cy="803"/>
            </a:xfrm>
          </p:grpSpPr>
          <p:pic>
            <p:nvPicPr>
              <p:cNvPr descr="desktop_computer_stylized_medium" id="6491" name="Google Shape;6491;p4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492" name="Google Shape;6492;p42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3" name="Google Shape;6493;p42"/>
            <p:cNvGrpSpPr/>
            <p:nvPr/>
          </p:nvGrpSpPr>
          <p:grpSpPr>
            <a:xfrm>
              <a:off x="10024601" y="5489612"/>
              <a:ext cx="141376" cy="246700"/>
              <a:chOff x="4140" y="429"/>
              <a:chExt cx="1425" cy="2396"/>
            </a:xfrm>
          </p:grpSpPr>
          <p:sp>
            <p:nvSpPr>
              <p:cNvPr id="6494" name="Google Shape;6494;p4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5" name="Google Shape;6495;p4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6" name="Google Shape;6496;p4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7" name="Google Shape;6497;p4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8" name="Google Shape;6498;p4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499" name="Google Shape;6499;p4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6500" name="Google Shape;6500;p4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1" name="Google Shape;6501;p4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02" name="Google Shape;6502;p4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03" name="Google Shape;6503;p4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6504" name="Google Shape;6504;p4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5" name="Google Shape;6505;p4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06" name="Google Shape;6506;p4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7" name="Google Shape;6507;p4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508" name="Google Shape;6508;p4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6509" name="Google Shape;6509;p4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0" name="Google Shape;6510;p4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11" name="Google Shape;6511;p4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512" name="Google Shape;6512;p4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6513" name="Google Shape;6513;p4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4" name="Google Shape;6514;p4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515" name="Google Shape;6515;p4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6" name="Google Shape;6516;p4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7" name="Google Shape;6517;p4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8" name="Google Shape;6518;p4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9" name="Google Shape;6519;p4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0" name="Google Shape;6520;p4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1" name="Google Shape;6521;p4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2" name="Google Shape;6522;p4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3" name="Google Shape;6523;p4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4" name="Google Shape;6524;p4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5" name="Google Shape;6525;p4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0" name="Shape 6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1" name="Google Shape;6531;p43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532" name="Google Shape;6532;p43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6533" name="Google Shape;6533;p43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534" name="Google Shape;6534;p43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535" name="Google Shape;6535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6" name="Google Shape;6536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37" name="Google Shape;6537;p43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538" name="Google Shape;6538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9" name="Google Shape;6539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0" name="Google Shape;6540;p43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541" name="Google Shape;6541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2" name="Google Shape;6542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3" name="Google Shape;6543;p43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544" name="Google Shape;6544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5" name="Google Shape;6545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6" name="Google Shape;6546;p43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547" name="Google Shape;6547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8" name="Google Shape;6548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49" name="Google Shape;6549;p43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550" name="Google Shape;6550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1" name="Google Shape;6551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2" name="Google Shape;6552;p43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553" name="Google Shape;6553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4" name="Google Shape;6554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5" name="Google Shape;6555;p43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556" name="Google Shape;6556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7" name="Google Shape;6557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58" name="Google Shape;6558;p43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559" name="Google Shape;6559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0" name="Google Shape;6560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1" name="Google Shape;6561;p43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562" name="Google Shape;6562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3" name="Google Shape;6563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4" name="Google Shape;6564;p43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565" name="Google Shape;6565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6" name="Google Shape;6566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67" name="Google Shape;6567;p43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568" name="Google Shape;6568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9" name="Google Shape;6569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0" name="Google Shape;6570;p43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571" name="Google Shape;6571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2" name="Google Shape;6572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3" name="Google Shape;6573;p43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574" name="Google Shape;6574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5" name="Google Shape;6575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6" name="Google Shape;6576;p43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577" name="Google Shape;6577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8" name="Google Shape;6578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579" name="Google Shape;6579;p43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580" name="Google Shape;6580;p43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1" name="Google Shape;6581;p43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582" name="Google Shape;6582;p43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3" name="Google Shape;6583;p43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4" name="Google Shape;6584;p43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5" name="Google Shape;6585;p43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6" name="Google Shape;6586;p43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587" name="Google Shape;6587;p43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588" name="Google Shape;658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3" name="Shape 6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4" name="Google Shape;6594;p44"/>
          <p:cNvGrpSpPr/>
          <p:nvPr/>
        </p:nvGrpSpPr>
        <p:grpSpPr>
          <a:xfrm>
            <a:off x="2167030" y="2360613"/>
            <a:ext cx="7377058" cy="3824137"/>
            <a:chOff x="872304" y="2295063"/>
            <a:chExt cx="7377592" cy="3825115"/>
          </a:xfrm>
        </p:grpSpPr>
        <p:cxnSp>
          <p:nvCxnSpPr>
            <p:cNvPr id="6595" name="Google Shape;6595;p44"/>
            <p:cNvCxnSpPr/>
            <p:nvPr/>
          </p:nvCxnSpPr>
          <p:spPr>
            <a:xfrm flipH="1" rot="10800000">
              <a:off x="1661409" y="2570969"/>
              <a:ext cx="577293" cy="28026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6" name="Google Shape;6596;p44"/>
            <p:cNvCxnSpPr/>
            <p:nvPr/>
          </p:nvCxnSpPr>
          <p:spPr>
            <a:xfrm rot="10800000">
              <a:off x="1509155" y="3032403"/>
              <a:ext cx="171469" cy="232712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7" name="Google Shape;6597;p44"/>
            <p:cNvCxnSpPr/>
            <p:nvPr/>
          </p:nvCxnSpPr>
          <p:spPr>
            <a:xfrm rot="10800000">
              <a:off x="1185287" y="3451504"/>
              <a:ext cx="495337" cy="190802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8" name="Google Shape;6598;p44"/>
            <p:cNvCxnSpPr/>
            <p:nvPr/>
          </p:nvCxnSpPr>
          <p:spPr>
            <a:xfrm rot="10800000">
              <a:off x="1181567" y="4298698"/>
              <a:ext cx="499057" cy="10608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9" name="Google Shape;6599;p44"/>
            <p:cNvCxnSpPr/>
            <p:nvPr/>
          </p:nvCxnSpPr>
          <p:spPr>
            <a:xfrm rot="10800000">
              <a:off x="1386886" y="4980292"/>
              <a:ext cx="293738" cy="3792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0" name="Google Shape;6600;p44"/>
            <p:cNvCxnSpPr/>
            <p:nvPr/>
          </p:nvCxnSpPr>
          <p:spPr>
            <a:xfrm rot="10800000">
              <a:off x="1661409" y="5373637"/>
              <a:ext cx="1526432" cy="593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1" name="Google Shape;6601;p44"/>
            <p:cNvCxnSpPr/>
            <p:nvPr/>
          </p:nvCxnSpPr>
          <p:spPr>
            <a:xfrm rot="10800000">
              <a:off x="1680624" y="5359527"/>
              <a:ext cx="2723702" cy="70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2" name="Google Shape;6602;p44"/>
            <p:cNvCxnSpPr/>
            <p:nvPr/>
          </p:nvCxnSpPr>
          <p:spPr>
            <a:xfrm rot="10800000">
              <a:off x="1680624" y="5359527"/>
              <a:ext cx="3605885" cy="6190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3" name="Google Shape;6603;p44"/>
            <p:cNvCxnSpPr/>
            <p:nvPr/>
          </p:nvCxnSpPr>
          <p:spPr>
            <a:xfrm flipH="1">
              <a:off x="1680624" y="5184745"/>
              <a:ext cx="6569272" cy="1747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4" name="Google Shape;6604;p44"/>
            <p:cNvCxnSpPr/>
            <p:nvPr/>
          </p:nvCxnSpPr>
          <p:spPr>
            <a:xfrm rot="10800000">
              <a:off x="1680624" y="5359527"/>
              <a:ext cx="5742435" cy="4867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5" name="Google Shape;6605;p44"/>
            <p:cNvCxnSpPr/>
            <p:nvPr/>
          </p:nvCxnSpPr>
          <p:spPr>
            <a:xfrm flipH="1">
              <a:off x="1680624" y="4311835"/>
              <a:ext cx="6338019" cy="10476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6" name="Google Shape;6606;p44"/>
            <p:cNvCxnSpPr/>
            <p:nvPr/>
          </p:nvCxnSpPr>
          <p:spPr>
            <a:xfrm flipH="1">
              <a:off x="1680624" y="3273553"/>
              <a:ext cx="5749312" cy="20859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7" name="Google Shape;6607;p44"/>
            <p:cNvCxnSpPr/>
            <p:nvPr/>
          </p:nvCxnSpPr>
          <p:spPr>
            <a:xfrm flipH="1">
              <a:off x="1680624" y="2784308"/>
              <a:ext cx="4942318" cy="257521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8" name="Google Shape;6608;p44"/>
            <p:cNvCxnSpPr/>
            <p:nvPr/>
          </p:nvCxnSpPr>
          <p:spPr>
            <a:xfrm flipH="1">
              <a:off x="1680624" y="2295063"/>
              <a:ext cx="2971398" cy="30644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9" name="Google Shape;6609;p44"/>
            <p:cNvCxnSpPr/>
            <p:nvPr/>
          </p:nvCxnSpPr>
          <p:spPr>
            <a:xfrm flipH="1">
              <a:off x="1680624" y="2295321"/>
              <a:ext cx="2025496" cy="30642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610" name="Google Shape;6610;p44"/>
            <p:cNvSpPr txBox="1"/>
            <p:nvPr/>
          </p:nvSpPr>
          <p:spPr>
            <a:xfrm rot="5710989">
              <a:off x="859913" y="4114468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1" name="Google Shape;6611;p44"/>
            <p:cNvSpPr txBox="1"/>
            <p:nvPr/>
          </p:nvSpPr>
          <p:spPr>
            <a:xfrm rot="7515077">
              <a:off x="4511491" y="5728762"/>
              <a:ext cx="3642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2" name="Google Shape;6612;p44"/>
            <p:cNvSpPr txBox="1"/>
            <p:nvPr/>
          </p:nvSpPr>
          <p:spPr>
            <a:xfrm rot="3940343">
              <a:off x="6392354" y="384621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3" name="Google Shape;6613;p44"/>
            <p:cNvSpPr txBox="1"/>
            <p:nvPr/>
          </p:nvSpPr>
          <p:spPr>
            <a:xfrm rot="2048420">
              <a:off x="4482993" y="2684685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14" name="Google Shape;6614;p44"/>
            <p:cNvSpPr txBox="1"/>
            <p:nvPr/>
          </p:nvSpPr>
          <p:spPr>
            <a:xfrm rot="-316136">
              <a:off x="2189980" y="2687381"/>
              <a:ext cx="4924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6615" name="Google Shape;6615;p44"/>
          <p:cNvGrpSpPr/>
          <p:nvPr/>
        </p:nvGrpSpPr>
        <p:grpSpPr>
          <a:xfrm>
            <a:off x="2375578" y="2337843"/>
            <a:ext cx="7094538" cy="3695700"/>
            <a:chOff x="862570" y="2361120"/>
            <a:chExt cx="7094553" cy="3695520"/>
          </a:xfrm>
        </p:grpSpPr>
        <p:cxnSp>
          <p:nvCxnSpPr>
            <p:cNvPr id="6616" name="Google Shape;6616;p44"/>
            <p:cNvCxnSpPr/>
            <p:nvPr/>
          </p:nvCxnSpPr>
          <p:spPr>
            <a:xfrm flipH="1">
              <a:off x="1446332" y="2897188"/>
              <a:ext cx="4736982" cy="25351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7" name="Google Shape;6617;p44"/>
            <p:cNvCxnSpPr/>
            <p:nvPr/>
          </p:nvCxnSpPr>
          <p:spPr>
            <a:xfrm flipH="1">
              <a:off x="2972043" y="2885760"/>
              <a:ext cx="3213953" cy="3041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8" name="Google Shape;6618;p44"/>
            <p:cNvCxnSpPr/>
            <p:nvPr/>
          </p:nvCxnSpPr>
          <p:spPr>
            <a:xfrm flipH="1">
              <a:off x="4328465" y="2877120"/>
              <a:ext cx="1866171" cy="31795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9" name="Google Shape;6619;p44"/>
            <p:cNvCxnSpPr/>
            <p:nvPr/>
          </p:nvCxnSpPr>
          <p:spPr>
            <a:xfrm flipH="1">
              <a:off x="5270184" y="2877120"/>
              <a:ext cx="915812" cy="305856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0" name="Google Shape;6620;p44"/>
            <p:cNvCxnSpPr/>
            <p:nvPr/>
          </p:nvCxnSpPr>
          <p:spPr>
            <a:xfrm>
              <a:off x="6167438" y="2901156"/>
              <a:ext cx="1141702" cy="28012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1" name="Google Shape;6621;p44"/>
            <p:cNvCxnSpPr/>
            <p:nvPr/>
          </p:nvCxnSpPr>
          <p:spPr>
            <a:xfrm>
              <a:off x="6171406" y="2889250"/>
              <a:ext cx="1785717" cy="23552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2" name="Google Shape;6622;p44"/>
            <p:cNvCxnSpPr/>
            <p:nvPr/>
          </p:nvCxnSpPr>
          <p:spPr>
            <a:xfrm>
              <a:off x="6179344" y="2881313"/>
              <a:ext cx="1587707" cy="13868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3" name="Google Shape;6623;p44"/>
            <p:cNvCxnSpPr/>
            <p:nvPr/>
          </p:nvCxnSpPr>
          <p:spPr>
            <a:xfrm>
              <a:off x="6179344" y="2897188"/>
              <a:ext cx="602786" cy="2909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4" name="Google Shape;6624;p44"/>
            <p:cNvCxnSpPr/>
            <p:nvPr/>
          </p:nvCxnSpPr>
          <p:spPr>
            <a:xfrm>
              <a:off x="4584546" y="2364240"/>
              <a:ext cx="1558252" cy="5128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5" name="Google Shape;6625;p44"/>
            <p:cNvCxnSpPr/>
            <p:nvPr/>
          </p:nvCxnSpPr>
          <p:spPr>
            <a:xfrm>
              <a:off x="3691549" y="2361120"/>
              <a:ext cx="2485808" cy="5332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6" name="Google Shape;6626;p44"/>
            <p:cNvCxnSpPr/>
            <p:nvPr/>
          </p:nvCxnSpPr>
          <p:spPr>
            <a:xfrm>
              <a:off x="2081460" y="2548080"/>
              <a:ext cx="4078617" cy="3376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7" name="Google Shape;6627;p44"/>
            <p:cNvCxnSpPr/>
            <p:nvPr/>
          </p:nvCxnSpPr>
          <p:spPr>
            <a:xfrm flipH="1" rot="10800000">
              <a:off x="1309418" y="2903040"/>
              <a:ext cx="4842020" cy="307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8" name="Google Shape;6628;p44"/>
            <p:cNvCxnSpPr/>
            <p:nvPr/>
          </p:nvCxnSpPr>
          <p:spPr>
            <a:xfrm flipH="1" rot="10800000">
              <a:off x="934801" y="2894400"/>
              <a:ext cx="5242556" cy="3770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9" name="Google Shape;6629;p44"/>
            <p:cNvCxnSpPr/>
            <p:nvPr/>
          </p:nvCxnSpPr>
          <p:spPr>
            <a:xfrm flipH="1" rot="10800000">
              <a:off x="862570" y="2901156"/>
              <a:ext cx="5296930" cy="13866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0" name="Google Shape;6630;p44"/>
            <p:cNvCxnSpPr/>
            <p:nvPr/>
          </p:nvCxnSpPr>
          <p:spPr>
            <a:xfrm flipH="1" rot="10800000">
              <a:off x="1101367" y="2901156"/>
              <a:ext cx="5077977" cy="20260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31" name="Google Shape;6631;p44"/>
          <p:cNvGrpSpPr/>
          <p:nvPr/>
        </p:nvGrpSpPr>
        <p:grpSpPr>
          <a:xfrm>
            <a:off x="2308603" y="2230021"/>
            <a:ext cx="7158038" cy="3798887"/>
            <a:chOff x="799176" y="2251902"/>
            <a:chExt cx="7158126" cy="3799069"/>
          </a:xfrm>
        </p:grpSpPr>
        <p:cxnSp>
          <p:nvCxnSpPr>
            <p:cNvPr id="6632" name="Google Shape;6632;p44"/>
            <p:cNvCxnSpPr/>
            <p:nvPr/>
          </p:nvCxnSpPr>
          <p:spPr>
            <a:xfrm>
              <a:off x="2012365" y="2732956"/>
              <a:ext cx="3121627" cy="32043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3" name="Google Shape;6633;p44"/>
            <p:cNvCxnSpPr/>
            <p:nvPr/>
          </p:nvCxnSpPr>
          <p:spPr>
            <a:xfrm>
              <a:off x="2009682" y="2721528"/>
              <a:ext cx="2384511" cy="33294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4" name="Google Shape;6634;p44"/>
            <p:cNvCxnSpPr/>
            <p:nvPr/>
          </p:nvCxnSpPr>
          <p:spPr>
            <a:xfrm>
              <a:off x="2001042" y="2712888"/>
              <a:ext cx="1091382" cy="31978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5" name="Google Shape;6635;p44"/>
            <p:cNvCxnSpPr/>
            <p:nvPr/>
          </p:nvCxnSpPr>
          <p:spPr>
            <a:xfrm flipH="1">
              <a:off x="1471306" y="2712888"/>
              <a:ext cx="538376" cy="269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6" name="Google Shape;6636;p44"/>
            <p:cNvCxnSpPr/>
            <p:nvPr/>
          </p:nvCxnSpPr>
          <p:spPr>
            <a:xfrm flipH="1">
              <a:off x="1007181" y="2736924"/>
              <a:ext cx="1021059" cy="20695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7" name="Google Shape;6637;p44"/>
            <p:cNvCxnSpPr/>
            <p:nvPr/>
          </p:nvCxnSpPr>
          <p:spPr>
            <a:xfrm flipH="1">
              <a:off x="799176" y="2725018"/>
              <a:ext cx="1225097" cy="14135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8" name="Google Shape;6638;p44"/>
            <p:cNvCxnSpPr/>
            <p:nvPr/>
          </p:nvCxnSpPr>
          <p:spPr>
            <a:xfrm flipH="1">
              <a:off x="932218" y="2704755"/>
              <a:ext cx="1107153" cy="5889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9" name="Google Shape;6639;p44"/>
            <p:cNvCxnSpPr/>
            <p:nvPr/>
          </p:nvCxnSpPr>
          <p:spPr>
            <a:xfrm flipH="1">
              <a:off x="1293642" y="2704755"/>
              <a:ext cx="745729" cy="2167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0" name="Google Shape;6640;p44"/>
            <p:cNvCxnSpPr/>
            <p:nvPr/>
          </p:nvCxnSpPr>
          <p:spPr>
            <a:xfrm flipH="1">
              <a:off x="2052880" y="2251902"/>
              <a:ext cx="1141349" cy="46098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1" name="Google Shape;6641;p44"/>
            <p:cNvCxnSpPr/>
            <p:nvPr/>
          </p:nvCxnSpPr>
          <p:spPr>
            <a:xfrm flipH="1">
              <a:off x="2018321" y="2332076"/>
              <a:ext cx="2284094" cy="3980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2" name="Google Shape;6642;p44"/>
            <p:cNvCxnSpPr/>
            <p:nvPr/>
          </p:nvCxnSpPr>
          <p:spPr>
            <a:xfrm rot="10800000">
              <a:off x="2035602" y="2721528"/>
              <a:ext cx="4016700" cy="141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3" name="Google Shape;6643;p44"/>
            <p:cNvCxnSpPr/>
            <p:nvPr/>
          </p:nvCxnSpPr>
          <p:spPr>
            <a:xfrm rot="10800000">
              <a:off x="2044240" y="2738808"/>
              <a:ext cx="4755057" cy="5290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4" name="Google Shape;6644;p44"/>
            <p:cNvCxnSpPr/>
            <p:nvPr/>
          </p:nvCxnSpPr>
          <p:spPr>
            <a:xfrm rot="10800000">
              <a:off x="2018321" y="2730168"/>
              <a:ext cx="5710381" cy="15549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5" name="Google Shape;6645;p44"/>
            <p:cNvCxnSpPr/>
            <p:nvPr/>
          </p:nvCxnSpPr>
          <p:spPr>
            <a:xfrm rot="10800000">
              <a:off x="2036178" y="2736924"/>
              <a:ext cx="5921124" cy="24625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6" name="Google Shape;6646;p44"/>
            <p:cNvCxnSpPr/>
            <p:nvPr/>
          </p:nvCxnSpPr>
          <p:spPr>
            <a:xfrm rot="10800000">
              <a:off x="2016335" y="2736924"/>
              <a:ext cx="5165304" cy="30002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647" name="Google Shape;6647;p44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648" name="Google Shape;6648;p44"/>
          <p:cNvSpPr txBox="1"/>
          <p:nvPr/>
        </p:nvSpPr>
        <p:spPr>
          <a:xfrm>
            <a:off x="968218" y="1257581"/>
            <a:ext cx="10326105" cy="514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millions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access ISPs, how to connect them together?</a:t>
            </a:r>
            <a:endParaRPr/>
          </a:p>
        </p:txBody>
      </p:sp>
      <p:grpSp>
        <p:nvGrpSpPr>
          <p:cNvPr id="6649" name="Google Shape;6649;p44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650" name="Google Shape;6650;p44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651" name="Google Shape;6651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2" name="Google Shape;6652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3" name="Google Shape;6653;p44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654" name="Google Shape;6654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5" name="Google Shape;6655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6" name="Google Shape;6656;p44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657" name="Google Shape;6657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8" name="Google Shape;6658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59" name="Google Shape;6659;p44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660" name="Google Shape;6660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1" name="Google Shape;6661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2" name="Google Shape;6662;p44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663" name="Google Shape;6663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4" name="Google Shape;6664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5" name="Google Shape;6665;p44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666" name="Google Shape;6666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7" name="Google Shape;6667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68" name="Google Shape;6668;p44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669" name="Google Shape;6669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0" name="Google Shape;6670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1" name="Google Shape;6671;p44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672" name="Google Shape;6672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3" name="Google Shape;6673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4" name="Google Shape;6674;p44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675" name="Google Shape;6675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6" name="Google Shape;6676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77" name="Google Shape;6677;p44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678" name="Google Shape;6678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9" name="Google Shape;6679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0" name="Google Shape;6680;p44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681" name="Google Shape;6681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2" name="Google Shape;6682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3" name="Google Shape;6683;p44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684" name="Google Shape;6684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5" name="Google Shape;6685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6" name="Google Shape;6686;p44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687" name="Google Shape;6687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8" name="Google Shape;6688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89" name="Google Shape;6689;p44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690" name="Google Shape;6690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1" name="Google Shape;6691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92" name="Google Shape;6692;p44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693" name="Google Shape;6693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4" name="Google Shape;6694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695" name="Google Shape;6695;p44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696" name="Google Shape;6696;p44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7" name="Google Shape;6697;p44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698" name="Google Shape;6698;p44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699" name="Google Shape;6699;p44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0" name="Google Shape;6700;p44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1" name="Google Shape;6701;p44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2" name="Google Shape;6702;p44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703" name="Google Shape;6703;p44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704" name="Google Shape;6704;p44"/>
          <p:cNvSpPr txBox="1"/>
          <p:nvPr/>
        </p:nvSpPr>
        <p:spPr>
          <a:xfrm>
            <a:off x="3524875" y="3367370"/>
            <a:ext cx="4268787" cy="12001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connecting each access ISP to each other directly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doesn’t scale: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connections.</a:t>
            </a:r>
            <a:endParaRPr/>
          </a:p>
        </p:txBody>
      </p:sp>
      <p:sp>
        <p:nvSpPr>
          <p:cNvPr id="6705" name="Google Shape;6705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600"/>
                                        <p:tgtEl>
                                          <p:spTgt spid="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0" name="Shape 6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1" name="Google Shape;6711;p45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sp>
        <p:nvSpPr>
          <p:cNvPr id="6712" name="Google Shape;6712;p45"/>
          <p:cNvSpPr txBox="1"/>
          <p:nvPr/>
        </p:nvSpPr>
        <p:spPr>
          <a:xfrm>
            <a:off x="2256991" y="1131358"/>
            <a:ext cx="8204200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Option: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 each access ISP to one global transit ISP?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ISPs have economic agreement.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3" name="Google Shape;6713;p45"/>
          <p:cNvGrpSpPr/>
          <p:nvPr/>
        </p:nvGrpSpPr>
        <p:grpSpPr>
          <a:xfrm>
            <a:off x="2298266" y="2316723"/>
            <a:ext cx="7177087" cy="3750366"/>
            <a:chOff x="2298266" y="2316723"/>
            <a:chExt cx="7177087" cy="3750366"/>
          </a:xfrm>
        </p:grpSpPr>
        <p:sp>
          <p:nvSpPr>
            <p:cNvPr id="6714" name="Google Shape;6714;p45"/>
            <p:cNvSpPr/>
            <p:nvPr/>
          </p:nvSpPr>
          <p:spPr>
            <a:xfrm>
              <a:off x="3774557" y="3143854"/>
              <a:ext cx="3864121" cy="1970736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15" name="Google Shape;6715;p45"/>
            <p:cNvCxnSpPr/>
            <p:nvPr/>
          </p:nvCxnSpPr>
          <p:spPr>
            <a:xfrm>
              <a:off x="5154178" y="3581064"/>
              <a:ext cx="1224000" cy="96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6" name="Google Shape;6716;p45"/>
            <p:cNvCxnSpPr/>
            <p:nvPr/>
          </p:nvCxnSpPr>
          <p:spPr>
            <a:xfrm>
              <a:off x="5787591" y="3984289"/>
              <a:ext cx="139700" cy="1127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7" name="Google Shape;6717;p45"/>
            <p:cNvCxnSpPr/>
            <p:nvPr/>
          </p:nvCxnSpPr>
          <p:spPr>
            <a:xfrm flipH="1" rot="10800000">
              <a:off x="5557403" y="4260514"/>
              <a:ext cx="280988" cy="61913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8" name="Google Shape;6718;p45"/>
            <p:cNvCxnSpPr/>
            <p:nvPr/>
          </p:nvCxnSpPr>
          <p:spPr>
            <a:xfrm flipH="1" rot="10800000">
              <a:off x="5214503" y="4022389"/>
              <a:ext cx="223838" cy="14922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19" name="Google Shape;6719;p45"/>
            <p:cNvCxnSpPr/>
            <p:nvPr/>
          </p:nvCxnSpPr>
          <p:spPr>
            <a:xfrm flipH="1" rot="10800000">
              <a:off x="4854141" y="4427052"/>
              <a:ext cx="238200" cy="1335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0" name="Google Shape;6720;p45"/>
            <p:cNvCxnSpPr/>
            <p:nvPr/>
          </p:nvCxnSpPr>
          <p:spPr>
            <a:xfrm flipH="1" rot="10800000">
              <a:off x="5806641" y="4327189"/>
              <a:ext cx="292100" cy="3429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1" name="Google Shape;6721;p45"/>
            <p:cNvCxnSpPr/>
            <p:nvPr/>
          </p:nvCxnSpPr>
          <p:spPr>
            <a:xfrm rot="10800000">
              <a:off x="6374966" y="4308139"/>
              <a:ext cx="412750" cy="168275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2" name="Google Shape;6722;p45"/>
            <p:cNvCxnSpPr/>
            <p:nvPr/>
          </p:nvCxnSpPr>
          <p:spPr>
            <a:xfrm flipH="1" rot="10800000">
              <a:off x="6359091" y="3836652"/>
              <a:ext cx="328612" cy="2667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3" name="Google Shape;6723;p45"/>
            <p:cNvCxnSpPr/>
            <p:nvPr/>
          </p:nvCxnSpPr>
          <p:spPr>
            <a:xfrm rot="10800000">
              <a:off x="5155803" y="3660402"/>
              <a:ext cx="261900" cy="11910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24" name="Google Shape;6724;p45"/>
            <p:cNvSpPr txBox="1"/>
            <p:nvPr/>
          </p:nvSpPr>
          <p:spPr>
            <a:xfrm>
              <a:off x="4019116" y="3644564"/>
              <a:ext cx="96051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global</a:t>
              </a:r>
              <a:b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1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cxnSp>
          <p:nvCxnSpPr>
            <p:cNvPr id="6725" name="Google Shape;6725;p45"/>
            <p:cNvCxnSpPr/>
            <p:nvPr/>
          </p:nvCxnSpPr>
          <p:spPr>
            <a:xfrm>
              <a:off x="2298266" y="4320839"/>
              <a:ext cx="1971675" cy="2111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6" name="Google Shape;6726;p45"/>
            <p:cNvCxnSpPr/>
            <p:nvPr/>
          </p:nvCxnSpPr>
          <p:spPr>
            <a:xfrm flipH="1" rot="10800000">
              <a:off x="2525278" y="4633577"/>
              <a:ext cx="1744663" cy="411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7" name="Google Shape;6727;p45"/>
            <p:cNvCxnSpPr/>
            <p:nvPr/>
          </p:nvCxnSpPr>
          <p:spPr>
            <a:xfrm flipH="1" rot="10800000">
              <a:off x="2928503" y="4682789"/>
              <a:ext cx="1431925" cy="7556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8" name="Google Shape;6728;p45"/>
            <p:cNvCxnSpPr/>
            <p:nvPr/>
          </p:nvCxnSpPr>
          <p:spPr>
            <a:xfrm flipH="1" rot="10800000">
              <a:off x="4520766" y="4703427"/>
              <a:ext cx="57150" cy="12112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29" name="Google Shape;6729;p45"/>
            <p:cNvCxnSpPr/>
            <p:nvPr/>
          </p:nvCxnSpPr>
          <p:spPr>
            <a:xfrm flipH="1" rot="10800000">
              <a:off x="5747903" y="4932027"/>
              <a:ext cx="6350" cy="11350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0" name="Google Shape;6730;p45"/>
            <p:cNvCxnSpPr/>
            <p:nvPr/>
          </p:nvCxnSpPr>
          <p:spPr>
            <a:xfrm rot="10800000">
              <a:off x="6055878" y="4881227"/>
              <a:ext cx="506413" cy="1058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1" name="Google Shape;6731;p45"/>
            <p:cNvCxnSpPr/>
            <p:nvPr/>
          </p:nvCxnSpPr>
          <p:spPr>
            <a:xfrm rot="10800000">
              <a:off x="7173466" y="4646252"/>
              <a:ext cx="1512900" cy="1082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2" name="Google Shape;6732;p45"/>
            <p:cNvCxnSpPr/>
            <p:nvPr/>
          </p:nvCxnSpPr>
          <p:spPr>
            <a:xfrm rot="10800000">
              <a:off x="7230628" y="4524039"/>
              <a:ext cx="2244725" cy="6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3" name="Google Shape;6733;p45"/>
            <p:cNvCxnSpPr/>
            <p:nvPr/>
          </p:nvCxnSpPr>
          <p:spPr>
            <a:xfrm flipH="1">
              <a:off x="7172041" y="4219239"/>
              <a:ext cx="2076300" cy="19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4" name="Google Shape;6734;p45"/>
            <p:cNvCxnSpPr/>
            <p:nvPr/>
          </p:nvCxnSpPr>
          <p:spPr>
            <a:xfrm flipH="1">
              <a:off x="6992503" y="3287377"/>
              <a:ext cx="1422400" cy="454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5" name="Google Shape;6735;p45"/>
            <p:cNvCxnSpPr/>
            <p:nvPr/>
          </p:nvCxnSpPr>
          <p:spPr>
            <a:xfrm flipH="1">
              <a:off x="6816291" y="2863514"/>
              <a:ext cx="898525" cy="7286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6" name="Google Shape;6736;p45"/>
            <p:cNvCxnSpPr/>
            <p:nvPr/>
          </p:nvCxnSpPr>
          <p:spPr>
            <a:xfrm>
              <a:off x="5981266" y="2441239"/>
              <a:ext cx="555625" cy="11255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7" name="Google Shape;6737;p45"/>
            <p:cNvCxnSpPr/>
            <p:nvPr/>
          </p:nvCxnSpPr>
          <p:spPr>
            <a:xfrm>
              <a:off x="3493653" y="2638089"/>
              <a:ext cx="1230313" cy="7969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8" name="Google Shape;6738;p45"/>
            <p:cNvCxnSpPr/>
            <p:nvPr/>
          </p:nvCxnSpPr>
          <p:spPr>
            <a:xfrm>
              <a:off x="2749116" y="2969877"/>
              <a:ext cx="1885950" cy="5191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9" name="Google Shape;6739;p45"/>
            <p:cNvCxnSpPr/>
            <p:nvPr/>
          </p:nvCxnSpPr>
          <p:spPr>
            <a:xfrm>
              <a:off x="2361766" y="3338177"/>
              <a:ext cx="2273300" cy="260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40" name="Google Shape;6740;p45"/>
            <p:cNvGrpSpPr/>
            <p:nvPr/>
          </p:nvGrpSpPr>
          <p:grpSpPr>
            <a:xfrm>
              <a:off x="4279891" y="4448623"/>
              <a:ext cx="626338" cy="344849"/>
              <a:chOff x="7493876" y="2774731"/>
              <a:chExt cx="1481958" cy="894622"/>
            </a:xfrm>
          </p:grpSpPr>
          <p:sp>
            <p:nvSpPr>
              <p:cNvPr id="6741" name="Google Shape;6741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42" name="Google Shape;6742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43" name="Google Shape;6743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44" name="Google Shape;6744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5" name="Google Shape;6745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6" name="Google Shape;6746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7" name="Google Shape;6747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48" name="Google Shape;6748;p45"/>
            <p:cNvGrpSpPr/>
            <p:nvPr/>
          </p:nvGrpSpPr>
          <p:grpSpPr>
            <a:xfrm>
              <a:off x="6344372" y="3546134"/>
              <a:ext cx="626338" cy="344849"/>
              <a:chOff x="7493876" y="2774731"/>
              <a:chExt cx="1481958" cy="894622"/>
            </a:xfrm>
          </p:grpSpPr>
          <p:sp>
            <p:nvSpPr>
              <p:cNvPr id="6749" name="Google Shape;674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50" name="Google Shape;675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51" name="Google Shape;675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52" name="Google Shape;6752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3" name="Google Shape;6753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4" name="Google Shape;6754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5" name="Google Shape;6755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56" name="Google Shape;6756;p45"/>
            <p:cNvGrpSpPr/>
            <p:nvPr/>
          </p:nvGrpSpPr>
          <p:grpSpPr>
            <a:xfrm>
              <a:off x="6727154" y="4298718"/>
              <a:ext cx="626338" cy="344849"/>
              <a:chOff x="7493876" y="2774731"/>
              <a:chExt cx="1481958" cy="894622"/>
            </a:xfrm>
          </p:grpSpPr>
          <p:sp>
            <p:nvSpPr>
              <p:cNvPr id="6757" name="Google Shape;6757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58" name="Google Shape;6758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59" name="Google Shape;6759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60" name="Google Shape;6760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1" name="Google Shape;6761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2" name="Google Shape;6762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3" name="Google Shape;6763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64" name="Google Shape;6764;p45"/>
            <p:cNvGrpSpPr/>
            <p:nvPr/>
          </p:nvGrpSpPr>
          <p:grpSpPr>
            <a:xfrm>
              <a:off x="5837682" y="4055837"/>
              <a:ext cx="626338" cy="344849"/>
              <a:chOff x="7493876" y="2774731"/>
              <a:chExt cx="1481958" cy="894622"/>
            </a:xfrm>
          </p:grpSpPr>
          <p:sp>
            <p:nvSpPr>
              <p:cNvPr id="6765" name="Google Shape;6765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66" name="Google Shape;6766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67" name="Google Shape;6767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68" name="Google Shape;6768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9" name="Google Shape;6769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0" name="Google Shape;6770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1" name="Google Shape;6771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72" name="Google Shape;6772;p45"/>
            <p:cNvGrpSpPr/>
            <p:nvPr/>
          </p:nvGrpSpPr>
          <p:grpSpPr>
            <a:xfrm>
              <a:off x="5550814" y="4588885"/>
              <a:ext cx="626338" cy="344849"/>
              <a:chOff x="7493876" y="2774731"/>
              <a:chExt cx="1481958" cy="894622"/>
            </a:xfrm>
          </p:grpSpPr>
          <p:sp>
            <p:nvSpPr>
              <p:cNvPr id="6773" name="Google Shape;6773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74" name="Google Shape;6774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75" name="Google Shape;6775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76" name="Google Shape;6776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7" name="Google Shape;6777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8" name="Google Shape;6778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9" name="Google Shape;6779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80" name="Google Shape;6780;p45"/>
            <p:cNvGrpSpPr/>
            <p:nvPr/>
          </p:nvGrpSpPr>
          <p:grpSpPr>
            <a:xfrm>
              <a:off x="4962853" y="4139117"/>
              <a:ext cx="626338" cy="344849"/>
              <a:chOff x="7493876" y="2774731"/>
              <a:chExt cx="1481958" cy="894622"/>
            </a:xfrm>
          </p:grpSpPr>
          <p:sp>
            <p:nvSpPr>
              <p:cNvPr id="6781" name="Google Shape;6781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82" name="Google Shape;6782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83" name="Google Shape;6783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84" name="Google Shape;6784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5" name="Google Shape;6785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6" name="Google Shape;6786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7" name="Google Shape;6787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88" name="Google Shape;6788;p45"/>
            <p:cNvGrpSpPr/>
            <p:nvPr/>
          </p:nvGrpSpPr>
          <p:grpSpPr>
            <a:xfrm>
              <a:off x="5243803" y="3734721"/>
              <a:ext cx="626338" cy="344849"/>
              <a:chOff x="7493876" y="2774731"/>
              <a:chExt cx="1481958" cy="894622"/>
            </a:xfrm>
          </p:grpSpPr>
          <p:sp>
            <p:nvSpPr>
              <p:cNvPr id="6789" name="Google Shape;678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790" name="Google Shape;679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791" name="Google Shape;679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92" name="Google Shape;6792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3" name="Google Shape;6793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4" name="Google Shape;6794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5" name="Google Shape;6795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6796" name="Google Shape;6796;p45"/>
            <p:cNvCxnSpPr>
              <a:endCxn id="6797" idx="9"/>
            </p:cNvCxnSpPr>
            <p:nvPr/>
          </p:nvCxnSpPr>
          <p:spPr>
            <a:xfrm flipH="1">
              <a:off x="4883202" y="2316723"/>
              <a:ext cx="105900" cy="1126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98" name="Google Shape;6798;p45"/>
            <p:cNvGrpSpPr/>
            <p:nvPr/>
          </p:nvGrpSpPr>
          <p:grpSpPr>
            <a:xfrm>
              <a:off x="4570926" y="3361080"/>
              <a:ext cx="626338" cy="344849"/>
              <a:chOff x="7493876" y="2774731"/>
              <a:chExt cx="1481958" cy="894622"/>
            </a:xfrm>
          </p:grpSpPr>
          <p:sp>
            <p:nvSpPr>
              <p:cNvPr id="6799" name="Google Shape;6799;p4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6800" name="Google Shape;6800;p4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6801" name="Google Shape;6801;p4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797" name="Google Shape;6797;p4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2" name="Google Shape;6802;p4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3" name="Google Shape;6803;p4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4" name="Google Shape;6804;p4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805" name="Google Shape;6805;p45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6806" name="Google Shape;6806;p45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6807" name="Google Shape;6807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8" name="Google Shape;6808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09" name="Google Shape;6809;p45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6810" name="Google Shape;6810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1" name="Google Shape;6811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2" name="Google Shape;6812;p45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6813" name="Google Shape;6813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4" name="Google Shape;6814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5" name="Google Shape;6815;p45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6816" name="Google Shape;6816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7" name="Google Shape;6817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18" name="Google Shape;6818;p45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6819" name="Google Shape;6819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0" name="Google Shape;6820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1" name="Google Shape;6821;p45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6822" name="Google Shape;6822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3" name="Google Shape;6823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4" name="Google Shape;6824;p45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6825" name="Google Shape;6825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6" name="Google Shape;6826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27" name="Google Shape;6827;p45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6828" name="Google Shape;6828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9" name="Google Shape;6829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0" name="Google Shape;6830;p45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6831" name="Google Shape;6831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2" name="Google Shape;6832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3" name="Google Shape;6833;p45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6834" name="Google Shape;6834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5" name="Google Shape;6835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6" name="Google Shape;6836;p45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6837" name="Google Shape;6837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8" name="Google Shape;6838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39" name="Google Shape;6839;p45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6840" name="Google Shape;6840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1" name="Google Shape;6841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2" name="Google Shape;6842;p45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6843" name="Google Shape;6843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4" name="Google Shape;6844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5" name="Google Shape;6845;p45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6846" name="Google Shape;6846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7" name="Google Shape;6847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48" name="Google Shape;6848;p45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6849" name="Google Shape;6849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0" name="Google Shape;6850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6851" name="Google Shape;6851;p45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6852" name="Google Shape;6852;p45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3" name="Google Shape;6853;p45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6854" name="Google Shape;6854;p45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5" name="Google Shape;6855;p45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6" name="Google Shape;6856;p45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7" name="Google Shape;6857;p45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8" name="Google Shape;6858;p45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6859" name="Google Shape;6859;p45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6860" name="Google Shape;6860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5" name="Shape 6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6" name="Google Shape;6866;p46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7" name="Google Shape;6867;p46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8" name="Google Shape;6868;p46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9" name="Google Shape;6869;p46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0" name="Google Shape;6870;p46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1" name="Google Shape;6871;p46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2" name="Google Shape;6872;p46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3" name="Google Shape;6873;p46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4" name="Google Shape;6874;p46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5" name="Google Shape;6875;p46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76" name="Google Shape;6876;p46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6877" name="Google Shape;6877;p46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6878" name="Google Shape;687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79" name="Google Shape;687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80" name="Google Shape;688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81" name="Google Shape;688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2" name="Google Shape;688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3" name="Google Shape;688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4" name="Google Shape;688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85" name="Google Shape;6885;p46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6886" name="Google Shape;688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87" name="Google Shape;688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88" name="Google Shape;688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89" name="Google Shape;688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0" name="Google Shape;689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1" name="Google Shape;689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2" name="Google Shape;689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93" name="Google Shape;6893;p46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6894" name="Google Shape;689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95" name="Google Shape;689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96" name="Google Shape;689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97" name="Google Shape;689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8" name="Google Shape;689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9" name="Google Shape;689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0" name="Google Shape;690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1" name="Google Shape;6901;p46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6902" name="Google Shape;690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03" name="Google Shape;690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04" name="Google Shape;690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05" name="Google Shape;690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6" name="Google Shape;690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7" name="Google Shape;690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8" name="Google Shape;690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09" name="Google Shape;6909;p46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6910" name="Google Shape;691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11" name="Google Shape;691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12" name="Google Shape;691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13" name="Google Shape;691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4" name="Google Shape;691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5" name="Google Shape;691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6" name="Google Shape;691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17" name="Google Shape;6917;p46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6918" name="Google Shape;691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19" name="Google Shape;691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20" name="Google Shape;692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21" name="Google Shape;692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2" name="Google Shape;692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3" name="Google Shape;692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4" name="Google Shape;692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925" name="Google Shape;6925;p46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6" name="Google Shape;6926;p46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7" name="Google Shape;6927;p46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8" name="Google Shape;6928;p46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9" name="Google Shape;6929;p46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0" name="Google Shape;6930;p46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1" name="Google Shape;6931;p46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2" name="Google Shape;6932;p46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3" name="Google Shape;6933;p46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4" name="Google Shape;6934;p46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5" name="Google Shape;6935;p46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6936" name="Google Shape;6936;p46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7" name="Google Shape;6937;p46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8" name="Google Shape;6938;p46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9" name="Google Shape;6939;p46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0" name="Google Shape;6940;p46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1" name="Google Shape;6941;p46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2" name="Google Shape;6942;p46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3" name="Google Shape;6943;p46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4" name="Google Shape;6944;p46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5" name="Google Shape;6945;p46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6" name="Google Shape;6946;p46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6947" name="Google Shape;6947;p46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8" name="Google Shape;6948;p46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9" name="Google Shape;6949;p46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0" name="Google Shape;6950;p46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1" name="Google Shape;6951;p46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2" name="Google Shape;6952;p46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3" name="Google Shape;6953;p46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4" name="Google Shape;6954;p46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5" name="Google Shape;6955;p46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6" name="Google Shape;6956;p46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7" name="Google Shape;6957;p46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8" name="Google Shape;6958;p46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9" name="Google Shape;6959;p46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0" name="Google Shape;6960;p46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1" name="Google Shape;6961;p46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2" name="Google Shape;6962;p46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63" name="Google Shape;6963;p46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6964" name="Google Shape;696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65" name="Google Shape;696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66" name="Google Shape;696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67" name="Google Shape;696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8" name="Google Shape;696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9" name="Google Shape;696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0" name="Google Shape;697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1" name="Google Shape;6971;p46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6972" name="Google Shape;697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73" name="Google Shape;697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74" name="Google Shape;697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75" name="Google Shape;697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6" name="Google Shape;697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7" name="Google Shape;697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8" name="Google Shape;697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9" name="Google Shape;6979;p46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6980" name="Google Shape;698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81" name="Google Shape;698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82" name="Google Shape;698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83" name="Google Shape;698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4" name="Google Shape;698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5" name="Google Shape;698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6" name="Google Shape;698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87" name="Google Shape;6987;p46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6988" name="Google Shape;698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89" name="Google Shape;698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90" name="Google Shape;699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91" name="Google Shape;699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2" name="Google Shape;699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3" name="Google Shape;699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4" name="Google Shape;699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95" name="Google Shape;6995;p46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6996" name="Google Shape;699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997" name="Google Shape;699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998" name="Google Shape;699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99" name="Google Shape;699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0" name="Google Shape;700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1" name="Google Shape;700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2" name="Google Shape;700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03" name="Google Shape;7003;p46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004" name="Google Shape;700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05" name="Google Shape;700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06" name="Google Shape;700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07" name="Google Shape;700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8" name="Google Shape;700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9" name="Google Shape;700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0" name="Google Shape;701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1" name="Google Shape;7011;p46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012" name="Google Shape;701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13" name="Google Shape;701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14" name="Google Shape;701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15" name="Google Shape;701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6" name="Google Shape;701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7" name="Google Shape;701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8" name="Google Shape;701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9" name="Google Shape;7019;p46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020" name="Google Shape;702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21" name="Google Shape;702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22" name="Google Shape;702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23" name="Google Shape;702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4" name="Google Shape;702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5" name="Google Shape;702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6" name="Google Shape;702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27" name="Google Shape;7027;p46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028" name="Google Shape;702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29" name="Google Shape;702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30" name="Google Shape;703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31" name="Google Shape;703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2" name="Google Shape;703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3" name="Google Shape;703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4" name="Google Shape;703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35" name="Google Shape;7035;p46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036" name="Google Shape;703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37" name="Google Shape;703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38" name="Google Shape;703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39" name="Google Shape;703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0" name="Google Shape;704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1" name="Google Shape;704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2" name="Google Shape;704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43" name="Google Shape;7043;p46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044" name="Google Shape;704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45" name="Google Shape;704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46" name="Google Shape;704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47" name="Google Shape;704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8" name="Google Shape;704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9" name="Google Shape;704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0" name="Google Shape;705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1" name="Google Shape;7051;p46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052" name="Google Shape;705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53" name="Google Shape;705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54" name="Google Shape;705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55" name="Google Shape;705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6" name="Google Shape;705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7" name="Google Shape;705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8" name="Google Shape;705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9" name="Google Shape;7059;p46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060" name="Google Shape;7060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61" name="Google Shape;7061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62" name="Google Shape;7062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63" name="Google Shape;7063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4" name="Google Shape;7064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5" name="Google Shape;7065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6" name="Google Shape;7066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7" name="Google Shape;7067;p46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068" name="Google Shape;7068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69" name="Google Shape;7069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70" name="Google Shape;7070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71" name="Google Shape;7071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2" name="Google Shape;7072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3" name="Google Shape;7073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4" name="Google Shape;7074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75" name="Google Shape;7075;p46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076" name="Google Shape;7076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77" name="Google Shape;7077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78" name="Google Shape;7078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79" name="Google Shape;7079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0" name="Google Shape;7080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1" name="Google Shape;7081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2" name="Google Shape;7082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83" name="Google Shape;7083;p46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084" name="Google Shape;7084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85" name="Google Shape;7085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86" name="Google Shape;7086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87" name="Google Shape;7087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8" name="Google Shape;7088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9" name="Google Shape;7089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0" name="Google Shape;7090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91" name="Google Shape;7091;p46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092" name="Google Shape;7092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093" name="Google Shape;7093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094" name="Google Shape;7094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95" name="Google Shape;7095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6" name="Google Shape;7096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7" name="Google Shape;7097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8" name="Google Shape;7098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099" name="Google Shape;7099;p46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100" name="Google Shape;7100;p46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7101" name="Google Shape;7101;p46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102" name="Google Shape;7102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3" name="Google Shape;7103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04" name="Google Shape;7104;p46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105" name="Google Shape;7105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6" name="Google Shape;7106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07" name="Google Shape;7107;p46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108" name="Google Shape;7108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9" name="Google Shape;7109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0" name="Google Shape;7110;p46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111" name="Google Shape;7111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2" name="Google Shape;7112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3" name="Google Shape;7113;p46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114" name="Google Shape;7114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5" name="Google Shape;7115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6" name="Google Shape;7116;p46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117" name="Google Shape;7117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8" name="Google Shape;7118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19" name="Google Shape;7119;p46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120" name="Google Shape;7120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1" name="Google Shape;7121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2" name="Google Shape;7122;p46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123" name="Google Shape;7123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4" name="Google Shape;7124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5" name="Google Shape;7125;p46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126" name="Google Shape;7126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7" name="Google Shape;7127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28" name="Google Shape;7128;p46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129" name="Google Shape;7129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0" name="Google Shape;7130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1" name="Google Shape;7131;p46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132" name="Google Shape;7132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3" name="Google Shape;7133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4" name="Google Shape;7134;p46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135" name="Google Shape;7135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6" name="Google Shape;7136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37" name="Google Shape;7137;p46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138" name="Google Shape;7138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9" name="Google Shape;7139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0" name="Google Shape;7140;p46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141" name="Google Shape;7141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2" name="Google Shape;7142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3" name="Google Shape;7143;p46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144" name="Google Shape;7144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5" name="Google Shape;7145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146" name="Google Shape;7146;p46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147" name="Google Shape;7147;p46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8" name="Google Shape;7148;p46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7149" name="Google Shape;7149;p46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0" name="Google Shape;7150;p46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1" name="Google Shape;7151;p46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2" name="Google Shape;7152;p46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3" name="Google Shape;7153;p46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154" name="Google Shape;7154;p46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7155" name="Google Shape;7155;p46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</a:t>
            </a:r>
            <a:endParaRPr/>
          </a:p>
        </p:txBody>
      </p:sp>
      <p:grpSp>
        <p:nvGrpSpPr>
          <p:cNvPr id="7156" name="Google Shape;7156;p46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157" name="Google Shape;7157;p4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58" name="Google Shape;7158;p4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59" name="Google Shape;7159;p4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60" name="Google Shape;7160;p4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1" name="Google Shape;7161;p4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2" name="Google Shape;7162;p4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3" name="Google Shape;7163;p4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64" name="Google Shape;7164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9" name="Shape 7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7170;p47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71" name="Google Shape;7171;p47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2" name="Google Shape;7172;p47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3" name="Google Shape;7173;p47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4" name="Google Shape;7174;p47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5" name="Google Shape;7175;p47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6" name="Google Shape;7176;p47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7" name="Google Shape;7177;p47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8" name="Google Shape;7178;p47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9" name="Google Shape;7179;p47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0" name="Google Shape;7180;p47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181" name="Google Shape;7181;p47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182" name="Google Shape;718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83" name="Google Shape;718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84" name="Google Shape;718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85" name="Google Shape;718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6" name="Google Shape;718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7" name="Google Shape;718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8" name="Google Shape;718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89" name="Google Shape;7189;p47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190" name="Google Shape;719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91" name="Google Shape;719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192" name="Google Shape;719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93" name="Google Shape;719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4" name="Google Shape;719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5" name="Google Shape;719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6" name="Google Shape;719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97" name="Google Shape;7197;p47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198" name="Google Shape;719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199" name="Google Shape;719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00" name="Google Shape;720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01" name="Google Shape;720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2" name="Google Shape;720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3" name="Google Shape;720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4" name="Google Shape;720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205" name="Google Shape;7205;p47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6" name="Google Shape;7206;p47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7" name="Google Shape;7207;p47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8" name="Google Shape;7208;p47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9" name="Google Shape;7209;p47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0" name="Google Shape;7210;p47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1" name="Google Shape;7211;p47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2" name="Google Shape;7212;p47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3" name="Google Shape;7213;p47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4" name="Google Shape;7214;p47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5" name="Google Shape;7215;p47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216" name="Google Shape;7216;p47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7" name="Google Shape;7217;p47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8" name="Google Shape;7218;p47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9" name="Google Shape;7219;p47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0" name="Google Shape;7220;p47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1" name="Google Shape;7221;p47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2" name="Google Shape;7222;p47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3" name="Google Shape;7223;p47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4" name="Google Shape;7224;p47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5" name="Google Shape;7225;p47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6" name="Google Shape;7226;p47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227" name="Google Shape;7227;p47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8" name="Google Shape;7228;p47"/>
          <p:cNvCxnSpPr/>
          <p:nvPr/>
        </p:nvCxnSpPr>
        <p:spPr>
          <a:xfrm>
            <a:off x="2789150" y="2906616"/>
            <a:ext cx="831850" cy="619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9" name="Google Shape;7229;p47"/>
          <p:cNvCxnSpPr/>
          <p:nvPr/>
        </p:nvCxnSpPr>
        <p:spPr>
          <a:xfrm flipH="1" rot="10800000">
            <a:off x="2385925" y="3030441"/>
            <a:ext cx="1303338" cy="2778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0" name="Google Shape;7230;p47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1" name="Google Shape;7231;p47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2" name="Google Shape;7232;p47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3" name="Google Shape;7233;p47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4" name="Google Shape;7234;p47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5" name="Google Shape;7235;p47"/>
          <p:cNvCxnSpPr/>
          <p:nvPr/>
        </p:nvCxnSpPr>
        <p:spPr>
          <a:xfrm rot="10800000">
            <a:off x="6470563" y="4751291"/>
            <a:ext cx="285750" cy="11604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6" name="Google Shape;7236;p47"/>
          <p:cNvCxnSpPr/>
          <p:nvPr/>
        </p:nvCxnSpPr>
        <p:spPr>
          <a:xfrm rot="10800000">
            <a:off x="5219613" y="5102128"/>
            <a:ext cx="371475" cy="9731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7" name="Google Shape;7237;p47"/>
          <p:cNvCxnSpPr/>
          <p:nvPr/>
        </p:nvCxnSpPr>
        <p:spPr>
          <a:xfrm rot="10800000">
            <a:off x="4295688" y="5249766"/>
            <a:ext cx="244475" cy="6619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8" name="Google Shape;7238;p47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9" name="Google Shape;7239;p47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0" name="Google Shape;7240;p47"/>
          <p:cNvCxnSpPr/>
          <p:nvPr/>
        </p:nvCxnSpPr>
        <p:spPr>
          <a:xfrm>
            <a:off x="2306550" y="4433791"/>
            <a:ext cx="996950" cy="4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1" name="Google Shape;7241;p47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2" name="Google Shape;7242;p47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43" name="Google Shape;7243;p47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244" name="Google Shape;724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45" name="Google Shape;724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46" name="Google Shape;724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47" name="Google Shape;724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8" name="Google Shape;724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9" name="Google Shape;724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0" name="Google Shape;725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51" name="Google Shape;7251;p47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252" name="Google Shape;725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53" name="Google Shape;725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54" name="Google Shape;725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55" name="Google Shape;725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6" name="Google Shape;725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7" name="Google Shape;725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8" name="Google Shape;725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59" name="Google Shape;7259;p47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260" name="Google Shape;726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61" name="Google Shape;726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62" name="Google Shape;726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63" name="Google Shape;726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4" name="Google Shape;726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5" name="Google Shape;726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6" name="Google Shape;726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67" name="Google Shape;7267;p47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268" name="Google Shape;726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69" name="Google Shape;726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70" name="Google Shape;727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71" name="Google Shape;727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2" name="Google Shape;727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3" name="Google Shape;727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4" name="Google Shape;727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75" name="Google Shape;7275;p47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276" name="Google Shape;727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77" name="Google Shape;727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78" name="Google Shape;727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79" name="Google Shape;727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0" name="Google Shape;728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1" name="Google Shape;728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2" name="Google Shape;728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83" name="Google Shape;7283;p47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284" name="Google Shape;728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85" name="Google Shape;728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86" name="Google Shape;728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87" name="Google Shape;728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8" name="Google Shape;728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9" name="Google Shape;728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0" name="Google Shape;729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91" name="Google Shape;7291;p47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292" name="Google Shape;729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293" name="Google Shape;729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294" name="Google Shape;729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95" name="Google Shape;729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6" name="Google Shape;729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7" name="Google Shape;729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8" name="Google Shape;729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99" name="Google Shape;7299;p47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300" name="Google Shape;730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01" name="Google Shape;730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02" name="Google Shape;730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03" name="Google Shape;730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4" name="Google Shape;730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5" name="Google Shape;730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6" name="Google Shape;730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07" name="Google Shape;7307;p47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308" name="Google Shape;730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09" name="Google Shape;730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10" name="Google Shape;731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1" name="Google Shape;731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2" name="Google Shape;7312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3" name="Google Shape;7313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4" name="Google Shape;7314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15" name="Google Shape;7315;p47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316" name="Google Shape;7316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17" name="Google Shape;7317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18" name="Google Shape;7318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9" name="Google Shape;7319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0" name="Google Shape;732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1" name="Google Shape;7321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2" name="Google Shape;7322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23" name="Google Shape;7323;p47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324" name="Google Shape;732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25" name="Google Shape;732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26" name="Google Shape;732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27" name="Google Shape;732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8" name="Google Shape;732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9" name="Google Shape;732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0" name="Google Shape;733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31" name="Google Shape;7331;p47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332" name="Google Shape;733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333" name="Google Shape;733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334" name="Google Shape;733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35" name="Google Shape;733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6" name="Google Shape;733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7" name="Google Shape;733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8" name="Google Shape;733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39" name="Google Shape;7339;p47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340" name="Google Shape;7340;p47"/>
          <p:cNvGrpSpPr/>
          <p:nvPr/>
        </p:nvGrpSpPr>
        <p:grpSpPr>
          <a:xfrm>
            <a:off x="1589588" y="1850610"/>
            <a:ext cx="8467869" cy="4691676"/>
            <a:chOff x="124589" y="1837771"/>
            <a:chExt cx="8466729" cy="4692037"/>
          </a:xfrm>
        </p:grpSpPr>
        <p:grpSp>
          <p:nvGrpSpPr>
            <p:cNvPr id="7341" name="Google Shape;7341;p47"/>
            <p:cNvGrpSpPr/>
            <p:nvPr/>
          </p:nvGrpSpPr>
          <p:grpSpPr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7342" name="Google Shape;7342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3" name="Google Shape;7343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44" name="Google Shape;7344;p47"/>
            <p:cNvGrpSpPr/>
            <p:nvPr/>
          </p:nvGrpSpPr>
          <p:grpSpPr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7345" name="Google Shape;7345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6" name="Google Shape;7346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47" name="Google Shape;7347;p47"/>
            <p:cNvGrpSpPr/>
            <p:nvPr/>
          </p:nvGrpSpPr>
          <p:grpSpPr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7348" name="Google Shape;7348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9" name="Google Shape;7349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0" name="Google Shape;7350;p47"/>
            <p:cNvGrpSpPr/>
            <p:nvPr/>
          </p:nvGrpSpPr>
          <p:grpSpPr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7351" name="Google Shape;7351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2" name="Google Shape;7352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3" name="Google Shape;7353;p47"/>
            <p:cNvGrpSpPr/>
            <p:nvPr/>
          </p:nvGrpSpPr>
          <p:grpSpPr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7354" name="Google Shape;7354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5" name="Google Shape;7355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6" name="Google Shape;7356;p47"/>
            <p:cNvGrpSpPr/>
            <p:nvPr/>
          </p:nvGrpSpPr>
          <p:grpSpPr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7357" name="Google Shape;7357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8" name="Google Shape;7358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59" name="Google Shape;7359;p47"/>
            <p:cNvGrpSpPr/>
            <p:nvPr/>
          </p:nvGrpSpPr>
          <p:grpSpPr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7360" name="Google Shape;7360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1" name="Google Shape;7361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2" name="Google Shape;7362;p47"/>
            <p:cNvGrpSpPr/>
            <p:nvPr/>
          </p:nvGrpSpPr>
          <p:grpSpPr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7363" name="Google Shape;7363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4" name="Google Shape;7364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5" name="Google Shape;7365;p47"/>
            <p:cNvGrpSpPr/>
            <p:nvPr/>
          </p:nvGrpSpPr>
          <p:grpSpPr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7366" name="Google Shape;7366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7" name="Google Shape;7367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68" name="Google Shape;7368;p47"/>
            <p:cNvGrpSpPr/>
            <p:nvPr/>
          </p:nvGrpSpPr>
          <p:grpSpPr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7369" name="Google Shape;7369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0" name="Google Shape;7370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1" name="Google Shape;7371;p47"/>
            <p:cNvGrpSpPr/>
            <p:nvPr/>
          </p:nvGrpSpPr>
          <p:grpSpPr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7372" name="Google Shape;7372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3" name="Google Shape;7373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4" name="Google Shape;7374;p47"/>
            <p:cNvGrpSpPr/>
            <p:nvPr/>
          </p:nvGrpSpPr>
          <p:grpSpPr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7375" name="Google Shape;7375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6" name="Google Shape;7376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77" name="Google Shape;7377;p47"/>
            <p:cNvGrpSpPr/>
            <p:nvPr/>
          </p:nvGrpSpPr>
          <p:grpSpPr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7378" name="Google Shape;7378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9" name="Google Shape;7379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0" name="Google Shape;7380;p47"/>
            <p:cNvGrpSpPr/>
            <p:nvPr/>
          </p:nvGrpSpPr>
          <p:grpSpPr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7381" name="Google Shape;7381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2" name="Google Shape;7382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3" name="Google Shape;7383;p47"/>
            <p:cNvGrpSpPr/>
            <p:nvPr/>
          </p:nvGrpSpPr>
          <p:grpSpPr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7384" name="Google Shape;7384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5" name="Google Shape;7385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grpSp>
          <p:nvGrpSpPr>
            <p:cNvPr id="7386" name="Google Shape;7386;p47"/>
            <p:cNvGrpSpPr/>
            <p:nvPr/>
          </p:nvGrpSpPr>
          <p:grpSpPr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7387" name="Google Shape;7387;p47"/>
              <p:cNvSpPr/>
              <p:nvPr/>
            </p:nvSpPr>
            <p:spPr>
              <a:xfrm>
                <a:off x="3053396" y="4304255"/>
                <a:ext cx="596988" cy="418253"/>
              </a:xfrm>
              <a:custGeom>
                <a:rect b="b" l="l" r="r" t="t"/>
                <a:pathLst>
                  <a:path extrusionOk="0" h="675" w="1036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8" name="Google Shape;7388;p47"/>
              <p:cNvSpPr txBox="1"/>
              <p:nvPr/>
            </p:nvSpPr>
            <p:spPr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net</a:t>
                </a:r>
                <a:endParaRPr/>
              </a:p>
            </p:txBody>
          </p:sp>
        </p:grpSp>
        <p:sp>
          <p:nvSpPr>
            <p:cNvPr id="7389" name="Google Shape;7389;p47"/>
            <p:cNvSpPr txBox="1"/>
            <p:nvPr/>
          </p:nvSpPr>
          <p:spPr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0" name="Google Shape;7390;p47"/>
            <p:cNvSpPr txBox="1"/>
            <p:nvPr/>
          </p:nvSpPr>
          <p:spPr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1" name="Google Shape;7391;p47"/>
            <p:cNvSpPr txBox="1"/>
            <p:nvPr/>
          </p:nvSpPr>
          <p:spPr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2" name="Google Shape;7392;p47"/>
            <p:cNvSpPr txBox="1"/>
            <p:nvPr/>
          </p:nvSpPr>
          <p:spPr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3" name="Google Shape;7393;p47"/>
            <p:cNvSpPr txBox="1"/>
            <p:nvPr/>
          </p:nvSpPr>
          <p:spPr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394" name="Google Shape;7394;p47"/>
            <p:cNvSpPr txBox="1"/>
            <p:nvPr/>
          </p:nvSpPr>
          <p:spPr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7395" name="Google Shape;7395;p47"/>
          <p:cNvSpPr txBox="1"/>
          <p:nvPr/>
        </p:nvSpPr>
        <p:spPr>
          <a:xfrm>
            <a:off x="1499042" y="1163204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if one global ISP is viable business, there will be competitors …. who will want to be connected</a:t>
            </a:r>
            <a:endParaRPr/>
          </a:p>
        </p:txBody>
      </p:sp>
      <p:grpSp>
        <p:nvGrpSpPr>
          <p:cNvPr id="7396" name="Google Shape;7396;p47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7397" name="Google Shape;7397;p47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7398" name="Google Shape;7398;p47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9" name="Google Shape;7399;p47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7400" name="Google Shape;7400;p47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1" name="Google Shape;7401;p47"/>
            <p:cNvCxnSpPr>
              <a:endCxn id="7402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03" name="Google Shape;7403;p47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7404" name="Google Shape;7404;p47"/>
            <p:cNvCxnSpPr>
              <a:stCxn id="7405" idx="5"/>
              <a:endCxn id="7406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7" name="Google Shape;7407;p47"/>
            <p:cNvCxnSpPr>
              <a:stCxn id="7408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09" name="Google Shape;7409;p47"/>
            <p:cNvCxnSpPr>
              <a:endCxn id="7410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1" name="Google Shape;7411;p47"/>
          <p:cNvGrpSpPr/>
          <p:nvPr/>
        </p:nvGrpSpPr>
        <p:grpSpPr>
          <a:xfrm>
            <a:off x="5775500" y="5015078"/>
            <a:ext cx="1792625" cy="741248"/>
            <a:chOff x="4686300" y="4864100"/>
            <a:chExt cx="1792244" cy="740764"/>
          </a:xfrm>
        </p:grpSpPr>
        <p:sp>
          <p:nvSpPr>
            <p:cNvPr id="7412" name="Google Shape;7412;p47"/>
            <p:cNvSpPr txBox="1"/>
            <p:nvPr/>
          </p:nvSpPr>
          <p:spPr>
            <a:xfrm>
              <a:off x="4838700" y="5143500"/>
              <a:ext cx="1639844" cy="4613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peering link</a:t>
              </a:r>
              <a:endParaRPr/>
            </a:p>
          </p:txBody>
        </p:sp>
        <p:cxnSp>
          <p:nvCxnSpPr>
            <p:cNvPr id="7413" name="Google Shape;7413;p47"/>
            <p:cNvCxnSpPr/>
            <p:nvPr/>
          </p:nvCxnSpPr>
          <p:spPr>
            <a:xfrm>
              <a:off x="4686300" y="4864100"/>
              <a:ext cx="266700" cy="419100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4" name="Google Shape;7414;p47"/>
          <p:cNvGrpSpPr/>
          <p:nvPr/>
        </p:nvGrpSpPr>
        <p:grpSpPr>
          <a:xfrm>
            <a:off x="6287088" y="1707261"/>
            <a:ext cx="3207609" cy="1166368"/>
            <a:chOff x="5270500" y="1701800"/>
            <a:chExt cx="3206604" cy="1165614"/>
          </a:xfrm>
        </p:grpSpPr>
        <p:sp>
          <p:nvSpPr>
            <p:cNvPr id="7415" name="Google Shape;7415;p47"/>
            <p:cNvSpPr txBox="1"/>
            <p:nvPr/>
          </p:nvSpPr>
          <p:spPr>
            <a:xfrm>
              <a:off x="5270500" y="1701800"/>
              <a:ext cx="3206604" cy="461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exchange point </a:t>
              </a:r>
              <a:endParaRPr/>
            </a:p>
          </p:txBody>
        </p:sp>
        <p:cxnSp>
          <p:nvCxnSpPr>
            <p:cNvPr id="7416" name="Google Shape;7416;p47"/>
            <p:cNvCxnSpPr/>
            <p:nvPr/>
          </p:nvCxnSpPr>
          <p:spPr>
            <a:xfrm flipH="1">
              <a:off x="6141884" y="2155382"/>
              <a:ext cx="219911" cy="7120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417" name="Google Shape;7417;p47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7418" name="Google Shape;741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2" name="Google Shape;7402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19" name="Google Shape;7419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0" name="Google Shape;7420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1" name="Google Shape;7421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2" name="Google Shape;742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3" name="Google Shape;742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24" name="Google Shape;7424;p47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425" name="Google Shape;742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6" name="Google Shape;740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26" name="Google Shape;742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27" name="Google Shape;742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8" name="Google Shape;742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9" name="Google Shape;742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0" name="Google Shape;743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31" name="Google Shape;7431;p47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7432" name="Google Shape;7432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05" name="Google Shape;740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33" name="Google Shape;7433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34" name="Google Shape;7434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5" name="Google Shape;7435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6" name="Google Shape;7436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7" name="Google Shape;7437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38" name="Google Shape;7438;p47"/>
          <p:cNvGrpSpPr/>
          <p:nvPr/>
        </p:nvGrpSpPr>
        <p:grpSpPr>
          <a:xfrm>
            <a:off x="4815073" y="3924252"/>
            <a:ext cx="1634942" cy="693432"/>
            <a:chOff x="4815073" y="3924252"/>
            <a:chExt cx="1634942" cy="693432"/>
          </a:xfrm>
        </p:grpSpPr>
        <p:cxnSp>
          <p:nvCxnSpPr>
            <p:cNvPr id="7439" name="Google Shape;7439;p47"/>
            <p:cNvCxnSpPr>
              <a:stCxn id="7440" idx="2"/>
            </p:cNvCxnSpPr>
            <p:nvPr/>
          </p:nvCxnSpPr>
          <p:spPr>
            <a:xfrm flipH="1" rot="10800000">
              <a:off x="4982880" y="4309884"/>
              <a:ext cx="309000" cy="307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1" name="Google Shape;7441;p47"/>
            <p:cNvCxnSpPr/>
            <p:nvPr/>
          </p:nvCxnSpPr>
          <p:spPr>
            <a:xfrm flipH="1" rot="10800000">
              <a:off x="5520180" y="3924252"/>
              <a:ext cx="929835" cy="367084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42" name="Google Shape;7442;p47"/>
            <p:cNvCxnSpPr>
              <a:stCxn id="7443" idx="2"/>
            </p:cNvCxnSpPr>
            <p:nvPr/>
          </p:nvCxnSpPr>
          <p:spPr>
            <a:xfrm>
              <a:off x="4815073" y="3947043"/>
              <a:ext cx="477000" cy="2775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444" name="Google Shape;7444;p47"/>
            <p:cNvGrpSpPr/>
            <p:nvPr/>
          </p:nvGrpSpPr>
          <p:grpSpPr>
            <a:xfrm>
              <a:off x="5119678" y="4119105"/>
              <a:ext cx="528442" cy="338554"/>
              <a:chOff x="5634518" y="2652249"/>
              <a:chExt cx="528092" cy="338174"/>
            </a:xfrm>
          </p:grpSpPr>
          <p:sp>
            <p:nvSpPr>
              <p:cNvPr id="7445" name="Google Shape;7445;p47"/>
              <p:cNvSpPr/>
              <p:nvPr/>
            </p:nvSpPr>
            <p:spPr>
              <a:xfrm>
                <a:off x="5634518" y="2672371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6" name="Google Shape;7446;p47"/>
              <p:cNvSpPr txBox="1"/>
              <p:nvPr/>
            </p:nvSpPr>
            <p:spPr>
              <a:xfrm>
                <a:off x="5685246" y="2652249"/>
                <a:ext cx="447262" cy="338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/>
              </a:p>
            </p:txBody>
          </p:sp>
        </p:grpSp>
      </p:grpSp>
      <p:grpSp>
        <p:nvGrpSpPr>
          <p:cNvPr id="7447" name="Google Shape;7447;p47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448" name="Google Shape;744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10" name="Google Shape;7410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49" name="Google Shape;7449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50" name="Google Shape;7450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1" name="Google Shape;7451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2" name="Google Shape;745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3" name="Google Shape;745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54" name="Google Shape;7454;p47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455" name="Google Shape;745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56" name="Google Shape;745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57" name="Google Shape;7457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58" name="Google Shape;7458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9" name="Google Shape;7459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0" name="Google Shape;7460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1" name="Google Shape;7461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2" name="Google Shape;7462;p47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7408" name="Google Shape;740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63" name="Google Shape;7463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64" name="Google Shape;7464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65" name="Google Shape;7465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6" name="Google Shape;7466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7" name="Google Shape;7467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8" name="Google Shape;7468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69" name="Google Shape;7469;p47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470" name="Google Shape;7470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71" name="Google Shape;7471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72" name="Google Shape;7472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73" name="Google Shape;7473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4" name="Google Shape;7474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5" name="Google Shape;7475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6" name="Google Shape;7476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77" name="Google Shape;7477;p47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7478" name="Google Shape;7478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79" name="Google Shape;7479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80" name="Google Shape;7480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81" name="Google Shape;7481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3" name="Google Shape;7443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2" name="Google Shape;7482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3" name="Google Shape;7483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84" name="Google Shape;7484;p47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485" name="Google Shape;7485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486" name="Google Shape;7486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487" name="Google Shape;7487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88" name="Google Shape;7488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0" name="Google Shape;7440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9" name="Google Shape;748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0" name="Google Shape;749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91" name="Google Shape;7491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6" name="Shape 7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7" name="Google Shape;7497;p48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8" name="Google Shape;7498;p48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9" name="Google Shape;7499;p48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0" name="Google Shape;7500;p48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1" name="Google Shape;7501;p48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2" name="Google Shape;7502;p48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3" name="Google Shape;7503;p48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4" name="Google Shape;7504;p48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5" name="Google Shape;7505;p48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06" name="Google Shape;7506;p48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7" name="Google Shape;7507;p48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508" name="Google Shape;7508;p48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509" name="Google Shape;750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10" name="Google Shape;751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11" name="Google Shape;751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12" name="Google Shape;751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3" name="Google Shape;751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4" name="Google Shape;751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5" name="Google Shape;751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16" name="Google Shape;7516;p48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517" name="Google Shape;751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18" name="Google Shape;751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19" name="Google Shape;751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20" name="Google Shape;752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1" name="Google Shape;752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2" name="Google Shape;752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3" name="Google Shape;752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24" name="Google Shape;7524;p48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525" name="Google Shape;752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26" name="Google Shape;752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27" name="Google Shape;752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28" name="Google Shape;752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9" name="Google Shape;752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0" name="Google Shape;753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1" name="Google Shape;753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32" name="Google Shape;7532;p48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3" name="Google Shape;7533;p48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4" name="Google Shape;7534;p48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5" name="Google Shape;7535;p48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6" name="Google Shape;7536;p48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7" name="Google Shape;7537;p48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8" name="Google Shape;7538;p48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9" name="Google Shape;7539;p48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0" name="Google Shape;7540;p48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1" name="Google Shape;7541;p48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2" name="Google Shape;7542;p48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543" name="Google Shape;7543;p48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4" name="Google Shape;7544;p48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5" name="Google Shape;7545;p48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6" name="Google Shape;7546;p48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7" name="Google Shape;7547;p48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8" name="Google Shape;7548;p48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9" name="Google Shape;7549;p48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0" name="Google Shape;7550;p48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1" name="Google Shape;7551;p48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2" name="Google Shape;7552;p48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3" name="Google Shape;7553;p48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554" name="Google Shape;7554;p48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5" name="Google Shape;7555;p48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6" name="Google Shape;7556;p48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7" name="Google Shape;7557;p48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8" name="Google Shape;7558;p48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9" name="Google Shape;7559;p48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0" name="Google Shape;7560;p48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1" name="Google Shape;7561;p48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2" name="Google Shape;7562;p48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3" name="Google Shape;7563;p48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564" name="Google Shape;7564;p48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565" name="Google Shape;756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66" name="Google Shape;756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67" name="Google Shape;756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68" name="Google Shape;756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9" name="Google Shape;756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0" name="Google Shape;757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1" name="Google Shape;757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72" name="Google Shape;7572;p48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573" name="Google Shape;757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74" name="Google Shape;757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75" name="Google Shape;757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76" name="Google Shape;757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7" name="Google Shape;757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8" name="Google Shape;757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9" name="Google Shape;757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80" name="Google Shape;7580;p48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581" name="Google Shape;7581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82" name="Google Shape;7582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83" name="Google Shape;758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84" name="Google Shape;758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5" name="Google Shape;758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6" name="Google Shape;758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7" name="Google Shape;758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88" name="Google Shape;7588;p48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589" name="Google Shape;758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90" name="Google Shape;759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91" name="Google Shape;759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92" name="Google Shape;759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3" name="Google Shape;759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4" name="Google Shape;759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5" name="Google Shape;759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96" name="Google Shape;7596;p48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597" name="Google Shape;759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598" name="Google Shape;759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599" name="Google Shape;759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00" name="Google Shape;760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1" name="Google Shape;760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2" name="Google Shape;760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3" name="Google Shape;760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04" name="Google Shape;7604;p48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605" name="Google Shape;760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06" name="Google Shape;760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07" name="Google Shape;760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08" name="Google Shape;760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9" name="Google Shape;760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0" name="Google Shape;761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1" name="Google Shape;761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12" name="Google Shape;7612;p48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7613" name="Google Shape;761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14" name="Google Shape;761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15" name="Google Shape;761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16" name="Google Shape;761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7" name="Google Shape;761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8" name="Google Shape;761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9" name="Google Shape;761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0" name="Google Shape;7620;p48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7621" name="Google Shape;7621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22" name="Google Shape;7622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23" name="Google Shape;762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24" name="Google Shape;762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5" name="Google Shape;762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6" name="Google Shape;762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7" name="Google Shape;762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8" name="Google Shape;7628;p48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629" name="Google Shape;762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30" name="Google Shape;763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31" name="Google Shape;763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32" name="Google Shape;763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3" name="Google Shape;763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4" name="Google Shape;763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5" name="Google Shape;763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36" name="Google Shape;7636;p48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637" name="Google Shape;7637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38" name="Google Shape;7638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39" name="Google Shape;7639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40" name="Google Shape;7640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1" name="Google Shape;7641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2" name="Google Shape;7642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3" name="Google Shape;7643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44" name="Google Shape;7644;p48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645" name="Google Shape;764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46" name="Google Shape;764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47" name="Google Shape;764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48" name="Google Shape;764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9" name="Google Shape;764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0" name="Google Shape;765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1" name="Google Shape;765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52" name="Google Shape;7652;p48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653" name="Google Shape;765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654" name="Google Shape;7654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655" name="Google Shape;7655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656" name="Google Shape;7656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7" name="Google Shape;765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8" name="Google Shape;7658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9" name="Google Shape;7659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660" name="Google Shape;7660;p48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661" name="Google Shape;7661;p48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7662" name="Google Shape;766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3" name="Google Shape;766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64" name="Google Shape;7664;p48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7665" name="Google Shape;7665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6" name="Google Shape;7666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67" name="Google Shape;7667;p48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7668" name="Google Shape;7668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9" name="Google Shape;7669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0" name="Google Shape;7670;p48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7671" name="Google Shape;7671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2" name="Google Shape;7672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3" name="Google Shape;7673;p48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7674" name="Google Shape;7674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5" name="Google Shape;7675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6" name="Google Shape;7676;p48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7677" name="Google Shape;7677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8" name="Google Shape;7678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79" name="Google Shape;7679;p48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7680" name="Google Shape;7680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1" name="Google Shape;7681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2" name="Google Shape;7682;p48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7683" name="Google Shape;7683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4" name="Google Shape;7684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5" name="Google Shape;7685;p48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7686" name="Google Shape;7686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7" name="Google Shape;7687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88" name="Google Shape;7688;p48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7689" name="Google Shape;7689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0" name="Google Shape;7690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691" name="Google Shape;7691;p48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7692" name="Google Shape;769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3" name="Google Shape;769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7694" name="Google Shape;7694;p48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5" name="Google Shape;7695;p48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6" name="Google Shape;7696;p48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7" name="Google Shape;7697;p48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8" name="Google Shape;7698;p48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699" name="Google Shape;7699;p48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7700" name="Google Shape;7700;p48"/>
          <p:cNvSpPr txBox="1"/>
          <p:nvPr/>
        </p:nvSpPr>
        <p:spPr>
          <a:xfrm>
            <a:off x="1499042" y="1197749"/>
            <a:ext cx="9720792" cy="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regional networks may arise to connect access nets to ISPs </a:t>
            </a:r>
            <a:endParaRPr/>
          </a:p>
        </p:txBody>
      </p:sp>
      <p:grpSp>
        <p:nvGrpSpPr>
          <p:cNvPr id="7701" name="Google Shape;7701;p48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7702" name="Google Shape;7702;p48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7703" name="Google Shape;7703;p48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4" name="Google Shape;7704;p48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7705" name="Google Shape;7705;p48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6" name="Google Shape;7706;p48"/>
            <p:cNvCxnSpPr>
              <a:endCxn id="7707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708" name="Google Shape;7708;p48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7709" name="Google Shape;7709;p48"/>
            <p:cNvCxnSpPr>
              <a:stCxn id="7710" idx="5"/>
              <a:endCxn id="7711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2" name="Google Shape;7712;p48"/>
            <p:cNvCxnSpPr>
              <a:stCxn id="7713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4" name="Google Shape;7714;p48"/>
            <p:cNvCxnSpPr>
              <a:endCxn id="7715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7716" name="Google Shape;7716;p48"/>
          <p:cNvCxnSpPr>
            <a:stCxn id="7717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8" name="Google Shape;7718;p48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9" name="Google Shape;7719;p48"/>
          <p:cNvCxnSpPr>
            <a:stCxn id="7720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21" name="Google Shape;7721;p48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7722" name="Google Shape;7722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07" name="Google Shape;770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23" name="Google Shape;7723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24" name="Google Shape;7724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5" name="Google Shape;7725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6" name="Google Shape;7726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7" name="Google Shape;7727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28" name="Google Shape;7728;p48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7729" name="Google Shape;7729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0" name="Google Shape;773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1" name="Google Shape;773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32" name="Google Shape;773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0" name="Google Shape;7720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3" name="Google Shape;7733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4" name="Google Shape;7734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35" name="Google Shape;7735;p48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7736" name="Google Shape;7736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37" name="Google Shape;773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38" name="Google Shape;7738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39" name="Google Shape;7739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7" name="Google Shape;7717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0" name="Google Shape;774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1" name="Google Shape;774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2" name="Google Shape;7742;p48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7743" name="Google Shape;774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1" name="Google Shape;7711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44" name="Google Shape;7744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45" name="Google Shape;7745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6" name="Google Shape;7746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7" name="Google Shape;7747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8" name="Google Shape;7748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9" name="Google Shape;7749;p48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7750" name="Google Shape;7750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0" name="Google Shape;7710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51" name="Google Shape;775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52" name="Google Shape;775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3" name="Google Shape;775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4" name="Google Shape;775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5" name="Google Shape;775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56" name="Google Shape;7756;p48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7757" name="Google Shape;7757;p48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8" name="Google Shape;7758;p48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7759" name="Google Shape;7759;p48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7760" name="Google Shape;7760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15" name="Google Shape;7715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61" name="Google Shape;7761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62" name="Google Shape;7762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3" name="Google Shape;7763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4" name="Google Shape;7764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5" name="Google Shape;7765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66" name="Google Shape;7766;p48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7713" name="Google Shape;7713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67" name="Google Shape;7767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68" name="Google Shape;7768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69" name="Google Shape;7769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0" name="Google Shape;7770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1" name="Google Shape;7771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2" name="Google Shape;7772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773" name="Google Shape;7773;p48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4" name="Google Shape;7774;p48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5" name="Google Shape;7775;p48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6" name="Google Shape;7776;p48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77" name="Google Shape;7777;p48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7778" name="Google Shape;7778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9" name="Google Shape;7779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780" name="Google Shape;7780;p48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7781" name="Google Shape;7781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2" name="Google Shape;7782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7783" name="Google Shape;7783;p48"/>
          <p:cNvCxnSpPr/>
          <p:nvPr/>
        </p:nvCxnSpPr>
        <p:spPr>
          <a:xfrm>
            <a:off x="2801850" y="4156772"/>
            <a:ext cx="560912" cy="2987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4" name="Google Shape;7784;p48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7785" name="Google Shape;778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786" name="Google Shape;778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787" name="Google Shape;778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88" name="Google Shape;778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9" name="Google Shape;778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0" name="Google Shape;779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1" name="Google Shape;779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792" name="Google Shape;7792;p48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93" name="Google Shape;7793;p48"/>
          <p:cNvGrpSpPr/>
          <p:nvPr/>
        </p:nvGrpSpPr>
        <p:grpSpPr>
          <a:xfrm>
            <a:off x="4461581" y="5447247"/>
            <a:ext cx="2216150" cy="533562"/>
            <a:chOff x="4461581" y="5447247"/>
            <a:chExt cx="2216150" cy="533562"/>
          </a:xfrm>
        </p:grpSpPr>
        <p:cxnSp>
          <p:nvCxnSpPr>
            <p:cNvPr id="7794" name="Google Shape;7794;p48"/>
            <p:cNvCxnSpPr/>
            <p:nvPr/>
          </p:nvCxnSpPr>
          <p:spPr>
            <a:xfrm rot="10800000">
              <a:off x="6157031" y="5810947"/>
              <a:ext cx="520700" cy="1698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95" name="Google Shape;7795;p48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96" name="Google Shape;7796;p48"/>
            <p:cNvCxnSpPr/>
            <p:nvPr/>
          </p:nvCxnSpPr>
          <p:spPr>
            <a:xfrm flipH="1" rot="10800000">
              <a:off x="4461581" y="5815709"/>
              <a:ext cx="306387" cy="165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97" name="Google Shape;7797;p48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7798" name="Google Shape;7798;p48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7799" name="Google Shape;7799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0" name="Google Shape;7800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1" name="Google Shape;7801;p48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7802" name="Google Shape;7802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3" name="Google Shape;7803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4" name="Google Shape;7804;p48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7805" name="Google Shape;7805;p48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6" name="Google Shape;7806;p48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807" name="Google Shape;7807;p48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7808" name="Google Shape;7808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09" name="Google Shape;7809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10" name="Google Shape;7810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11" name="Google Shape;7811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2" name="Google Shape;7812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3" name="Google Shape;7813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4" name="Google Shape;7814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15" name="Google Shape;7815;p48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6" name="Google Shape;7816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1" name="Shape 7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2" name="Google Shape;7822;p49"/>
          <p:cNvSpPr/>
          <p:nvPr/>
        </p:nvSpPr>
        <p:spPr>
          <a:xfrm rot="5400000">
            <a:off x="2030588" y="3754605"/>
            <a:ext cx="1252537" cy="381000"/>
          </a:xfrm>
          <a:prstGeom prst="ellipse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3" name="Google Shape;7823;p49"/>
          <p:cNvSpPr/>
          <p:nvPr/>
        </p:nvSpPr>
        <p:spPr>
          <a:xfrm>
            <a:off x="2884400" y="2782791"/>
            <a:ext cx="3475038" cy="13811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24" name="Google Shape;7824;p49"/>
          <p:cNvCxnSpPr/>
          <p:nvPr/>
        </p:nvCxnSpPr>
        <p:spPr>
          <a:xfrm>
            <a:off x="4108363" y="3025678"/>
            <a:ext cx="1146175" cy="730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5" name="Google Shape;7825;p49"/>
          <p:cNvCxnSpPr/>
          <p:nvPr/>
        </p:nvCxnSpPr>
        <p:spPr>
          <a:xfrm>
            <a:off x="4702088" y="3325716"/>
            <a:ext cx="130175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6" name="Google Shape;7826;p49"/>
          <p:cNvCxnSpPr/>
          <p:nvPr/>
        </p:nvCxnSpPr>
        <p:spPr>
          <a:xfrm flipH="1" rot="10800000">
            <a:off x="4486188" y="3530503"/>
            <a:ext cx="263525" cy="460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7" name="Google Shape;7827;p49"/>
          <p:cNvCxnSpPr/>
          <p:nvPr/>
        </p:nvCxnSpPr>
        <p:spPr>
          <a:xfrm flipH="1" rot="10800000">
            <a:off x="4165513" y="3354291"/>
            <a:ext cx="209550" cy="1095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8" name="Google Shape;7828;p49"/>
          <p:cNvCxnSpPr/>
          <p:nvPr/>
        </p:nvCxnSpPr>
        <p:spPr>
          <a:xfrm flipH="1" rot="10800000">
            <a:off x="3827375" y="3654328"/>
            <a:ext cx="222250" cy="984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9" name="Google Shape;7829;p49"/>
          <p:cNvCxnSpPr/>
          <p:nvPr/>
        </p:nvCxnSpPr>
        <p:spPr>
          <a:xfrm flipH="1" rot="10800000">
            <a:off x="4719550" y="3579716"/>
            <a:ext cx="273050" cy="25400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0" name="Google Shape;7830;p49"/>
          <p:cNvCxnSpPr/>
          <p:nvPr/>
        </p:nvCxnSpPr>
        <p:spPr>
          <a:xfrm rot="10800000">
            <a:off x="5251363" y="3565428"/>
            <a:ext cx="387350" cy="1254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1" name="Google Shape;7831;p49"/>
          <p:cNvCxnSpPr/>
          <p:nvPr/>
        </p:nvCxnSpPr>
        <p:spPr>
          <a:xfrm flipH="1" rot="10800000">
            <a:off x="5237075" y="3216178"/>
            <a:ext cx="307975" cy="19843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2" name="Google Shape;7832;p49"/>
          <p:cNvCxnSpPr/>
          <p:nvPr/>
        </p:nvCxnSpPr>
        <p:spPr>
          <a:xfrm rot="10800000">
            <a:off x="4109950" y="3086003"/>
            <a:ext cx="246063" cy="873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3" name="Google Shape;7833;p49"/>
          <p:cNvSpPr txBox="1"/>
          <p:nvPr/>
        </p:nvSpPr>
        <p:spPr>
          <a:xfrm>
            <a:off x="3044738" y="3127278"/>
            <a:ext cx="8066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A</a:t>
            </a:r>
            <a:endParaRPr/>
          </a:p>
        </p:txBody>
      </p:sp>
      <p:grpSp>
        <p:nvGrpSpPr>
          <p:cNvPr id="7834" name="Google Shape;7834;p49"/>
          <p:cNvGrpSpPr/>
          <p:nvPr/>
        </p:nvGrpSpPr>
        <p:grpSpPr>
          <a:xfrm>
            <a:off x="4779875" y="3395180"/>
            <a:ext cx="541338" cy="223023"/>
            <a:chOff x="7493876" y="2774731"/>
            <a:chExt cx="1481958" cy="894622"/>
          </a:xfrm>
        </p:grpSpPr>
        <p:sp>
          <p:nvSpPr>
            <p:cNvPr id="7835" name="Google Shape;783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36" name="Google Shape;783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37" name="Google Shape;783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38" name="Google Shape;783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9" name="Google Shape;783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0" name="Google Shape;784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1" name="Google Shape;784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42" name="Google Shape;7842;p49"/>
          <p:cNvGrpSpPr/>
          <p:nvPr/>
        </p:nvGrpSpPr>
        <p:grpSpPr>
          <a:xfrm>
            <a:off x="4228292" y="3150704"/>
            <a:ext cx="541338" cy="223023"/>
            <a:chOff x="7493876" y="2774731"/>
            <a:chExt cx="1481958" cy="894622"/>
          </a:xfrm>
        </p:grpSpPr>
        <p:sp>
          <p:nvSpPr>
            <p:cNvPr id="7843" name="Google Shape;784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44" name="Google Shape;784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45" name="Google Shape;784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46" name="Google Shape;784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7" name="Google Shape;784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8" name="Google Shape;784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9" name="Google Shape;784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50" name="Google Shape;7850;p49"/>
          <p:cNvGrpSpPr/>
          <p:nvPr/>
        </p:nvGrpSpPr>
        <p:grpSpPr>
          <a:xfrm>
            <a:off x="3972632" y="3451642"/>
            <a:ext cx="541338" cy="223023"/>
            <a:chOff x="7493876" y="2774731"/>
            <a:chExt cx="1481958" cy="894622"/>
          </a:xfrm>
        </p:grpSpPr>
        <p:sp>
          <p:nvSpPr>
            <p:cNvPr id="7851" name="Google Shape;785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52" name="Google Shape;785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53" name="Google Shape;785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54" name="Google Shape;785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5" name="Google Shape;785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6" name="Google Shape;785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7" name="Google Shape;785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58" name="Google Shape;7858;p49"/>
          <p:cNvSpPr/>
          <p:nvPr/>
        </p:nvSpPr>
        <p:spPr>
          <a:xfrm>
            <a:off x="2671675" y="4260753"/>
            <a:ext cx="2941638" cy="132397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9" name="Google Shape;7859;p49"/>
          <p:cNvCxnSpPr/>
          <p:nvPr/>
        </p:nvCxnSpPr>
        <p:spPr>
          <a:xfrm>
            <a:off x="3706725" y="4494116"/>
            <a:ext cx="969963" cy="682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0" name="Google Shape;7860;p49"/>
          <p:cNvCxnSpPr/>
          <p:nvPr/>
        </p:nvCxnSpPr>
        <p:spPr>
          <a:xfrm>
            <a:off x="4209963" y="4781453"/>
            <a:ext cx="109537" cy="793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1" name="Google Shape;7861;p49"/>
          <p:cNvCxnSpPr/>
          <p:nvPr/>
        </p:nvCxnSpPr>
        <p:spPr>
          <a:xfrm flipH="1" rot="10800000">
            <a:off x="4027400" y="4976716"/>
            <a:ext cx="222250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2" name="Google Shape;7862;p49"/>
          <p:cNvCxnSpPr/>
          <p:nvPr/>
        </p:nvCxnSpPr>
        <p:spPr>
          <a:xfrm flipH="1" rot="10800000">
            <a:off x="3754350" y="4808441"/>
            <a:ext cx="177800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3" name="Google Shape;7863;p49"/>
          <p:cNvCxnSpPr/>
          <p:nvPr/>
        </p:nvCxnSpPr>
        <p:spPr>
          <a:xfrm flipH="1" rot="10800000">
            <a:off x="3468600" y="5095778"/>
            <a:ext cx="188913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4" name="Google Shape;7864;p49"/>
          <p:cNvCxnSpPr/>
          <p:nvPr/>
        </p:nvCxnSpPr>
        <p:spPr>
          <a:xfrm flipH="1" rot="10800000">
            <a:off x="4224250" y="5024341"/>
            <a:ext cx="231775" cy="24447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5" name="Google Shape;7865;p49"/>
          <p:cNvCxnSpPr/>
          <p:nvPr/>
        </p:nvCxnSpPr>
        <p:spPr>
          <a:xfrm rot="10800000">
            <a:off x="4675100" y="5011641"/>
            <a:ext cx="327025" cy="1190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6" name="Google Shape;7866;p49"/>
          <p:cNvCxnSpPr/>
          <p:nvPr/>
        </p:nvCxnSpPr>
        <p:spPr>
          <a:xfrm flipH="1" rot="10800000">
            <a:off x="4662400" y="4676678"/>
            <a:ext cx="260350" cy="188913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7" name="Google Shape;7867;p49"/>
          <p:cNvCxnSpPr/>
          <p:nvPr/>
        </p:nvCxnSpPr>
        <p:spPr>
          <a:xfrm rot="10800000">
            <a:off x="3708313" y="4551266"/>
            <a:ext cx="207962" cy="84137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8" name="Google Shape;7868;p49"/>
          <p:cNvSpPr txBox="1"/>
          <p:nvPr/>
        </p:nvSpPr>
        <p:spPr>
          <a:xfrm>
            <a:off x="2806613" y="4590953"/>
            <a:ext cx="7889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C</a:t>
            </a:r>
            <a:endParaRPr/>
          </a:p>
        </p:txBody>
      </p:sp>
      <p:sp>
        <p:nvSpPr>
          <p:cNvPr id="7869" name="Google Shape;7869;p49"/>
          <p:cNvSpPr/>
          <p:nvPr/>
        </p:nvSpPr>
        <p:spPr>
          <a:xfrm>
            <a:off x="5765713" y="3706716"/>
            <a:ext cx="3219450" cy="1343025"/>
          </a:xfrm>
          <a:prstGeom prst="ellipse">
            <a:avLst/>
          </a:prstGeom>
          <a:solidFill>
            <a:srgbClr val="3C6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70" name="Google Shape;7870;p49"/>
          <p:cNvCxnSpPr/>
          <p:nvPr/>
        </p:nvCxnSpPr>
        <p:spPr>
          <a:xfrm>
            <a:off x="6899188" y="3943253"/>
            <a:ext cx="1062037" cy="698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1" name="Google Shape;7871;p49"/>
          <p:cNvCxnSpPr/>
          <p:nvPr/>
        </p:nvCxnSpPr>
        <p:spPr>
          <a:xfrm>
            <a:off x="7450050" y="4233766"/>
            <a:ext cx="120650" cy="825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2" name="Google Shape;7872;p49"/>
          <p:cNvCxnSpPr/>
          <p:nvPr/>
        </p:nvCxnSpPr>
        <p:spPr>
          <a:xfrm flipH="1" rot="10800000">
            <a:off x="7250025" y="4433791"/>
            <a:ext cx="242888" cy="444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3" name="Google Shape;7873;p49"/>
          <p:cNvCxnSpPr/>
          <p:nvPr/>
        </p:nvCxnSpPr>
        <p:spPr>
          <a:xfrm flipH="1" rot="10800000">
            <a:off x="6951575" y="4262341"/>
            <a:ext cx="195263" cy="106362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4" name="Google Shape;7874;p49"/>
          <p:cNvCxnSpPr/>
          <p:nvPr/>
        </p:nvCxnSpPr>
        <p:spPr>
          <a:xfrm flipH="1" rot="10800000">
            <a:off x="6638838" y="4554441"/>
            <a:ext cx="206375" cy="952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5" name="Google Shape;7875;p49"/>
          <p:cNvCxnSpPr/>
          <p:nvPr/>
        </p:nvCxnSpPr>
        <p:spPr>
          <a:xfrm flipH="1" rot="10800000">
            <a:off x="7465925" y="4481416"/>
            <a:ext cx="254000" cy="247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6" name="Google Shape;7876;p49"/>
          <p:cNvCxnSpPr/>
          <p:nvPr/>
        </p:nvCxnSpPr>
        <p:spPr>
          <a:xfrm rot="10800000">
            <a:off x="7929475" y="4460778"/>
            <a:ext cx="358775" cy="12065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7" name="Google Shape;7877;p49"/>
          <p:cNvCxnSpPr/>
          <p:nvPr/>
        </p:nvCxnSpPr>
        <p:spPr>
          <a:xfrm flipH="1" rot="10800000">
            <a:off x="7945350" y="4127403"/>
            <a:ext cx="285750" cy="192088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8" name="Google Shape;7878;p49"/>
          <p:cNvCxnSpPr/>
          <p:nvPr/>
        </p:nvCxnSpPr>
        <p:spPr>
          <a:xfrm rot="10800000">
            <a:off x="6900775" y="4000403"/>
            <a:ext cx="227013" cy="85725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79" name="Google Shape;7879;p49"/>
          <p:cNvSpPr txBox="1"/>
          <p:nvPr/>
        </p:nvSpPr>
        <p:spPr>
          <a:xfrm>
            <a:off x="5914938" y="4040091"/>
            <a:ext cx="795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B</a:t>
            </a:r>
            <a:endParaRPr/>
          </a:p>
        </p:txBody>
      </p:sp>
      <p:cxnSp>
        <p:nvCxnSpPr>
          <p:cNvPr id="7880" name="Google Shape;7880;p49"/>
          <p:cNvCxnSpPr/>
          <p:nvPr/>
        </p:nvCxnSpPr>
        <p:spPr>
          <a:xfrm>
            <a:off x="3533688" y="2666903"/>
            <a:ext cx="238125" cy="261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1" name="Google Shape;7881;p49"/>
          <p:cNvCxnSpPr/>
          <p:nvPr/>
        </p:nvCxnSpPr>
        <p:spPr>
          <a:xfrm>
            <a:off x="5067213" y="2468466"/>
            <a:ext cx="307975" cy="5730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2" name="Google Shape;7882;p49"/>
          <p:cNvCxnSpPr/>
          <p:nvPr/>
        </p:nvCxnSpPr>
        <p:spPr>
          <a:xfrm flipH="1">
            <a:off x="5576800" y="2446241"/>
            <a:ext cx="384175" cy="5794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3" name="Google Shape;7883;p49"/>
          <p:cNvCxnSpPr/>
          <p:nvPr/>
        </p:nvCxnSpPr>
        <p:spPr>
          <a:xfrm>
            <a:off x="7921538" y="2957416"/>
            <a:ext cx="215900" cy="10461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4" name="Google Shape;7884;p49"/>
          <p:cNvCxnSpPr/>
          <p:nvPr/>
        </p:nvCxnSpPr>
        <p:spPr>
          <a:xfrm flipH="1">
            <a:off x="8288250" y="3308253"/>
            <a:ext cx="241300" cy="692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5" name="Google Shape;7885;p49"/>
          <p:cNvCxnSpPr/>
          <p:nvPr/>
        </p:nvCxnSpPr>
        <p:spPr>
          <a:xfrm rot="10800000">
            <a:off x="8605750" y="4630641"/>
            <a:ext cx="796925" cy="6143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6" name="Google Shape;7886;p49"/>
          <p:cNvCxnSpPr/>
          <p:nvPr/>
        </p:nvCxnSpPr>
        <p:spPr>
          <a:xfrm flipH="1" rot="10800000">
            <a:off x="2941550" y="5218016"/>
            <a:ext cx="401638" cy="209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7" name="Google Shape;7887;p49"/>
          <p:cNvCxnSpPr/>
          <p:nvPr/>
        </p:nvCxnSpPr>
        <p:spPr>
          <a:xfrm>
            <a:off x="2535150" y="5075141"/>
            <a:ext cx="450850" cy="1158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8" name="Google Shape;7888;p49"/>
          <p:cNvCxnSpPr/>
          <p:nvPr/>
        </p:nvCxnSpPr>
        <p:spPr>
          <a:xfrm rot="10800000">
            <a:off x="7646900" y="4779866"/>
            <a:ext cx="1047750" cy="9667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9" name="Google Shape;7889;p49"/>
          <p:cNvCxnSpPr/>
          <p:nvPr/>
        </p:nvCxnSpPr>
        <p:spPr>
          <a:xfrm flipH="1">
            <a:off x="8716875" y="4368703"/>
            <a:ext cx="541338" cy="2492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90" name="Google Shape;7890;p49"/>
          <p:cNvGrpSpPr/>
          <p:nvPr/>
        </p:nvGrpSpPr>
        <p:grpSpPr>
          <a:xfrm>
            <a:off x="5192625" y="3007829"/>
            <a:ext cx="541338" cy="223023"/>
            <a:chOff x="7493876" y="2774731"/>
            <a:chExt cx="1481958" cy="894622"/>
          </a:xfrm>
        </p:grpSpPr>
        <p:sp>
          <p:nvSpPr>
            <p:cNvPr id="7891" name="Google Shape;789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892" name="Google Shape;789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893" name="Google Shape;789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94" name="Google Shape;789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5" name="Google Shape;789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6" name="Google Shape;789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7" name="Google Shape;789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98" name="Google Shape;7898;p49"/>
          <p:cNvGrpSpPr/>
          <p:nvPr/>
        </p:nvGrpSpPr>
        <p:grpSpPr>
          <a:xfrm>
            <a:off x="3621872" y="2908203"/>
            <a:ext cx="541338" cy="223023"/>
            <a:chOff x="7493876" y="2774731"/>
            <a:chExt cx="1481958" cy="894622"/>
          </a:xfrm>
        </p:grpSpPr>
        <p:sp>
          <p:nvSpPr>
            <p:cNvPr id="7899" name="Google Shape;789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00" name="Google Shape;790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1" name="Google Shape;790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02" name="Google Shape;790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3" name="Google Shape;790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4" name="Google Shape;790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5" name="Google Shape;790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06" name="Google Shape;7906;p49"/>
          <p:cNvGrpSpPr/>
          <p:nvPr/>
        </p:nvGrpSpPr>
        <p:grpSpPr>
          <a:xfrm>
            <a:off x="8182681" y="4501444"/>
            <a:ext cx="541338" cy="223023"/>
            <a:chOff x="7493876" y="2774731"/>
            <a:chExt cx="1481958" cy="894622"/>
          </a:xfrm>
        </p:grpSpPr>
        <p:sp>
          <p:nvSpPr>
            <p:cNvPr id="7907" name="Google Shape;790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08" name="Google Shape;790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09" name="Google Shape;790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10" name="Google Shape;791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1" name="Google Shape;791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2" name="Google Shape;791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3" name="Google Shape;791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14" name="Google Shape;7914;p49"/>
          <p:cNvGrpSpPr/>
          <p:nvPr/>
        </p:nvGrpSpPr>
        <p:grpSpPr>
          <a:xfrm>
            <a:off x="7469673" y="4278623"/>
            <a:ext cx="541338" cy="223023"/>
            <a:chOff x="7493876" y="2774731"/>
            <a:chExt cx="1481958" cy="894622"/>
          </a:xfrm>
        </p:grpSpPr>
        <p:sp>
          <p:nvSpPr>
            <p:cNvPr id="7915" name="Google Shape;791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16" name="Google Shape;791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17" name="Google Shape;791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18" name="Google Shape;791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9" name="Google Shape;791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0" name="Google Shape;792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1" name="Google Shape;792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22" name="Google Shape;7922;p49"/>
          <p:cNvGrpSpPr/>
          <p:nvPr/>
        </p:nvGrpSpPr>
        <p:grpSpPr>
          <a:xfrm>
            <a:off x="6979356" y="4059569"/>
            <a:ext cx="541338" cy="223023"/>
            <a:chOff x="7493876" y="2774731"/>
            <a:chExt cx="1481958" cy="894622"/>
          </a:xfrm>
        </p:grpSpPr>
        <p:sp>
          <p:nvSpPr>
            <p:cNvPr id="7923" name="Google Shape;792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24" name="Google Shape;792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25" name="Google Shape;792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26" name="Google Shape;792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7" name="Google Shape;792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8" name="Google Shape;792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9" name="Google Shape;792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30" name="Google Shape;7930;p49"/>
          <p:cNvGrpSpPr/>
          <p:nvPr/>
        </p:nvGrpSpPr>
        <p:grpSpPr>
          <a:xfrm>
            <a:off x="6723616" y="4366729"/>
            <a:ext cx="541338" cy="223023"/>
            <a:chOff x="7493876" y="2774731"/>
            <a:chExt cx="1481958" cy="894622"/>
          </a:xfrm>
        </p:grpSpPr>
        <p:sp>
          <p:nvSpPr>
            <p:cNvPr id="7931" name="Google Shape;793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32" name="Google Shape;793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33" name="Google Shape;793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34" name="Google Shape;793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5" name="Google Shape;793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6" name="Google Shape;793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7" name="Google Shape;793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38" name="Google Shape;7938;p49"/>
          <p:cNvGrpSpPr/>
          <p:nvPr/>
        </p:nvGrpSpPr>
        <p:grpSpPr>
          <a:xfrm>
            <a:off x="3740086" y="4631455"/>
            <a:ext cx="541338" cy="223023"/>
            <a:chOff x="7493876" y="2774731"/>
            <a:chExt cx="1481958" cy="894622"/>
          </a:xfrm>
        </p:grpSpPr>
        <p:sp>
          <p:nvSpPr>
            <p:cNvPr id="7939" name="Google Shape;793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40" name="Google Shape;794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41" name="Google Shape;794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42" name="Google Shape;794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3" name="Google Shape;794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4" name="Google Shape;794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5" name="Google Shape;794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46" name="Google Shape;7946;p49"/>
          <p:cNvGrpSpPr/>
          <p:nvPr/>
        </p:nvGrpSpPr>
        <p:grpSpPr>
          <a:xfrm>
            <a:off x="3500746" y="4902845"/>
            <a:ext cx="541338" cy="223023"/>
            <a:chOff x="7493876" y="2774731"/>
            <a:chExt cx="1481958" cy="894622"/>
          </a:xfrm>
        </p:grpSpPr>
        <p:sp>
          <p:nvSpPr>
            <p:cNvPr id="7947" name="Google Shape;7947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48" name="Google Shape;7948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49" name="Google Shape;7949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50" name="Google Shape;7950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1" name="Google Shape;7951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2" name="Google Shape;7952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3" name="Google Shape;7953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54" name="Google Shape;7954;p49"/>
          <p:cNvGrpSpPr/>
          <p:nvPr/>
        </p:nvGrpSpPr>
        <p:grpSpPr>
          <a:xfrm>
            <a:off x="2989969" y="5089246"/>
            <a:ext cx="541338" cy="223023"/>
            <a:chOff x="7493876" y="2774731"/>
            <a:chExt cx="1481958" cy="894622"/>
          </a:xfrm>
        </p:grpSpPr>
        <p:sp>
          <p:nvSpPr>
            <p:cNvPr id="7955" name="Google Shape;795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56" name="Google Shape;795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57" name="Google Shape;795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58" name="Google Shape;795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9" name="Google Shape;795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0" name="Google Shape;796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1" name="Google Shape;796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62" name="Google Shape;7962;p49"/>
          <p:cNvGrpSpPr/>
          <p:nvPr/>
        </p:nvGrpSpPr>
        <p:grpSpPr>
          <a:xfrm>
            <a:off x="4023882" y="5178456"/>
            <a:ext cx="541338" cy="223023"/>
            <a:chOff x="7493876" y="2774731"/>
            <a:chExt cx="1481958" cy="894622"/>
          </a:xfrm>
        </p:grpSpPr>
        <p:sp>
          <p:nvSpPr>
            <p:cNvPr id="7963" name="Google Shape;796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7964" name="Google Shape;796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7965" name="Google Shape;796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66" name="Google Shape;796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7" name="Google Shape;796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8" name="Google Shape;796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9" name="Google Shape;796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70" name="Google Shape;7970;p49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grpSp>
        <p:nvGrpSpPr>
          <p:cNvPr id="7971" name="Google Shape;7971;p49"/>
          <p:cNvGrpSpPr/>
          <p:nvPr/>
        </p:nvGrpSpPr>
        <p:grpSpPr>
          <a:xfrm>
            <a:off x="2994584" y="2310458"/>
            <a:ext cx="648509" cy="418221"/>
            <a:chOff x="3053396" y="4304255"/>
            <a:chExt cx="648422" cy="418253"/>
          </a:xfrm>
        </p:grpSpPr>
        <p:sp>
          <p:nvSpPr>
            <p:cNvPr id="7972" name="Google Shape;797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3" name="Google Shape;797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74" name="Google Shape;7974;p49"/>
          <p:cNvGrpSpPr/>
          <p:nvPr/>
        </p:nvGrpSpPr>
        <p:grpSpPr>
          <a:xfrm>
            <a:off x="7503691" y="2564438"/>
            <a:ext cx="648509" cy="418221"/>
            <a:chOff x="3053396" y="4304255"/>
            <a:chExt cx="648422" cy="418253"/>
          </a:xfrm>
        </p:grpSpPr>
        <p:sp>
          <p:nvSpPr>
            <p:cNvPr id="7975" name="Google Shape;7975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6" name="Google Shape;7976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77" name="Google Shape;7977;p49"/>
          <p:cNvGrpSpPr/>
          <p:nvPr/>
        </p:nvGrpSpPr>
        <p:grpSpPr>
          <a:xfrm>
            <a:off x="2410305" y="5421718"/>
            <a:ext cx="648509" cy="418221"/>
            <a:chOff x="3053396" y="4304255"/>
            <a:chExt cx="648422" cy="418253"/>
          </a:xfrm>
        </p:grpSpPr>
        <p:sp>
          <p:nvSpPr>
            <p:cNvPr id="7978" name="Google Shape;7978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9" name="Google Shape;7979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0" name="Google Shape;7980;p49"/>
          <p:cNvGrpSpPr/>
          <p:nvPr/>
        </p:nvGrpSpPr>
        <p:grpSpPr>
          <a:xfrm>
            <a:off x="1991149" y="4799466"/>
            <a:ext cx="648509" cy="418221"/>
            <a:chOff x="3053396" y="4304255"/>
            <a:chExt cx="648422" cy="418253"/>
          </a:xfrm>
        </p:grpSpPr>
        <p:sp>
          <p:nvSpPr>
            <p:cNvPr id="7981" name="Google Shape;7981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2" name="Google Shape;7982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3" name="Google Shape;7983;p49"/>
          <p:cNvGrpSpPr/>
          <p:nvPr/>
        </p:nvGrpSpPr>
        <p:grpSpPr>
          <a:xfrm>
            <a:off x="1762518" y="4139117"/>
            <a:ext cx="648509" cy="418221"/>
            <a:chOff x="3053396" y="4304255"/>
            <a:chExt cx="648422" cy="418253"/>
          </a:xfrm>
        </p:grpSpPr>
        <p:sp>
          <p:nvSpPr>
            <p:cNvPr id="7984" name="Google Shape;7984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5" name="Google Shape;7985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6" name="Google Shape;7986;p49"/>
          <p:cNvGrpSpPr/>
          <p:nvPr/>
        </p:nvGrpSpPr>
        <p:grpSpPr>
          <a:xfrm>
            <a:off x="8253092" y="2996205"/>
            <a:ext cx="648509" cy="418221"/>
            <a:chOff x="3053396" y="4304255"/>
            <a:chExt cx="648422" cy="418253"/>
          </a:xfrm>
        </p:grpSpPr>
        <p:sp>
          <p:nvSpPr>
            <p:cNvPr id="7987" name="Google Shape;7987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8" name="Google Shape;7988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89" name="Google Shape;7989;p49"/>
          <p:cNvGrpSpPr/>
          <p:nvPr/>
        </p:nvGrpSpPr>
        <p:grpSpPr>
          <a:xfrm>
            <a:off x="4595000" y="2069176"/>
            <a:ext cx="648509" cy="418221"/>
            <a:chOff x="3053396" y="4304255"/>
            <a:chExt cx="648422" cy="418253"/>
          </a:xfrm>
        </p:grpSpPr>
        <p:sp>
          <p:nvSpPr>
            <p:cNvPr id="7990" name="Google Shape;7990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1" name="Google Shape;7991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2" name="Google Shape;7992;p49"/>
          <p:cNvGrpSpPr/>
          <p:nvPr/>
        </p:nvGrpSpPr>
        <p:grpSpPr>
          <a:xfrm>
            <a:off x="5509523" y="2043778"/>
            <a:ext cx="648509" cy="418221"/>
            <a:chOff x="3053396" y="4304255"/>
            <a:chExt cx="648422" cy="418253"/>
          </a:xfrm>
        </p:grpSpPr>
        <p:sp>
          <p:nvSpPr>
            <p:cNvPr id="7993" name="Google Shape;7993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4" name="Google Shape;7994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5" name="Google Shape;7995;p49"/>
          <p:cNvGrpSpPr/>
          <p:nvPr/>
        </p:nvGrpSpPr>
        <p:grpSpPr>
          <a:xfrm>
            <a:off x="8570635" y="5675699"/>
            <a:ext cx="648509" cy="418221"/>
            <a:chOff x="3053396" y="4304255"/>
            <a:chExt cx="648422" cy="418253"/>
          </a:xfrm>
        </p:grpSpPr>
        <p:sp>
          <p:nvSpPr>
            <p:cNvPr id="7996" name="Google Shape;7996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7" name="Google Shape;7997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7998" name="Google Shape;7998;p49"/>
          <p:cNvGrpSpPr/>
          <p:nvPr/>
        </p:nvGrpSpPr>
        <p:grpSpPr>
          <a:xfrm>
            <a:off x="9408948" y="5028049"/>
            <a:ext cx="648509" cy="418221"/>
            <a:chOff x="3053396" y="4304255"/>
            <a:chExt cx="648422" cy="418253"/>
          </a:xfrm>
        </p:grpSpPr>
        <p:sp>
          <p:nvSpPr>
            <p:cNvPr id="7999" name="Google Shape;7999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0" name="Google Shape;8000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001" name="Google Shape;8001;p49"/>
          <p:cNvGrpSpPr/>
          <p:nvPr/>
        </p:nvGrpSpPr>
        <p:grpSpPr>
          <a:xfrm>
            <a:off x="9180317" y="4113719"/>
            <a:ext cx="648509" cy="418221"/>
            <a:chOff x="3053396" y="4304255"/>
            <a:chExt cx="648422" cy="418253"/>
          </a:xfrm>
        </p:grpSpPr>
        <p:sp>
          <p:nvSpPr>
            <p:cNvPr id="8002" name="Google Shape;800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3" name="Google Shape;800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sp>
        <p:nvSpPr>
          <p:cNvPr id="8004" name="Google Shape;8004;p49"/>
          <p:cNvSpPr txBox="1"/>
          <p:nvPr/>
        </p:nvSpPr>
        <p:spPr>
          <a:xfrm rot="1053502">
            <a:off x="6609175" y="196862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5" name="Google Shape;8005;p49"/>
          <p:cNvSpPr txBox="1"/>
          <p:nvPr/>
        </p:nvSpPr>
        <p:spPr>
          <a:xfrm rot="2829263">
            <a:off x="8895540" y="3441660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6" name="Google Shape;8006;p49"/>
          <p:cNvSpPr txBox="1"/>
          <p:nvPr/>
        </p:nvSpPr>
        <p:spPr>
          <a:xfrm rot="9845918">
            <a:off x="7564044" y="595463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7" name="Google Shape;8007;p49"/>
          <p:cNvSpPr txBox="1"/>
          <p:nvPr/>
        </p:nvSpPr>
        <p:spPr>
          <a:xfrm rot="-9948738">
            <a:off x="3196001" y="5857999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8" name="Google Shape;8008;p49"/>
          <p:cNvSpPr txBox="1"/>
          <p:nvPr/>
        </p:nvSpPr>
        <p:spPr>
          <a:xfrm rot="-4992697">
            <a:off x="1609690" y="3551677"/>
            <a:ext cx="543697" cy="523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09" name="Google Shape;8009;p49"/>
          <p:cNvSpPr txBox="1"/>
          <p:nvPr/>
        </p:nvSpPr>
        <p:spPr>
          <a:xfrm rot="-1017263">
            <a:off x="3795672" y="1918514"/>
            <a:ext cx="54381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8010" name="Google Shape;8010;p49"/>
          <p:cNvSpPr txBox="1"/>
          <p:nvPr/>
        </p:nvSpPr>
        <p:spPr>
          <a:xfrm>
            <a:off x="851133" y="1142095"/>
            <a:ext cx="10824866" cy="834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and content provider networks  (e.g., Google, Microsoft,  Akamai) may run their own network, to bring services, content close to end users</a:t>
            </a:r>
            <a:endParaRPr/>
          </a:p>
        </p:txBody>
      </p:sp>
      <p:grpSp>
        <p:nvGrpSpPr>
          <p:cNvPr id="8011" name="Google Shape;8011;p49"/>
          <p:cNvGrpSpPr/>
          <p:nvPr/>
        </p:nvGrpSpPr>
        <p:grpSpPr>
          <a:xfrm>
            <a:off x="5736579" y="2899825"/>
            <a:ext cx="2272389" cy="1061009"/>
            <a:chOff x="4696844" y="2871032"/>
            <a:chExt cx="2272671" cy="1061113"/>
          </a:xfrm>
        </p:grpSpPr>
        <p:grpSp>
          <p:nvGrpSpPr>
            <p:cNvPr id="8012" name="Google Shape;8012;p49"/>
            <p:cNvGrpSpPr/>
            <p:nvPr/>
          </p:nvGrpSpPr>
          <p:grpSpPr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8013" name="Google Shape;8013;p49"/>
              <p:cNvSpPr/>
              <p:nvPr/>
            </p:nvSpPr>
            <p:spPr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4" name="Google Shape;8014;p49"/>
              <p:cNvSpPr txBox="1"/>
              <p:nvPr/>
            </p:nvSpPr>
            <p:spPr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IXP</a:t>
                </a:r>
                <a:endParaRPr/>
              </a:p>
            </p:txBody>
          </p:sp>
        </p:grpSp>
        <p:cxnSp>
          <p:nvCxnSpPr>
            <p:cNvPr id="8015" name="Google Shape;8015;p49"/>
            <p:cNvCxnSpPr/>
            <p:nvPr/>
          </p:nvCxnSpPr>
          <p:spPr>
            <a:xfrm>
              <a:off x="4696844" y="3073933"/>
              <a:ext cx="980347" cy="351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6" name="Google Shape;8016;p49"/>
            <p:cNvCxnSpPr>
              <a:endCxn id="8017" idx="1"/>
            </p:cNvCxnSpPr>
            <p:nvPr/>
          </p:nvCxnSpPr>
          <p:spPr>
            <a:xfrm>
              <a:off x="6137015" y="3146745"/>
              <a:ext cx="832500" cy="7854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18" name="Google Shape;8018;p49"/>
          <p:cNvGrpSpPr/>
          <p:nvPr/>
        </p:nvGrpSpPr>
        <p:grpSpPr>
          <a:xfrm>
            <a:off x="3570106" y="3762886"/>
            <a:ext cx="2938633" cy="1357363"/>
            <a:chOff x="2746015" y="3733001"/>
            <a:chExt cx="2937190" cy="1359445"/>
          </a:xfrm>
        </p:grpSpPr>
        <p:cxnSp>
          <p:nvCxnSpPr>
            <p:cNvPr id="8019" name="Google Shape;8019;p49"/>
            <p:cNvCxnSpPr>
              <a:stCxn id="8020" idx="5"/>
              <a:endCxn id="8021" idx="3"/>
            </p:cNvCxnSpPr>
            <p:nvPr/>
          </p:nvCxnSpPr>
          <p:spPr>
            <a:xfrm>
              <a:off x="5094305" y="3733001"/>
              <a:ext cx="588900" cy="2127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2" name="Google Shape;8022;p49"/>
            <p:cNvCxnSpPr>
              <a:stCxn id="8023" idx="5"/>
            </p:cNvCxnSpPr>
            <p:nvPr/>
          </p:nvCxnSpPr>
          <p:spPr>
            <a:xfrm flipH="1">
              <a:off x="2746015" y="3789080"/>
              <a:ext cx="54600" cy="6018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4" name="Google Shape;8024;p49"/>
            <p:cNvCxnSpPr>
              <a:endCxn id="8025" idx="3"/>
            </p:cNvCxnSpPr>
            <p:nvPr/>
          </p:nvCxnSpPr>
          <p:spPr>
            <a:xfrm flipH="1" rot="10800000">
              <a:off x="4424295" y="4701847"/>
              <a:ext cx="1074600" cy="39060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026" name="Google Shape;8026;p49"/>
          <p:cNvCxnSpPr>
            <a:stCxn id="8027" idx="2"/>
          </p:cNvCxnSpPr>
          <p:nvPr/>
        </p:nvCxnSpPr>
        <p:spPr>
          <a:xfrm flipH="1" rot="10800000">
            <a:off x="4982880" y="4309884"/>
            <a:ext cx="309000" cy="3078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8" name="Google Shape;8028;p49"/>
          <p:cNvCxnSpPr/>
          <p:nvPr/>
        </p:nvCxnSpPr>
        <p:spPr>
          <a:xfrm flipH="1" rot="10800000">
            <a:off x="5520180" y="3924252"/>
            <a:ext cx="929835" cy="367084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9" name="Google Shape;8029;p49"/>
          <p:cNvCxnSpPr>
            <a:stCxn id="8030" idx="2"/>
          </p:cNvCxnSpPr>
          <p:nvPr/>
        </p:nvCxnSpPr>
        <p:spPr>
          <a:xfrm>
            <a:off x="4815073" y="3947043"/>
            <a:ext cx="477000" cy="2775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31" name="Google Shape;8031;p49"/>
          <p:cNvGrpSpPr/>
          <p:nvPr/>
        </p:nvGrpSpPr>
        <p:grpSpPr>
          <a:xfrm>
            <a:off x="7929475" y="3939691"/>
            <a:ext cx="541338" cy="223023"/>
            <a:chOff x="7493876" y="2774731"/>
            <a:chExt cx="1481958" cy="894622"/>
          </a:xfrm>
        </p:grpSpPr>
        <p:sp>
          <p:nvSpPr>
            <p:cNvPr id="8032" name="Google Shape;8032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17" name="Google Shape;801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33" name="Google Shape;803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34" name="Google Shape;803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5" name="Google Shape;803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6" name="Google Shape;803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7" name="Google Shape;803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38" name="Google Shape;8038;p49"/>
          <p:cNvGrpSpPr/>
          <p:nvPr/>
        </p:nvGrpSpPr>
        <p:grpSpPr>
          <a:xfrm>
            <a:off x="4400287" y="3826770"/>
            <a:ext cx="541338" cy="223023"/>
            <a:chOff x="7493876" y="2774731"/>
            <a:chExt cx="1481958" cy="894622"/>
          </a:xfrm>
        </p:grpSpPr>
        <p:sp>
          <p:nvSpPr>
            <p:cNvPr id="8039" name="Google Shape;8039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0" name="Google Shape;804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41" name="Google Shape;804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2" name="Google Shape;804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0" name="Google Shape;803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3" name="Google Shape;8043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4" name="Google Shape;8044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45" name="Google Shape;8045;p49"/>
          <p:cNvGrpSpPr/>
          <p:nvPr/>
        </p:nvGrpSpPr>
        <p:grpSpPr>
          <a:xfrm>
            <a:off x="4568094" y="4497411"/>
            <a:ext cx="541338" cy="223023"/>
            <a:chOff x="7493876" y="2774731"/>
            <a:chExt cx="1481958" cy="894622"/>
          </a:xfrm>
        </p:grpSpPr>
        <p:sp>
          <p:nvSpPr>
            <p:cNvPr id="8046" name="Google Shape;8046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47" name="Google Shape;804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48" name="Google Shape;804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9" name="Google Shape;804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7" name="Google Shape;802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0" name="Google Shape;805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1" name="Google Shape;805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2" name="Google Shape;8052;p49"/>
          <p:cNvGrpSpPr/>
          <p:nvPr/>
        </p:nvGrpSpPr>
        <p:grpSpPr>
          <a:xfrm>
            <a:off x="6429198" y="3852093"/>
            <a:ext cx="541338" cy="223023"/>
            <a:chOff x="7493876" y="2774731"/>
            <a:chExt cx="1481958" cy="894622"/>
          </a:xfrm>
        </p:grpSpPr>
        <p:sp>
          <p:nvSpPr>
            <p:cNvPr id="8053" name="Google Shape;805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1" name="Google Shape;8021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54" name="Google Shape;8054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55" name="Google Shape;8055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6" name="Google Shape;8056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7" name="Google Shape;8057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8" name="Google Shape;8058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9" name="Google Shape;8059;p49"/>
          <p:cNvGrpSpPr/>
          <p:nvPr/>
        </p:nvGrpSpPr>
        <p:grpSpPr>
          <a:xfrm>
            <a:off x="5457737" y="3639654"/>
            <a:ext cx="541338" cy="223023"/>
            <a:chOff x="7493876" y="2774731"/>
            <a:chExt cx="1481958" cy="894622"/>
          </a:xfrm>
        </p:grpSpPr>
        <p:sp>
          <p:nvSpPr>
            <p:cNvPr id="8060" name="Google Shape;806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0" name="Google Shape;8020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61" name="Google Shape;806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62" name="Google Shape;806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3" name="Google Shape;806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4" name="Google Shape;806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5" name="Google Shape;806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66" name="Google Shape;8066;p49"/>
          <p:cNvGrpSpPr/>
          <p:nvPr/>
        </p:nvGrpSpPr>
        <p:grpSpPr>
          <a:xfrm>
            <a:off x="5119678" y="4119105"/>
            <a:ext cx="528442" cy="338554"/>
            <a:chOff x="5634518" y="2652249"/>
            <a:chExt cx="528092" cy="338174"/>
          </a:xfrm>
        </p:grpSpPr>
        <p:sp>
          <p:nvSpPr>
            <p:cNvPr id="8067" name="Google Shape;8067;p49"/>
            <p:cNvSpPr/>
            <p:nvPr/>
          </p:nvSpPr>
          <p:spPr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8" name="Google Shape;8068;p49"/>
            <p:cNvSpPr txBox="1"/>
            <p:nvPr/>
          </p:nvSpPr>
          <p:spPr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IXP</a:t>
              </a:r>
              <a:endParaRPr/>
            </a:p>
          </p:txBody>
        </p:sp>
      </p:grpSp>
      <p:grpSp>
        <p:nvGrpSpPr>
          <p:cNvPr id="8069" name="Google Shape;8069;p49"/>
          <p:cNvGrpSpPr/>
          <p:nvPr/>
        </p:nvGrpSpPr>
        <p:grpSpPr>
          <a:xfrm>
            <a:off x="6244846" y="4607015"/>
            <a:ext cx="541338" cy="223023"/>
            <a:chOff x="7493876" y="2774731"/>
            <a:chExt cx="1481958" cy="894622"/>
          </a:xfrm>
        </p:grpSpPr>
        <p:sp>
          <p:nvSpPr>
            <p:cNvPr id="8070" name="Google Shape;8070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25" name="Google Shape;8025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71" name="Google Shape;8071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72" name="Google Shape;8072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3" name="Google Shape;8073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4" name="Google Shape;8074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5" name="Google Shape;8075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76" name="Google Shape;8076;p49"/>
          <p:cNvGrpSpPr/>
          <p:nvPr/>
        </p:nvGrpSpPr>
        <p:grpSpPr>
          <a:xfrm>
            <a:off x="3355534" y="3674009"/>
            <a:ext cx="541338" cy="223023"/>
            <a:chOff x="7493876" y="2774731"/>
            <a:chExt cx="1481958" cy="894622"/>
          </a:xfrm>
        </p:grpSpPr>
        <p:sp>
          <p:nvSpPr>
            <p:cNvPr id="8023" name="Google Shape;802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77" name="Google Shape;8077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78" name="Google Shape;8078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79" name="Google Shape;8079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0" name="Google Shape;8080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1" name="Google Shape;8081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2" name="Google Shape;8082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083" name="Google Shape;8083;p49"/>
          <p:cNvCxnSpPr/>
          <p:nvPr/>
        </p:nvCxnSpPr>
        <p:spPr>
          <a:xfrm>
            <a:off x="2622407" y="3016153"/>
            <a:ext cx="38100" cy="3095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4" name="Google Shape;8084;p49"/>
          <p:cNvCxnSpPr/>
          <p:nvPr/>
        </p:nvCxnSpPr>
        <p:spPr>
          <a:xfrm>
            <a:off x="2401745" y="3297141"/>
            <a:ext cx="123825" cy="212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5" name="Google Shape;8085;p49"/>
          <p:cNvCxnSpPr/>
          <p:nvPr/>
        </p:nvCxnSpPr>
        <p:spPr>
          <a:xfrm flipH="1" rot="10800000">
            <a:off x="2322370" y="4394103"/>
            <a:ext cx="203200" cy="7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6" name="Google Shape;8086;p49"/>
          <p:cNvCxnSpPr/>
          <p:nvPr/>
        </p:nvCxnSpPr>
        <p:spPr>
          <a:xfrm flipH="1" rot="10800000">
            <a:off x="2851007" y="3849591"/>
            <a:ext cx="430213" cy="1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87" name="Google Shape;8087;p49"/>
          <p:cNvGrpSpPr/>
          <p:nvPr/>
        </p:nvGrpSpPr>
        <p:grpSpPr>
          <a:xfrm>
            <a:off x="2219780" y="2716827"/>
            <a:ext cx="648509" cy="418221"/>
            <a:chOff x="3053396" y="4304255"/>
            <a:chExt cx="648422" cy="418253"/>
          </a:xfrm>
        </p:grpSpPr>
        <p:sp>
          <p:nvSpPr>
            <p:cNvPr id="8088" name="Google Shape;8088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9" name="Google Shape;8089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090" name="Google Shape;8090;p49"/>
          <p:cNvGrpSpPr/>
          <p:nvPr/>
        </p:nvGrpSpPr>
        <p:grpSpPr>
          <a:xfrm>
            <a:off x="1838728" y="3110496"/>
            <a:ext cx="648509" cy="418221"/>
            <a:chOff x="3053396" y="4304255"/>
            <a:chExt cx="648422" cy="418253"/>
          </a:xfrm>
        </p:grpSpPr>
        <p:sp>
          <p:nvSpPr>
            <p:cNvPr id="8091" name="Google Shape;8091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2" name="Google Shape;8092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cxnSp>
        <p:nvCxnSpPr>
          <p:cNvPr id="8093" name="Google Shape;8093;p49"/>
          <p:cNvCxnSpPr/>
          <p:nvPr/>
        </p:nvCxnSpPr>
        <p:spPr>
          <a:xfrm>
            <a:off x="2828782" y="4163916"/>
            <a:ext cx="533980" cy="29158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4" name="Google Shape;8094;p49"/>
          <p:cNvGrpSpPr/>
          <p:nvPr/>
        </p:nvGrpSpPr>
        <p:grpSpPr>
          <a:xfrm>
            <a:off x="3292387" y="4376707"/>
            <a:ext cx="541338" cy="223023"/>
            <a:chOff x="7493876" y="2774731"/>
            <a:chExt cx="1481958" cy="894622"/>
          </a:xfrm>
        </p:grpSpPr>
        <p:sp>
          <p:nvSpPr>
            <p:cNvPr id="8095" name="Google Shape;809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96" name="Google Shape;809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97" name="Google Shape;809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8" name="Google Shape;809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9" name="Google Shape;809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0" name="Google Shape;810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1" name="Google Shape;810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102" name="Google Shape;8102;p49"/>
          <p:cNvCxnSpPr/>
          <p:nvPr/>
        </p:nvCxnSpPr>
        <p:spPr>
          <a:xfrm rot="10800000">
            <a:off x="5179131" y="5171184"/>
            <a:ext cx="371475" cy="9731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3" name="Google Shape;8103;p49"/>
          <p:cNvCxnSpPr/>
          <p:nvPr/>
        </p:nvCxnSpPr>
        <p:spPr>
          <a:xfrm rot="10800000">
            <a:off x="6157031" y="5810947"/>
            <a:ext cx="520700" cy="169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4" name="Google Shape;8104;p49"/>
          <p:cNvCxnSpPr/>
          <p:nvPr/>
        </p:nvCxnSpPr>
        <p:spPr>
          <a:xfrm flipH="1" rot="10800000">
            <a:off x="4461581" y="5815709"/>
            <a:ext cx="306387" cy="16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05" name="Google Shape;8105;p49"/>
          <p:cNvGrpSpPr/>
          <p:nvPr/>
        </p:nvGrpSpPr>
        <p:grpSpPr>
          <a:xfrm>
            <a:off x="4201247" y="5904281"/>
            <a:ext cx="648509" cy="418221"/>
            <a:chOff x="3053396" y="4304255"/>
            <a:chExt cx="648422" cy="418253"/>
          </a:xfrm>
        </p:grpSpPr>
        <p:sp>
          <p:nvSpPr>
            <p:cNvPr id="8106" name="Google Shape;8106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7" name="Google Shape;8107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08" name="Google Shape;8108;p49"/>
          <p:cNvGrpSpPr/>
          <p:nvPr/>
        </p:nvGrpSpPr>
        <p:grpSpPr>
          <a:xfrm>
            <a:off x="5420611" y="6056669"/>
            <a:ext cx="648509" cy="418221"/>
            <a:chOff x="3053396" y="4304255"/>
            <a:chExt cx="648422" cy="418253"/>
          </a:xfrm>
        </p:grpSpPr>
        <p:sp>
          <p:nvSpPr>
            <p:cNvPr id="8109" name="Google Shape;8109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0" name="Google Shape;8110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11" name="Google Shape;8111;p49"/>
          <p:cNvGrpSpPr/>
          <p:nvPr/>
        </p:nvGrpSpPr>
        <p:grpSpPr>
          <a:xfrm>
            <a:off x="6335134" y="5916980"/>
            <a:ext cx="648509" cy="418221"/>
            <a:chOff x="3053396" y="4304255"/>
            <a:chExt cx="648422" cy="418253"/>
          </a:xfrm>
        </p:grpSpPr>
        <p:sp>
          <p:nvSpPr>
            <p:cNvPr id="8112" name="Google Shape;8112;p49"/>
            <p:cNvSpPr/>
            <p:nvPr/>
          </p:nvSpPr>
          <p:spPr>
            <a:xfrm>
              <a:off x="3053396" y="4304255"/>
              <a:ext cx="596988" cy="418253"/>
            </a:xfrm>
            <a:custGeom>
              <a:rect b="b" l="l" r="r" t="t"/>
              <a:pathLst>
                <a:path extrusionOk="0" h="675" w="1036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3" name="Google Shape;8113;p49"/>
            <p:cNvSpPr txBox="1"/>
            <p:nvPr/>
          </p:nvSpPr>
          <p:spPr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</p:grpSp>
      <p:grpSp>
        <p:nvGrpSpPr>
          <p:cNvPr id="8114" name="Google Shape;8114;p49"/>
          <p:cNvGrpSpPr/>
          <p:nvPr/>
        </p:nvGrpSpPr>
        <p:grpSpPr>
          <a:xfrm>
            <a:off x="4812419" y="5011641"/>
            <a:ext cx="541338" cy="223023"/>
            <a:chOff x="7493876" y="2774731"/>
            <a:chExt cx="1481958" cy="894622"/>
          </a:xfrm>
        </p:grpSpPr>
        <p:sp>
          <p:nvSpPr>
            <p:cNvPr id="8115" name="Google Shape;8115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16" name="Google Shape;8116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17" name="Google Shape;8117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18" name="Google Shape;8118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9" name="Google Shape;8119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0" name="Google Shape;8120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1" name="Google Shape;8121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22" name="Google Shape;8122;p49"/>
          <p:cNvGrpSpPr/>
          <p:nvPr/>
        </p:nvGrpSpPr>
        <p:grpSpPr>
          <a:xfrm>
            <a:off x="2344724" y="2457440"/>
            <a:ext cx="6847328" cy="3478542"/>
            <a:chOff x="2344724" y="2457440"/>
            <a:chExt cx="6847328" cy="3478542"/>
          </a:xfrm>
        </p:grpSpPr>
        <p:grpSp>
          <p:nvGrpSpPr>
            <p:cNvPr id="8123" name="Google Shape;8123;p49"/>
            <p:cNvGrpSpPr/>
            <p:nvPr/>
          </p:nvGrpSpPr>
          <p:grpSpPr>
            <a:xfrm>
              <a:off x="2557552" y="3624662"/>
              <a:ext cx="6096000" cy="799432"/>
              <a:chOff x="1031788" y="6401642"/>
              <a:chExt cx="6096000" cy="799432"/>
            </a:xfrm>
          </p:grpSpPr>
          <p:sp>
            <p:nvSpPr>
              <p:cNvPr id="8124" name="Google Shape;8124;p49"/>
              <p:cNvSpPr/>
              <p:nvPr/>
            </p:nvSpPr>
            <p:spPr>
              <a:xfrm>
                <a:off x="1031788" y="6471664"/>
                <a:ext cx="6096000" cy="729410"/>
              </a:xfrm>
              <a:prstGeom prst="ellipse">
                <a:avLst/>
              </a:prstGeom>
              <a:solidFill>
                <a:srgbClr val="FF66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</a:t>
                </a:r>
                <a:endParaRPr/>
              </a:p>
            </p:txBody>
          </p:sp>
          <p:sp>
            <p:nvSpPr>
              <p:cNvPr id="8125" name="Google Shape;8125;p49"/>
              <p:cNvSpPr txBox="1"/>
              <p:nvPr/>
            </p:nvSpPr>
            <p:spPr>
              <a:xfrm>
                <a:off x="2317167" y="6584898"/>
                <a:ext cx="344402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Calibri"/>
                  <a:buNone/>
                </a:pPr>
                <a:r>
                  <a:rPr b="0" i="1" lang="en-US" sz="2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Content provider network</a:t>
                </a:r>
                <a:endParaRPr/>
              </a:p>
            </p:txBody>
          </p:sp>
          <p:grpSp>
            <p:nvGrpSpPr>
              <p:cNvPr id="8126" name="Google Shape;8126;p49"/>
              <p:cNvGrpSpPr/>
              <p:nvPr/>
            </p:nvGrpSpPr>
            <p:grpSpPr>
              <a:xfrm>
                <a:off x="1602338" y="6401642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127" name="Google Shape;8127;p49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128" name="Google Shape;8128;p49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29" name="Google Shape;8129;p49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30" name="Google Shape;8130;p49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1" name="Google Shape;8131;p49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2" name="Google Shape;8132;p49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3" name="Google Shape;8133;p49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4" name="Google Shape;8134;p49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5" name="Google Shape;8135;p49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36" name="Google Shape;8136;p49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8137" name="Google Shape;8137;p49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8138" name="Google Shape;8138;p49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39" name="Google Shape;8139;p49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40" name="Google Shape;8140;p49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1" name="Google Shape;8141;p49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2" name="Google Shape;8142;p49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3" name="Google Shape;8143;p49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4" name="Google Shape;8144;p49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45" name="Google Shape;8145;p49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146" name="Google Shape;8146;p49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8147" name="Google Shape;8147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48" name="Google Shape;8148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49" name="Google Shape;8149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  <p:grpSp>
            <p:nvGrpSpPr>
              <p:cNvPr id="8150" name="Google Shape;8150;p49"/>
              <p:cNvGrpSpPr/>
              <p:nvPr/>
            </p:nvGrpSpPr>
            <p:grpSpPr>
              <a:xfrm>
                <a:off x="5694561" y="6441153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151" name="Google Shape;8151;p49"/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152" name="Google Shape;8152;p49"/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rect b="b" l="l" r="r" t="t"/>
                    <a:pathLst>
                      <a:path extrusionOk="0" h="662124" w="524651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53" name="Google Shape;8153;p49"/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rect b="b" l="l" r="r" t="t"/>
                    <a:pathLst>
                      <a:path extrusionOk="0" h="492070" w="65129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cap="flat" cmpd="sng" w="12700">
                    <a:solidFill>
                      <a:srgbClr val="0000A3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8154" name="Google Shape;8154;p49"/>
                  <p:cNvCxnSpPr/>
                  <p:nvPr/>
                </p:nvCxnSpPr>
                <p:spPr>
                  <a:xfrm flipH="1" rot="10800000">
                    <a:off x="5270526" y="2029553"/>
                    <a:ext cx="295249" cy="73468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5" name="Google Shape;8155;p49"/>
                  <p:cNvCxnSpPr/>
                  <p:nvPr/>
                </p:nvCxnSpPr>
                <p:spPr>
                  <a:xfrm flipH="1" rot="10800000">
                    <a:off x="5275406" y="2261710"/>
                    <a:ext cx="290369" cy="1675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6" name="Google Shape;8156;p49"/>
                  <p:cNvCxnSpPr/>
                  <p:nvPr/>
                </p:nvCxnSpPr>
                <p:spPr>
                  <a:xfrm flipH="1" rot="10800000">
                    <a:off x="5275406" y="2151772"/>
                    <a:ext cx="290369" cy="48402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7" name="Google Shape;8157;p49"/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8" name="Google Shape;8158;p49"/>
                  <p:cNvCxnSpPr/>
                  <p:nvPr/>
                </p:nvCxnSpPr>
                <p:spPr>
                  <a:xfrm rot="10800000">
                    <a:off x="5950242" y="1866900"/>
                    <a:ext cx="0" cy="465273"/>
                  </a:xfrm>
                  <a:prstGeom prst="straightConnector1">
                    <a:avLst/>
                  </a:prstGeom>
                  <a:noFill/>
                  <a:ln cap="flat" cmpd="sng" w="44450">
                    <a:solidFill>
                      <a:schemeClr val="lt1"/>
                    </a:solidFill>
                    <a:prstDash val="dash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59" name="Google Shape;8159;p49"/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straightConnector1">
                    <a:avLst/>
                  </a:prstGeom>
                  <a:noFill/>
                  <a:ln cap="flat" cmpd="sng" w="15875">
                    <a:solidFill>
                      <a:srgbClr val="0000A8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8160" name="Google Shape;8160;p49"/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8161" name="Google Shape;8161;p49"/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8162" name="Google Shape;8162;p49"/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rect b="b" l="l" r="r" t="t"/>
                      <a:pathLst>
                        <a:path extrusionOk="0" h="662124" w="524651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63" name="Google Shape;8163;p49"/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rect b="b" l="l" r="r" t="t"/>
                      <a:pathLst>
                        <a:path extrusionOk="0" h="492070" w="65129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cap="flat" cmpd="sng" w="12700">
                      <a:solidFill>
                        <a:srgbClr val="0000A3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64" name="Google Shape;8164;p49"/>
                    <p:cNvCxnSpPr/>
                    <p:nvPr/>
                  </p:nvCxnSpPr>
                  <p:spPr>
                    <a:xfrm flipH="1" rot="10800000">
                      <a:off x="5270526" y="2029553"/>
                      <a:ext cx="295249" cy="73468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5" name="Google Shape;8165;p49"/>
                    <p:cNvCxnSpPr/>
                    <p:nvPr/>
                  </p:nvCxnSpPr>
                  <p:spPr>
                    <a:xfrm flipH="1" rot="10800000">
                      <a:off x="5275406" y="2261710"/>
                      <a:ext cx="290369" cy="1675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6" name="Google Shape;8166;p49"/>
                    <p:cNvCxnSpPr/>
                    <p:nvPr/>
                  </p:nvCxnSpPr>
                  <p:spPr>
                    <a:xfrm flipH="1" rot="10800000">
                      <a:off x="5275406" y="2151772"/>
                      <a:ext cx="290369" cy="48402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7" name="Google Shape;8167;p49"/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8" name="Google Shape;8168;p49"/>
                    <p:cNvCxnSpPr/>
                    <p:nvPr/>
                  </p:nvCxnSpPr>
                  <p:spPr>
                    <a:xfrm rot="10800000">
                      <a:off x="5950242" y="1866900"/>
                      <a:ext cx="0" cy="465273"/>
                    </a:xfrm>
                    <a:prstGeom prst="straightConnector1">
                      <a:avLst/>
                    </a:prstGeom>
                    <a:noFill/>
                    <a:ln cap="flat" cmpd="sng" w="44450">
                      <a:solidFill>
                        <a:schemeClr val="lt1"/>
                      </a:solidFill>
                      <a:prstDash val="dash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8169" name="Google Shape;8169;p49"/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rgbClr val="0000A8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8170" name="Google Shape;8170;p49"/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descr="server_rack.png" id="8171" name="Google Shape;8171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72" name="Google Shape;8172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pic>
                  <p:nvPicPr>
                    <p:cNvPr descr="server_rack.png" id="8173" name="Google Shape;8173;p4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</p:grpSp>
            </p:grpSp>
          </p:grpSp>
        </p:grpSp>
        <p:cxnSp>
          <p:nvCxnSpPr>
            <p:cNvPr id="8174" name="Google Shape;8174;p49"/>
            <p:cNvCxnSpPr/>
            <p:nvPr/>
          </p:nvCxnSpPr>
          <p:spPr>
            <a:xfrm flipH="1" rot="10800000">
              <a:off x="8373177" y="3325716"/>
              <a:ext cx="210562" cy="60617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5" name="Google Shape;8175;p49"/>
            <p:cNvCxnSpPr>
              <a:stCxn id="8124" idx="6"/>
            </p:cNvCxnSpPr>
            <p:nvPr/>
          </p:nvCxnSpPr>
          <p:spPr>
            <a:xfrm>
              <a:off x="8653552" y="4059389"/>
              <a:ext cx="538500" cy="2370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6" name="Google Shape;8176;p49"/>
            <p:cNvCxnSpPr/>
            <p:nvPr/>
          </p:nvCxnSpPr>
          <p:spPr>
            <a:xfrm rot="10800000">
              <a:off x="7981407" y="2971505"/>
              <a:ext cx="180081" cy="92888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7" name="Google Shape;8177;p49"/>
            <p:cNvCxnSpPr/>
            <p:nvPr/>
          </p:nvCxnSpPr>
          <p:spPr>
            <a:xfrm flipH="1" rot="10800000">
              <a:off x="6000693" y="2457440"/>
              <a:ext cx="3285" cy="125629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8" name="Google Shape;8178;p49"/>
            <p:cNvCxnSpPr/>
            <p:nvPr/>
          </p:nvCxnSpPr>
          <p:spPr>
            <a:xfrm rot="10800000">
              <a:off x="3490770" y="2709766"/>
              <a:ext cx="350837" cy="1056148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9" name="Google Shape;8179;p49"/>
            <p:cNvCxnSpPr/>
            <p:nvPr/>
          </p:nvCxnSpPr>
          <p:spPr>
            <a:xfrm rot="10800000">
              <a:off x="2733590" y="3084939"/>
              <a:ext cx="184530" cy="786742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0" name="Google Shape;8180;p49"/>
            <p:cNvCxnSpPr/>
            <p:nvPr/>
          </p:nvCxnSpPr>
          <p:spPr>
            <a:xfrm flipH="1" rot="10800000">
              <a:off x="2537108" y="4260753"/>
              <a:ext cx="477027" cy="550561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1" name="Google Shape;8181;p49"/>
            <p:cNvCxnSpPr/>
            <p:nvPr/>
          </p:nvCxnSpPr>
          <p:spPr>
            <a:xfrm flipH="1" rot="10800000">
              <a:off x="5720123" y="4417447"/>
              <a:ext cx="5022" cy="1030757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2" name="Google Shape;8182;p49"/>
            <p:cNvCxnSpPr>
              <a:stCxn id="8113" idx="0"/>
            </p:cNvCxnSpPr>
            <p:nvPr/>
          </p:nvCxnSpPr>
          <p:spPr>
            <a:xfrm rot="10800000">
              <a:off x="5828009" y="4390682"/>
              <a:ext cx="863700" cy="1545300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3" name="Google Shape;8183;p49"/>
            <p:cNvCxnSpPr/>
            <p:nvPr/>
          </p:nvCxnSpPr>
          <p:spPr>
            <a:xfrm rot="10800000">
              <a:off x="8042725" y="4273180"/>
              <a:ext cx="719289" cy="1457599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4" name="Google Shape;8184;p49"/>
            <p:cNvCxnSpPr/>
            <p:nvPr/>
          </p:nvCxnSpPr>
          <p:spPr>
            <a:xfrm rot="10800000">
              <a:off x="2386276" y="3473353"/>
              <a:ext cx="261637" cy="504826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5" name="Google Shape;8185;p49"/>
            <p:cNvCxnSpPr/>
            <p:nvPr/>
          </p:nvCxnSpPr>
          <p:spPr>
            <a:xfrm flipH="1" rot="10800000">
              <a:off x="2344724" y="4114193"/>
              <a:ext cx="251695" cy="109254"/>
            </a:xfrm>
            <a:prstGeom prst="straightConnector1">
              <a:avLst/>
            </a:prstGeom>
            <a:noFill/>
            <a:ln cap="flat" cmpd="sng" w="9525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6" name="Google Shape;8186;p49"/>
            <p:cNvCxnSpPr>
              <a:stCxn id="8020" idx="2"/>
              <a:endCxn id="7891" idx="2"/>
            </p:cNvCxnSpPr>
            <p:nvPr/>
          </p:nvCxnSpPr>
          <p:spPr>
            <a:xfrm flipH="1" rot="10800000">
              <a:off x="5458049" y="3230942"/>
              <a:ext cx="7500" cy="48090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7" name="Google Shape;8187;p49"/>
            <p:cNvCxnSpPr/>
            <p:nvPr/>
          </p:nvCxnSpPr>
          <p:spPr>
            <a:xfrm flipH="1" rot="10800000">
              <a:off x="4457330" y="4394908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88" name="Google Shape;8188;p49"/>
            <p:cNvCxnSpPr/>
            <p:nvPr/>
          </p:nvCxnSpPr>
          <p:spPr>
            <a:xfrm flipH="1" rot="10800000">
              <a:off x="7407243" y="4368703"/>
              <a:ext cx="7426" cy="480990"/>
            </a:xfrm>
            <a:prstGeom prst="straightConnector1">
              <a:avLst/>
            </a:prstGeom>
            <a:noFill/>
            <a:ln cap="flat" cmpd="sng" w="4445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189" name="Google Shape;8189;p49"/>
          <p:cNvGrpSpPr/>
          <p:nvPr/>
        </p:nvGrpSpPr>
        <p:grpSpPr>
          <a:xfrm>
            <a:off x="4545099" y="5447247"/>
            <a:ext cx="1807203" cy="495366"/>
            <a:chOff x="4545099" y="5447247"/>
            <a:chExt cx="1807203" cy="495366"/>
          </a:xfrm>
        </p:grpSpPr>
        <p:sp>
          <p:nvSpPr>
            <p:cNvPr id="8190" name="Google Shape;8190;p49"/>
            <p:cNvSpPr/>
            <p:nvPr/>
          </p:nvSpPr>
          <p:spPr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1" name="Google Shape;8191;p49"/>
            <p:cNvSpPr txBox="1"/>
            <p:nvPr/>
          </p:nvSpPr>
          <p:spPr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</p:grpSp>
      <p:grpSp>
        <p:nvGrpSpPr>
          <p:cNvPr id="8192" name="Google Shape;8192;p49"/>
          <p:cNvGrpSpPr/>
          <p:nvPr/>
        </p:nvGrpSpPr>
        <p:grpSpPr>
          <a:xfrm>
            <a:off x="4220281" y="4826836"/>
            <a:ext cx="541338" cy="223023"/>
            <a:chOff x="7493876" y="2774731"/>
            <a:chExt cx="1481958" cy="894622"/>
          </a:xfrm>
        </p:grpSpPr>
        <p:sp>
          <p:nvSpPr>
            <p:cNvPr id="8193" name="Google Shape;8193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194" name="Google Shape;8194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195" name="Google Shape;8195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96" name="Google Shape;8196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7" name="Google Shape;8197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8" name="Google Shape;8198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9" name="Google Shape;8199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00" name="Google Shape;8200;p49"/>
          <p:cNvGrpSpPr/>
          <p:nvPr/>
        </p:nvGrpSpPr>
        <p:grpSpPr>
          <a:xfrm>
            <a:off x="7291037" y="4658009"/>
            <a:ext cx="541338" cy="223023"/>
            <a:chOff x="7493876" y="2774731"/>
            <a:chExt cx="1481958" cy="894622"/>
          </a:xfrm>
        </p:grpSpPr>
        <p:sp>
          <p:nvSpPr>
            <p:cNvPr id="8201" name="Google Shape;8201;p4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02" name="Google Shape;8202;p4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03" name="Google Shape;8203;p4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04" name="Google Shape;8204;p4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5" name="Google Shape;8205;p4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6" name="Google Shape;8206;p4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7" name="Google Shape;8207;p4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08" name="Google Shape;8208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3" name="Shape 8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4" name="Google Shape;8214;p50"/>
          <p:cNvSpPr txBox="1"/>
          <p:nvPr>
            <p:ph type="title"/>
          </p:nvPr>
        </p:nvSpPr>
        <p:spPr>
          <a:xfrm>
            <a:off x="825267" y="336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structure: a “network of networks”</a:t>
            </a:r>
            <a:endParaRPr/>
          </a:p>
        </p:txBody>
      </p:sp>
      <p:cxnSp>
        <p:nvCxnSpPr>
          <p:cNvPr id="8215" name="Google Shape;8215;p50"/>
          <p:cNvCxnSpPr>
            <a:stCxn id="8216" idx="2"/>
            <a:endCxn id="8217" idx="6"/>
          </p:cNvCxnSpPr>
          <p:nvPr/>
        </p:nvCxnSpPr>
        <p:spPr>
          <a:xfrm rot="10800000">
            <a:off x="5710150" y="3536903"/>
            <a:ext cx="531900" cy="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8218" name="Google Shape;8218;p50"/>
          <p:cNvCxnSpPr/>
          <p:nvPr/>
        </p:nvCxnSpPr>
        <p:spPr>
          <a:xfrm flipH="1" rot="-5400000">
            <a:off x="6584535" y="3012633"/>
            <a:ext cx="286582" cy="161925"/>
          </a:xfrm>
          <a:prstGeom prst="straightConnector1">
            <a:avLst/>
          </a:prstGeom>
          <a:noFill/>
          <a:ln>
            <a:noFill/>
          </a:ln>
        </p:spPr>
      </p:cxnSp>
      <p:grpSp>
        <p:nvGrpSpPr>
          <p:cNvPr id="8219" name="Google Shape;8219;p50"/>
          <p:cNvGrpSpPr/>
          <p:nvPr/>
        </p:nvGrpSpPr>
        <p:grpSpPr>
          <a:xfrm>
            <a:off x="2266950" y="1992980"/>
            <a:ext cx="7658100" cy="2814961"/>
            <a:chOff x="2266950" y="1992980"/>
            <a:chExt cx="7658100" cy="2814961"/>
          </a:xfrm>
        </p:grpSpPr>
        <p:cxnSp>
          <p:nvCxnSpPr>
            <p:cNvPr id="8220" name="Google Shape;8220;p50"/>
            <p:cNvCxnSpPr>
              <a:endCxn id="8221" idx="0"/>
            </p:cNvCxnSpPr>
            <p:nvPr/>
          </p:nvCxnSpPr>
          <p:spPr>
            <a:xfrm flipH="1">
              <a:off x="2689225" y="1992980"/>
              <a:ext cx="308100" cy="22209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2" name="Google Shape;8222;p50"/>
            <p:cNvCxnSpPr>
              <a:stCxn id="8217" idx="4"/>
            </p:cNvCxnSpPr>
            <p:nvPr/>
          </p:nvCxnSpPr>
          <p:spPr>
            <a:xfrm flipH="1">
              <a:off x="4620444" y="3908564"/>
              <a:ext cx="98400" cy="474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3" name="Google Shape;8223;p50"/>
            <p:cNvCxnSpPr>
              <a:stCxn id="8217" idx="3"/>
            </p:cNvCxnSpPr>
            <p:nvPr/>
          </p:nvCxnSpPr>
          <p:spPr>
            <a:xfrm flipH="1">
              <a:off x="3727423" y="3799707"/>
              <a:ext cx="290400" cy="583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4" name="Google Shape;8224;p50"/>
            <p:cNvCxnSpPr/>
            <p:nvPr/>
          </p:nvCxnSpPr>
          <p:spPr>
            <a:xfrm flipH="1" rot="-5400000">
              <a:off x="2142972" y="3178358"/>
              <a:ext cx="2292656" cy="2603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5" name="Google Shape;8225;p50"/>
            <p:cNvCxnSpPr/>
            <p:nvPr/>
          </p:nvCxnSpPr>
          <p:spPr>
            <a:xfrm flipH="1">
              <a:off x="2955927" y="3021951"/>
              <a:ext cx="771524" cy="14329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6" name="Google Shape;8226;p50"/>
            <p:cNvCxnSpPr>
              <a:endCxn id="8227" idx="0"/>
            </p:cNvCxnSpPr>
            <p:nvPr/>
          </p:nvCxnSpPr>
          <p:spPr>
            <a:xfrm>
              <a:off x="5187032" y="3712280"/>
              <a:ext cx="422400" cy="501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8" name="Google Shape;8228;p50"/>
            <p:cNvCxnSpPr/>
            <p:nvPr/>
          </p:nvCxnSpPr>
          <p:spPr>
            <a:xfrm rot="5400000">
              <a:off x="6419350" y="3956601"/>
              <a:ext cx="583613" cy="2905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9" name="Google Shape;8229;p50"/>
            <p:cNvCxnSpPr/>
            <p:nvPr/>
          </p:nvCxnSpPr>
          <p:spPr>
            <a:xfrm flipH="1" rot="-5400000">
              <a:off x="7161610" y="4097200"/>
              <a:ext cx="511967" cy="80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0" name="Google Shape;8230;p50"/>
            <p:cNvCxnSpPr>
              <a:stCxn id="8216" idx="5"/>
            </p:cNvCxnSpPr>
            <p:nvPr/>
          </p:nvCxnSpPr>
          <p:spPr>
            <a:xfrm>
              <a:off x="7934465" y="3799707"/>
              <a:ext cx="412800" cy="671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1" name="Google Shape;8231;p50"/>
            <p:cNvCxnSpPr>
              <a:stCxn id="8232" idx="4"/>
              <a:endCxn id="8233" idx="0"/>
            </p:cNvCxnSpPr>
            <p:nvPr/>
          </p:nvCxnSpPr>
          <p:spPr>
            <a:xfrm>
              <a:off x="8131307" y="2237400"/>
              <a:ext cx="398400" cy="1976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4" name="Google Shape;8234;p50"/>
            <p:cNvCxnSpPr/>
            <p:nvPr/>
          </p:nvCxnSpPr>
          <p:spPr>
            <a:xfrm flipH="1" rot="-5400000">
              <a:off x="8678012" y="3586364"/>
              <a:ext cx="1371713" cy="2428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35" name="Google Shape;8235;p50"/>
            <p:cNvCxnSpPr/>
            <p:nvPr/>
          </p:nvCxnSpPr>
          <p:spPr>
            <a:xfrm rot="5400000">
              <a:off x="7669052" y="3134824"/>
              <a:ext cx="1443359" cy="121761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36" name="Google Shape;8236;p50"/>
            <p:cNvSpPr/>
            <p:nvPr/>
          </p:nvSpPr>
          <p:spPr>
            <a:xfrm>
              <a:off x="3240088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21" name="Google Shape;8221;p50"/>
            <p:cNvSpPr/>
            <p:nvPr/>
          </p:nvSpPr>
          <p:spPr>
            <a:xfrm>
              <a:off x="226695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7" name="Google Shape;8237;p50"/>
            <p:cNvSpPr/>
            <p:nvPr/>
          </p:nvSpPr>
          <p:spPr>
            <a:xfrm>
              <a:off x="7134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8" name="Google Shape;8238;p50"/>
            <p:cNvSpPr/>
            <p:nvPr/>
          </p:nvSpPr>
          <p:spPr>
            <a:xfrm>
              <a:off x="6159500" y="4213880"/>
              <a:ext cx="846138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27" name="Google Shape;8227;p50"/>
            <p:cNvSpPr/>
            <p:nvPr/>
          </p:nvSpPr>
          <p:spPr>
            <a:xfrm>
              <a:off x="5186363" y="4213880"/>
              <a:ext cx="846137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9" name="Google Shape;8239;p50"/>
            <p:cNvSpPr/>
            <p:nvPr/>
          </p:nvSpPr>
          <p:spPr>
            <a:xfrm>
              <a:off x="4213225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33" name="Google Shape;8233;p50"/>
            <p:cNvSpPr/>
            <p:nvPr/>
          </p:nvSpPr>
          <p:spPr>
            <a:xfrm>
              <a:off x="8107363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  <p:sp>
          <p:nvSpPr>
            <p:cNvPr id="8240" name="Google Shape;8240;p50"/>
            <p:cNvSpPr/>
            <p:nvPr/>
          </p:nvSpPr>
          <p:spPr>
            <a:xfrm>
              <a:off x="9080500" y="4213880"/>
              <a:ext cx="844550" cy="594061"/>
            </a:xfrm>
            <a:prstGeom prst="ellipse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ISP</a:t>
              </a:r>
              <a:endParaRPr/>
            </a:p>
          </p:txBody>
        </p:sp>
      </p:grpSp>
      <p:sp>
        <p:nvSpPr>
          <p:cNvPr id="8241" name="Google Shape;8241;p50"/>
          <p:cNvSpPr txBox="1"/>
          <p:nvPr/>
        </p:nvSpPr>
        <p:spPr>
          <a:xfrm>
            <a:off x="532110" y="5020506"/>
            <a:ext cx="11283366" cy="182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3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“center”: small # of well-connected large networks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“tier-1” commercial ISPs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Level 3, Sprint, AT&amp;T, NTT),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&amp; international coverage</a:t>
            </a:r>
            <a:endParaRPr/>
          </a:p>
          <a:p>
            <a:pPr indent="-28098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content provider networks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Google, Facebook):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private network that connects its data centers to Internet, often bypassing tier-1, regional ISPs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42" name="Google Shape;8242;p50"/>
          <p:cNvGrpSpPr/>
          <p:nvPr/>
        </p:nvGrpSpPr>
        <p:grpSpPr>
          <a:xfrm>
            <a:off x="3727450" y="2136660"/>
            <a:ext cx="5191125" cy="1771904"/>
            <a:chOff x="3727450" y="2136660"/>
            <a:chExt cx="5191125" cy="1771904"/>
          </a:xfrm>
        </p:grpSpPr>
        <p:cxnSp>
          <p:nvCxnSpPr>
            <p:cNvPr id="8243" name="Google Shape;8243;p50"/>
            <p:cNvCxnSpPr>
              <a:stCxn id="8244" idx="5"/>
            </p:cNvCxnSpPr>
            <p:nvPr/>
          </p:nvCxnSpPr>
          <p:spPr>
            <a:xfrm>
              <a:off x="4222067" y="2951831"/>
              <a:ext cx="72000" cy="3567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5" name="Google Shape;8245;p50"/>
            <p:cNvCxnSpPr/>
            <p:nvPr/>
          </p:nvCxnSpPr>
          <p:spPr>
            <a:xfrm rot="5400000">
              <a:off x="4730778" y="2617790"/>
              <a:ext cx="1074683" cy="1635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6" name="Google Shape;8246;p50"/>
            <p:cNvCxnSpPr/>
            <p:nvPr/>
          </p:nvCxnSpPr>
          <p:spPr>
            <a:xfrm flipH="1">
              <a:off x="5430838" y="2878660"/>
              <a:ext cx="811212" cy="5119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7" name="Google Shape;8247;p50"/>
            <p:cNvCxnSpPr>
              <a:stCxn id="8248" idx="5"/>
            </p:cNvCxnSpPr>
            <p:nvPr/>
          </p:nvCxnSpPr>
          <p:spPr>
            <a:xfrm>
              <a:off x="4041683" y="2136660"/>
              <a:ext cx="2281200" cy="1382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9" name="Google Shape;8249;p50"/>
            <p:cNvCxnSpPr/>
            <p:nvPr/>
          </p:nvCxnSpPr>
          <p:spPr>
            <a:xfrm flipH="1">
              <a:off x="7620000" y="2807014"/>
              <a:ext cx="1298575" cy="44032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17" name="Google Shape;8217;p50"/>
            <p:cNvSpPr/>
            <p:nvPr/>
          </p:nvSpPr>
          <p:spPr>
            <a:xfrm>
              <a:off x="37274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sp>
          <p:nvSpPr>
            <p:cNvPr id="8216" name="Google Shape;8216;p50"/>
            <p:cNvSpPr/>
            <p:nvPr/>
          </p:nvSpPr>
          <p:spPr>
            <a:xfrm>
              <a:off x="6242050" y="3165242"/>
              <a:ext cx="1982788" cy="743322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Regional ISP</a:t>
              </a:r>
              <a:endParaRPr/>
            </a:p>
          </p:txBody>
        </p:sp>
        <p:cxnSp>
          <p:nvCxnSpPr>
            <p:cNvPr id="8250" name="Google Shape;8250;p50"/>
            <p:cNvCxnSpPr>
              <a:endCxn id="8216" idx="0"/>
            </p:cNvCxnSpPr>
            <p:nvPr/>
          </p:nvCxnSpPr>
          <p:spPr>
            <a:xfrm>
              <a:off x="6941844" y="2964242"/>
              <a:ext cx="291600" cy="201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251" name="Google Shape;8251;p50"/>
          <p:cNvGrpSpPr/>
          <p:nvPr/>
        </p:nvGrpSpPr>
        <p:grpSpPr>
          <a:xfrm>
            <a:off x="2347913" y="1287258"/>
            <a:ext cx="7329086" cy="1769461"/>
            <a:chOff x="2347913" y="1287258"/>
            <a:chExt cx="7329086" cy="1769461"/>
          </a:xfrm>
        </p:grpSpPr>
        <p:grpSp>
          <p:nvGrpSpPr>
            <p:cNvPr id="8252" name="Google Shape;8252;p50"/>
            <p:cNvGrpSpPr/>
            <p:nvPr/>
          </p:nvGrpSpPr>
          <p:grpSpPr>
            <a:xfrm>
              <a:off x="2347913" y="1287258"/>
              <a:ext cx="7329086" cy="1769461"/>
              <a:chOff x="2347913" y="1287258"/>
              <a:chExt cx="7329086" cy="1769461"/>
            </a:xfrm>
          </p:grpSpPr>
          <p:cxnSp>
            <p:nvCxnSpPr>
              <p:cNvPr id="8253" name="Google Shape;8253;p50"/>
              <p:cNvCxnSpPr/>
              <p:nvPr/>
            </p:nvCxnSpPr>
            <p:spPr>
              <a:xfrm flipH="1">
                <a:off x="4051300" y="2018914"/>
                <a:ext cx="3163888" cy="72690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4" name="Google Shape;8254;p50"/>
              <p:cNvCxnSpPr/>
              <p:nvPr/>
            </p:nvCxnSpPr>
            <p:spPr>
              <a:xfrm>
                <a:off x="8816343" y="2125983"/>
                <a:ext cx="183196" cy="46609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5" name="Google Shape;8255;p50"/>
              <p:cNvCxnSpPr/>
              <p:nvPr/>
            </p:nvCxnSpPr>
            <p:spPr>
              <a:xfrm flipH="1">
                <a:off x="6889752" y="2118360"/>
                <a:ext cx="486408" cy="6170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6" name="Google Shape;8256;p50"/>
              <p:cNvCxnSpPr/>
              <p:nvPr/>
            </p:nvCxnSpPr>
            <p:spPr>
              <a:xfrm rot="10800000">
                <a:off x="4294188" y="1860422"/>
                <a:ext cx="53181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7" name="Google Shape;8257;p50"/>
              <p:cNvCxnSpPr>
                <a:stCxn id="8232" idx="2"/>
                <a:endCxn id="8258" idx="6"/>
              </p:cNvCxnSpPr>
              <p:nvPr/>
            </p:nvCxnSpPr>
            <p:spPr>
              <a:xfrm flipH="1">
                <a:off x="6683228" y="1872695"/>
                <a:ext cx="440700" cy="1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59" name="Google Shape;8259;p50"/>
              <p:cNvSpPr/>
              <p:nvPr/>
            </p:nvSpPr>
            <p:spPr>
              <a:xfrm>
                <a:off x="3402013" y="1287258"/>
                <a:ext cx="4460875" cy="429873"/>
              </a:xfrm>
              <a:prstGeom prst="arc">
                <a:avLst>
                  <a:gd fmla="val 10681875" name="adj1"/>
                  <a:gd fmla="val 0" name="adj2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260" name="Google Shape;8260;p50"/>
              <p:cNvCxnSpPr/>
              <p:nvPr/>
            </p:nvCxnSpPr>
            <p:spPr>
              <a:xfrm flipH="1" rot="-5400000">
                <a:off x="3390276" y="2254903"/>
                <a:ext cx="429873" cy="2444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61" name="Google Shape;8261;p50"/>
              <p:cNvCxnSpPr/>
              <p:nvPr/>
            </p:nvCxnSpPr>
            <p:spPr>
              <a:xfrm flipH="1" rot="-5400000">
                <a:off x="6125374" y="2196331"/>
                <a:ext cx="474651" cy="406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62" name="Google Shape;8262;p50"/>
              <p:cNvCxnSpPr/>
              <p:nvPr/>
            </p:nvCxnSpPr>
            <p:spPr>
              <a:xfrm>
                <a:off x="6510338" y="2026377"/>
                <a:ext cx="2433637" cy="644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248" name="Google Shape;8248;p50"/>
              <p:cNvSpPr/>
              <p:nvPr/>
            </p:nvSpPr>
            <p:spPr>
              <a:xfrm>
                <a:off x="2347913" y="1502195"/>
                <a:ext cx="1984375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8" name="Google Shape;8258;p50"/>
              <p:cNvSpPr/>
              <p:nvPr/>
            </p:nvSpPr>
            <p:spPr>
              <a:xfrm>
                <a:off x="4700588" y="1502195"/>
                <a:ext cx="1982787" cy="743322"/>
              </a:xfrm>
              <a:prstGeom prst="ellipse">
                <a:avLst/>
              </a:pr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Tier 1 ISP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263" name="Google Shape;8263;p50"/>
              <p:cNvGrpSpPr/>
              <p:nvPr/>
            </p:nvGrpSpPr>
            <p:grpSpPr>
              <a:xfrm>
                <a:off x="3480201" y="2504276"/>
                <a:ext cx="869150" cy="519599"/>
                <a:chOff x="553316" y="2968407"/>
                <a:chExt cx="869150" cy="552631"/>
              </a:xfrm>
            </p:grpSpPr>
            <p:sp>
              <p:nvSpPr>
                <p:cNvPr id="8244" name="Google Shape;8244;p50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4" name="Google Shape;8264;p50"/>
                <p:cNvSpPr txBox="1"/>
                <p:nvPr/>
              </p:nvSpPr>
              <p:spPr>
                <a:xfrm>
                  <a:off x="706987" y="2968407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65" name="Google Shape;8265;p50"/>
              <p:cNvGrpSpPr/>
              <p:nvPr/>
            </p:nvGrpSpPr>
            <p:grpSpPr>
              <a:xfrm>
                <a:off x="7123928" y="1507990"/>
                <a:ext cx="2014757" cy="729410"/>
                <a:chOff x="7123928" y="1507990"/>
                <a:chExt cx="2014757" cy="729410"/>
              </a:xfrm>
            </p:grpSpPr>
            <p:sp>
              <p:nvSpPr>
                <p:cNvPr id="8232" name="Google Shape;8232;p50"/>
                <p:cNvSpPr/>
                <p:nvPr/>
              </p:nvSpPr>
              <p:spPr>
                <a:xfrm>
                  <a:off x="7123928" y="1507990"/>
                  <a:ext cx="2014757" cy="729410"/>
                </a:xfrm>
                <a:prstGeom prst="ellipse">
                  <a:avLst/>
                </a:prstGeom>
                <a:solidFill>
                  <a:srgbClr val="FF660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   </a:t>
                  </a:r>
                  <a:endParaRPr/>
                </a:p>
              </p:txBody>
            </p:sp>
            <p:sp>
              <p:nvSpPr>
                <p:cNvPr id="8266" name="Google Shape;8266;p50"/>
                <p:cNvSpPr txBox="1"/>
                <p:nvPr/>
              </p:nvSpPr>
              <p:spPr>
                <a:xfrm>
                  <a:off x="7387834" y="1535785"/>
                  <a:ext cx="1516762" cy="64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3600"/>
                    <a:buFont typeface="Calibri"/>
                    <a:buNone/>
                  </a:pPr>
                  <a:r>
                    <a:rPr b="0" i="0" lang="en-US" sz="36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Google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67" name="Google Shape;8267;p50"/>
              <p:cNvGrpSpPr/>
              <p:nvPr/>
            </p:nvGrpSpPr>
            <p:grpSpPr>
              <a:xfrm>
                <a:off x="8807849" y="2554323"/>
                <a:ext cx="869150" cy="502396"/>
                <a:chOff x="553316" y="2997818"/>
                <a:chExt cx="869150" cy="534333"/>
              </a:xfrm>
            </p:grpSpPr>
            <p:sp>
              <p:nvSpPr>
                <p:cNvPr id="8268" name="Google Shape;8268;p50"/>
                <p:cNvSpPr/>
                <p:nvPr/>
              </p:nvSpPr>
              <p:spPr>
                <a:xfrm>
                  <a:off x="553316" y="2997818"/>
                  <a:ext cx="869150" cy="52322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9" name="Google Shape;8269;p50"/>
                <p:cNvSpPr txBox="1"/>
                <p:nvPr/>
              </p:nvSpPr>
              <p:spPr>
                <a:xfrm>
                  <a:off x="684127" y="3008931"/>
                  <a:ext cx="646331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800"/>
                    <a:buFont typeface="Calibri"/>
                    <a:buNone/>
                  </a:pPr>
                  <a:r>
                    <a:rPr b="0" i="0" lang="en-US" sz="2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IXP</a:t>
                  </a:r>
                  <a:endParaRPr b="0" i="0" sz="16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270" name="Google Shape;8270;p50"/>
            <p:cNvGrpSpPr/>
            <p:nvPr/>
          </p:nvGrpSpPr>
          <p:grpSpPr>
            <a:xfrm>
              <a:off x="6173793" y="2537627"/>
              <a:ext cx="869150" cy="502396"/>
              <a:chOff x="553316" y="2997818"/>
              <a:chExt cx="869150" cy="534333"/>
            </a:xfrm>
          </p:grpSpPr>
          <p:sp>
            <p:nvSpPr>
              <p:cNvPr id="8271" name="Google Shape;8271;p50"/>
              <p:cNvSpPr/>
              <p:nvPr/>
            </p:nvSpPr>
            <p:spPr>
              <a:xfrm>
                <a:off x="553316" y="2997818"/>
                <a:ext cx="869150" cy="523220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2" name="Google Shape;8272;p50"/>
              <p:cNvSpPr txBox="1"/>
              <p:nvPr/>
            </p:nvSpPr>
            <p:spPr>
              <a:xfrm>
                <a:off x="684127" y="3008931"/>
                <a:ext cx="64633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IXP</a:t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73" name="Google Shape;8273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8" name="Shape 8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9" name="Google Shape;8279;p5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8280" name="Google Shape;8280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81" name="Google Shape;8281;p51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8282" name="Google Shape;828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7" name="Shape 8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88" name="Google Shape;8288;p52"/>
          <p:cNvCxnSpPr/>
          <p:nvPr/>
        </p:nvCxnSpPr>
        <p:spPr>
          <a:xfrm>
            <a:off x="5779371" y="4596717"/>
            <a:ext cx="1933575" cy="95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89" name="Google Shape;8289;p52"/>
          <p:cNvGrpSpPr/>
          <p:nvPr/>
        </p:nvGrpSpPr>
        <p:grpSpPr>
          <a:xfrm>
            <a:off x="4584883" y="4186185"/>
            <a:ext cx="1511352" cy="863670"/>
            <a:chOff x="7493876" y="2774731"/>
            <a:chExt cx="1481958" cy="894622"/>
          </a:xfrm>
        </p:grpSpPr>
        <p:sp>
          <p:nvSpPr>
            <p:cNvPr id="8290" name="Google Shape;8290;p5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91" name="Google Shape;8291;p5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92" name="Google Shape;8292;p5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93" name="Google Shape;8293;p5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4" name="Google Shape;8294;p5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5" name="Google Shape;8295;p5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6" name="Google Shape;8296;p5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97" name="Google Shape;8297;p5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How do packet delay and loss occur?</a:t>
            </a:r>
            <a:endParaRPr sz="4400"/>
          </a:p>
        </p:txBody>
      </p:sp>
      <p:sp>
        <p:nvSpPr>
          <p:cNvPr id="8298" name="Google Shape;8298;p52"/>
          <p:cNvSpPr txBox="1"/>
          <p:nvPr>
            <p:ph idx="1" type="body"/>
          </p:nvPr>
        </p:nvSpPr>
        <p:spPr>
          <a:xfrm>
            <a:off x="825266" y="1253331"/>
            <a:ext cx="1113754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packets </a:t>
            </a:r>
            <a:r>
              <a:rPr i="1" lang="en-US">
                <a:solidFill>
                  <a:srgbClr val="C00000"/>
                </a:solidFill>
              </a:rPr>
              <a:t>queue</a:t>
            </a:r>
            <a:r>
              <a:rPr lang="en-US"/>
              <a:t> in router buffers, waiting for turn for transmission</a:t>
            </a:r>
            <a:endParaRPr/>
          </a:p>
          <a:p>
            <a:pPr indent="-277813" lvl="1" marL="7508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/>
              <a:t>queue length grows when arrival rate to link (temporarily) exceeds output link capacity 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packet </a:t>
            </a:r>
            <a:r>
              <a:rPr i="1" lang="en-US">
                <a:solidFill>
                  <a:srgbClr val="CC0000"/>
                </a:solidFill>
              </a:rPr>
              <a:t>loss</a:t>
            </a:r>
            <a:r>
              <a:rPr lang="en-US">
                <a:solidFill>
                  <a:srgbClr val="CC0000"/>
                </a:solidFill>
              </a:rPr>
              <a:t> </a:t>
            </a:r>
            <a:r>
              <a:rPr lang="en-US"/>
              <a:t>occurs when memory to hold queued packets fills up</a:t>
            </a:r>
            <a:endParaRPr/>
          </a:p>
        </p:txBody>
      </p:sp>
      <p:cxnSp>
        <p:nvCxnSpPr>
          <p:cNvPr id="8299" name="Google Shape;8299;p52"/>
          <p:cNvCxnSpPr/>
          <p:nvPr/>
        </p:nvCxnSpPr>
        <p:spPr>
          <a:xfrm>
            <a:off x="3855321" y="4177617"/>
            <a:ext cx="741362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0" name="Google Shape;8300;p52"/>
          <p:cNvSpPr/>
          <p:nvPr/>
        </p:nvSpPr>
        <p:spPr>
          <a:xfrm>
            <a:off x="5445996" y="4468129"/>
            <a:ext cx="147637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1" name="Google Shape;8301;p52"/>
          <p:cNvSpPr/>
          <p:nvPr/>
        </p:nvSpPr>
        <p:spPr>
          <a:xfrm>
            <a:off x="5601571" y="4468129"/>
            <a:ext cx="147637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2" name="Google Shape;8302;p52"/>
          <p:cNvSpPr/>
          <p:nvPr/>
        </p:nvSpPr>
        <p:spPr>
          <a:xfrm>
            <a:off x="5736508" y="44062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3" name="Google Shape;8303;p52"/>
          <p:cNvCxnSpPr/>
          <p:nvPr/>
        </p:nvCxnSpPr>
        <p:spPr>
          <a:xfrm flipH="1" rot="10800000">
            <a:off x="3853733" y="4717367"/>
            <a:ext cx="735013" cy="5508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4" name="Google Shape;8304;p52"/>
          <p:cNvSpPr/>
          <p:nvPr/>
        </p:nvSpPr>
        <p:spPr>
          <a:xfrm>
            <a:off x="4393483" y="4368117"/>
            <a:ext cx="147638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5" name="Google Shape;8305;p52"/>
          <p:cNvCxnSpPr/>
          <p:nvPr/>
        </p:nvCxnSpPr>
        <p:spPr>
          <a:xfrm>
            <a:off x="4344271" y="4304617"/>
            <a:ext cx="21113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6" name="Google Shape;8306;p52"/>
          <p:cNvSpPr txBox="1"/>
          <p:nvPr/>
        </p:nvSpPr>
        <p:spPr>
          <a:xfrm>
            <a:off x="3021677" y="3861704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307" name="Google Shape;8307;p52"/>
          <p:cNvSpPr txBox="1"/>
          <p:nvPr/>
        </p:nvSpPr>
        <p:spPr>
          <a:xfrm>
            <a:off x="3094654" y="4814204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308" name="Google Shape;8308;p52"/>
          <p:cNvGrpSpPr/>
          <p:nvPr/>
        </p:nvGrpSpPr>
        <p:grpSpPr>
          <a:xfrm>
            <a:off x="3128246" y="3861704"/>
            <a:ext cx="779462" cy="679450"/>
            <a:chOff x="-44" y="1473"/>
            <a:chExt cx="981" cy="1105"/>
          </a:xfrm>
        </p:grpSpPr>
        <p:pic>
          <p:nvPicPr>
            <p:cNvPr descr="desktop_computer_stylized_medium" id="8309" name="Google Shape;8309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0" name="Google Shape;8310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desktop_computer_stylized_medium" id="8311" name="Google Shape;831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223290" y="4868179"/>
            <a:ext cx="779462" cy="6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12" name="Google Shape;8312;p52"/>
          <p:cNvSpPr/>
          <p:nvPr/>
        </p:nvSpPr>
        <p:spPr>
          <a:xfrm flipH="1">
            <a:off x="3555416" y="4933357"/>
            <a:ext cx="379004" cy="311133"/>
          </a:xfrm>
          <a:custGeom>
            <a:rect b="b" l="l" r="r" t="t"/>
            <a:pathLst>
              <a:path extrusionOk="0" h="368" w="356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3" name="Google Shape;8313;p52"/>
          <p:cNvSpPr/>
          <p:nvPr/>
        </p:nvSpPr>
        <p:spPr>
          <a:xfrm>
            <a:off x="3956921" y="5023754"/>
            <a:ext cx="139700" cy="185738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14" name="Google Shape;8314;p52"/>
          <p:cNvCxnSpPr/>
          <p:nvPr/>
        </p:nvCxnSpPr>
        <p:spPr>
          <a:xfrm flipH="1" rot="10800000">
            <a:off x="4131546" y="4993592"/>
            <a:ext cx="220662" cy="1619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15" name="Google Shape;8315;p52"/>
          <p:cNvSpPr/>
          <p:nvPr/>
        </p:nvSpPr>
        <p:spPr>
          <a:xfrm>
            <a:off x="5293596" y="4469717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6" name="Google Shape;8316;p52"/>
          <p:cNvSpPr/>
          <p:nvPr/>
        </p:nvSpPr>
        <p:spPr>
          <a:xfrm>
            <a:off x="5144371" y="4468129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7" name="Google Shape;8317;p52"/>
          <p:cNvSpPr/>
          <p:nvPr/>
        </p:nvSpPr>
        <p:spPr>
          <a:xfrm>
            <a:off x="4991971" y="4471304"/>
            <a:ext cx="147637" cy="200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318" name="Google Shape;8318;p52"/>
          <p:cNvGrpSpPr/>
          <p:nvPr/>
        </p:nvGrpSpPr>
        <p:grpSpPr>
          <a:xfrm>
            <a:off x="4277596" y="3137806"/>
            <a:ext cx="5876927" cy="1239838"/>
            <a:chOff x="1279" y="2225"/>
            <a:chExt cx="3702" cy="781"/>
          </a:xfrm>
        </p:grpSpPr>
        <p:sp>
          <p:nvSpPr>
            <p:cNvPr id="8319" name="Google Shape;8319;p52"/>
            <p:cNvSpPr txBox="1"/>
            <p:nvPr/>
          </p:nvSpPr>
          <p:spPr>
            <a:xfrm>
              <a:off x="1279" y="2225"/>
              <a:ext cx="370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being transmitted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(transmission delay)</a:t>
              </a:r>
              <a:endParaRPr/>
            </a:p>
          </p:txBody>
        </p:sp>
        <p:cxnSp>
          <p:nvCxnSpPr>
            <p:cNvPr id="8320" name="Google Shape;8320;p52"/>
            <p:cNvCxnSpPr/>
            <p:nvPr/>
          </p:nvCxnSpPr>
          <p:spPr>
            <a:xfrm flipH="1">
              <a:off x="2259" y="2462"/>
              <a:ext cx="836" cy="5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1" name="Google Shape;8321;p52"/>
          <p:cNvGrpSpPr/>
          <p:nvPr/>
        </p:nvGrpSpPr>
        <p:grpSpPr>
          <a:xfrm>
            <a:off x="5550773" y="4742762"/>
            <a:ext cx="5216531" cy="900111"/>
            <a:chOff x="2103" y="3214"/>
            <a:chExt cx="3286" cy="567"/>
          </a:xfrm>
        </p:grpSpPr>
        <p:sp>
          <p:nvSpPr>
            <p:cNvPr id="8322" name="Google Shape;8322;p52"/>
            <p:cNvSpPr txBox="1"/>
            <p:nvPr/>
          </p:nvSpPr>
          <p:spPr>
            <a:xfrm>
              <a:off x="2530" y="3490"/>
              <a:ext cx="285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packets in buffers</a:t>
              </a:r>
              <a:r>
                <a:rPr b="0" i="0" lang="en-US" sz="24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(queueing delay)</a:t>
              </a:r>
              <a:endParaRPr/>
            </a:p>
          </p:txBody>
        </p:sp>
        <p:cxnSp>
          <p:nvCxnSpPr>
            <p:cNvPr id="8323" name="Google Shape;8323;p52"/>
            <p:cNvCxnSpPr/>
            <p:nvPr/>
          </p:nvCxnSpPr>
          <p:spPr>
            <a:xfrm rot="10800000">
              <a:off x="2103" y="3214"/>
              <a:ext cx="471" cy="4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4" name="Google Shape;8324;p52"/>
          <p:cNvGrpSpPr/>
          <p:nvPr/>
        </p:nvGrpSpPr>
        <p:grpSpPr>
          <a:xfrm>
            <a:off x="4468095" y="4704672"/>
            <a:ext cx="5173663" cy="1757364"/>
            <a:chOff x="1421" y="3190"/>
            <a:chExt cx="3259" cy="1107"/>
          </a:xfrm>
        </p:grpSpPr>
        <p:cxnSp>
          <p:nvCxnSpPr>
            <p:cNvPr id="8325" name="Google Shape;8325;p52"/>
            <p:cNvCxnSpPr/>
            <p:nvPr/>
          </p:nvCxnSpPr>
          <p:spPr>
            <a:xfrm flipH="1" rot="10800000">
              <a:off x="1793" y="3190"/>
              <a:ext cx="110" cy="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26" name="Google Shape;8326;p52"/>
            <p:cNvSpPr txBox="1"/>
            <p:nvPr/>
          </p:nvSpPr>
          <p:spPr>
            <a:xfrm>
              <a:off x="1421" y="3774"/>
              <a:ext cx="3259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free (available) buffers: arriving packets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dropped (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loss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if no free buffers</a:t>
              </a:r>
              <a:endParaRPr/>
            </a:p>
          </p:txBody>
        </p:sp>
      </p:grpSp>
      <p:grpSp>
        <p:nvGrpSpPr>
          <p:cNvPr id="8327" name="Google Shape;8327;p52"/>
          <p:cNvGrpSpPr/>
          <p:nvPr/>
        </p:nvGrpSpPr>
        <p:grpSpPr>
          <a:xfrm>
            <a:off x="7723012" y="4224627"/>
            <a:ext cx="1511352" cy="863670"/>
            <a:chOff x="7493876" y="2774731"/>
            <a:chExt cx="1481958" cy="894622"/>
          </a:xfrm>
        </p:grpSpPr>
        <p:sp>
          <p:nvSpPr>
            <p:cNvPr id="8328" name="Google Shape;8328;p5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29" name="Google Shape;8329;p5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30" name="Google Shape;8330;p5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31" name="Google Shape;8331;p5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2" name="Google Shape;8332;p5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3" name="Google Shape;8333;p5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4" name="Google Shape;8334;p5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35" name="Google Shape;8335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0" name="Shape 8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1" name="Google Shape;8341;p53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8342" name="Google Shape;8342;p5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43" name="Google Shape;8343;p5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44" name="Google Shape;8344;p5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45" name="Google Shape;8345;p5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6" name="Google Shape;8346;p5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7" name="Google Shape;8347;p5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8" name="Google Shape;8348;p5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49" name="Google Shape;8349;p5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sp>
        <p:nvSpPr>
          <p:cNvPr id="8350" name="Google Shape;8350;p53"/>
          <p:cNvSpPr txBox="1"/>
          <p:nvPr/>
        </p:nvSpPr>
        <p:spPr>
          <a:xfrm>
            <a:off x="1621934" y="4604492"/>
            <a:ext cx="3810000" cy="1839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nodal processing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bit errors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output link</a:t>
            </a:r>
            <a:endParaRPr/>
          </a:p>
          <a:p>
            <a:pPr indent="-233362" lvl="0" marL="349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typically &lt; microsecs</a:t>
            </a:r>
            <a:endParaRPr/>
          </a:p>
        </p:txBody>
      </p:sp>
      <p:sp>
        <p:nvSpPr>
          <p:cNvPr id="8351" name="Google Shape;8351;p53"/>
          <p:cNvSpPr/>
          <p:nvPr/>
        </p:nvSpPr>
        <p:spPr>
          <a:xfrm>
            <a:off x="6212541" y="4536106"/>
            <a:ext cx="5054724" cy="139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488" lvl="0" marL="3444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queueing delay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waiting at output link for transmission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depends on congestion level of router</a:t>
            </a:r>
            <a:endParaRPr/>
          </a:p>
        </p:txBody>
      </p:sp>
      <p:cxnSp>
        <p:nvCxnSpPr>
          <p:cNvPr id="8352" name="Google Shape;8352;p53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53" name="Google Shape;8353;p53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4" name="Google Shape;8354;p53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5" name="Google Shape;8355;p53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6" name="Google Shape;8356;p53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57" name="Google Shape;8357;p53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8" name="Google Shape;8358;p53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9" name="Google Shape;8359;p53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0" name="Google Shape;8360;p53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8361" name="Google Shape;8361;p53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62" name="Google Shape;8362;p53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63" name="Google Shape;8363;p53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4" name="Google Shape;8364;p53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5" name="Google Shape;8365;p53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6" name="Google Shape;8366;p53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7" name="Google Shape;8367;p53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8" name="Google Shape;8368;p53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9" name="Google Shape;8369;p53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370" name="Google Shape;8370;p53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371" name="Google Shape;8371;p53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8372" name="Google Shape;8372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3" name="Google Shape;8373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74" name="Google Shape;8374;p53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8375" name="Google Shape;8375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6" name="Google Shape;8376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77" name="Google Shape;8377;p53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8378" name="Google Shape;8378;p53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9" name="Google Shape;8379;p53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0" name="Google Shape;8380;p53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81" name="Google Shape;8381;p53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382" name="Google Shape;8382;p53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8383" name="Google Shape;8383;p5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84" name="Google Shape;8384;p5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85" name="Google Shape;8385;p5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86" name="Google Shape;8386;p5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7" name="Google Shape;8387;p5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8" name="Google Shape;8388;p5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9" name="Google Shape;8389;p5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390" name="Google Shape;8390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5" name="Shape 8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6" name="Google Shape;8396;p54"/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8397" name="Google Shape;8397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98" name="Google Shape;8398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99" name="Google Shape;8399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00" name="Google Shape;8400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1" name="Google Shape;8401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2" name="Google Shape;8402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3" name="Google Shape;8403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04" name="Google Shape;8404;p5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delay: four sources</a:t>
            </a:r>
            <a:endParaRPr sz="4400"/>
          </a:p>
        </p:txBody>
      </p:sp>
      <p:cxnSp>
        <p:nvCxnSpPr>
          <p:cNvPr id="8405" name="Google Shape;8405;p54"/>
          <p:cNvCxnSpPr/>
          <p:nvPr/>
        </p:nvCxnSpPr>
        <p:spPr>
          <a:xfrm>
            <a:off x="2621011" y="1783635"/>
            <a:ext cx="741403" cy="35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6" name="Google Shape;8406;p54"/>
          <p:cNvSpPr/>
          <p:nvPr/>
        </p:nvSpPr>
        <p:spPr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7" name="Google Shape;8407;p54"/>
          <p:cNvSpPr/>
          <p:nvPr/>
        </p:nvSpPr>
        <p:spPr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8" name="Google Shape;8408;p54"/>
          <p:cNvSpPr/>
          <p:nvPr/>
        </p:nvSpPr>
        <p:spPr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9" name="Google Shape;8409;p54"/>
          <p:cNvCxnSpPr/>
          <p:nvPr/>
        </p:nvCxnSpPr>
        <p:spPr>
          <a:xfrm>
            <a:off x="7042061" y="1833751"/>
            <a:ext cx="3667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0" name="Google Shape;8410;p54"/>
          <p:cNvSpPr/>
          <p:nvPr/>
        </p:nvSpPr>
        <p:spPr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1" name="Google Shape;8411;p54"/>
          <p:cNvSpPr txBox="1"/>
          <p:nvPr/>
        </p:nvSpPr>
        <p:spPr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propagation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2" name="Google Shape;8412;p54"/>
          <p:cNvCxnSpPr/>
          <p:nvPr/>
        </p:nvCxnSpPr>
        <p:spPr>
          <a:xfrm rot="10800000">
            <a:off x="5073803" y="1831109"/>
            <a:ext cx="31910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3" name="Google Shape;8413;p54"/>
          <p:cNvSpPr txBox="1"/>
          <p:nvPr/>
        </p:nvSpPr>
        <p:spPr>
          <a:xfrm>
            <a:off x="3016098" y="2729785"/>
            <a:ext cx="151182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/>
          </a:p>
        </p:txBody>
      </p:sp>
      <p:cxnSp>
        <p:nvCxnSpPr>
          <p:cNvPr id="8414" name="Google Shape;8414;p54"/>
          <p:cNvCxnSpPr/>
          <p:nvPr/>
        </p:nvCxnSpPr>
        <p:spPr>
          <a:xfrm rot="10800000">
            <a:off x="3363541" y="2729991"/>
            <a:ext cx="8334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15" name="Google Shape;8415;p54"/>
          <p:cNvCxnSpPr/>
          <p:nvPr/>
        </p:nvCxnSpPr>
        <p:spPr>
          <a:xfrm rot="10800000">
            <a:off x="4187959" y="2536110"/>
            <a:ext cx="3857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16" name="Google Shape;8416;p54"/>
          <p:cNvSpPr txBox="1"/>
          <p:nvPr/>
        </p:nvSpPr>
        <p:spPr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queueing</a:t>
            </a:r>
            <a:endParaRPr b="0" i="0" sz="20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7" name="Google Shape;8417;p54"/>
          <p:cNvCxnSpPr/>
          <p:nvPr/>
        </p:nvCxnSpPr>
        <p:spPr>
          <a:xfrm rot="10800000">
            <a:off x="4349892" y="2536110"/>
            <a:ext cx="595346" cy="552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8" name="Google Shape;8418;p54"/>
          <p:cNvSpPr/>
          <p:nvPr/>
        </p:nvSpPr>
        <p:spPr>
          <a:xfrm>
            <a:off x="1743075" y="3585728"/>
            <a:ext cx="6175328" cy="5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nodal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+ 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9" name="Google Shape;8419;p54"/>
          <p:cNvCxnSpPr/>
          <p:nvPr/>
        </p:nvCxnSpPr>
        <p:spPr>
          <a:xfrm flipH="1" rot="10800000">
            <a:off x="2619131" y="2323384"/>
            <a:ext cx="735346" cy="54993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0" name="Google Shape;8420;p54"/>
          <p:cNvSpPr/>
          <p:nvPr/>
        </p:nvSpPr>
        <p:spPr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21" name="Google Shape;8421;p54"/>
          <p:cNvCxnSpPr/>
          <p:nvPr/>
        </p:nvCxnSpPr>
        <p:spPr>
          <a:xfrm>
            <a:off x="3109988" y="1910635"/>
            <a:ext cx="2111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22" name="Google Shape;8422;p54"/>
          <p:cNvSpPr txBox="1"/>
          <p:nvPr/>
        </p:nvSpPr>
        <p:spPr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423" name="Google Shape;8423;p54"/>
          <p:cNvSpPr txBox="1"/>
          <p:nvPr/>
        </p:nvSpPr>
        <p:spPr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424" name="Google Shape;8424;p54"/>
          <p:cNvGrpSpPr/>
          <p:nvPr/>
        </p:nvGrpSpPr>
        <p:grpSpPr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descr="desktop_computer_stylized_medium" id="8425" name="Google Shape;8425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6" name="Google Shape;8426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27" name="Google Shape;8427;p54"/>
          <p:cNvGrpSpPr/>
          <p:nvPr/>
        </p:nvGrpSpPr>
        <p:grpSpPr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descr="desktop_computer_stylized_medium" id="8428" name="Google Shape;8428;p5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9" name="Google Shape;8429;p5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30" name="Google Shape;8430;p54"/>
          <p:cNvSpPr txBox="1"/>
          <p:nvPr/>
        </p:nvSpPr>
        <p:spPr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transmission</a:t>
            </a:r>
            <a:endParaRPr/>
          </a:p>
        </p:txBody>
      </p:sp>
      <p:cxnSp>
        <p:nvCxnSpPr>
          <p:cNvPr id="8431" name="Google Shape;8431;p54"/>
          <p:cNvCxnSpPr/>
          <p:nvPr/>
        </p:nvCxnSpPr>
        <p:spPr>
          <a:xfrm>
            <a:off x="4038725" y="1443910"/>
            <a:ext cx="528667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2" name="Google Shape;8432;p54"/>
          <p:cNvSpPr/>
          <p:nvPr/>
        </p:nvSpPr>
        <p:spPr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3" name="Google Shape;8433;p54"/>
          <p:cNvCxnSpPr/>
          <p:nvPr/>
        </p:nvCxnSpPr>
        <p:spPr>
          <a:xfrm flipH="1" rot="10800000">
            <a:off x="2897771" y="2599885"/>
            <a:ext cx="219680" cy="16193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34" name="Google Shape;8434;p54"/>
          <p:cNvCxnSpPr/>
          <p:nvPr/>
        </p:nvCxnSpPr>
        <p:spPr>
          <a:xfrm>
            <a:off x="4880582" y="2238559"/>
            <a:ext cx="338899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35" name="Google Shape;8435;p54"/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8436" name="Google Shape;8436;p5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37" name="Google Shape;8437;p5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38" name="Google Shape;8438;p5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39" name="Google Shape;8439;p5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0" name="Google Shape;8440;p5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1" name="Google Shape;8441;p5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2" name="Google Shape;8442;p5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43" name="Google Shape;8443;p54"/>
          <p:cNvSpPr/>
          <p:nvPr/>
        </p:nvSpPr>
        <p:spPr>
          <a:xfrm>
            <a:off x="1231746" y="4297060"/>
            <a:ext cx="4380277" cy="2078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transmission delay: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packet length (bits)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link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rate (bps)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L/R</a:t>
            </a:r>
            <a:endParaRPr/>
          </a:p>
        </p:txBody>
      </p:sp>
      <p:sp>
        <p:nvSpPr>
          <p:cNvPr id="8444" name="Google Shape;8444;p54"/>
          <p:cNvSpPr/>
          <p:nvPr/>
        </p:nvSpPr>
        <p:spPr>
          <a:xfrm>
            <a:off x="6527008" y="4304008"/>
            <a:ext cx="5147743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propagation delay:</a:t>
            </a:r>
            <a:endParaRPr b="0" i="0" sz="18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length of physical link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propagation speed (~2x10</a:t>
            </a:r>
            <a:r>
              <a:rPr b="0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m/sec)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grpSp>
        <p:nvGrpSpPr>
          <p:cNvPr id="8445" name="Google Shape;8445;p54"/>
          <p:cNvGrpSpPr/>
          <p:nvPr/>
        </p:nvGrpSpPr>
        <p:grpSpPr>
          <a:xfrm>
            <a:off x="1211117" y="5494308"/>
            <a:ext cx="7076415" cy="1127327"/>
            <a:chOff x="1211117" y="5568048"/>
            <a:chExt cx="7076415" cy="1127327"/>
          </a:xfrm>
        </p:grpSpPr>
        <p:sp>
          <p:nvSpPr>
            <p:cNvPr id="8446" name="Google Shape;8446;p54"/>
            <p:cNvSpPr txBox="1"/>
            <p:nvPr/>
          </p:nvSpPr>
          <p:spPr>
            <a:xfrm>
              <a:off x="3836662" y="5864378"/>
              <a:ext cx="210522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</a:t>
              </a:r>
              <a:r>
                <a:rPr b="0" baseline="-2500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and </a:t>
              </a:r>
              <a:r>
                <a:rPr b="0" i="1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prop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very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different</a:t>
              </a:r>
              <a:endParaRPr/>
            </a:p>
          </p:txBody>
        </p:sp>
        <p:sp>
          <p:nvSpPr>
            <p:cNvPr id="8447" name="Google Shape;8447;p54"/>
            <p:cNvSpPr/>
            <p:nvPr/>
          </p:nvSpPr>
          <p:spPr>
            <a:xfrm>
              <a:off x="1211117" y="5568048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8" name="Google Shape;8448;p54"/>
            <p:cNvSpPr/>
            <p:nvPr/>
          </p:nvSpPr>
          <p:spPr>
            <a:xfrm>
              <a:off x="6418157" y="5570209"/>
              <a:ext cx="1869375" cy="500634"/>
            </a:xfrm>
            <a:prstGeom prst="ellipse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49" name="Google Shape;8449;p54"/>
            <p:cNvCxnSpPr>
              <a:stCxn id="8448" idx="2"/>
            </p:cNvCxnSpPr>
            <p:nvPr/>
          </p:nvCxnSpPr>
          <p:spPr>
            <a:xfrm flipH="1">
              <a:off x="5393057" y="5820526"/>
              <a:ext cx="1025100" cy="2481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50" name="Google Shape;8450;p54"/>
            <p:cNvCxnSpPr/>
            <p:nvPr/>
          </p:nvCxnSpPr>
          <p:spPr>
            <a:xfrm>
              <a:off x="3097924" y="5820526"/>
              <a:ext cx="940801" cy="248156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451" name="Google Shape;8451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6" name="Shape 8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7" name="Google Shape;8457;p5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sp>
        <p:nvSpPr>
          <p:cNvPr id="8458" name="Google Shape;8458;p55"/>
          <p:cNvSpPr txBox="1"/>
          <p:nvPr/>
        </p:nvSpPr>
        <p:spPr>
          <a:xfrm>
            <a:off x="929148" y="2992271"/>
            <a:ext cx="537717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 ~ bit; caravan ~ packet; toll service ~ link transmission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 takes 12 sec to service car (bit transmission time)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“propagate” at  100 km/hr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How long until caravan is lined up before 2nd toll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9" name="Google Shape;8459;p55"/>
          <p:cNvSpPr txBox="1"/>
          <p:nvPr/>
        </p:nvSpPr>
        <p:spPr>
          <a:xfrm>
            <a:off x="6776218" y="3006559"/>
            <a:ext cx="4875008" cy="33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to “push” entire caravan through toll booth onto highway = 12*10 = 120 sec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for last car to propagate from 1st to 2nd toll both: 100km/(100km/hr) = 1 hr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62 minutes</a:t>
            </a:r>
            <a:endParaRPr/>
          </a:p>
        </p:txBody>
      </p:sp>
      <p:sp>
        <p:nvSpPr>
          <p:cNvPr id="8460" name="Google Shape;8460;p55"/>
          <p:cNvSpPr txBox="1"/>
          <p:nvPr/>
        </p:nvSpPr>
        <p:spPr>
          <a:xfrm>
            <a:off x="6396831" y="2031427"/>
            <a:ext cx="21272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booth</a:t>
            </a:r>
            <a:endParaRPr/>
          </a:p>
        </p:txBody>
      </p:sp>
      <p:sp>
        <p:nvSpPr>
          <p:cNvPr id="8461" name="Google Shape;8461;p55"/>
          <p:cNvSpPr txBox="1"/>
          <p:nvPr/>
        </p:nvSpPr>
        <p:spPr>
          <a:xfrm>
            <a:off x="3405981" y="2031428"/>
            <a:ext cx="2343150" cy="708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toll  booth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link)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2" name="Google Shape;8462;p55"/>
          <p:cNvSpPr txBox="1"/>
          <p:nvPr/>
        </p:nvSpPr>
        <p:spPr>
          <a:xfrm>
            <a:off x="1647031" y="20282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8463" name="Google Shape;8463;p55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4" name="Google Shape;8464;p55"/>
          <p:cNvSpPr txBox="1"/>
          <p:nvPr/>
        </p:nvSpPr>
        <p:spPr>
          <a:xfrm>
            <a:off x="5042693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465" name="Google Shape;8465;p55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6" name="Google Shape;8466;p55"/>
          <p:cNvSpPr txBox="1"/>
          <p:nvPr/>
        </p:nvSpPr>
        <p:spPr>
          <a:xfrm>
            <a:off x="7998618" y="14789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467" name="Google Shape;8467;p55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68" name="Google Shape;8468;p55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69" name="Google Shape;8469;p55"/>
          <p:cNvGrpSpPr/>
          <p:nvPr/>
        </p:nvGrpSpPr>
        <p:grpSpPr>
          <a:xfrm>
            <a:off x="6396831" y="1369439"/>
            <a:ext cx="2127250" cy="1031875"/>
            <a:chOff x="1190" y="938"/>
            <a:chExt cx="1340" cy="650"/>
          </a:xfrm>
        </p:grpSpPr>
        <p:sp>
          <p:nvSpPr>
            <p:cNvPr id="8470" name="Google Shape;8470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1" name="Google Shape;8471;p55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472" name="Google Shape;8472;p55"/>
          <p:cNvGrpSpPr/>
          <p:nvPr/>
        </p:nvGrpSpPr>
        <p:grpSpPr>
          <a:xfrm>
            <a:off x="3405981" y="1369440"/>
            <a:ext cx="2343150" cy="1370014"/>
            <a:chOff x="1103" y="938"/>
            <a:chExt cx="1476" cy="863"/>
          </a:xfrm>
        </p:grpSpPr>
        <p:sp>
          <p:nvSpPr>
            <p:cNvPr id="8473" name="Google Shape;8473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4" name="Google Shape;8474;p55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link)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75" name="Google Shape;8475;p55"/>
          <p:cNvCxnSpPr/>
          <p:nvPr/>
        </p:nvCxnSpPr>
        <p:spPr>
          <a:xfrm rot="10800000">
            <a:off x="4383881" y="16790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76" name="Google Shape;8476;p55"/>
          <p:cNvCxnSpPr/>
          <p:nvPr/>
        </p:nvCxnSpPr>
        <p:spPr>
          <a:xfrm rot="10800000">
            <a:off x="7376318" y="16774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77" name="Google Shape;8477;p55"/>
          <p:cNvSpPr/>
          <p:nvPr/>
        </p:nvSpPr>
        <p:spPr>
          <a:xfrm>
            <a:off x="21280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8" name="Google Shape;8478;p55"/>
          <p:cNvSpPr/>
          <p:nvPr/>
        </p:nvSpPr>
        <p:spPr>
          <a:xfrm>
            <a:off x="2280443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9" name="Google Shape;8479;p55"/>
          <p:cNvSpPr/>
          <p:nvPr/>
        </p:nvSpPr>
        <p:spPr>
          <a:xfrm>
            <a:off x="2504281" y="1679002"/>
            <a:ext cx="74613" cy="74613"/>
          </a:xfrm>
          <a:prstGeom prst="ellipse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80" name="Google Shape;8480;p55"/>
          <p:cNvGrpSpPr/>
          <p:nvPr/>
        </p:nvGrpSpPr>
        <p:grpSpPr>
          <a:xfrm>
            <a:off x="3931443" y="1280539"/>
            <a:ext cx="458788" cy="777875"/>
            <a:chOff x="2365" y="1352"/>
            <a:chExt cx="1022" cy="1616"/>
          </a:xfrm>
        </p:grpSpPr>
        <p:pic>
          <p:nvPicPr>
            <p:cNvPr id="8481" name="Google Shape;8481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2" name="Google Shape;8482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83" name="Google Shape;8483;p55"/>
          <p:cNvGrpSpPr/>
          <p:nvPr/>
        </p:nvGrpSpPr>
        <p:grpSpPr>
          <a:xfrm>
            <a:off x="6854031" y="1309114"/>
            <a:ext cx="458788" cy="777875"/>
            <a:chOff x="2365" y="1352"/>
            <a:chExt cx="1022" cy="1616"/>
          </a:xfrm>
        </p:grpSpPr>
        <p:pic>
          <p:nvPicPr>
            <p:cNvPr id="8484" name="Google Shape;8484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85" name="Google Shape;8485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86" name="Google Shape;8486;p55"/>
          <p:cNvCxnSpPr/>
          <p:nvPr/>
        </p:nvCxnSpPr>
        <p:spPr>
          <a:xfrm>
            <a:off x="6122193" y="16774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87" name="Google Shape;8487;p55"/>
          <p:cNvSpPr/>
          <p:nvPr/>
        </p:nvSpPr>
        <p:spPr>
          <a:xfrm rot="5400000">
            <a:off x="2614644" y="7637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 Car Symbol - Free image on Pixabay" id="8488" name="Google Shape;848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543" y="1391341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8489" name="Google Shape;8489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1164" y="1388802"/>
            <a:ext cx="875228" cy="59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 Car Symbol - Free image on Pixabay" id="8490" name="Google Shape;849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6100" y="1389538"/>
            <a:ext cx="875228" cy="5926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91" name="Google Shape;8491;p55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492" name="Google Shape;8492;p55"/>
          <p:cNvGrpSpPr/>
          <p:nvPr/>
        </p:nvGrpSpPr>
        <p:grpSpPr>
          <a:xfrm>
            <a:off x="9203531" y="1356739"/>
            <a:ext cx="2127250" cy="1031875"/>
            <a:chOff x="1190" y="938"/>
            <a:chExt cx="1340" cy="650"/>
          </a:xfrm>
        </p:grpSpPr>
        <p:sp>
          <p:nvSpPr>
            <p:cNvPr id="8493" name="Google Shape;8493;p55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4" name="Google Shape;8494;p55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495" name="Google Shape;8495;p55"/>
          <p:cNvGrpSpPr/>
          <p:nvPr/>
        </p:nvGrpSpPr>
        <p:grpSpPr>
          <a:xfrm>
            <a:off x="9660731" y="1296414"/>
            <a:ext cx="458788" cy="777875"/>
            <a:chOff x="2365" y="1352"/>
            <a:chExt cx="1022" cy="1616"/>
          </a:xfrm>
        </p:grpSpPr>
        <p:pic>
          <p:nvPicPr>
            <p:cNvPr id="8496" name="Google Shape;8496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97" name="Google Shape;8497;p55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498" name="Google Shape;8498;p55"/>
          <p:cNvCxnSpPr/>
          <p:nvPr/>
        </p:nvCxnSpPr>
        <p:spPr>
          <a:xfrm>
            <a:off x="8928893" y="16647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99" name="Google Shape;8499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4" name="Shape 8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5" name="Google Shape;8505;p5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Caravan analogy</a:t>
            </a:r>
            <a:endParaRPr sz="4400"/>
          </a:p>
        </p:txBody>
      </p:sp>
      <p:grpSp>
        <p:nvGrpSpPr>
          <p:cNvPr id="8506" name="Google Shape;8506;p56"/>
          <p:cNvGrpSpPr/>
          <p:nvPr/>
        </p:nvGrpSpPr>
        <p:grpSpPr>
          <a:xfrm>
            <a:off x="7158831" y="1420239"/>
            <a:ext cx="2127250" cy="1031875"/>
            <a:chOff x="1190" y="938"/>
            <a:chExt cx="1340" cy="650"/>
          </a:xfrm>
        </p:grpSpPr>
        <p:sp>
          <p:nvSpPr>
            <p:cNvPr id="8507" name="Google Shape;8507;p56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8" name="Google Shape;8508;p56"/>
            <p:cNvSpPr txBox="1"/>
            <p:nvPr/>
          </p:nvSpPr>
          <p:spPr>
            <a:xfrm>
              <a:off x="1190" y="1355"/>
              <a:ext cx="134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booth</a:t>
              </a:r>
              <a:endParaRPr/>
            </a:p>
          </p:txBody>
        </p:sp>
      </p:grpSp>
      <p:grpSp>
        <p:nvGrpSpPr>
          <p:cNvPr id="8509" name="Google Shape;8509;p56"/>
          <p:cNvGrpSpPr/>
          <p:nvPr/>
        </p:nvGrpSpPr>
        <p:grpSpPr>
          <a:xfrm>
            <a:off x="4167981" y="1420240"/>
            <a:ext cx="2343150" cy="1370014"/>
            <a:chOff x="1103" y="938"/>
            <a:chExt cx="1476" cy="863"/>
          </a:xfrm>
        </p:grpSpPr>
        <p:sp>
          <p:nvSpPr>
            <p:cNvPr id="8510" name="Google Shape;8510;p56"/>
            <p:cNvSpPr/>
            <p:nvPr/>
          </p:nvSpPr>
          <p:spPr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1" name="Google Shape;8511;p56"/>
            <p:cNvSpPr txBox="1"/>
            <p:nvPr/>
          </p:nvSpPr>
          <p:spPr>
            <a:xfrm>
              <a:off x="1103" y="1355"/>
              <a:ext cx="147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toll  booth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(aka router)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12" name="Google Shape;8512;p56"/>
          <p:cNvSpPr txBox="1"/>
          <p:nvPr/>
        </p:nvSpPr>
        <p:spPr>
          <a:xfrm>
            <a:off x="2409031" y="2079052"/>
            <a:ext cx="211655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ten-car caravan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(aka 10-bit packet)</a:t>
            </a:r>
            <a:endParaRPr/>
          </a:p>
        </p:txBody>
      </p:sp>
      <p:cxnSp>
        <p:nvCxnSpPr>
          <p:cNvPr id="8513" name="Google Shape;8513;p56"/>
          <p:cNvCxnSpPr/>
          <p:nvPr/>
        </p:nvCxnSpPr>
        <p:spPr>
          <a:xfrm rot="10800000">
            <a:off x="5145881" y="1729802"/>
            <a:ext cx="6588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14" name="Google Shape;8514;p56"/>
          <p:cNvSpPr txBox="1"/>
          <p:nvPr/>
        </p:nvSpPr>
        <p:spPr>
          <a:xfrm>
            <a:off x="5804693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515" name="Google Shape;8515;p56"/>
          <p:cNvCxnSpPr/>
          <p:nvPr/>
        </p:nvCxnSpPr>
        <p:spPr>
          <a:xfrm rot="10800000">
            <a:off x="8138318" y="1728214"/>
            <a:ext cx="6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16" name="Google Shape;8516;p56"/>
          <p:cNvSpPr txBox="1"/>
          <p:nvPr/>
        </p:nvSpPr>
        <p:spPr>
          <a:xfrm>
            <a:off x="8760618" y="1529777"/>
            <a:ext cx="10795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 km</a:t>
            </a:r>
            <a:endParaRPr/>
          </a:p>
        </p:txBody>
      </p:sp>
      <p:cxnSp>
        <p:nvCxnSpPr>
          <p:cNvPr id="8517" name="Google Shape;8517;p56"/>
          <p:cNvCxnSpPr/>
          <p:nvPr/>
        </p:nvCxnSpPr>
        <p:spPr>
          <a:xfrm>
            <a:off x="9670045" y="1728214"/>
            <a:ext cx="46955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18" name="Google Shape;8518;p56"/>
          <p:cNvSpPr/>
          <p:nvPr/>
        </p:nvSpPr>
        <p:spPr>
          <a:xfrm>
            <a:off x="28900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9" name="Google Shape;8519;p56"/>
          <p:cNvSpPr/>
          <p:nvPr/>
        </p:nvSpPr>
        <p:spPr>
          <a:xfrm>
            <a:off x="3042443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0" name="Google Shape;8520;p56"/>
          <p:cNvSpPr/>
          <p:nvPr/>
        </p:nvSpPr>
        <p:spPr>
          <a:xfrm>
            <a:off x="3266281" y="1729802"/>
            <a:ext cx="74613" cy="7461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Cj03985170000[1]" id="8521" name="Google Shape;852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3374231" y="1640902"/>
            <a:ext cx="7493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3985170000[1]" id="8522" name="Google Shape;852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107406" y="16361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3" name="Google Shape;8523;p56"/>
          <p:cNvGrpSpPr/>
          <p:nvPr/>
        </p:nvGrpSpPr>
        <p:grpSpPr>
          <a:xfrm>
            <a:off x="4693443" y="1331339"/>
            <a:ext cx="458788" cy="777875"/>
            <a:chOff x="2365" y="1352"/>
            <a:chExt cx="1022" cy="1616"/>
          </a:xfrm>
        </p:grpSpPr>
        <p:pic>
          <p:nvPicPr>
            <p:cNvPr id="8524" name="Google Shape;8524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5" name="Google Shape;8525;p56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MCj03985170000[1]" id="8526" name="Google Shape;852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137818" y="1661539"/>
            <a:ext cx="749300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7" name="Google Shape;8527;p56"/>
          <p:cNvGrpSpPr/>
          <p:nvPr/>
        </p:nvGrpSpPr>
        <p:grpSpPr>
          <a:xfrm>
            <a:off x="7616031" y="1359914"/>
            <a:ext cx="458788" cy="777875"/>
            <a:chOff x="2365" y="1352"/>
            <a:chExt cx="1022" cy="1616"/>
          </a:xfrm>
        </p:grpSpPr>
        <p:pic>
          <p:nvPicPr>
            <p:cNvPr id="8528" name="Google Shape;8528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9" name="Google Shape;8529;p56"/>
            <p:cNvSpPr/>
            <p:nvPr/>
          </p:nvSpPr>
          <p:spPr>
            <a:xfrm>
              <a:off x="2365" y="2129"/>
              <a:ext cx="367" cy="2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530" name="Google Shape;8530;p56"/>
          <p:cNvCxnSpPr/>
          <p:nvPr/>
        </p:nvCxnSpPr>
        <p:spPr>
          <a:xfrm>
            <a:off x="6884193" y="1728214"/>
            <a:ext cx="866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31" name="Google Shape;8531;p56"/>
          <p:cNvSpPr/>
          <p:nvPr/>
        </p:nvSpPr>
        <p:spPr>
          <a:xfrm rot="5400000">
            <a:off x="3376644" y="814577"/>
            <a:ext cx="107886" cy="2525712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2" name="Google Shape;8532;p56"/>
          <p:cNvSpPr txBox="1"/>
          <p:nvPr/>
        </p:nvSpPr>
        <p:spPr>
          <a:xfrm>
            <a:off x="825267" y="3347774"/>
            <a:ext cx="10515600" cy="1655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cars now “propagate” at 1000 km/hr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suppose toll booth now takes one min to service a car</a:t>
            </a:r>
            <a:endParaRPr b="0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Will cars arrive to 2nd booth before all cars serviced at first booth?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3" name="Google Shape;8533;p56"/>
          <p:cNvSpPr txBox="1"/>
          <p:nvPr/>
        </p:nvSpPr>
        <p:spPr>
          <a:xfrm>
            <a:off x="1127510" y="4881442"/>
            <a:ext cx="10649258" cy="1467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 Yes!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after 7 min, first car arrives at second booth; three cars still at first booth</a:t>
            </a:r>
            <a:endParaRPr/>
          </a:p>
        </p:txBody>
      </p:sp>
      <p:sp>
        <p:nvSpPr>
          <p:cNvPr id="8534" name="Google Shape;8534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9" name="Shape 8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" name="Google Shape;8540;p5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Packet q</a:t>
            </a:r>
            <a:r>
              <a:rPr lang="en-US" sz="4400"/>
              <a:t>ueueing delay (revisited)</a:t>
            </a:r>
            <a:endParaRPr sz="4400"/>
          </a:p>
        </p:txBody>
      </p:sp>
      <p:sp>
        <p:nvSpPr>
          <p:cNvPr id="8541" name="Google Shape;8541;p57"/>
          <p:cNvSpPr txBox="1"/>
          <p:nvPr/>
        </p:nvSpPr>
        <p:spPr>
          <a:xfrm>
            <a:off x="919843" y="1385661"/>
            <a:ext cx="5655128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0188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packet arrival rate</a:t>
            </a:r>
            <a:endParaRPr/>
          </a:p>
          <a:p>
            <a:pPr indent="-230188" lvl="0" marL="2301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packet length (bits)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link bandwidth (bit transmission rate)</a:t>
            </a:r>
            <a:endParaRPr/>
          </a:p>
        </p:txBody>
      </p:sp>
      <p:sp>
        <p:nvSpPr>
          <p:cNvPr id="8542" name="Google Shape;8542;p57"/>
          <p:cNvSpPr/>
          <p:nvPr/>
        </p:nvSpPr>
        <p:spPr>
          <a:xfrm>
            <a:off x="932543" y="4263423"/>
            <a:ext cx="5975117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~ 0: avg. queueing delay small</a:t>
            </a:r>
            <a:endParaRPr/>
          </a:p>
          <a:p>
            <a:pPr indent="-231775" lvl="0" marL="231775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-&gt; 1: avg. queueing delay large</a:t>
            </a:r>
            <a:endParaRPr/>
          </a:p>
          <a:p>
            <a:pPr indent="-231775" lvl="0" marL="2317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La/R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1: more “work” arriving  is more than can be serviced -  average delay infinite!</a:t>
            </a:r>
            <a:endParaRPr/>
          </a:p>
        </p:txBody>
      </p:sp>
      <p:grpSp>
        <p:nvGrpSpPr>
          <p:cNvPr id="8543" name="Google Shape;8543;p57"/>
          <p:cNvGrpSpPr/>
          <p:nvPr/>
        </p:nvGrpSpPr>
        <p:grpSpPr>
          <a:xfrm>
            <a:off x="8407167" y="4367394"/>
            <a:ext cx="2782888" cy="2261260"/>
            <a:chOff x="8407167" y="4367394"/>
            <a:chExt cx="2782888" cy="2261260"/>
          </a:xfrm>
        </p:grpSpPr>
        <p:pic>
          <p:nvPicPr>
            <p:cNvPr id="8544" name="Google Shape;8544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43830" y="5047839"/>
              <a:ext cx="1546225" cy="12398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45" name="Google Shape;8545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07167" y="4471879"/>
              <a:ext cx="1481138" cy="1117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6" name="Google Shape;8546;p57"/>
            <p:cNvSpPr txBox="1"/>
            <p:nvPr/>
          </p:nvSpPr>
          <p:spPr>
            <a:xfrm>
              <a:off x="9849087" y="4367394"/>
              <a:ext cx="9541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~ 0</a:t>
              </a:r>
              <a:endParaRPr/>
            </a:p>
          </p:txBody>
        </p:sp>
        <p:sp>
          <p:nvSpPr>
            <p:cNvPr id="8547" name="Google Shape;8547;p57"/>
            <p:cNvSpPr txBox="1"/>
            <p:nvPr/>
          </p:nvSpPr>
          <p:spPr>
            <a:xfrm>
              <a:off x="9643830" y="6259322"/>
              <a:ext cx="102463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La/R -&gt; 1</a:t>
              </a:r>
              <a:endParaRPr/>
            </a:p>
          </p:txBody>
        </p:sp>
      </p:grpSp>
      <p:grpSp>
        <p:nvGrpSpPr>
          <p:cNvPr id="8548" name="Google Shape;8548;p57"/>
          <p:cNvGrpSpPr/>
          <p:nvPr/>
        </p:nvGrpSpPr>
        <p:grpSpPr>
          <a:xfrm>
            <a:off x="8001634" y="1103085"/>
            <a:ext cx="3246937" cy="2992869"/>
            <a:chOff x="7232377" y="708301"/>
            <a:chExt cx="3769920" cy="3402168"/>
          </a:xfrm>
        </p:grpSpPr>
        <p:sp>
          <p:nvSpPr>
            <p:cNvPr id="8549" name="Google Shape;8549;p57"/>
            <p:cNvSpPr/>
            <p:nvPr/>
          </p:nvSpPr>
          <p:spPr>
            <a:xfrm>
              <a:off x="7381311" y="3605438"/>
              <a:ext cx="2911022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traffic intensity = </a:t>
              </a:r>
              <a:r>
                <a:rPr b="0" i="1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La/R</a:t>
              </a:r>
              <a:endParaRPr/>
            </a:p>
          </p:txBody>
        </p:sp>
        <p:sp>
          <p:nvSpPr>
            <p:cNvPr id="8550" name="Google Shape;8550;p57"/>
            <p:cNvSpPr/>
            <p:nvPr/>
          </p:nvSpPr>
          <p:spPr>
            <a:xfrm rot="-5400000">
              <a:off x="6114777" y="2075824"/>
              <a:ext cx="2740025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average  queueing delay</a:t>
              </a:r>
              <a:endParaRPr/>
            </a:p>
          </p:txBody>
        </p:sp>
        <p:cxnSp>
          <p:nvCxnSpPr>
            <p:cNvPr id="8551" name="Google Shape;8551;p57"/>
            <p:cNvCxnSpPr/>
            <p:nvPr/>
          </p:nvCxnSpPr>
          <p:spPr>
            <a:xfrm>
              <a:off x="7616120" y="3540100"/>
              <a:ext cx="338617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52" name="Google Shape;8552;p57"/>
            <p:cNvCxnSpPr/>
            <p:nvPr/>
          </p:nvCxnSpPr>
          <p:spPr>
            <a:xfrm rot="10800000">
              <a:off x="7601372" y="1041103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53" name="Google Shape;8553;p57"/>
            <p:cNvSpPr/>
            <p:nvPr/>
          </p:nvSpPr>
          <p:spPr>
            <a:xfrm>
              <a:off x="7616120" y="708301"/>
              <a:ext cx="2743200" cy="2816942"/>
            </a:xfrm>
            <a:custGeom>
              <a:rect b="b" l="l" r="r" t="t"/>
              <a:pathLst>
                <a:path extrusionOk="0" h="2816942" w="2743200">
                  <a:moveTo>
                    <a:pt x="0" y="2816942"/>
                  </a:moveTo>
                  <a:cubicBezTo>
                    <a:pt x="363998" y="2816020"/>
                    <a:pt x="477171" y="2811923"/>
                    <a:pt x="663677" y="2802193"/>
                  </a:cubicBezTo>
                  <a:cubicBezTo>
                    <a:pt x="850183" y="2792463"/>
                    <a:pt x="1661652" y="2767780"/>
                    <a:pt x="1976284" y="2625212"/>
                  </a:cubicBezTo>
                  <a:cubicBezTo>
                    <a:pt x="2290916" y="2482644"/>
                    <a:pt x="2423652" y="2384322"/>
                    <a:pt x="2551471" y="1946787"/>
                  </a:cubicBezTo>
                  <a:cubicBezTo>
                    <a:pt x="2679290" y="1509252"/>
                    <a:pt x="2711245" y="754626"/>
                    <a:pt x="2743200" y="0"/>
                  </a:cubicBez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54" name="Google Shape;8554;p57"/>
            <p:cNvCxnSpPr/>
            <p:nvPr/>
          </p:nvCxnSpPr>
          <p:spPr>
            <a:xfrm rot="10800000">
              <a:off x="10442559" y="1034169"/>
              <a:ext cx="0" cy="250593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8555" name="Google Shape;8555;p57"/>
            <p:cNvSpPr/>
            <p:nvPr/>
          </p:nvSpPr>
          <p:spPr>
            <a:xfrm>
              <a:off x="10214306" y="3605644"/>
              <a:ext cx="509587" cy="50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ts val="136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1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56" name="Google Shape;8556;p57"/>
          <p:cNvGrpSpPr/>
          <p:nvPr/>
        </p:nvGrpSpPr>
        <p:grpSpPr>
          <a:xfrm>
            <a:off x="1199878" y="3314700"/>
            <a:ext cx="3457968" cy="523220"/>
            <a:chOff x="1211074" y="3275230"/>
            <a:chExt cx="3457968" cy="523220"/>
          </a:xfrm>
        </p:grpSpPr>
        <p:sp>
          <p:nvSpPr>
            <p:cNvPr id="8557" name="Google Shape;8557;p57"/>
            <p:cNvSpPr txBox="1"/>
            <p:nvPr/>
          </p:nvSpPr>
          <p:spPr>
            <a:xfrm>
              <a:off x="2188876" y="3327958"/>
              <a:ext cx="24801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service rate of bits</a:t>
              </a:r>
              <a:endParaRPr/>
            </a:p>
          </p:txBody>
        </p:sp>
        <p:sp>
          <p:nvSpPr>
            <p:cNvPr id="8558" name="Google Shape;8558;p57"/>
            <p:cNvSpPr txBox="1"/>
            <p:nvPr/>
          </p:nvSpPr>
          <p:spPr>
            <a:xfrm>
              <a:off x="1211074" y="3275230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8559" name="Google Shape;8559;p57"/>
          <p:cNvGrpSpPr/>
          <p:nvPr/>
        </p:nvGrpSpPr>
        <p:grpSpPr>
          <a:xfrm>
            <a:off x="1066278" y="2847705"/>
            <a:ext cx="3490678" cy="523220"/>
            <a:chOff x="1066278" y="2873829"/>
            <a:chExt cx="3490678" cy="523220"/>
          </a:xfrm>
        </p:grpSpPr>
        <p:sp>
          <p:nvSpPr>
            <p:cNvPr id="8560" name="Google Shape;8560;p57"/>
            <p:cNvSpPr txBox="1"/>
            <p:nvPr/>
          </p:nvSpPr>
          <p:spPr>
            <a:xfrm>
              <a:off x="2169123" y="2910251"/>
              <a:ext cx="23878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arrival rate of bits</a:t>
              </a:r>
              <a:endParaRPr/>
            </a:p>
          </p:txBody>
        </p:sp>
        <p:grpSp>
          <p:nvGrpSpPr>
            <p:cNvPr id="8561" name="Google Shape;8561;p57"/>
            <p:cNvGrpSpPr/>
            <p:nvPr/>
          </p:nvGrpSpPr>
          <p:grpSpPr>
            <a:xfrm>
              <a:off x="1066278" y="2873829"/>
              <a:ext cx="681588" cy="523220"/>
              <a:chOff x="1066278" y="2873829"/>
              <a:chExt cx="681588" cy="523220"/>
            </a:xfrm>
          </p:grpSpPr>
          <p:sp>
            <p:nvSpPr>
              <p:cNvPr id="8562" name="Google Shape;8562;p57"/>
              <p:cNvSpPr txBox="1"/>
              <p:nvPr/>
            </p:nvSpPr>
            <p:spPr>
              <a:xfrm>
                <a:off x="1066278" y="2873829"/>
                <a:ext cx="335348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</a:t>
                </a:r>
                <a:endParaRPr/>
              </a:p>
            </p:txBody>
          </p:sp>
          <p:sp>
            <p:nvSpPr>
              <p:cNvPr id="8563" name="Google Shape;8563;p57"/>
              <p:cNvSpPr txBox="1"/>
              <p:nvPr/>
            </p:nvSpPr>
            <p:spPr>
              <a:xfrm>
                <a:off x="1378854" y="2873829"/>
                <a:ext cx="369012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564" name="Google Shape;8564;p57"/>
              <p:cNvSpPr txBox="1"/>
              <p:nvPr/>
            </p:nvSpPr>
            <p:spPr>
              <a:xfrm>
                <a:off x="1278923" y="2909664"/>
                <a:ext cx="2423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1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/>
              </a:p>
            </p:txBody>
          </p:sp>
        </p:grpSp>
      </p:grpSp>
      <p:grpSp>
        <p:nvGrpSpPr>
          <p:cNvPr id="8565" name="Google Shape;8565;p57"/>
          <p:cNvGrpSpPr/>
          <p:nvPr/>
        </p:nvGrpSpPr>
        <p:grpSpPr>
          <a:xfrm>
            <a:off x="1204684" y="2981937"/>
            <a:ext cx="3323775" cy="584775"/>
            <a:chOff x="1204684" y="2981937"/>
            <a:chExt cx="3323775" cy="584775"/>
          </a:xfrm>
        </p:grpSpPr>
        <p:cxnSp>
          <p:nvCxnSpPr>
            <p:cNvPr id="8566" name="Google Shape;8566;p57"/>
            <p:cNvCxnSpPr/>
            <p:nvPr/>
          </p:nvCxnSpPr>
          <p:spPr>
            <a:xfrm>
              <a:off x="2300167" y="3338737"/>
              <a:ext cx="222829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67" name="Google Shape;8567;p57"/>
            <p:cNvCxnSpPr/>
            <p:nvPr/>
          </p:nvCxnSpPr>
          <p:spPr>
            <a:xfrm>
              <a:off x="1204684" y="3342018"/>
              <a:ext cx="34834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568" name="Google Shape;8568;p57"/>
            <p:cNvSpPr txBox="1"/>
            <p:nvPr/>
          </p:nvSpPr>
          <p:spPr>
            <a:xfrm>
              <a:off x="1687802" y="2981937"/>
              <a:ext cx="63862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Calibri"/>
                <a:buNone/>
              </a:pP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/>
            </a:p>
          </p:txBody>
        </p:sp>
      </p:grpSp>
      <p:sp>
        <p:nvSpPr>
          <p:cNvPr id="8569" name="Google Shape;8569;p57"/>
          <p:cNvSpPr txBox="1"/>
          <p:nvPr/>
        </p:nvSpPr>
        <p:spPr>
          <a:xfrm>
            <a:off x="5025350" y="2902857"/>
            <a:ext cx="15826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“traffic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intensity”</a:t>
            </a:r>
            <a:endParaRPr/>
          </a:p>
        </p:txBody>
      </p:sp>
      <p:sp>
        <p:nvSpPr>
          <p:cNvPr id="8570" name="Google Shape;8570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5" name="Shape 8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76" name="Google Shape;8576;p58"/>
          <p:cNvCxnSpPr/>
          <p:nvPr/>
        </p:nvCxnSpPr>
        <p:spPr>
          <a:xfrm>
            <a:off x="2831406" y="5366286"/>
            <a:ext cx="469144" cy="315494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7" name="Google Shape;8577;p58"/>
          <p:cNvCxnSpPr/>
          <p:nvPr/>
        </p:nvCxnSpPr>
        <p:spPr>
          <a:xfrm flipH="1" rot="10800000">
            <a:off x="3691311" y="5467468"/>
            <a:ext cx="639909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78" name="Google Shape;8578;p58"/>
          <p:cNvGrpSpPr/>
          <p:nvPr/>
        </p:nvGrpSpPr>
        <p:grpSpPr>
          <a:xfrm>
            <a:off x="3109054" y="5514269"/>
            <a:ext cx="860625" cy="398511"/>
            <a:chOff x="7493876" y="2774731"/>
            <a:chExt cx="1481958" cy="894622"/>
          </a:xfrm>
        </p:grpSpPr>
        <p:sp>
          <p:nvSpPr>
            <p:cNvPr id="8579" name="Google Shape;8579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80" name="Google Shape;8580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81" name="Google Shape;8581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82" name="Google Shape;8582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3" name="Google Shape;8583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4" name="Google Shape;8584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5" name="Google Shape;8585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86" name="Google Shape;8586;p58"/>
          <p:cNvCxnSpPr/>
          <p:nvPr/>
        </p:nvCxnSpPr>
        <p:spPr>
          <a:xfrm>
            <a:off x="4626350" y="54515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7" name="Google Shape;8587;p58"/>
          <p:cNvCxnSpPr/>
          <p:nvPr/>
        </p:nvCxnSpPr>
        <p:spPr>
          <a:xfrm flipH="1">
            <a:off x="4388223" y="5062655"/>
            <a:ext cx="661222" cy="2730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8" name="Google Shape;8588;p58"/>
          <p:cNvCxnSpPr/>
          <p:nvPr/>
        </p:nvCxnSpPr>
        <p:spPr>
          <a:xfrm>
            <a:off x="4356474" y="558335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89" name="Google Shape;8589;p58"/>
          <p:cNvGrpSpPr/>
          <p:nvPr/>
        </p:nvGrpSpPr>
        <p:grpSpPr>
          <a:xfrm>
            <a:off x="3957067" y="5203592"/>
            <a:ext cx="860625" cy="398511"/>
            <a:chOff x="7493876" y="2774731"/>
            <a:chExt cx="1481958" cy="894622"/>
          </a:xfrm>
        </p:grpSpPr>
        <p:sp>
          <p:nvSpPr>
            <p:cNvPr id="8590" name="Google Shape;8590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91" name="Google Shape;8591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92" name="Google Shape;8592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93" name="Google Shape;8593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4" name="Google Shape;8594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5" name="Google Shape;8595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6" name="Google Shape;8596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97" name="Google Shape;8597;p58"/>
          <p:cNvCxnSpPr/>
          <p:nvPr/>
        </p:nvCxnSpPr>
        <p:spPr>
          <a:xfrm flipH="1">
            <a:off x="5602660" y="5511918"/>
            <a:ext cx="865759" cy="1444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8" name="Google Shape;8598;p58"/>
          <p:cNvCxnSpPr/>
          <p:nvPr/>
        </p:nvCxnSpPr>
        <p:spPr>
          <a:xfrm flipH="1">
            <a:off x="4997823" y="5773855"/>
            <a:ext cx="487128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99" name="Google Shape;8599;p58"/>
          <p:cNvGrpSpPr/>
          <p:nvPr/>
        </p:nvGrpSpPr>
        <p:grpSpPr>
          <a:xfrm>
            <a:off x="4985387" y="5543879"/>
            <a:ext cx="860625" cy="398511"/>
            <a:chOff x="7493876" y="2774731"/>
            <a:chExt cx="1481958" cy="894622"/>
          </a:xfrm>
        </p:grpSpPr>
        <p:sp>
          <p:nvSpPr>
            <p:cNvPr id="8600" name="Google Shape;8600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01" name="Google Shape;8601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02" name="Google Shape;8602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03" name="Google Shape;8603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4" name="Google Shape;8604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5" name="Google Shape;8605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6" name="Google Shape;8606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07" name="Google Shape;8607;p5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“Real” Internet delays and routes</a:t>
            </a:r>
            <a:endParaRPr sz="4400"/>
          </a:p>
        </p:txBody>
      </p:sp>
      <p:sp>
        <p:nvSpPr>
          <p:cNvPr id="8608" name="Google Shape;8608;p58"/>
          <p:cNvSpPr txBox="1"/>
          <p:nvPr/>
        </p:nvSpPr>
        <p:spPr>
          <a:xfrm>
            <a:off x="980180" y="1324511"/>
            <a:ext cx="10342830" cy="1885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do “real” Internet delay &amp; loss look like?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traceroute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program: provides delay measurement from source to router along end-end Internet path towards destination.  For all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i:</a:t>
            </a:r>
            <a:endParaRPr/>
          </a:p>
        </p:txBody>
      </p:sp>
      <p:cxnSp>
        <p:nvCxnSpPr>
          <p:cNvPr id="8609" name="Google Shape;8609;p58"/>
          <p:cNvCxnSpPr/>
          <p:nvPr/>
        </p:nvCxnSpPr>
        <p:spPr>
          <a:xfrm>
            <a:off x="6721850" y="5476993"/>
            <a:ext cx="677550" cy="2079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0" name="Google Shape;8610;p58"/>
          <p:cNvCxnSpPr/>
          <p:nvPr/>
        </p:nvCxnSpPr>
        <p:spPr>
          <a:xfrm flipH="1">
            <a:off x="7660060" y="5423018"/>
            <a:ext cx="777191" cy="2778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1" name="Google Shape;8611;p58"/>
          <p:cNvCxnSpPr/>
          <p:nvPr/>
        </p:nvCxnSpPr>
        <p:spPr>
          <a:xfrm>
            <a:off x="6280524" y="5170605"/>
            <a:ext cx="318847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2" name="Google Shape;8612;p58"/>
          <p:cNvCxnSpPr/>
          <p:nvPr/>
        </p:nvCxnSpPr>
        <p:spPr>
          <a:xfrm>
            <a:off x="5394926" y="5277473"/>
            <a:ext cx="8857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3" name="Google Shape;8613;p58"/>
          <p:cNvSpPr txBox="1"/>
          <p:nvPr/>
        </p:nvSpPr>
        <p:spPr>
          <a:xfrm>
            <a:off x="2999161" y="5135680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8614" name="Google Shape;8614;p58"/>
          <p:cNvSpPr txBox="1"/>
          <p:nvPr/>
        </p:nvSpPr>
        <p:spPr>
          <a:xfrm>
            <a:off x="3613524" y="5696068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sp>
        <p:nvSpPr>
          <p:cNvPr id="8615" name="Google Shape;8615;p58"/>
          <p:cNvSpPr txBox="1"/>
          <p:nvPr/>
        </p:nvSpPr>
        <p:spPr>
          <a:xfrm>
            <a:off x="4842700" y="5044156"/>
            <a:ext cx="13971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probes</a:t>
            </a:r>
            <a:endParaRPr/>
          </a:p>
        </p:txBody>
      </p:sp>
      <p:grpSp>
        <p:nvGrpSpPr>
          <p:cNvPr id="8616" name="Google Shape;8616;p58"/>
          <p:cNvGrpSpPr/>
          <p:nvPr/>
        </p:nvGrpSpPr>
        <p:grpSpPr>
          <a:xfrm>
            <a:off x="1934728" y="5072180"/>
            <a:ext cx="1027081" cy="688975"/>
            <a:chOff x="-44" y="1473"/>
            <a:chExt cx="981" cy="1105"/>
          </a:xfrm>
        </p:grpSpPr>
        <p:pic>
          <p:nvPicPr>
            <p:cNvPr descr="desktop_computer_stylized_medium" id="8617" name="Google Shape;8617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18" name="Google Shape;8618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19" name="Google Shape;8619;p58"/>
          <p:cNvGrpSpPr/>
          <p:nvPr/>
        </p:nvGrpSpPr>
        <p:grpSpPr>
          <a:xfrm flipH="1">
            <a:off x="8177586" y="5110280"/>
            <a:ext cx="1051754" cy="669925"/>
            <a:chOff x="-44" y="1473"/>
            <a:chExt cx="981" cy="1105"/>
          </a:xfrm>
        </p:grpSpPr>
        <p:pic>
          <p:nvPicPr>
            <p:cNvPr descr="desktop_computer_stylized_medium" id="8620" name="Google Shape;8620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1" name="Google Shape;8621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22" name="Google Shape;8622;p58"/>
          <p:cNvSpPr/>
          <p:nvPr/>
        </p:nvSpPr>
        <p:spPr>
          <a:xfrm>
            <a:off x="2868986" y="5356343"/>
            <a:ext cx="3135331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3" name="Google Shape;8623;p58"/>
          <p:cNvSpPr/>
          <p:nvPr/>
        </p:nvSpPr>
        <p:spPr>
          <a:xfrm>
            <a:off x="2900736" y="5392855"/>
            <a:ext cx="584553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4" name="Google Shape;8624;p58"/>
          <p:cNvSpPr/>
          <p:nvPr/>
        </p:nvSpPr>
        <p:spPr>
          <a:xfrm>
            <a:off x="2894387" y="5307130"/>
            <a:ext cx="1877656" cy="474663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25" name="Google Shape;8625;p58"/>
          <p:cNvGrpSpPr/>
          <p:nvPr/>
        </p:nvGrpSpPr>
        <p:grpSpPr>
          <a:xfrm>
            <a:off x="6096000" y="5229664"/>
            <a:ext cx="860625" cy="398511"/>
            <a:chOff x="7493876" y="2774731"/>
            <a:chExt cx="1481958" cy="894622"/>
          </a:xfrm>
        </p:grpSpPr>
        <p:sp>
          <p:nvSpPr>
            <p:cNvPr id="8626" name="Google Shape;8626;p5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27" name="Google Shape;8627;p5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28" name="Google Shape;8628;p5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29" name="Google Shape;8629;p5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0" name="Google Shape;8630;p5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1" name="Google Shape;8631;p5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2" name="Google Shape;8632;p5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33" name="Google Shape;8633;p58"/>
          <p:cNvSpPr txBox="1"/>
          <p:nvPr/>
        </p:nvSpPr>
        <p:spPr>
          <a:xfrm>
            <a:off x="909932" y="3067365"/>
            <a:ext cx="10342830" cy="1723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5425" lvl="1" marL="682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sends three packets that will reach 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 path towards destination (with time-to-live field value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will return packets to sender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measures time interval between transmission and reply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4" name="Google Shape;8634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9" name="Shape 8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0" name="Google Shape;8640;p5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Real Internet delays and routes</a:t>
            </a:r>
            <a:endParaRPr sz="4400"/>
          </a:p>
        </p:txBody>
      </p:sp>
      <p:sp>
        <p:nvSpPr>
          <p:cNvPr id="8641" name="Google Shape;8641;p59"/>
          <p:cNvSpPr txBox="1"/>
          <p:nvPr/>
        </p:nvSpPr>
        <p:spPr>
          <a:xfrm>
            <a:off x="1663495" y="2282978"/>
            <a:ext cx="8229600" cy="394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 cs-gw (128.119.240.254)  1 ms  1 ms  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border1-rt-fa5-1-0.gw.umass.edu (128.119.3.145)  1 ms  1 ms  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 cht-vbns.gw.umass.edu (128.119.3.130)  6 ms 5 ms 5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 jn1-at1-0-0-19.wor.vbns.net (204.147.132.129)  16 ms 11 ms 13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 jn1-so7-0-0-0.wae.vbns.net (204.147.136.136)  21 ms 18 ms 18 ms 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 abilene-vbns.abilene.ucaid.edu (198.32.11.9)  22 ms  18 ms  22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 nycm-wash.abilene.ucaid.edu (198.32.8.46)  22 ms  22 ms  22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 62.40.103.253 (62.40.103.253)  104 ms 109 ms 106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 de2-1.de1.de.geant.net (62.40.96.129)  109 ms 102 ms 104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 de.fr1.fr.geant.net (62.40.96.50)  113 ms 121 ms 114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 renater-gw.fr1.fr.geant.net (62.40.103.54)  112 ms  114 ms  112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 nio-n2.cssi.renater.fr (193.51.206.13)  111 ms  114 ms  116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  nice.cssi.renater.fr (195.220.98.102)  123 ms  125 ms  124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  r3t2-nice.cssi.renater.fr (195.220.98.110)  126 ms  126 ms  124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 eurecom-valbonne.r3t2.ft.net (193.48.50.54)  135 ms  128 ms  133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 194.214.211.25 (194.214.211.25)  126 ms  128 ms  126 ms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  * * *</a:t>
            </a:r>
            <a:endParaRPr/>
          </a:p>
          <a:p>
            <a:pPr indent="-4572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  fantasia.eurecom.fr (193.55.113.142)  132 ms  128 ms  136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  <a:endParaRPr/>
          </a:p>
        </p:txBody>
      </p:sp>
      <p:sp>
        <p:nvSpPr>
          <p:cNvPr id="8642" name="Google Shape;8642;p59"/>
          <p:cNvSpPr txBox="1"/>
          <p:nvPr/>
        </p:nvSpPr>
        <p:spPr>
          <a:xfrm>
            <a:off x="1684133" y="1091177"/>
            <a:ext cx="81930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traceroute: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gaia.cs.umass.edu to www.eurecom.fr</a:t>
            </a:r>
            <a:endParaRPr/>
          </a:p>
        </p:txBody>
      </p:sp>
      <p:sp>
        <p:nvSpPr>
          <p:cNvPr id="8643" name="Google Shape;8643;p59"/>
          <p:cNvSpPr txBox="1"/>
          <p:nvPr/>
        </p:nvSpPr>
        <p:spPr>
          <a:xfrm>
            <a:off x="1704770" y="6259665"/>
            <a:ext cx="65293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Do some traceroutes from exotic countries at www.traceroute.org</a:t>
            </a:r>
            <a:endParaRPr/>
          </a:p>
        </p:txBody>
      </p:sp>
      <p:grpSp>
        <p:nvGrpSpPr>
          <p:cNvPr id="8644" name="Google Shape;8644;p59"/>
          <p:cNvGrpSpPr/>
          <p:nvPr/>
        </p:nvGrpSpPr>
        <p:grpSpPr>
          <a:xfrm>
            <a:off x="2464209" y="5464534"/>
            <a:ext cx="7293694" cy="400110"/>
            <a:chOff x="2464209" y="5464534"/>
            <a:chExt cx="7293694" cy="400110"/>
          </a:xfrm>
        </p:grpSpPr>
        <p:sp>
          <p:nvSpPr>
            <p:cNvPr id="8645" name="Google Shape;8645;p59"/>
            <p:cNvSpPr txBox="1"/>
            <p:nvPr/>
          </p:nvSpPr>
          <p:spPr>
            <a:xfrm>
              <a:off x="3471403" y="5464534"/>
              <a:ext cx="62865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* means no response (probe lost, router not replying)</a:t>
              </a:r>
              <a:endParaRPr/>
            </a:p>
          </p:txBody>
        </p:sp>
        <p:cxnSp>
          <p:nvCxnSpPr>
            <p:cNvPr id="8646" name="Google Shape;8646;p59"/>
            <p:cNvCxnSpPr/>
            <p:nvPr/>
          </p:nvCxnSpPr>
          <p:spPr>
            <a:xfrm rot="10800000">
              <a:off x="2464209" y="5590849"/>
              <a:ext cx="1007194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8647" name="Google Shape;8647;p59"/>
          <p:cNvGrpSpPr/>
          <p:nvPr/>
        </p:nvGrpSpPr>
        <p:grpSpPr>
          <a:xfrm>
            <a:off x="1915886" y="1596610"/>
            <a:ext cx="9454526" cy="899847"/>
            <a:chOff x="1915886" y="1596610"/>
            <a:chExt cx="9454526" cy="899847"/>
          </a:xfrm>
        </p:grpSpPr>
        <p:sp>
          <p:nvSpPr>
            <p:cNvPr id="8648" name="Google Shape;8648;p59"/>
            <p:cNvSpPr txBox="1"/>
            <p:nvPr/>
          </p:nvSpPr>
          <p:spPr>
            <a:xfrm>
              <a:off x="5433162" y="1596610"/>
              <a:ext cx="5937250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 from 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gaia.cs.umass.edu </a:t>
              </a: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cs-gw.cs.umass.edu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49" name="Google Shape;8649;p59"/>
            <p:cNvCxnSpPr/>
            <p:nvPr/>
          </p:nvCxnSpPr>
          <p:spPr>
            <a:xfrm flipH="1" rot="10800000">
              <a:off x="4430508" y="1909915"/>
              <a:ext cx="671512" cy="41275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0" name="Google Shape;8650;p59"/>
            <p:cNvCxnSpPr/>
            <p:nvPr/>
          </p:nvCxnSpPr>
          <p:spPr>
            <a:xfrm flipH="1" rot="10800000">
              <a:off x="4970258" y="1898803"/>
              <a:ext cx="139700" cy="404812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1" name="Google Shape;8651;p59"/>
            <p:cNvCxnSpPr/>
            <p:nvPr/>
          </p:nvCxnSpPr>
          <p:spPr>
            <a:xfrm rot="10800000">
              <a:off x="5105195" y="1908328"/>
              <a:ext cx="366713" cy="390525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8652" name="Google Shape;8652;p59"/>
            <p:cNvCxnSpPr/>
            <p:nvPr/>
          </p:nvCxnSpPr>
          <p:spPr>
            <a:xfrm rot="10800000">
              <a:off x="5102020" y="1908328"/>
              <a:ext cx="512012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653" name="Google Shape;8653;p59"/>
            <p:cNvSpPr/>
            <p:nvPr/>
          </p:nvSpPr>
          <p:spPr>
            <a:xfrm>
              <a:off x="1915886" y="2307771"/>
              <a:ext cx="638628" cy="188686"/>
            </a:xfrm>
            <a:prstGeom prst="rect">
              <a:avLst/>
            </a:prstGeom>
            <a:solidFill>
              <a:srgbClr val="FFFF00">
                <a:alpha val="3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4" name="Google Shape;8654;p59"/>
          <p:cNvGrpSpPr/>
          <p:nvPr/>
        </p:nvGrpSpPr>
        <p:grpSpPr>
          <a:xfrm>
            <a:off x="1959429" y="2305498"/>
            <a:ext cx="10306229" cy="617861"/>
            <a:chOff x="1959429" y="2305498"/>
            <a:chExt cx="10306229" cy="617861"/>
          </a:xfrm>
        </p:grpSpPr>
        <p:sp>
          <p:nvSpPr>
            <p:cNvPr id="8655" name="Google Shape;8655;p59"/>
            <p:cNvSpPr txBox="1"/>
            <p:nvPr/>
          </p:nvSpPr>
          <p:spPr>
            <a:xfrm>
              <a:off x="8179566" y="2305498"/>
              <a:ext cx="4086092" cy="6178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3 delay measurements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0" i="0" lang="en-US" sz="1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border1-rt-fa5-1-0.gw.umass.edu </a:t>
              </a:r>
              <a:endParaRPr b="0" i="0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56" name="Google Shape;8656;p59"/>
            <p:cNvCxnSpPr/>
            <p:nvPr/>
          </p:nvCxnSpPr>
          <p:spPr>
            <a:xfrm rot="10800000">
              <a:off x="8136140" y="2591761"/>
              <a:ext cx="73896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657" name="Google Shape;8657;p59"/>
            <p:cNvSpPr/>
            <p:nvPr/>
          </p:nvSpPr>
          <p:spPr>
            <a:xfrm>
              <a:off x="1959429" y="2525486"/>
              <a:ext cx="2975428" cy="1596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8" name="Google Shape;8658;p59"/>
          <p:cNvGrpSpPr/>
          <p:nvPr/>
        </p:nvGrpSpPr>
        <p:grpSpPr>
          <a:xfrm>
            <a:off x="7046686" y="4088438"/>
            <a:ext cx="4427559" cy="617861"/>
            <a:chOff x="7046686" y="4088438"/>
            <a:chExt cx="4427559" cy="617861"/>
          </a:xfrm>
        </p:grpSpPr>
        <p:grpSp>
          <p:nvGrpSpPr>
            <p:cNvPr id="8659" name="Google Shape;8659;p59"/>
            <p:cNvGrpSpPr/>
            <p:nvPr/>
          </p:nvGrpSpPr>
          <p:grpSpPr>
            <a:xfrm>
              <a:off x="8136140" y="4088438"/>
              <a:ext cx="3338105" cy="617861"/>
              <a:chOff x="8136140" y="4088438"/>
              <a:chExt cx="3338105" cy="617861"/>
            </a:xfrm>
          </p:grpSpPr>
          <p:sp>
            <p:nvSpPr>
              <p:cNvPr id="8660" name="Google Shape;8660;p59"/>
              <p:cNvSpPr txBox="1"/>
              <p:nvPr/>
            </p:nvSpPr>
            <p:spPr>
              <a:xfrm>
                <a:off x="8731045" y="4088438"/>
                <a:ext cx="2743200" cy="6178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looks like delays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decrease</a:t>
                </a: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 Why?</a:t>
                </a:r>
                <a:endParaRPr/>
              </a:p>
            </p:txBody>
          </p:sp>
          <p:cxnSp>
            <p:nvCxnSpPr>
              <p:cNvPr id="8661" name="Google Shape;8661;p59"/>
              <p:cNvCxnSpPr/>
              <p:nvPr/>
            </p:nvCxnSpPr>
            <p:spPr>
              <a:xfrm rot="10800000">
                <a:off x="8136140" y="4381712"/>
                <a:ext cx="738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8662" name="Google Shape;8662;p59"/>
            <p:cNvSpPr/>
            <p:nvPr/>
          </p:nvSpPr>
          <p:spPr>
            <a:xfrm>
              <a:off x="7402286" y="4223657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3" name="Google Shape;8663;p59"/>
            <p:cNvSpPr/>
            <p:nvPr/>
          </p:nvSpPr>
          <p:spPr>
            <a:xfrm>
              <a:off x="7046686" y="4419600"/>
              <a:ext cx="725714" cy="261257"/>
            </a:xfrm>
            <a:prstGeom prst="rect">
              <a:avLst/>
            </a:prstGeom>
            <a:solidFill>
              <a:srgbClr val="FFFF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64" name="Google Shape;8664;p59"/>
          <p:cNvGrpSpPr/>
          <p:nvPr/>
        </p:nvGrpSpPr>
        <p:grpSpPr>
          <a:xfrm>
            <a:off x="1937658" y="3381528"/>
            <a:ext cx="8901587" cy="508300"/>
            <a:chOff x="1937658" y="3381528"/>
            <a:chExt cx="8901587" cy="508300"/>
          </a:xfrm>
        </p:grpSpPr>
        <p:grpSp>
          <p:nvGrpSpPr>
            <p:cNvPr id="8665" name="Google Shape;8665;p59"/>
            <p:cNvGrpSpPr/>
            <p:nvPr/>
          </p:nvGrpSpPr>
          <p:grpSpPr>
            <a:xfrm>
              <a:off x="1937658" y="3381528"/>
              <a:ext cx="8901587" cy="460375"/>
              <a:chOff x="1937658" y="3381528"/>
              <a:chExt cx="8901587" cy="460375"/>
            </a:xfrm>
          </p:grpSpPr>
          <p:sp>
            <p:nvSpPr>
              <p:cNvPr id="8666" name="Google Shape;8666;p59"/>
              <p:cNvSpPr/>
              <p:nvPr/>
            </p:nvSpPr>
            <p:spPr>
              <a:xfrm>
                <a:off x="7051470" y="3595840"/>
                <a:ext cx="1012825" cy="246063"/>
              </a:xfrm>
              <a:custGeom>
                <a:rect b="b" l="l" r="r" t="t"/>
                <a:pathLst>
                  <a:path extrusionOk="0" h="155" w="638">
                    <a:moveTo>
                      <a:pt x="593" y="0"/>
                    </a:moveTo>
                    <a:cubicBezTo>
                      <a:pt x="607" y="9"/>
                      <a:pt x="621" y="18"/>
                      <a:pt x="623" y="38"/>
                    </a:cubicBezTo>
                    <a:cubicBezTo>
                      <a:pt x="625" y="58"/>
                      <a:pt x="638" y="104"/>
                      <a:pt x="608" y="123"/>
                    </a:cubicBezTo>
                    <a:cubicBezTo>
                      <a:pt x="578" y="142"/>
                      <a:pt x="547" y="153"/>
                      <a:pt x="446" y="154"/>
                    </a:cubicBezTo>
                    <a:cubicBezTo>
                      <a:pt x="345" y="155"/>
                      <a:pt x="72" y="133"/>
                      <a:pt x="0" y="130"/>
                    </a:cubicBezTo>
                  </a:path>
                </a:pathLst>
              </a:cu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7" name="Google Shape;8667;p59"/>
              <p:cNvSpPr txBox="1"/>
              <p:nvPr/>
            </p:nvSpPr>
            <p:spPr>
              <a:xfrm>
                <a:off x="8096045" y="3381528"/>
                <a:ext cx="27432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trans-oceanic link</a:t>
                </a:r>
                <a:endParaRPr/>
              </a:p>
            </p:txBody>
          </p:sp>
          <p:sp>
            <p:nvSpPr>
              <p:cNvPr id="8668" name="Google Shape;8668;p59"/>
              <p:cNvSpPr/>
              <p:nvPr/>
            </p:nvSpPr>
            <p:spPr>
              <a:xfrm>
                <a:off x="1937658" y="3519717"/>
                <a:ext cx="2750456" cy="123370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9" name="Google Shape;8669;p59"/>
              <p:cNvSpPr/>
              <p:nvPr/>
            </p:nvSpPr>
            <p:spPr>
              <a:xfrm>
                <a:off x="2002973" y="3686630"/>
                <a:ext cx="1306284" cy="145141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70" name="Google Shape;8670;p59"/>
            <p:cNvSpPr/>
            <p:nvPr/>
          </p:nvSpPr>
          <p:spPr>
            <a:xfrm>
              <a:off x="7315200" y="3468914"/>
              <a:ext cx="667657" cy="203200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1" name="Google Shape;8671;p59"/>
            <p:cNvSpPr/>
            <p:nvPr/>
          </p:nvSpPr>
          <p:spPr>
            <a:xfrm>
              <a:off x="6320972" y="3679371"/>
              <a:ext cx="776514" cy="210457"/>
            </a:xfrm>
            <a:prstGeom prst="rect">
              <a:avLst/>
            </a:prstGeom>
            <a:solidFill>
              <a:srgbClr val="FFFF00">
                <a:alpha val="4980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72" name="Google Shape;8672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7" name="Shape 8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78" name="Google Shape;8678;p60"/>
          <p:cNvGrpSpPr/>
          <p:nvPr/>
        </p:nvGrpSpPr>
        <p:grpSpPr>
          <a:xfrm>
            <a:off x="4551470" y="4236503"/>
            <a:ext cx="1463604" cy="737240"/>
            <a:chOff x="7493876" y="2774731"/>
            <a:chExt cx="1481958" cy="894622"/>
          </a:xfrm>
        </p:grpSpPr>
        <p:sp>
          <p:nvSpPr>
            <p:cNvPr id="8679" name="Google Shape;8679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80" name="Google Shape;8680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81" name="Google Shape;8681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82" name="Google Shape;8682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3" name="Google Shape;8683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4" name="Google Shape;8684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5" name="Google Shape;8685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86" name="Google Shape;8686;p6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Packet loss</a:t>
            </a:r>
            <a:endParaRPr sz="4400"/>
          </a:p>
        </p:txBody>
      </p:sp>
      <p:sp>
        <p:nvSpPr>
          <p:cNvPr id="8687" name="Google Shape;8687;p60"/>
          <p:cNvSpPr txBox="1"/>
          <p:nvPr/>
        </p:nvSpPr>
        <p:spPr>
          <a:xfrm>
            <a:off x="975618" y="1391460"/>
            <a:ext cx="10214897" cy="719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queue (aka buffer) preceding link in buffer has finite capacity</a:t>
            </a:r>
            <a:endParaRPr/>
          </a:p>
        </p:txBody>
      </p:sp>
      <p:sp>
        <p:nvSpPr>
          <p:cNvPr id="8688" name="Google Shape;8688;p60"/>
          <p:cNvSpPr/>
          <p:nvPr/>
        </p:nvSpPr>
        <p:spPr>
          <a:xfrm>
            <a:off x="4638675" y="4485753"/>
            <a:ext cx="1198563" cy="263525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89" name="Google Shape;8689;p60"/>
          <p:cNvCxnSpPr/>
          <p:nvPr/>
        </p:nvCxnSpPr>
        <p:spPr>
          <a:xfrm>
            <a:off x="3946525" y="4252390"/>
            <a:ext cx="698500" cy="33337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0" name="Google Shape;8690;p60"/>
          <p:cNvCxnSpPr/>
          <p:nvPr/>
        </p:nvCxnSpPr>
        <p:spPr>
          <a:xfrm flipH="1" rot="10800000">
            <a:off x="4235450" y="4646090"/>
            <a:ext cx="411163" cy="5254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1" name="Google Shape;8691;p60"/>
          <p:cNvCxnSpPr/>
          <p:nvPr/>
        </p:nvCxnSpPr>
        <p:spPr>
          <a:xfrm>
            <a:off x="5832475" y="4649265"/>
            <a:ext cx="1933575" cy="95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92" name="Google Shape;8692;p60"/>
          <p:cNvSpPr/>
          <p:nvPr/>
        </p:nvSpPr>
        <p:spPr>
          <a:xfrm>
            <a:off x="6751638" y="444924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3" name="Google Shape;8693;p60"/>
          <p:cNvSpPr/>
          <p:nvPr/>
        </p:nvSpPr>
        <p:spPr>
          <a:xfrm>
            <a:off x="549910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4" name="Google Shape;8694;p60"/>
          <p:cNvSpPr/>
          <p:nvPr/>
        </p:nvSpPr>
        <p:spPr>
          <a:xfrm>
            <a:off x="5661025" y="4520678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5" name="Google Shape;8695;p60"/>
          <p:cNvSpPr txBox="1"/>
          <p:nvPr/>
        </p:nvSpPr>
        <p:spPr>
          <a:xfrm>
            <a:off x="2963863" y="3780903"/>
            <a:ext cx="362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66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8696" name="Google Shape;8696;p60"/>
          <p:cNvSpPr txBox="1"/>
          <p:nvPr/>
        </p:nvSpPr>
        <p:spPr>
          <a:xfrm>
            <a:off x="3284538" y="4766740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8697" name="Google Shape;8697;p60"/>
          <p:cNvSpPr txBox="1"/>
          <p:nvPr/>
        </p:nvSpPr>
        <p:spPr>
          <a:xfrm>
            <a:off x="6311900" y="3690415"/>
            <a:ext cx="2790700" cy="3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 being transmitted</a:t>
            </a:r>
            <a:endParaRPr/>
          </a:p>
        </p:txBody>
      </p:sp>
      <p:cxnSp>
        <p:nvCxnSpPr>
          <p:cNvPr id="8698" name="Google Shape;8698;p60"/>
          <p:cNvCxnSpPr/>
          <p:nvPr/>
        </p:nvCxnSpPr>
        <p:spPr>
          <a:xfrm flipH="1">
            <a:off x="5875338" y="3982515"/>
            <a:ext cx="681037" cy="56515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9" name="Google Shape;8699;p60"/>
          <p:cNvSpPr/>
          <p:nvPr/>
        </p:nvSpPr>
        <p:spPr>
          <a:xfrm>
            <a:off x="5335588" y="4519090"/>
            <a:ext cx="147637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0" name="Google Shape;8700;p60"/>
          <p:cNvSpPr/>
          <p:nvPr/>
        </p:nvSpPr>
        <p:spPr>
          <a:xfrm>
            <a:off x="5173663" y="4522265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1" name="Google Shape;8701;p60"/>
          <p:cNvSpPr/>
          <p:nvPr/>
        </p:nvSpPr>
        <p:spPr>
          <a:xfrm>
            <a:off x="5008563" y="4519090"/>
            <a:ext cx="147637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2" name="Google Shape;8702;p60"/>
          <p:cNvSpPr/>
          <p:nvPr/>
        </p:nvSpPr>
        <p:spPr>
          <a:xfrm>
            <a:off x="4845050" y="4519090"/>
            <a:ext cx="147638" cy="20002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3" name="Google Shape;8703;p60"/>
          <p:cNvSpPr/>
          <p:nvPr/>
        </p:nvSpPr>
        <p:spPr>
          <a:xfrm>
            <a:off x="4679950" y="4520678"/>
            <a:ext cx="147638" cy="200025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4" name="Google Shape;8704;p60"/>
          <p:cNvSpPr/>
          <p:nvPr/>
        </p:nvSpPr>
        <p:spPr>
          <a:xfrm>
            <a:off x="4651375" y="4496865"/>
            <a:ext cx="1171575" cy="24288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5" name="Google Shape;8705;p60"/>
          <p:cNvSpPr txBox="1"/>
          <p:nvPr/>
        </p:nvSpPr>
        <p:spPr>
          <a:xfrm>
            <a:off x="4499629" y="3509440"/>
            <a:ext cx="1624291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buffer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(waiting area)</a:t>
            </a:r>
            <a:endParaRPr/>
          </a:p>
        </p:txBody>
      </p:sp>
      <p:cxnSp>
        <p:nvCxnSpPr>
          <p:cNvPr id="8706" name="Google Shape;8706;p60"/>
          <p:cNvCxnSpPr/>
          <p:nvPr/>
        </p:nvCxnSpPr>
        <p:spPr>
          <a:xfrm>
            <a:off x="4784725" y="4117453"/>
            <a:ext cx="0" cy="33337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07" name="Google Shape;8707;p60"/>
          <p:cNvGrpSpPr/>
          <p:nvPr/>
        </p:nvGrpSpPr>
        <p:grpSpPr>
          <a:xfrm>
            <a:off x="3140075" y="3801540"/>
            <a:ext cx="820738" cy="688975"/>
            <a:chOff x="-44" y="1473"/>
            <a:chExt cx="981" cy="1105"/>
          </a:xfrm>
        </p:grpSpPr>
        <p:pic>
          <p:nvPicPr>
            <p:cNvPr descr="desktop_computer_stylized_medium" id="8708" name="Google Shape;8708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9" name="Google Shape;8709;p6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10" name="Google Shape;8710;p60"/>
          <p:cNvGrpSpPr/>
          <p:nvPr/>
        </p:nvGrpSpPr>
        <p:grpSpPr>
          <a:xfrm>
            <a:off x="3468688" y="4792140"/>
            <a:ext cx="820737" cy="688975"/>
            <a:chOff x="-44" y="1473"/>
            <a:chExt cx="981" cy="1105"/>
          </a:xfrm>
        </p:grpSpPr>
        <p:pic>
          <p:nvPicPr>
            <p:cNvPr descr="desktop_computer_stylized_medium" id="8711" name="Google Shape;8711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12" name="Google Shape;8712;p6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13" name="Google Shape;8713;p60"/>
          <p:cNvSpPr txBox="1"/>
          <p:nvPr/>
        </p:nvSpPr>
        <p:spPr>
          <a:xfrm>
            <a:off x="1250140" y="6114279"/>
            <a:ext cx="95254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Check out the Java applet for an interactive animation (on publisher’s website) of queuing and loss</a:t>
            </a:r>
            <a:endParaRPr/>
          </a:p>
        </p:txBody>
      </p:sp>
      <p:grpSp>
        <p:nvGrpSpPr>
          <p:cNvPr id="8714" name="Google Shape;8714;p60"/>
          <p:cNvGrpSpPr/>
          <p:nvPr/>
        </p:nvGrpSpPr>
        <p:grpSpPr>
          <a:xfrm>
            <a:off x="971989" y="1867073"/>
            <a:ext cx="10214897" cy="3871598"/>
            <a:chOff x="971989" y="1867073"/>
            <a:chExt cx="10214897" cy="3871598"/>
          </a:xfrm>
        </p:grpSpPr>
        <p:grpSp>
          <p:nvGrpSpPr>
            <p:cNvPr id="8715" name="Google Shape;8715;p60"/>
            <p:cNvGrpSpPr/>
            <p:nvPr/>
          </p:nvGrpSpPr>
          <p:grpSpPr>
            <a:xfrm>
              <a:off x="4381500" y="4714353"/>
              <a:ext cx="2873096" cy="1024318"/>
              <a:chOff x="4381500" y="4714353"/>
              <a:chExt cx="2873096" cy="1024318"/>
            </a:xfrm>
          </p:grpSpPr>
          <p:sp>
            <p:nvSpPr>
              <p:cNvPr id="8716" name="Google Shape;8716;p60"/>
              <p:cNvSpPr/>
              <p:nvPr/>
            </p:nvSpPr>
            <p:spPr>
              <a:xfrm>
                <a:off x="4411663" y="4868340"/>
                <a:ext cx="147637" cy="200025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717" name="Google Shape;8717;p60"/>
              <p:cNvCxnSpPr/>
              <p:nvPr/>
            </p:nvCxnSpPr>
            <p:spPr>
              <a:xfrm flipH="1" rot="10800000">
                <a:off x="4381500" y="4714353"/>
                <a:ext cx="106363" cy="1460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718" name="Google Shape;8718;p60"/>
              <p:cNvCxnSpPr/>
              <p:nvPr/>
            </p:nvCxnSpPr>
            <p:spPr>
              <a:xfrm rot="10800000">
                <a:off x="4638675" y="4988990"/>
                <a:ext cx="687388" cy="3317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19" name="Google Shape;8719;p60"/>
              <p:cNvSpPr txBox="1"/>
              <p:nvPr/>
            </p:nvSpPr>
            <p:spPr>
              <a:xfrm>
                <a:off x="5254625" y="5147740"/>
                <a:ext cx="1999971" cy="5909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packet arriving to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full buffer is </a:t>
                </a:r>
                <a:r>
                  <a:rPr b="0" i="1" lang="en-US" sz="20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lost</a:t>
                </a:r>
                <a:endParaRPr/>
              </a:p>
            </p:txBody>
          </p:sp>
        </p:grpSp>
        <p:sp>
          <p:nvSpPr>
            <p:cNvPr id="8720" name="Google Shape;8720;p60"/>
            <p:cNvSpPr txBox="1"/>
            <p:nvPr/>
          </p:nvSpPr>
          <p:spPr>
            <a:xfrm>
              <a:off x="971989" y="1867073"/>
              <a:ext cx="10214897" cy="2117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87338" lvl="0" marL="2873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packet arriving to full queue dropped (aka lost)</a:t>
              </a:r>
              <a:endParaRPr/>
            </a:p>
            <a:p>
              <a:pPr indent="-287338" lvl="0" marL="287338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lost packet may be retransmitted by previous node, by source end system, or not at all</a:t>
              </a:r>
              <a:endParaRPr/>
            </a:p>
          </p:txBody>
        </p:sp>
      </p:grpSp>
      <p:sp>
        <p:nvSpPr>
          <p:cNvPr id="8721" name="Google Shape;8721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6" name="Shape 8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27" name="Google Shape;8727;p61"/>
          <p:cNvCxnSpPr/>
          <p:nvPr/>
        </p:nvCxnSpPr>
        <p:spPr>
          <a:xfrm>
            <a:off x="3004779" y="4480629"/>
            <a:ext cx="6316663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28" name="Google Shape;8728;p61"/>
          <p:cNvGrpSpPr/>
          <p:nvPr/>
        </p:nvGrpSpPr>
        <p:grpSpPr>
          <a:xfrm>
            <a:off x="4551470" y="4103771"/>
            <a:ext cx="1463604" cy="737240"/>
            <a:chOff x="7493876" y="2774731"/>
            <a:chExt cx="1481958" cy="894622"/>
          </a:xfrm>
        </p:grpSpPr>
        <p:sp>
          <p:nvSpPr>
            <p:cNvPr id="8729" name="Google Shape;8729;p6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30" name="Google Shape;8730;p6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31" name="Google Shape;8731;p6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32" name="Google Shape;8732;p6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3" name="Google Shape;8733;p6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4" name="Google Shape;8734;p6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5" name="Google Shape;8735;p6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36" name="Google Shape;8736;p6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sp>
        <p:nvSpPr>
          <p:cNvPr id="8737" name="Google Shape;8737;p61"/>
          <p:cNvSpPr txBox="1"/>
          <p:nvPr/>
        </p:nvSpPr>
        <p:spPr>
          <a:xfrm>
            <a:off x="989013" y="1359295"/>
            <a:ext cx="10973804" cy="1779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throughput: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(bits/time unit) at which bits are being sent from sender to receiver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instantaneous: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at given point in time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average: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over longer period of time</a:t>
            </a:r>
            <a:endParaRPr/>
          </a:p>
        </p:txBody>
      </p:sp>
      <p:sp>
        <p:nvSpPr>
          <p:cNvPr id="8738" name="Google Shape;8738;p61"/>
          <p:cNvSpPr/>
          <p:nvPr/>
        </p:nvSpPr>
        <p:spPr>
          <a:xfrm>
            <a:off x="1980004" y="3615115"/>
            <a:ext cx="500062" cy="581025"/>
          </a:xfrm>
          <a:prstGeom prst="can">
            <a:avLst>
              <a:gd fmla="val 23491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739" name="Google Shape;8739;p61"/>
          <p:cNvGrpSpPr/>
          <p:nvPr/>
        </p:nvGrpSpPr>
        <p:grpSpPr>
          <a:xfrm>
            <a:off x="2538054" y="4021842"/>
            <a:ext cx="352425" cy="876300"/>
            <a:chOff x="4140" y="429"/>
            <a:chExt cx="1425" cy="2396"/>
          </a:xfrm>
        </p:grpSpPr>
        <p:sp>
          <p:nvSpPr>
            <p:cNvPr id="8740" name="Google Shape;8740;p6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1" name="Google Shape;8741;p61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2" name="Google Shape;8742;p6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3" name="Google Shape;8743;p6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4" name="Google Shape;8744;p61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5" name="Google Shape;8745;p61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8746" name="Google Shape;8746;p61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7" name="Google Shape;8747;p61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48" name="Google Shape;8748;p61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49" name="Google Shape;8749;p61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8750" name="Google Shape;8750;p61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1" name="Google Shape;8751;p61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2" name="Google Shape;8752;p61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3" name="Google Shape;8753;p61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54" name="Google Shape;8754;p61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8755" name="Google Shape;8755;p61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6" name="Google Shape;8756;p61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7" name="Google Shape;8757;p6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58" name="Google Shape;8758;p61"/>
            <p:cNvGrpSpPr/>
            <p:nvPr/>
          </p:nvGrpSpPr>
          <p:grpSpPr>
            <a:xfrm>
              <a:off x="4737" y="1327"/>
              <a:ext cx="584" cy="139"/>
              <a:chOff x="611" y="2568"/>
              <a:chExt cx="728" cy="139"/>
            </a:xfrm>
          </p:grpSpPr>
          <p:sp>
            <p:nvSpPr>
              <p:cNvPr id="8759" name="Google Shape;8759;p61"/>
              <p:cNvSpPr/>
              <p:nvPr/>
            </p:nvSpPr>
            <p:spPr>
              <a:xfrm>
                <a:off x="611" y="2568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0" name="Google Shape;8760;p61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61" name="Google Shape;8761;p61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2" name="Google Shape;8762;p6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3" name="Google Shape;8763;p6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4" name="Google Shape;8764;p61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5" name="Google Shape;8765;p6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6" name="Google Shape;8766;p61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7" name="Google Shape;8767;p61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8" name="Google Shape;8768;p61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9" name="Google Shape;8769;p61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0" name="Google Shape;8770;p61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1" name="Google Shape;8771;p61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72" name="Google Shape;8772;p61"/>
          <p:cNvGrpSpPr/>
          <p:nvPr/>
        </p:nvGrpSpPr>
        <p:grpSpPr>
          <a:xfrm flipH="1">
            <a:off x="9843242" y="4083754"/>
            <a:ext cx="1192212" cy="1171575"/>
            <a:chOff x="-44" y="1473"/>
            <a:chExt cx="981" cy="1105"/>
          </a:xfrm>
        </p:grpSpPr>
        <p:pic>
          <p:nvPicPr>
            <p:cNvPr descr="desktop_computer_stylized_medium" id="8773" name="Google Shape;8773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74" name="Google Shape;8774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75" name="Google Shape;8775;p61"/>
          <p:cNvSpPr txBox="1"/>
          <p:nvPr/>
        </p:nvSpPr>
        <p:spPr>
          <a:xfrm>
            <a:off x="792820" y="5516537"/>
            <a:ext cx="2198742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server, with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 of F bits 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to client</a:t>
            </a:r>
            <a:endParaRPr/>
          </a:p>
        </p:txBody>
      </p:sp>
      <p:sp>
        <p:nvSpPr>
          <p:cNvPr id="8776" name="Google Shape;8776;p61"/>
          <p:cNvSpPr txBox="1"/>
          <p:nvPr/>
        </p:nvSpPr>
        <p:spPr>
          <a:xfrm>
            <a:off x="3097926" y="4936011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8777" name="Google Shape;8777;p61"/>
          <p:cNvSpPr txBox="1"/>
          <p:nvPr/>
        </p:nvSpPr>
        <p:spPr>
          <a:xfrm>
            <a:off x="7217773" y="4939162"/>
            <a:ext cx="1722587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capacity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grpSp>
        <p:nvGrpSpPr>
          <p:cNvPr id="8778" name="Google Shape;8778;p61"/>
          <p:cNvGrpSpPr/>
          <p:nvPr/>
        </p:nvGrpSpPr>
        <p:grpSpPr>
          <a:xfrm>
            <a:off x="644751" y="4976621"/>
            <a:ext cx="9050338" cy="1484313"/>
            <a:chOff x="-335" y="3658"/>
            <a:chExt cx="5701" cy="935"/>
          </a:xfrm>
        </p:grpSpPr>
        <p:sp>
          <p:nvSpPr>
            <p:cNvPr id="8779" name="Google Shape;8779;p61"/>
            <p:cNvSpPr txBox="1"/>
            <p:nvPr/>
          </p:nvSpPr>
          <p:spPr>
            <a:xfrm>
              <a:off x="-335" y="3942"/>
              <a:ext cx="1461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sends bits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(fluid) into pipe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780" name="Google Shape;8780;p61"/>
            <p:cNvSpPr txBox="1"/>
            <p:nvPr/>
          </p:nvSpPr>
          <p:spPr>
            <a:xfrm>
              <a:off x="1089" y="3661"/>
              <a:ext cx="1769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Gill San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  <p:sp>
          <p:nvSpPr>
            <p:cNvPr id="8781" name="Google Shape;8781;p61"/>
            <p:cNvSpPr txBox="1"/>
            <p:nvPr/>
          </p:nvSpPr>
          <p:spPr>
            <a:xfrm>
              <a:off x="3506" y="3658"/>
              <a:ext cx="1860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pipe that can carry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fluid at rate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bits/sec)</a:t>
              </a:r>
              <a:endParaRPr/>
            </a:p>
          </p:txBody>
        </p:sp>
      </p:grpSp>
      <p:grpSp>
        <p:nvGrpSpPr>
          <p:cNvPr id="8782" name="Google Shape;8782;p61"/>
          <p:cNvGrpSpPr/>
          <p:nvPr/>
        </p:nvGrpSpPr>
        <p:grpSpPr>
          <a:xfrm>
            <a:off x="2071325" y="4013900"/>
            <a:ext cx="7826653" cy="763668"/>
            <a:chOff x="2071325" y="4013900"/>
            <a:chExt cx="7826653" cy="763668"/>
          </a:xfrm>
        </p:grpSpPr>
        <p:sp>
          <p:nvSpPr>
            <p:cNvPr id="8783" name="Google Shape;8783;p61"/>
            <p:cNvSpPr/>
            <p:nvPr/>
          </p:nvSpPr>
          <p:spPr>
            <a:xfrm>
              <a:off x="9008978" y="4275842"/>
              <a:ext cx="889000" cy="485775"/>
            </a:xfrm>
            <a:prstGeom prst="rightArrow">
              <a:avLst>
                <a:gd fmla="val 50000" name="adj1"/>
                <a:gd fmla="val 45752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784" name="Google Shape;8784;p61"/>
            <p:cNvGrpSpPr/>
            <p:nvPr/>
          </p:nvGrpSpPr>
          <p:grpSpPr>
            <a:xfrm>
              <a:off x="3016469" y="4319954"/>
              <a:ext cx="2322512" cy="392112"/>
              <a:chOff x="2249" y="3430"/>
              <a:chExt cx="1389" cy="256"/>
            </a:xfrm>
          </p:grpSpPr>
          <p:sp>
            <p:nvSpPr>
              <p:cNvPr id="8785" name="Google Shape;8785;p61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6" name="Google Shape;8786;p61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7" name="Google Shape;8787;p61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88" name="Google Shape;8788;p61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789" name="Google Shape;8789;p61"/>
            <p:cNvGrpSpPr/>
            <p:nvPr/>
          </p:nvGrpSpPr>
          <p:grpSpPr>
            <a:xfrm>
              <a:off x="6475852" y="4196543"/>
              <a:ext cx="2801937" cy="581025"/>
              <a:chOff x="2249" y="3430"/>
              <a:chExt cx="1389" cy="256"/>
            </a:xfrm>
          </p:grpSpPr>
          <p:sp>
            <p:nvSpPr>
              <p:cNvPr id="8790" name="Google Shape;8790;p61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1" name="Google Shape;8791;p61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2" name="Google Shape;8792;p61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93" name="Google Shape;8793;p61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8794" name="Google Shape;8794;p61"/>
            <p:cNvSpPr/>
            <p:nvPr/>
          </p:nvSpPr>
          <p:spPr>
            <a:xfrm>
              <a:off x="5295542" y="4258379"/>
              <a:ext cx="1279525" cy="485775"/>
            </a:xfrm>
            <a:prstGeom prst="rightArrow">
              <a:avLst>
                <a:gd fmla="val 50000" name="adj1"/>
                <a:gd fmla="val 6585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95" name="Google Shape;8795;p61"/>
            <p:cNvSpPr/>
            <p:nvPr/>
          </p:nvSpPr>
          <p:spPr>
            <a:xfrm flipH="1" rot="10800000">
              <a:off x="2071329" y="4013904"/>
              <a:ext cx="974725" cy="720725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6" name="Google Shape;8796;p61"/>
            <p:cNvSpPr txBox="1"/>
            <p:nvPr/>
          </p:nvSpPr>
          <p:spPr>
            <a:xfrm flipH="1">
              <a:off x="2071325" y="4013900"/>
              <a:ext cx="974725" cy="720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797" name="Google Shape;8797;p61"/>
          <p:cNvCxnSpPr/>
          <p:nvPr/>
        </p:nvCxnSpPr>
        <p:spPr>
          <a:xfrm>
            <a:off x="2663444" y="4956164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8" name="Google Shape;8798;p61"/>
          <p:cNvCxnSpPr/>
          <p:nvPr/>
        </p:nvCxnSpPr>
        <p:spPr>
          <a:xfrm>
            <a:off x="3671250" y="4571341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99" name="Google Shape;8799;p61"/>
          <p:cNvCxnSpPr/>
          <p:nvPr/>
        </p:nvCxnSpPr>
        <p:spPr>
          <a:xfrm>
            <a:off x="7773171" y="4574886"/>
            <a:ext cx="0" cy="4992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00" name="Google Shape;8800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5" name="Shape 8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" name="Google Shape;8806;p6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</a:t>
            </a:r>
            <a:endParaRPr sz="4400"/>
          </a:p>
        </p:txBody>
      </p:sp>
      <p:grpSp>
        <p:nvGrpSpPr>
          <p:cNvPr id="8807" name="Google Shape;8807;p62"/>
          <p:cNvGrpSpPr/>
          <p:nvPr/>
        </p:nvGrpSpPr>
        <p:grpSpPr>
          <a:xfrm>
            <a:off x="4983726" y="4245735"/>
            <a:ext cx="912813" cy="415925"/>
            <a:chOff x="1871277" y="1576300"/>
            <a:chExt cx="1128371" cy="437861"/>
          </a:xfrm>
        </p:grpSpPr>
        <p:sp>
          <p:nvSpPr>
            <p:cNvPr id="8808" name="Google Shape;8808;p6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9" name="Google Shape;8809;p62"/>
            <p:cNvSpPr/>
            <p:nvPr/>
          </p:nvSpPr>
          <p:spPr>
            <a:xfrm>
              <a:off x="1871277" y="1740080"/>
              <a:ext cx="1128371" cy="11531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0" name="Google Shape;8810;p6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1" name="Google Shape;8811;p62"/>
            <p:cNvSpPr/>
            <p:nvPr/>
          </p:nvSpPr>
          <p:spPr>
            <a:xfrm>
              <a:off x="2159748" y="1673231"/>
              <a:ext cx="547504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2" name="Google Shape;8812;p6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3" name="Google Shape;8813;p6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4" name="Google Shape;8814;p6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15" name="Google Shape;8815;p62"/>
            <p:cNvCxnSpPr>
              <a:endCxn id="881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816" name="Google Shape;8816;p6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817" name="Google Shape;8817;p62"/>
          <p:cNvGrpSpPr/>
          <p:nvPr/>
        </p:nvGrpSpPr>
        <p:grpSpPr>
          <a:xfrm>
            <a:off x="4937689" y="2318255"/>
            <a:ext cx="911225" cy="415925"/>
            <a:chOff x="1871277" y="1576300"/>
            <a:chExt cx="1128371" cy="437861"/>
          </a:xfrm>
        </p:grpSpPr>
        <p:sp>
          <p:nvSpPr>
            <p:cNvPr id="8818" name="Google Shape;8818;p6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9" name="Google Shape;8819;p62"/>
            <p:cNvSpPr/>
            <p:nvPr/>
          </p:nvSpPr>
          <p:spPr>
            <a:xfrm>
              <a:off x="1871277" y="1740080"/>
              <a:ext cx="1128371" cy="11531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0" name="Google Shape;8820;p6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1" name="Google Shape;8821;p62"/>
            <p:cNvSpPr/>
            <p:nvPr/>
          </p:nvSpPr>
          <p:spPr>
            <a:xfrm>
              <a:off x="2160249" y="1673231"/>
              <a:ext cx="548460" cy="160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2" name="Google Shape;8822;p6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3" name="Google Shape;8823;p6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4" name="Google Shape;8824;p6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25" name="Google Shape;8825;p62"/>
            <p:cNvCxnSpPr>
              <a:endCxn id="882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826" name="Google Shape;8826;p6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827" name="Google Shape;8827;p62"/>
          <p:cNvGrpSpPr/>
          <p:nvPr/>
        </p:nvGrpSpPr>
        <p:grpSpPr>
          <a:xfrm>
            <a:off x="2292914" y="1991230"/>
            <a:ext cx="352425" cy="876300"/>
            <a:chOff x="4140" y="429"/>
            <a:chExt cx="1425" cy="2396"/>
          </a:xfrm>
        </p:grpSpPr>
        <p:sp>
          <p:nvSpPr>
            <p:cNvPr id="8828" name="Google Shape;8828;p6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9" name="Google Shape;8829;p62"/>
            <p:cNvSpPr/>
            <p:nvPr/>
          </p:nvSpPr>
          <p:spPr>
            <a:xfrm>
              <a:off x="4204" y="429"/>
              <a:ext cx="104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0" name="Google Shape;8830;p6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1" name="Google Shape;8831;p6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2" name="Google Shape;8832;p62"/>
            <p:cNvSpPr/>
            <p:nvPr/>
          </p:nvSpPr>
          <p:spPr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33" name="Google Shape;8833;p62"/>
            <p:cNvGrpSpPr/>
            <p:nvPr/>
          </p:nvGrpSpPr>
          <p:grpSpPr>
            <a:xfrm>
              <a:off x="4750" y="668"/>
              <a:ext cx="578" cy="143"/>
              <a:chOff x="615" y="2568"/>
              <a:chExt cx="721" cy="137"/>
            </a:xfrm>
          </p:grpSpPr>
          <p:sp>
            <p:nvSpPr>
              <p:cNvPr id="8834" name="Google Shape;8834;p62"/>
              <p:cNvSpPr/>
              <p:nvPr/>
            </p:nvSpPr>
            <p:spPr>
              <a:xfrm>
                <a:off x="615" y="2568"/>
                <a:ext cx="721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5" name="Google Shape;8835;p62"/>
              <p:cNvSpPr/>
              <p:nvPr/>
            </p:nvSpPr>
            <p:spPr>
              <a:xfrm>
                <a:off x="631" y="2584"/>
                <a:ext cx="689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36" name="Google Shape;8836;p62"/>
            <p:cNvSpPr/>
            <p:nvPr/>
          </p:nvSpPr>
          <p:spPr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37" name="Google Shape;8837;p62"/>
            <p:cNvGrpSpPr/>
            <p:nvPr/>
          </p:nvGrpSpPr>
          <p:grpSpPr>
            <a:xfrm>
              <a:off x="4749" y="993"/>
              <a:ext cx="578" cy="135"/>
              <a:chOff x="617" y="2567"/>
              <a:chExt cx="721" cy="140"/>
            </a:xfrm>
          </p:grpSpPr>
          <p:sp>
            <p:nvSpPr>
              <p:cNvPr id="8838" name="Google Shape;8838;p62"/>
              <p:cNvSpPr/>
              <p:nvPr/>
            </p:nvSpPr>
            <p:spPr>
              <a:xfrm>
                <a:off x="617" y="2567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9" name="Google Shape;8839;p62"/>
              <p:cNvSpPr/>
              <p:nvPr/>
            </p:nvSpPr>
            <p:spPr>
              <a:xfrm>
                <a:off x="634" y="2585"/>
                <a:ext cx="689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0" name="Google Shape;8840;p62"/>
            <p:cNvSpPr/>
            <p:nvPr/>
          </p:nvSpPr>
          <p:spPr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1" name="Google Shape;8841;p62"/>
            <p:cNvSpPr/>
            <p:nvPr/>
          </p:nvSpPr>
          <p:spPr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42" name="Google Shape;8842;p62"/>
            <p:cNvGrpSpPr/>
            <p:nvPr/>
          </p:nvGrpSpPr>
          <p:grpSpPr>
            <a:xfrm>
              <a:off x="4737" y="1627"/>
              <a:ext cx="578" cy="152"/>
              <a:chOff x="616" y="2568"/>
              <a:chExt cx="720" cy="140"/>
            </a:xfrm>
          </p:grpSpPr>
          <p:sp>
            <p:nvSpPr>
              <p:cNvPr id="8843" name="Google Shape;8843;p62"/>
              <p:cNvSpPr/>
              <p:nvPr/>
            </p:nvSpPr>
            <p:spPr>
              <a:xfrm>
                <a:off x="616" y="2568"/>
                <a:ext cx="720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4" name="Google Shape;8844;p62"/>
              <p:cNvSpPr/>
              <p:nvPr/>
            </p:nvSpPr>
            <p:spPr>
              <a:xfrm>
                <a:off x="632" y="2584"/>
                <a:ext cx="688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5" name="Google Shape;8845;p6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46" name="Google Shape;8846;p62"/>
            <p:cNvGrpSpPr/>
            <p:nvPr/>
          </p:nvGrpSpPr>
          <p:grpSpPr>
            <a:xfrm>
              <a:off x="4737" y="1328"/>
              <a:ext cx="584" cy="139"/>
              <a:chOff x="611" y="2569"/>
              <a:chExt cx="728" cy="139"/>
            </a:xfrm>
          </p:grpSpPr>
          <p:sp>
            <p:nvSpPr>
              <p:cNvPr id="8847" name="Google Shape;8847;p62"/>
              <p:cNvSpPr/>
              <p:nvPr/>
            </p:nvSpPr>
            <p:spPr>
              <a:xfrm>
                <a:off x="611" y="2569"/>
                <a:ext cx="728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8" name="Google Shape;8848;p62"/>
              <p:cNvSpPr/>
              <p:nvPr/>
            </p:nvSpPr>
            <p:spPr>
              <a:xfrm>
                <a:off x="627" y="2586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9" name="Google Shape;8849;p62"/>
            <p:cNvSpPr/>
            <p:nvPr/>
          </p:nvSpPr>
          <p:spPr>
            <a:xfrm>
              <a:off x="5250" y="429"/>
              <a:ext cx="71" cy="2287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0" name="Google Shape;8850;p6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1" name="Google Shape;8851;p6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2" name="Google Shape;8852;p62"/>
            <p:cNvSpPr/>
            <p:nvPr/>
          </p:nvSpPr>
          <p:spPr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3" name="Google Shape;8853;p6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4" name="Google Shape;8854;p62"/>
            <p:cNvSpPr/>
            <p:nvPr/>
          </p:nvSpPr>
          <p:spPr>
            <a:xfrm>
              <a:off x="4140" y="2677"/>
              <a:ext cx="1200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5" name="Google Shape;8855;p62"/>
            <p:cNvSpPr/>
            <p:nvPr/>
          </p:nvSpPr>
          <p:spPr>
            <a:xfrm>
              <a:off x="4204" y="2712"/>
              <a:ext cx="1072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6" name="Google Shape;8856;p62"/>
            <p:cNvSpPr/>
            <p:nvPr/>
          </p:nvSpPr>
          <p:spPr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7" name="Google Shape;8857;p62"/>
            <p:cNvSpPr/>
            <p:nvPr/>
          </p:nvSpPr>
          <p:spPr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8" name="Google Shape;8858;p62"/>
            <p:cNvSpPr/>
            <p:nvPr/>
          </p:nvSpPr>
          <p:spPr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9" name="Google Shape;8859;p62"/>
            <p:cNvSpPr/>
            <p:nvPr/>
          </p:nvSpPr>
          <p:spPr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60" name="Google Shape;8860;p62"/>
          <p:cNvSpPr txBox="1"/>
          <p:nvPr/>
        </p:nvSpPr>
        <p:spPr>
          <a:xfrm>
            <a:off x="1197539" y="1361756"/>
            <a:ext cx="8150225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&lt;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8861" name="Google Shape;8861;p62"/>
          <p:cNvGrpSpPr/>
          <p:nvPr/>
        </p:nvGrpSpPr>
        <p:grpSpPr>
          <a:xfrm>
            <a:off x="2745351" y="2343655"/>
            <a:ext cx="2136775" cy="307975"/>
            <a:chOff x="2249" y="3430"/>
            <a:chExt cx="1389" cy="256"/>
          </a:xfrm>
        </p:grpSpPr>
        <p:sp>
          <p:nvSpPr>
            <p:cNvPr id="8862" name="Google Shape;8862;p62"/>
            <p:cNvSpPr/>
            <p:nvPr/>
          </p:nvSpPr>
          <p:spPr>
            <a:xfrm>
              <a:off x="3569" y="3433"/>
              <a:ext cx="69" cy="253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3" name="Google Shape;8863;p62"/>
            <p:cNvSpPr/>
            <p:nvPr/>
          </p:nvSpPr>
          <p:spPr>
            <a:xfrm>
              <a:off x="2275" y="3433"/>
              <a:ext cx="1326" cy="25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4" name="Google Shape;8864;p62"/>
            <p:cNvSpPr/>
            <p:nvPr/>
          </p:nvSpPr>
          <p:spPr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5" name="Google Shape;8865;p62"/>
            <p:cNvSpPr/>
            <p:nvPr/>
          </p:nvSpPr>
          <p:spPr>
            <a:xfrm>
              <a:off x="3562" y="3438"/>
              <a:ext cx="44" cy="24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66" name="Google Shape;8866;p62"/>
          <p:cNvSpPr txBox="1"/>
          <p:nvPr/>
        </p:nvSpPr>
        <p:spPr>
          <a:xfrm>
            <a:off x="2534214" y="2270741"/>
            <a:ext cx="25860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bits/sec</a:t>
            </a:r>
            <a:endParaRPr/>
          </a:p>
        </p:txBody>
      </p:sp>
      <p:sp>
        <p:nvSpPr>
          <p:cNvPr id="8867" name="Google Shape;8867;p62"/>
          <p:cNvSpPr/>
          <p:nvPr/>
        </p:nvSpPr>
        <p:spPr>
          <a:xfrm flipH="1" rot="10800000">
            <a:off x="1934139" y="2111880"/>
            <a:ext cx="895350" cy="56515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8" name="Google Shape;8868;p62"/>
          <p:cNvSpPr txBox="1"/>
          <p:nvPr/>
        </p:nvSpPr>
        <p:spPr>
          <a:xfrm flipH="1">
            <a:off x="1934125" y="2111875"/>
            <a:ext cx="895350" cy="565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9" name="Google Shape;8869;p62"/>
          <p:cNvSpPr/>
          <p:nvPr/>
        </p:nvSpPr>
        <p:spPr>
          <a:xfrm>
            <a:off x="8168251" y="2318255"/>
            <a:ext cx="941624" cy="379413"/>
          </a:xfrm>
          <a:prstGeom prst="rightArrow">
            <a:avLst>
              <a:gd fmla="val 50000" name="adj1"/>
              <a:gd fmla="val 53870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70" name="Google Shape;8870;p62"/>
          <p:cNvGrpSpPr/>
          <p:nvPr/>
        </p:nvGrpSpPr>
        <p:grpSpPr>
          <a:xfrm>
            <a:off x="6118790" y="2210305"/>
            <a:ext cx="2577607" cy="569913"/>
            <a:chOff x="3130" y="3069"/>
            <a:chExt cx="1765" cy="366"/>
          </a:xfrm>
        </p:grpSpPr>
        <p:grpSp>
          <p:nvGrpSpPr>
            <p:cNvPr id="8871" name="Google Shape;8871;p62"/>
            <p:cNvGrpSpPr/>
            <p:nvPr/>
          </p:nvGrpSpPr>
          <p:grpSpPr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8872" name="Google Shape;8872;p62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3" name="Google Shape;8873;p62"/>
              <p:cNvSpPr/>
              <p:nvPr/>
            </p:nvSpPr>
            <p:spPr>
              <a:xfrm>
                <a:off x="2275" y="3433"/>
                <a:ext cx="1329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4" name="Google Shape;8874;p62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5" name="Google Shape;8875;p62"/>
              <p:cNvSpPr/>
              <p:nvPr/>
            </p:nvSpPr>
            <p:spPr>
              <a:xfrm>
                <a:off x="3562" y="3438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76" name="Google Shape;8876;p62"/>
            <p:cNvSpPr txBox="1"/>
            <p:nvPr/>
          </p:nvSpPr>
          <p:spPr>
            <a:xfrm>
              <a:off x="3181" y="3135"/>
              <a:ext cx="1702" cy="2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</p:grpSp>
      <p:sp>
        <p:nvSpPr>
          <p:cNvPr id="8877" name="Google Shape;8877;p62"/>
          <p:cNvSpPr/>
          <p:nvPr/>
        </p:nvSpPr>
        <p:spPr>
          <a:xfrm>
            <a:off x="1234051" y="3170791"/>
            <a:ext cx="8062913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&gt; R</a:t>
            </a:r>
            <a:r>
              <a:rPr b="0" baseline="-2500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n-US" sz="28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average end-end throughput?</a:t>
            </a:r>
            <a:endParaRPr/>
          </a:p>
        </p:txBody>
      </p:sp>
      <p:grpSp>
        <p:nvGrpSpPr>
          <p:cNvPr id="8878" name="Google Shape;8878;p62"/>
          <p:cNvGrpSpPr/>
          <p:nvPr/>
        </p:nvGrpSpPr>
        <p:grpSpPr>
          <a:xfrm>
            <a:off x="1327659" y="5111236"/>
            <a:ext cx="8847138" cy="1282702"/>
            <a:chOff x="186" y="3246"/>
            <a:chExt cx="5573" cy="808"/>
          </a:xfrm>
        </p:grpSpPr>
        <p:sp>
          <p:nvSpPr>
            <p:cNvPr id="8879" name="Google Shape;8879;p62"/>
            <p:cNvSpPr/>
            <p:nvPr/>
          </p:nvSpPr>
          <p:spPr>
            <a:xfrm>
              <a:off x="186" y="3414"/>
              <a:ext cx="5521" cy="640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0" name="Google Shape;8880;p62"/>
            <p:cNvSpPr txBox="1"/>
            <p:nvPr/>
          </p:nvSpPr>
          <p:spPr>
            <a:xfrm>
              <a:off x="238" y="3585"/>
              <a:ext cx="5521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on end-end path that constrains  end-end throughput</a:t>
              </a:r>
              <a:endParaRPr/>
            </a:p>
          </p:txBody>
        </p:sp>
        <p:sp>
          <p:nvSpPr>
            <p:cNvPr id="8881" name="Google Shape;8881;p62"/>
            <p:cNvSpPr txBox="1"/>
            <p:nvPr/>
          </p:nvSpPr>
          <p:spPr>
            <a:xfrm>
              <a:off x="375" y="3246"/>
              <a:ext cx="1629" cy="3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bottleneck link</a:t>
              </a:r>
              <a:endParaRPr/>
            </a:p>
          </p:txBody>
        </p:sp>
      </p:grpSp>
      <p:sp>
        <p:nvSpPr>
          <p:cNvPr id="8882" name="Google Shape;8882;p62"/>
          <p:cNvSpPr/>
          <p:nvPr/>
        </p:nvSpPr>
        <p:spPr>
          <a:xfrm>
            <a:off x="4883714" y="2311905"/>
            <a:ext cx="1365250" cy="381000"/>
          </a:xfrm>
          <a:prstGeom prst="rightArrow">
            <a:avLst>
              <a:gd fmla="val 50000" name="adj1"/>
              <a:gd fmla="val 89583" name="adj2"/>
            </a:avLst>
          </a:prstGeom>
          <a:gradFill>
            <a:gsLst>
              <a:gs pos="0">
                <a:srgbClr val="FFFFFF"/>
              </a:gs>
              <a:gs pos="100000">
                <a:srgbClr val="CC0000"/>
              </a:gs>
            </a:gsLst>
            <a:lin ang="0" scaled="0"/>
          </a:gra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83" name="Google Shape;8883;p62"/>
          <p:cNvGrpSpPr/>
          <p:nvPr/>
        </p:nvGrpSpPr>
        <p:grpSpPr>
          <a:xfrm flipH="1">
            <a:off x="9058681" y="2157918"/>
            <a:ext cx="871538" cy="885825"/>
            <a:chOff x="-44" y="1473"/>
            <a:chExt cx="981" cy="1105"/>
          </a:xfrm>
        </p:grpSpPr>
        <p:pic>
          <p:nvPicPr>
            <p:cNvPr descr="desktop_computer_stylized_medium" id="8884" name="Google Shape;8884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85" name="Google Shape;8885;p6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86" name="Google Shape;8886;p62"/>
          <p:cNvSpPr/>
          <p:nvPr/>
        </p:nvSpPr>
        <p:spPr>
          <a:xfrm>
            <a:off x="1846826" y="1854705"/>
            <a:ext cx="407988" cy="431800"/>
          </a:xfrm>
          <a:prstGeom prst="can">
            <a:avLst>
              <a:gd fmla="val 21398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87" name="Google Shape;8887;p62"/>
          <p:cNvGrpSpPr/>
          <p:nvPr/>
        </p:nvGrpSpPr>
        <p:grpSpPr>
          <a:xfrm>
            <a:off x="1908739" y="3723447"/>
            <a:ext cx="8126412" cy="1166813"/>
            <a:chOff x="775" y="2474"/>
            <a:chExt cx="5119" cy="735"/>
          </a:xfrm>
        </p:grpSpPr>
        <p:grpSp>
          <p:nvGrpSpPr>
            <p:cNvPr id="8888" name="Google Shape;8888;p62"/>
            <p:cNvGrpSpPr/>
            <p:nvPr/>
          </p:nvGrpSpPr>
          <p:grpSpPr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8889" name="Google Shape;8889;p6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0" name="Google Shape;8890;p62"/>
              <p:cNvSpPr/>
              <p:nvPr/>
            </p:nvSpPr>
            <p:spPr>
              <a:xfrm>
                <a:off x="4204" y="429"/>
                <a:ext cx="104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1" name="Google Shape;8891;p6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2" name="Google Shape;8892;p6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3" name="Google Shape;8893;p62"/>
              <p:cNvSpPr/>
              <p:nvPr/>
            </p:nvSpPr>
            <p:spPr>
              <a:xfrm>
                <a:off x="4211" y="694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94" name="Google Shape;8894;p62"/>
              <p:cNvGrpSpPr/>
              <p:nvPr/>
            </p:nvGrpSpPr>
            <p:grpSpPr>
              <a:xfrm>
                <a:off x="4750" y="668"/>
                <a:ext cx="578" cy="143"/>
                <a:chOff x="615" y="2568"/>
                <a:chExt cx="721" cy="137"/>
              </a:xfrm>
            </p:grpSpPr>
            <p:sp>
              <p:nvSpPr>
                <p:cNvPr id="8895" name="Google Shape;8895;p62"/>
                <p:cNvSpPr/>
                <p:nvPr/>
              </p:nvSpPr>
              <p:spPr>
                <a:xfrm>
                  <a:off x="615" y="2568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96" name="Google Shape;8896;p62"/>
                <p:cNvSpPr/>
                <p:nvPr/>
              </p:nvSpPr>
              <p:spPr>
                <a:xfrm>
                  <a:off x="631" y="2584"/>
                  <a:ext cx="689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97" name="Google Shape;8897;p62"/>
              <p:cNvSpPr/>
              <p:nvPr/>
            </p:nvSpPr>
            <p:spPr>
              <a:xfrm>
                <a:off x="4223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898" name="Google Shape;8898;p62"/>
              <p:cNvGrpSpPr/>
              <p:nvPr/>
            </p:nvGrpSpPr>
            <p:grpSpPr>
              <a:xfrm>
                <a:off x="4749" y="993"/>
                <a:ext cx="578" cy="135"/>
                <a:chOff x="617" y="2567"/>
                <a:chExt cx="721" cy="140"/>
              </a:xfrm>
            </p:grpSpPr>
            <p:sp>
              <p:nvSpPr>
                <p:cNvPr id="8899" name="Google Shape;8899;p62"/>
                <p:cNvSpPr/>
                <p:nvPr/>
              </p:nvSpPr>
              <p:spPr>
                <a:xfrm>
                  <a:off x="617" y="2567"/>
                  <a:ext cx="721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0" name="Google Shape;8900;p62"/>
                <p:cNvSpPr/>
                <p:nvPr/>
              </p:nvSpPr>
              <p:spPr>
                <a:xfrm>
                  <a:off x="634" y="2585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01" name="Google Shape;8901;p62"/>
              <p:cNvSpPr/>
              <p:nvPr/>
            </p:nvSpPr>
            <p:spPr>
              <a:xfrm>
                <a:off x="4217" y="1358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2" name="Google Shape;8902;p62"/>
              <p:cNvSpPr/>
              <p:nvPr/>
            </p:nvSpPr>
            <p:spPr>
              <a:xfrm>
                <a:off x="4230" y="1653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03" name="Google Shape;8903;p62"/>
              <p:cNvGrpSpPr/>
              <p:nvPr/>
            </p:nvGrpSpPr>
            <p:grpSpPr>
              <a:xfrm>
                <a:off x="4737" y="1627"/>
                <a:ext cx="578" cy="152"/>
                <a:chOff x="616" y="2568"/>
                <a:chExt cx="720" cy="140"/>
              </a:xfrm>
            </p:grpSpPr>
            <p:sp>
              <p:nvSpPr>
                <p:cNvPr id="8904" name="Google Shape;8904;p62"/>
                <p:cNvSpPr/>
                <p:nvPr/>
              </p:nvSpPr>
              <p:spPr>
                <a:xfrm>
                  <a:off x="616" y="2568"/>
                  <a:ext cx="720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5" name="Google Shape;8905;p62"/>
                <p:cNvSpPr/>
                <p:nvPr/>
              </p:nvSpPr>
              <p:spPr>
                <a:xfrm>
                  <a:off x="632" y="2584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06" name="Google Shape;8906;p6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07" name="Google Shape;8907;p62"/>
              <p:cNvGrpSpPr/>
              <p:nvPr/>
            </p:nvGrpSpPr>
            <p:grpSpPr>
              <a:xfrm>
                <a:off x="4737" y="1327"/>
                <a:ext cx="584" cy="139"/>
                <a:chOff x="611" y="2568"/>
                <a:chExt cx="728" cy="139"/>
              </a:xfrm>
            </p:grpSpPr>
            <p:sp>
              <p:nvSpPr>
                <p:cNvPr id="8908" name="Google Shape;8908;p62"/>
                <p:cNvSpPr/>
                <p:nvPr/>
              </p:nvSpPr>
              <p:spPr>
                <a:xfrm>
                  <a:off x="611" y="2568"/>
                  <a:ext cx="728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09" name="Google Shape;8909;p62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10" name="Google Shape;8910;p62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1" name="Google Shape;8911;p6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2" name="Google Shape;8912;p6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3" name="Google Shape;8913;p62"/>
              <p:cNvSpPr/>
              <p:nvPr/>
            </p:nvSpPr>
            <p:spPr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4" name="Google Shape;8914;p6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5" name="Google Shape;8915;p62"/>
              <p:cNvSpPr/>
              <p:nvPr/>
            </p:nvSpPr>
            <p:spPr>
              <a:xfrm>
                <a:off x="4140" y="2677"/>
                <a:ext cx="1200" cy="148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6" name="Google Shape;8916;p62"/>
              <p:cNvSpPr/>
              <p:nvPr/>
            </p:nvSpPr>
            <p:spPr>
              <a:xfrm>
                <a:off x="4204" y="2712"/>
                <a:ext cx="1072" cy="8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7" name="Google Shape;8917;p62"/>
              <p:cNvSpPr/>
              <p:nvPr/>
            </p:nvSpPr>
            <p:spPr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8" name="Google Shape;8918;p62"/>
              <p:cNvSpPr/>
              <p:nvPr/>
            </p:nvSpPr>
            <p:spPr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9" name="Google Shape;8919;p62"/>
              <p:cNvSpPr/>
              <p:nvPr/>
            </p:nvSpPr>
            <p:spPr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0" name="Google Shape;8920;p62"/>
              <p:cNvSpPr/>
              <p:nvPr/>
            </p:nvSpPr>
            <p:spPr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921" name="Google Shape;8921;p62"/>
            <p:cNvCxnSpPr/>
            <p:nvPr/>
          </p:nvCxnSpPr>
          <p:spPr>
            <a:xfrm>
              <a:off x="1354" y="2913"/>
              <a:ext cx="3661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922" name="Google Shape;8922;p62"/>
            <p:cNvGrpSpPr/>
            <p:nvPr/>
          </p:nvGrpSpPr>
          <p:grpSpPr>
            <a:xfrm>
              <a:off x="2731" y="2870"/>
              <a:ext cx="607" cy="108"/>
              <a:chOff x="3603" y="243"/>
              <a:chExt cx="357" cy="106"/>
            </a:xfrm>
          </p:grpSpPr>
          <p:cxnSp>
            <p:nvCxnSpPr>
              <p:cNvPr id="8923" name="Google Shape;8923;p62"/>
              <p:cNvCxnSpPr/>
              <p:nvPr/>
            </p:nvCxnSpPr>
            <p:spPr>
              <a:xfrm>
                <a:off x="3603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4" name="Google Shape;8924;p62"/>
              <p:cNvCxnSpPr/>
              <p:nvPr/>
            </p:nvCxnSpPr>
            <p:spPr>
              <a:xfrm>
                <a:off x="3960" y="289"/>
                <a:ext cx="0" cy="6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25" name="Google Shape;8925;p62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26" name="Google Shape;8926;p62"/>
              <p:cNvGrpSpPr/>
              <p:nvPr/>
            </p:nvGrpSpPr>
            <p:grpSpPr>
              <a:xfrm>
                <a:off x="3749" y="248"/>
                <a:ext cx="119" cy="65"/>
                <a:chOff x="2894" y="850"/>
                <a:chExt cx="94" cy="96"/>
              </a:xfrm>
            </p:grpSpPr>
            <p:cxnSp>
              <p:nvCxnSpPr>
                <p:cNvPr id="8927" name="Google Shape;8927;p62"/>
                <p:cNvCxnSpPr/>
                <p:nvPr/>
              </p:nvCxnSpPr>
              <p:spPr>
                <a:xfrm>
                  <a:off x="2944" y="946"/>
                  <a:ext cx="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28" name="Google Shape;8928;p62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29" name="Google Shape;8929;p62"/>
              <p:cNvGrpSpPr/>
              <p:nvPr/>
            </p:nvGrpSpPr>
            <p:grpSpPr>
              <a:xfrm flipH="1" rot="10800000">
                <a:off x="3689" y="243"/>
                <a:ext cx="124" cy="66"/>
                <a:chOff x="2848" y="848"/>
                <a:chExt cx="98" cy="98"/>
              </a:xfrm>
            </p:grpSpPr>
            <p:cxnSp>
              <p:nvCxnSpPr>
                <p:cNvPr id="8930" name="Google Shape;8930;p62"/>
                <p:cNvCxnSpPr/>
                <p:nvPr/>
              </p:nvCxnSpPr>
              <p:spPr>
                <a:xfrm flipH="1" rot="10800000">
                  <a:off x="2848" y="848"/>
                  <a:ext cx="50" cy="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31" name="Google Shape;8931;p62"/>
                <p:cNvCxnSpPr/>
                <p:nvPr/>
              </p:nvCxnSpPr>
              <p:spPr>
                <a:xfrm>
                  <a:off x="2894" y="850"/>
                  <a:ext cx="52" cy="9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8932" name="Google Shape;8932;p62"/>
            <p:cNvSpPr/>
            <p:nvPr/>
          </p:nvSpPr>
          <p:spPr>
            <a:xfrm>
              <a:off x="4741" y="2812"/>
              <a:ext cx="609" cy="239"/>
            </a:xfrm>
            <a:prstGeom prst="rightArrow">
              <a:avLst>
                <a:gd fmla="val 50000" name="adj1"/>
                <a:gd fmla="val 53870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33" name="Google Shape;8933;p62"/>
            <p:cNvGrpSpPr/>
            <p:nvPr/>
          </p:nvGrpSpPr>
          <p:grpSpPr>
            <a:xfrm>
              <a:off x="1328" y="2739"/>
              <a:ext cx="1347" cy="360"/>
              <a:chOff x="2249" y="3459"/>
              <a:chExt cx="1389" cy="257"/>
            </a:xfrm>
          </p:grpSpPr>
          <p:sp>
            <p:nvSpPr>
              <p:cNvPr id="8934" name="Google Shape;8934;p62"/>
              <p:cNvSpPr/>
              <p:nvPr/>
            </p:nvSpPr>
            <p:spPr>
              <a:xfrm>
                <a:off x="3569" y="346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5" name="Google Shape;8935;p62"/>
              <p:cNvSpPr/>
              <p:nvPr/>
            </p:nvSpPr>
            <p:spPr>
              <a:xfrm>
                <a:off x="2275" y="3459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6" name="Google Shape;8936;p62"/>
              <p:cNvSpPr/>
              <p:nvPr/>
            </p:nvSpPr>
            <p:spPr>
              <a:xfrm>
                <a:off x="2249" y="346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7" name="Google Shape;8937;p62"/>
              <p:cNvSpPr/>
              <p:nvPr/>
            </p:nvSpPr>
            <p:spPr>
              <a:xfrm>
                <a:off x="3562" y="3462"/>
                <a:ext cx="44" cy="246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38" name="Google Shape;8938;p62"/>
            <p:cNvSpPr txBox="1"/>
            <p:nvPr/>
          </p:nvSpPr>
          <p:spPr>
            <a:xfrm>
              <a:off x="1313" y="2811"/>
              <a:ext cx="141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grpSp>
          <p:nvGrpSpPr>
            <p:cNvPr id="8939" name="Google Shape;8939;p62"/>
            <p:cNvGrpSpPr/>
            <p:nvPr/>
          </p:nvGrpSpPr>
          <p:grpSpPr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8940" name="Google Shape;8940;p62"/>
              <p:cNvSpPr/>
              <p:nvPr/>
            </p:nvSpPr>
            <p:spPr>
              <a:xfrm>
                <a:off x="3569" y="3433"/>
                <a:ext cx="69" cy="253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1" name="Google Shape;8941;p62"/>
              <p:cNvSpPr/>
              <p:nvPr/>
            </p:nvSpPr>
            <p:spPr>
              <a:xfrm>
                <a:off x="2275" y="3433"/>
                <a:ext cx="1326" cy="253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2" name="Google Shape;8942;p62"/>
              <p:cNvSpPr/>
              <p:nvPr/>
            </p:nvSpPr>
            <p:spPr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3" name="Google Shape;8943;p62"/>
              <p:cNvSpPr/>
              <p:nvPr/>
            </p:nvSpPr>
            <p:spPr>
              <a:xfrm>
                <a:off x="3562" y="3438"/>
                <a:ext cx="45" cy="245"/>
              </a:xfrm>
              <a:prstGeom prst="rect">
                <a:avLst/>
              </a:prstGeom>
              <a:gradFill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44" name="Google Shape;8944;p62"/>
            <p:cNvSpPr txBox="1"/>
            <p:nvPr/>
          </p:nvSpPr>
          <p:spPr>
            <a:xfrm>
              <a:off x="3475" y="2780"/>
              <a:ext cx="162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R</a:t>
              </a:r>
              <a:r>
                <a:rPr b="0" baseline="-2500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8945" name="Google Shape;8945;p62"/>
            <p:cNvSpPr/>
            <p:nvPr/>
          </p:nvSpPr>
          <p:spPr>
            <a:xfrm>
              <a:off x="2668" y="2808"/>
              <a:ext cx="860" cy="240"/>
            </a:xfrm>
            <a:prstGeom prst="rightArrow">
              <a:avLst>
                <a:gd fmla="val 50000" name="adj1"/>
                <a:gd fmla="val 89583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6" name="Google Shape;8946;p62"/>
            <p:cNvSpPr/>
            <p:nvPr/>
          </p:nvSpPr>
          <p:spPr>
            <a:xfrm flipH="1" rot="10800000">
              <a:off x="814" y="2682"/>
              <a:ext cx="564" cy="356"/>
            </a:xfrm>
            <a:custGeom>
              <a:rect b="b" l="l" r="r" t="t"/>
              <a:pathLst>
                <a:path extrusionOk="0" h="21600" w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0"/>
            </a:gradFill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7" name="Google Shape;8947;p62"/>
            <p:cNvSpPr txBox="1"/>
            <p:nvPr/>
          </p:nvSpPr>
          <p:spPr>
            <a:xfrm flipH="1">
              <a:off x="800" y="2675"/>
              <a:ext cx="564" cy="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48" name="Google Shape;8948;p62"/>
            <p:cNvGrpSpPr/>
            <p:nvPr/>
          </p:nvGrpSpPr>
          <p:grpSpPr>
            <a:xfrm flipH="1">
              <a:off x="5345" y="2651"/>
              <a:ext cx="549" cy="558"/>
              <a:chOff x="-248" y="1473"/>
              <a:chExt cx="981" cy="1105"/>
            </a:xfrm>
          </p:grpSpPr>
          <p:pic>
            <p:nvPicPr>
              <p:cNvPr descr="desktop_computer_stylized_medium" id="8949" name="Google Shape;8949;p6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48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950" name="Google Shape;8950;p62"/>
              <p:cNvSpPr/>
              <p:nvPr/>
            </p:nvSpPr>
            <p:spPr>
              <a:xfrm flipH="1">
                <a:off x="20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51" name="Google Shape;8951;p62"/>
            <p:cNvSpPr/>
            <p:nvPr/>
          </p:nvSpPr>
          <p:spPr>
            <a:xfrm>
              <a:off x="775" y="2474"/>
              <a:ext cx="257" cy="272"/>
            </a:xfrm>
            <a:prstGeom prst="can">
              <a:avLst>
                <a:gd fmla="val 21398" name="adj"/>
              </a:avLst>
            </a:pr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52" name="Google Shape;8952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7" name="Shape 8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8" name="Google Shape;8958;p6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Throughput: network scenario</a:t>
            </a:r>
            <a:endParaRPr sz="4400"/>
          </a:p>
        </p:txBody>
      </p:sp>
      <p:grpSp>
        <p:nvGrpSpPr>
          <p:cNvPr id="8959" name="Google Shape;8959;p63"/>
          <p:cNvGrpSpPr/>
          <p:nvPr/>
        </p:nvGrpSpPr>
        <p:grpSpPr>
          <a:xfrm>
            <a:off x="1066778" y="1303830"/>
            <a:ext cx="4754562" cy="5021997"/>
            <a:chOff x="6096000" y="1390614"/>
            <a:chExt cx="4754562" cy="5021997"/>
          </a:xfrm>
        </p:grpSpPr>
        <p:sp>
          <p:nvSpPr>
            <p:cNvPr id="8960" name="Google Shape;8960;p63"/>
            <p:cNvSpPr txBox="1"/>
            <p:nvPr/>
          </p:nvSpPr>
          <p:spPr>
            <a:xfrm>
              <a:off x="6096000" y="5581614"/>
              <a:ext cx="47545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 connections (fairly) share backbone bottleneck link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bits/sec</a:t>
              </a:r>
              <a:endParaRPr/>
            </a:p>
          </p:txBody>
        </p:sp>
        <p:sp>
          <p:nvSpPr>
            <p:cNvPr id="8961" name="Google Shape;8961;p63"/>
            <p:cNvSpPr/>
            <p:nvPr/>
          </p:nvSpPr>
          <p:spPr>
            <a:xfrm>
              <a:off x="6742112" y="2666964"/>
              <a:ext cx="3127375" cy="1498600"/>
            </a:xfrm>
            <a:custGeom>
              <a:rect b="b" l="l" r="r" t="t"/>
              <a:pathLst>
                <a:path extrusionOk="0" h="917" w="1877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2" name="Google Shape;8962;p63"/>
            <p:cNvSpPr txBox="1"/>
            <p:nvPr/>
          </p:nvSpPr>
          <p:spPr>
            <a:xfrm>
              <a:off x="6605587" y="2290727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3" name="Google Shape;8963;p63"/>
            <p:cNvSpPr/>
            <p:nvPr/>
          </p:nvSpPr>
          <p:spPr>
            <a:xfrm rot="5400000">
              <a:off x="8470106" y="3718683"/>
              <a:ext cx="50800" cy="5254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4" name="Google Shape;8964;p63"/>
            <p:cNvSpPr/>
            <p:nvPr/>
          </p:nvSpPr>
          <p:spPr>
            <a:xfrm rot="5400000">
              <a:off x="8003381" y="3224971"/>
              <a:ext cx="984250" cy="52546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5" name="Google Shape;8965;p63"/>
            <p:cNvSpPr/>
            <p:nvPr/>
          </p:nvSpPr>
          <p:spPr>
            <a:xfrm rot="5400000">
              <a:off x="8474075" y="2739989"/>
              <a:ext cx="52387" cy="525463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6" name="Google Shape;8966;p63"/>
            <p:cNvSpPr/>
            <p:nvPr/>
          </p:nvSpPr>
          <p:spPr>
            <a:xfrm rot="5400000">
              <a:off x="8474075" y="3711539"/>
              <a:ext cx="31750" cy="5111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7" name="Google Shape;8967;p63"/>
            <p:cNvSpPr/>
            <p:nvPr/>
          </p:nvSpPr>
          <p:spPr>
            <a:xfrm rot="1792560">
              <a:off x="7480300" y="2614577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8" name="Google Shape;8968;p63"/>
            <p:cNvSpPr/>
            <p:nvPr/>
          </p:nvSpPr>
          <p:spPr>
            <a:xfrm rot="1792560">
              <a:off x="6815137" y="2411377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9" name="Google Shape;8969;p63"/>
            <p:cNvSpPr/>
            <p:nvPr/>
          </p:nvSpPr>
          <p:spPr>
            <a:xfrm rot="1792560">
              <a:off x="6850062" y="22113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0" name="Google Shape;8970;p63"/>
            <p:cNvSpPr/>
            <p:nvPr/>
          </p:nvSpPr>
          <p:spPr>
            <a:xfrm rot="1792560">
              <a:off x="7477125" y="2611402"/>
              <a:ext cx="23812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71" name="Google Shape;8971;p63"/>
            <p:cNvCxnSpPr/>
            <p:nvPr/>
          </p:nvCxnSpPr>
          <p:spPr>
            <a:xfrm rot="1792560">
              <a:off x="6686550" y="2482814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72" name="Google Shape;8972;p63"/>
            <p:cNvSpPr/>
            <p:nvPr/>
          </p:nvSpPr>
          <p:spPr>
            <a:xfrm rot="2768172">
              <a:off x="7989887" y="2617752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3" name="Google Shape;8973;p63"/>
            <p:cNvSpPr/>
            <p:nvPr/>
          </p:nvSpPr>
          <p:spPr>
            <a:xfrm rot="2768172">
              <a:off x="7268369" y="2285170"/>
              <a:ext cx="915988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4" name="Google Shape;8974;p63"/>
            <p:cNvSpPr/>
            <p:nvPr/>
          </p:nvSpPr>
          <p:spPr>
            <a:xfrm rot="2768172">
              <a:off x="7419975" y="195893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5" name="Google Shape;8975;p63"/>
            <p:cNvSpPr/>
            <p:nvPr/>
          </p:nvSpPr>
          <p:spPr>
            <a:xfrm rot="2768172">
              <a:off x="7989887" y="2609814"/>
              <a:ext cx="30163" cy="138113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76" name="Google Shape;8976;p63"/>
            <p:cNvCxnSpPr/>
            <p:nvPr/>
          </p:nvCxnSpPr>
          <p:spPr>
            <a:xfrm rot="2768172">
              <a:off x="7111999" y="2341527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77" name="Google Shape;8977;p63"/>
            <p:cNvSpPr/>
            <p:nvPr/>
          </p:nvSpPr>
          <p:spPr>
            <a:xfrm flipH="1" rot="-1792560">
              <a:off x="6943725" y="4467189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8" name="Google Shape;8978;p63"/>
            <p:cNvSpPr/>
            <p:nvPr/>
          </p:nvSpPr>
          <p:spPr>
            <a:xfrm flipH="1" rot="-1792560">
              <a:off x="6916737" y="4263989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9" name="Google Shape;8979;p63"/>
            <p:cNvSpPr/>
            <p:nvPr/>
          </p:nvSpPr>
          <p:spPr>
            <a:xfrm flipH="1" rot="-1792560">
              <a:off x="7575550" y="4063964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0" name="Google Shape;8980;p63"/>
            <p:cNvSpPr/>
            <p:nvPr/>
          </p:nvSpPr>
          <p:spPr>
            <a:xfrm flipH="1" rot="-1792560">
              <a:off x="6959600" y="4464014"/>
              <a:ext cx="23812" cy="15398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1" name="Google Shape;8981;p63"/>
            <p:cNvCxnSpPr/>
            <p:nvPr/>
          </p:nvCxnSpPr>
          <p:spPr>
            <a:xfrm rot="9007440">
              <a:off x="6821487" y="4335427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82" name="Google Shape;8982;p63"/>
            <p:cNvSpPr/>
            <p:nvPr/>
          </p:nvSpPr>
          <p:spPr>
            <a:xfrm flipH="1" rot="8031828">
              <a:off x="8197850" y="4240177"/>
              <a:ext cx="47625" cy="14287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3" name="Google Shape;8983;p63"/>
            <p:cNvSpPr/>
            <p:nvPr/>
          </p:nvSpPr>
          <p:spPr>
            <a:xfrm flipH="1" rot="8031828">
              <a:off x="7475537" y="4571964"/>
              <a:ext cx="917575" cy="142875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4" name="Google Shape;8984;p63"/>
            <p:cNvSpPr/>
            <p:nvPr/>
          </p:nvSpPr>
          <p:spPr>
            <a:xfrm flipH="1" rot="8031828">
              <a:off x="7629525" y="4898989"/>
              <a:ext cx="47625" cy="142875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5" name="Google Shape;8985;p63"/>
            <p:cNvSpPr/>
            <p:nvPr/>
          </p:nvSpPr>
          <p:spPr>
            <a:xfrm flipH="1" rot="8031828">
              <a:off x="8197850" y="4249702"/>
              <a:ext cx="30162" cy="138112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6" name="Google Shape;8986;p63"/>
            <p:cNvCxnSpPr/>
            <p:nvPr/>
          </p:nvCxnSpPr>
          <p:spPr>
            <a:xfrm rot="-2768172">
              <a:off x="7319962" y="4657690"/>
              <a:ext cx="11969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8987" name="Google Shape;8987;p63"/>
            <p:cNvSpPr/>
            <p:nvPr/>
          </p:nvSpPr>
          <p:spPr>
            <a:xfrm flipH="1" rot="-1792560">
              <a:off x="9150350" y="2586002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8" name="Google Shape;8988;p63"/>
            <p:cNvSpPr/>
            <p:nvPr/>
          </p:nvSpPr>
          <p:spPr>
            <a:xfrm flipH="1" rot="-1792560">
              <a:off x="9123362" y="2382802"/>
              <a:ext cx="730250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9" name="Google Shape;8989;p63"/>
            <p:cNvSpPr/>
            <p:nvPr/>
          </p:nvSpPr>
          <p:spPr>
            <a:xfrm flipH="1" rot="-1792560">
              <a:off x="9782175" y="2182777"/>
              <a:ext cx="36512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0" name="Google Shape;8990;p63"/>
            <p:cNvSpPr/>
            <p:nvPr/>
          </p:nvSpPr>
          <p:spPr>
            <a:xfrm flipH="1" rot="-1792560">
              <a:off x="9166225" y="2582827"/>
              <a:ext cx="25400" cy="153987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91" name="Google Shape;8991;p63"/>
            <p:cNvCxnSpPr/>
            <p:nvPr/>
          </p:nvCxnSpPr>
          <p:spPr>
            <a:xfrm rot="9007440">
              <a:off x="9028112" y="2454239"/>
              <a:ext cx="955675" cy="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92" name="Google Shape;8992;p63"/>
            <p:cNvSpPr/>
            <p:nvPr/>
          </p:nvSpPr>
          <p:spPr>
            <a:xfrm rot="1792560">
              <a:off x="9907587" y="4546564"/>
              <a:ext cx="38100" cy="15875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3" name="Google Shape;8993;p63"/>
            <p:cNvSpPr/>
            <p:nvPr/>
          </p:nvSpPr>
          <p:spPr>
            <a:xfrm rot="1792560">
              <a:off x="9240837" y="4341777"/>
              <a:ext cx="731838" cy="15875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4" name="Google Shape;8994;p63"/>
            <p:cNvSpPr/>
            <p:nvPr/>
          </p:nvSpPr>
          <p:spPr>
            <a:xfrm rot="1792560">
              <a:off x="9275762" y="4141752"/>
              <a:ext cx="38100" cy="158750"/>
            </a:xfrm>
            <a:prstGeom prst="ellipse">
              <a:avLst/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5" name="Google Shape;8995;p63"/>
            <p:cNvSpPr/>
            <p:nvPr/>
          </p:nvSpPr>
          <p:spPr>
            <a:xfrm rot="1792560">
              <a:off x="9902825" y="4543389"/>
              <a:ext cx="25400" cy="1524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96" name="Google Shape;8996;p63"/>
            <p:cNvCxnSpPr/>
            <p:nvPr/>
          </p:nvCxnSpPr>
          <p:spPr>
            <a:xfrm rot="1792560">
              <a:off x="9102725" y="4441789"/>
              <a:ext cx="1062037" cy="12700"/>
            </a:xfrm>
            <a:prstGeom prst="straightConnector1">
              <a:avLst/>
            </a:prstGeom>
            <a:noFill/>
            <a:ln cap="flat" cmpd="sng" w="38100">
              <a:solidFill>
                <a:srgbClr val="FF33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97" name="Google Shape;8997;p63"/>
            <p:cNvSpPr txBox="1"/>
            <p:nvPr/>
          </p:nvSpPr>
          <p:spPr>
            <a:xfrm>
              <a:off x="7575550" y="1849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8" name="Google Shape;8998;p63"/>
            <p:cNvSpPr txBox="1"/>
            <p:nvPr/>
          </p:nvSpPr>
          <p:spPr>
            <a:xfrm>
              <a:off x="9402762" y="2357402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9" name="Google Shape;8999;p63"/>
            <p:cNvSpPr/>
            <p:nvPr/>
          </p:nvSpPr>
          <p:spPr>
            <a:xfrm>
              <a:off x="7569200" y="2717764"/>
              <a:ext cx="800100" cy="1381125"/>
            </a:xfrm>
            <a:custGeom>
              <a:rect b="b" l="l" r="r" t="t"/>
              <a:pathLst>
                <a:path extrusionOk="0" h="870" w="504">
                  <a:moveTo>
                    <a:pt x="0" y="0"/>
                  </a:moveTo>
                  <a:cubicBezTo>
                    <a:pt x="21" y="11"/>
                    <a:pt x="79" y="44"/>
                    <a:pt x="129" y="63"/>
                  </a:cubicBezTo>
                  <a:cubicBezTo>
                    <a:pt x="179" y="82"/>
                    <a:pt x="255" y="102"/>
                    <a:pt x="299" y="112"/>
                  </a:cubicBezTo>
                  <a:cubicBezTo>
                    <a:pt x="343" y="122"/>
                    <a:pt x="362" y="116"/>
                    <a:pt x="392" y="121"/>
                  </a:cubicBezTo>
                  <a:cubicBezTo>
                    <a:pt x="417" y="124"/>
                    <a:pt x="469" y="100"/>
                    <a:pt x="479" y="145"/>
                  </a:cubicBezTo>
                  <a:cubicBezTo>
                    <a:pt x="490" y="191"/>
                    <a:pt x="504" y="700"/>
                    <a:pt x="490" y="772"/>
                  </a:cubicBezTo>
                  <a:cubicBezTo>
                    <a:pt x="477" y="845"/>
                    <a:pt x="447" y="842"/>
                    <a:pt x="406" y="839"/>
                  </a:cubicBezTo>
                  <a:cubicBezTo>
                    <a:pt x="365" y="836"/>
                    <a:pt x="323" y="835"/>
                    <a:pt x="286" y="833"/>
                  </a:cubicBezTo>
                  <a:cubicBezTo>
                    <a:pt x="250" y="831"/>
                    <a:pt x="226" y="822"/>
                    <a:pt x="192" y="828"/>
                  </a:cubicBezTo>
                  <a:cubicBezTo>
                    <a:pt x="158" y="834"/>
                    <a:pt x="107" y="861"/>
                    <a:pt x="84" y="870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0" name="Google Shape;9000;p63"/>
            <p:cNvSpPr txBox="1"/>
            <p:nvPr/>
          </p:nvSpPr>
          <p:spPr>
            <a:xfrm>
              <a:off x="6583362" y="383306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1" name="Google Shape;9001;p63"/>
            <p:cNvSpPr/>
            <p:nvPr/>
          </p:nvSpPr>
          <p:spPr>
            <a:xfrm>
              <a:off x="8032750" y="2695539"/>
              <a:ext cx="431800" cy="1570038"/>
            </a:xfrm>
            <a:custGeom>
              <a:rect b="b" l="l" r="r" t="t"/>
              <a:pathLst>
                <a:path extrusionOk="0" h="989" w="272">
                  <a:moveTo>
                    <a:pt x="0" y="0"/>
                  </a:moveTo>
                  <a:cubicBezTo>
                    <a:pt x="15" y="13"/>
                    <a:pt x="49" y="56"/>
                    <a:pt x="92" y="80"/>
                  </a:cubicBezTo>
                  <a:cubicBezTo>
                    <a:pt x="231" y="84"/>
                    <a:pt x="204" y="89"/>
                    <a:pt x="257" y="147"/>
                  </a:cubicBezTo>
                  <a:cubicBezTo>
                    <a:pt x="270" y="295"/>
                    <a:pt x="272" y="652"/>
                    <a:pt x="268" y="774"/>
                  </a:cubicBezTo>
                  <a:cubicBezTo>
                    <a:pt x="268" y="895"/>
                    <a:pt x="261" y="853"/>
                    <a:pt x="257" y="875"/>
                  </a:cubicBezTo>
                  <a:cubicBezTo>
                    <a:pt x="251" y="894"/>
                    <a:pt x="257" y="889"/>
                    <a:pt x="242" y="908"/>
                  </a:cubicBezTo>
                  <a:cubicBezTo>
                    <a:pt x="227" y="927"/>
                    <a:pt x="183" y="972"/>
                    <a:pt x="167" y="98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2" name="Google Shape;9002;p63"/>
            <p:cNvSpPr/>
            <p:nvPr/>
          </p:nvSpPr>
          <p:spPr>
            <a:xfrm>
              <a:off x="8616950" y="2679664"/>
              <a:ext cx="638175" cy="1538288"/>
            </a:xfrm>
            <a:custGeom>
              <a:rect b="b" l="l" r="r" t="t"/>
              <a:pathLst>
                <a:path extrusionOk="0" h="969" w="402">
                  <a:moveTo>
                    <a:pt x="306" y="0"/>
                  </a:moveTo>
                  <a:cubicBezTo>
                    <a:pt x="295" y="5"/>
                    <a:pt x="262" y="24"/>
                    <a:pt x="240" y="36"/>
                  </a:cubicBezTo>
                  <a:cubicBezTo>
                    <a:pt x="218" y="48"/>
                    <a:pt x="199" y="58"/>
                    <a:pt x="174" y="72"/>
                  </a:cubicBezTo>
                  <a:cubicBezTo>
                    <a:pt x="149" y="86"/>
                    <a:pt x="115" y="101"/>
                    <a:pt x="90" y="119"/>
                  </a:cubicBezTo>
                  <a:cubicBezTo>
                    <a:pt x="64" y="136"/>
                    <a:pt x="72" y="127"/>
                    <a:pt x="25" y="178"/>
                  </a:cubicBezTo>
                  <a:cubicBezTo>
                    <a:pt x="14" y="223"/>
                    <a:pt x="0" y="732"/>
                    <a:pt x="14" y="804"/>
                  </a:cubicBezTo>
                  <a:cubicBezTo>
                    <a:pt x="27" y="877"/>
                    <a:pt x="53" y="854"/>
                    <a:pt x="98" y="871"/>
                  </a:cubicBezTo>
                  <a:cubicBezTo>
                    <a:pt x="144" y="888"/>
                    <a:pt x="209" y="884"/>
                    <a:pt x="261" y="900"/>
                  </a:cubicBezTo>
                  <a:cubicBezTo>
                    <a:pt x="312" y="916"/>
                    <a:pt x="373" y="955"/>
                    <a:pt x="402" y="969"/>
                  </a:cubicBezTo>
                </a:path>
              </a:pathLst>
            </a:custGeom>
            <a:noFill/>
            <a:ln cap="flat" cmpd="sng" w="3810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3" name="Google Shape;9003;p63"/>
            <p:cNvSpPr txBox="1"/>
            <p:nvPr/>
          </p:nvSpPr>
          <p:spPr>
            <a:xfrm>
              <a:off x="7842250" y="4444964"/>
              <a:ext cx="6762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4" name="Google Shape;9004;p63"/>
            <p:cNvSpPr txBox="1"/>
            <p:nvPr/>
          </p:nvSpPr>
          <p:spPr>
            <a:xfrm>
              <a:off x="9529762" y="3932202"/>
              <a:ext cx="67468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5" name="Google Shape;9005;p63"/>
            <p:cNvSpPr txBox="1"/>
            <p:nvPr/>
          </p:nvSpPr>
          <p:spPr>
            <a:xfrm>
              <a:off x="8558212" y="3303552"/>
              <a:ext cx="6762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grpSp>
          <p:nvGrpSpPr>
            <p:cNvPr id="9006" name="Google Shape;9006;p63"/>
            <p:cNvGrpSpPr/>
            <p:nvPr/>
          </p:nvGrpSpPr>
          <p:grpSpPr>
            <a:xfrm>
              <a:off x="6435725" y="1730339"/>
              <a:ext cx="352425" cy="660400"/>
              <a:chOff x="4140" y="429"/>
              <a:chExt cx="1425" cy="2396"/>
            </a:xfrm>
          </p:grpSpPr>
          <p:sp>
            <p:nvSpPr>
              <p:cNvPr id="9007" name="Google Shape;9007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8" name="Google Shape;9008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9" name="Google Shape;9009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0" name="Google Shape;9010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1" name="Google Shape;9011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12" name="Google Shape;9012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13" name="Google Shape;9013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4" name="Google Shape;9014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15" name="Google Shape;9015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16" name="Google Shape;9016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17" name="Google Shape;9017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8" name="Google Shape;9018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19" name="Google Shape;9019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0" name="Google Shape;9020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1" name="Google Shape;9021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22" name="Google Shape;9022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3" name="Google Shape;9023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24" name="Google Shape;9024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5" name="Google Shape;9025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26" name="Google Shape;9026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7" name="Google Shape;9027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28" name="Google Shape;9028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9" name="Google Shape;9029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0" name="Google Shape;9030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1" name="Google Shape;9031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2" name="Google Shape;9032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3" name="Google Shape;9033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4" name="Google Shape;9034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5" name="Google Shape;9035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6" name="Google Shape;9036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7" name="Google Shape;9037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8" name="Google Shape;9038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39" name="Google Shape;9039;p63"/>
            <p:cNvGrpSpPr/>
            <p:nvPr/>
          </p:nvGrpSpPr>
          <p:grpSpPr>
            <a:xfrm>
              <a:off x="7010400" y="1390614"/>
              <a:ext cx="352425" cy="660400"/>
              <a:chOff x="4140" y="429"/>
              <a:chExt cx="1425" cy="2396"/>
            </a:xfrm>
          </p:grpSpPr>
          <p:sp>
            <p:nvSpPr>
              <p:cNvPr id="9040" name="Google Shape;9040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1" name="Google Shape;9041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2" name="Google Shape;9042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3" name="Google Shape;9043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4" name="Google Shape;9044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45" name="Google Shape;9045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46" name="Google Shape;9046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7" name="Google Shape;9047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48" name="Google Shape;9048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49" name="Google Shape;9049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50" name="Google Shape;9050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1" name="Google Shape;9051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52" name="Google Shape;9052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3" name="Google Shape;9053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54" name="Google Shape;9054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55" name="Google Shape;9055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6" name="Google Shape;9056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57" name="Google Shape;9057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58" name="Google Shape;9058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59" name="Google Shape;9059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60" name="Google Shape;9060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61" name="Google Shape;9061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2" name="Google Shape;9062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3" name="Google Shape;9063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4" name="Google Shape;9064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5" name="Google Shape;9065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6" name="Google Shape;9066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7" name="Google Shape;9067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8" name="Google Shape;9068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9" name="Google Shape;9069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0" name="Google Shape;9070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1" name="Google Shape;9071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72" name="Google Shape;9072;p63"/>
            <p:cNvGrpSpPr/>
            <p:nvPr/>
          </p:nvGrpSpPr>
          <p:grpSpPr>
            <a:xfrm>
              <a:off x="9861550" y="1646202"/>
              <a:ext cx="352425" cy="660400"/>
              <a:chOff x="4140" y="429"/>
              <a:chExt cx="1425" cy="2396"/>
            </a:xfrm>
          </p:grpSpPr>
          <p:sp>
            <p:nvSpPr>
              <p:cNvPr id="9073" name="Google Shape;9073;p6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4" name="Google Shape;9074;p63"/>
              <p:cNvSpPr/>
              <p:nvPr/>
            </p:nvSpPr>
            <p:spPr>
              <a:xfrm>
                <a:off x="4204" y="429"/>
                <a:ext cx="1046" cy="2287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5" name="Google Shape;9075;p6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6" name="Google Shape;9076;p6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7" name="Google Shape;9077;p63"/>
              <p:cNvSpPr/>
              <p:nvPr/>
            </p:nvSpPr>
            <p:spPr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78" name="Google Shape;9078;p63"/>
              <p:cNvGrpSpPr/>
              <p:nvPr/>
            </p:nvGrpSpPr>
            <p:grpSpPr>
              <a:xfrm>
                <a:off x="4750" y="660"/>
                <a:ext cx="578" cy="155"/>
                <a:chOff x="615" y="2560"/>
                <a:chExt cx="721" cy="149"/>
              </a:xfrm>
            </p:grpSpPr>
            <p:sp>
              <p:nvSpPr>
                <p:cNvPr id="9079" name="Google Shape;9079;p63"/>
                <p:cNvSpPr/>
                <p:nvPr/>
              </p:nvSpPr>
              <p:spPr>
                <a:xfrm>
                  <a:off x="615" y="2560"/>
                  <a:ext cx="721" cy="14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0" name="Google Shape;9080;p63"/>
                <p:cNvSpPr/>
                <p:nvPr/>
              </p:nvSpPr>
              <p:spPr>
                <a:xfrm>
                  <a:off x="631" y="2582"/>
                  <a:ext cx="689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81" name="Google Shape;9081;p63"/>
              <p:cNvSpPr/>
              <p:nvPr/>
            </p:nvSpPr>
            <p:spPr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82" name="Google Shape;9082;p63"/>
              <p:cNvGrpSpPr/>
              <p:nvPr/>
            </p:nvGrpSpPr>
            <p:grpSpPr>
              <a:xfrm>
                <a:off x="4749" y="993"/>
                <a:ext cx="578" cy="132"/>
                <a:chOff x="617" y="2567"/>
                <a:chExt cx="721" cy="137"/>
              </a:xfrm>
            </p:grpSpPr>
            <p:sp>
              <p:nvSpPr>
                <p:cNvPr id="9083" name="Google Shape;9083;p63"/>
                <p:cNvSpPr/>
                <p:nvPr/>
              </p:nvSpPr>
              <p:spPr>
                <a:xfrm>
                  <a:off x="617" y="2567"/>
                  <a:ext cx="721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4" name="Google Shape;9084;p63"/>
                <p:cNvSpPr/>
                <p:nvPr/>
              </p:nvSpPr>
              <p:spPr>
                <a:xfrm>
                  <a:off x="634" y="2585"/>
                  <a:ext cx="689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85" name="Google Shape;9085;p63"/>
              <p:cNvSpPr/>
              <p:nvPr/>
            </p:nvSpPr>
            <p:spPr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6" name="Google Shape;9086;p63"/>
              <p:cNvSpPr/>
              <p:nvPr/>
            </p:nvSpPr>
            <p:spPr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87" name="Google Shape;9087;p63"/>
              <p:cNvGrpSpPr/>
              <p:nvPr/>
            </p:nvGrpSpPr>
            <p:grpSpPr>
              <a:xfrm>
                <a:off x="4737" y="1627"/>
                <a:ext cx="578" cy="150"/>
                <a:chOff x="616" y="2568"/>
                <a:chExt cx="720" cy="138"/>
              </a:xfrm>
            </p:grpSpPr>
            <p:sp>
              <p:nvSpPr>
                <p:cNvPr id="9088" name="Google Shape;9088;p6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89" name="Google Shape;9089;p63"/>
                <p:cNvSpPr/>
                <p:nvPr/>
              </p:nvSpPr>
              <p:spPr>
                <a:xfrm>
                  <a:off x="632" y="2584"/>
                  <a:ext cx="688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90" name="Google Shape;9090;p6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91" name="Google Shape;9091;p63"/>
              <p:cNvGrpSpPr/>
              <p:nvPr/>
            </p:nvGrpSpPr>
            <p:grpSpPr>
              <a:xfrm>
                <a:off x="4737" y="1328"/>
                <a:ext cx="584" cy="138"/>
                <a:chOff x="611" y="2569"/>
                <a:chExt cx="728" cy="138"/>
              </a:xfrm>
            </p:grpSpPr>
            <p:sp>
              <p:nvSpPr>
                <p:cNvPr id="9092" name="Google Shape;9092;p63"/>
                <p:cNvSpPr/>
                <p:nvPr/>
              </p:nvSpPr>
              <p:spPr>
                <a:xfrm>
                  <a:off x="611" y="2569"/>
                  <a:ext cx="728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3" name="Google Shape;9093;p63"/>
                <p:cNvSpPr/>
                <p:nvPr/>
              </p:nvSpPr>
              <p:spPr>
                <a:xfrm>
                  <a:off x="627" y="2586"/>
                  <a:ext cx="696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800"/>
                    <a:buFont typeface="Arial"/>
                    <a:buNone/>
                  </a:pPr>
                  <a:r>
                    <a:t/>
                  </a:r>
                  <a:endParaRPr b="0" i="0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94" name="Google Shape;9094;p63"/>
              <p:cNvSpPr/>
              <p:nvPr/>
            </p:nvSpPr>
            <p:spPr>
              <a:xfrm>
                <a:off x="5250" y="429"/>
                <a:ext cx="71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5" name="Google Shape;9095;p6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6" name="Google Shape;9096;p6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7" name="Google Shape;9097;p63"/>
              <p:cNvSpPr/>
              <p:nvPr/>
            </p:nvSpPr>
            <p:spPr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8" name="Google Shape;9098;p6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9" name="Google Shape;9099;p63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0" name="Google Shape;9100;p63"/>
              <p:cNvSpPr/>
              <p:nvPr/>
            </p:nvSpPr>
            <p:spPr>
              <a:xfrm>
                <a:off x="4204" y="2710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1" name="Google Shape;9101;p63"/>
              <p:cNvSpPr/>
              <p:nvPr/>
            </p:nvSpPr>
            <p:spPr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2" name="Google Shape;9102;p63"/>
              <p:cNvSpPr/>
              <p:nvPr/>
            </p:nvSpPr>
            <p:spPr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3" name="Google Shape;9103;p63"/>
              <p:cNvSpPr/>
              <p:nvPr/>
            </p:nvSpPr>
            <p:spPr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4" name="Google Shape;9104;p63"/>
              <p:cNvSpPr/>
              <p:nvPr/>
            </p:nvSpPr>
            <p:spPr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05" name="Google Shape;9105;p63"/>
            <p:cNvGrpSpPr/>
            <p:nvPr/>
          </p:nvGrpSpPr>
          <p:grpSpPr>
            <a:xfrm flipH="1">
              <a:off x="10010775" y="443543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06" name="Google Shape;9106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07" name="Google Shape;9107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08" name="Google Shape;9108;p63"/>
            <p:cNvGrpSpPr/>
            <p:nvPr/>
          </p:nvGrpSpPr>
          <p:grpSpPr>
            <a:xfrm>
              <a:off x="6096000" y="4416389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09" name="Google Shape;9109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0" name="Google Shape;9110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11" name="Google Shape;9111;p63"/>
            <p:cNvGrpSpPr/>
            <p:nvPr/>
          </p:nvGrpSpPr>
          <p:grpSpPr>
            <a:xfrm>
              <a:off x="6718300" y="4865652"/>
              <a:ext cx="803275" cy="771525"/>
              <a:chOff x="-44" y="1473"/>
              <a:chExt cx="981" cy="1105"/>
            </a:xfrm>
          </p:grpSpPr>
          <p:pic>
            <p:nvPicPr>
              <p:cNvPr descr="desktop_computer_stylized_medium" id="9112" name="Google Shape;9112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13" name="Google Shape;9113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14" name="Google Shape;9114;p63"/>
          <p:cNvGrpSpPr/>
          <p:nvPr/>
        </p:nvGrpSpPr>
        <p:grpSpPr>
          <a:xfrm>
            <a:off x="6423336" y="1491893"/>
            <a:ext cx="4706682" cy="4114800"/>
            <a:chOff x="877941" y="1593850"/>
            <a:chExt cx="4706682" cy="4114800"/>
          </a:xfrm>
        </p:grpSpPr>
        <p:sp>
          <p:nvSpPr>
            <p:cNvPr id="9115" name="Google Shape;9115;p63"/>
            <p:cNvSpPr txBox="1"/>
            <p:nvPr/>
          </p:nvSpPr>
          <p:spPr>
            <a:xfrm>
              <a:off x="877941" y="1593850"/>
              <a:ext cx="4522733" cy="411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per-connection end-end throughput: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min(R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,R/10)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40"/>
                </a:spcBef>
                <a:spcAft>
                  <a:spcPts val="0"/>
                </a:spcAft>
                <a:buClr>
                  <a:srgbClr val="000090"/>
                </a:buClr>
                <a:buSzPts val="3200"/>
                <a:buFont typeface="Noto Sans Symbols"/>
                <a:buChar char="▪"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practice: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or </a:t>
              </a:r>
              <a:r>
                <a:rPr b="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b="0" baseline="-25000" i="1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i="0" lang="en-US" sz="3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is often bottleneck</a:t>
              </a:r>
              <a:endParaRPr/>
            </a:p>
          </p:txBody>
        </p:sp>
        <p:sp>
          <p:nvSpPr>
            <p:cNvPr id="9116" name="Google Shape;9116;p63"/>
            <p:cNvSpPr txBox="1"/>
            <p:nvPr/>
          </p:nvSpPr>
          <p:spPr>
            <a:xfrm>
              <a:off x="1077710" y="4985599"/>
              <a:ext cx="4506913" cy="522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Check out the online interactive exercises for more examples: h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ttp://gaia.cs.umass.edu/kurose_ross/</a:t>
              </a:r>
              <a:endParaRPr/>
            </a:p>
          </p:txBody>
        </p:sp>
      </p:grpSp>
      <p:sp>
        <p:nvSpPr>
          <p:cNvPr id="9117" name="Google Shape;9117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2" name="Shape 9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" name="Google Shape;9123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9124" name="Google Shape;9124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25" name="Google Shape;9125;p64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9126" name="Google Shape;912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1" name="Shape 9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2" name="Google Shape;9132;p6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security</a:t>
            </a:r>
            <a:endParaRPr sz="4400"/>
          </a:p>
        </p:txBody>
      </p:sp>
      <p:sp>
        <p:nvSpPr>
          <p:cNvPr id="9133" name="Google Shape;9133;p65"/>
          <p:cNvSpPr txBox="1"/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not originally designed with (much) security in mind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vision: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“a group of mutually trusting users attached to a transparent network” 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protocol designers playing “catch-up”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considerations in all layers!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now need to think about: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bad guys can attack computer networks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can defend networks against attacks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design architectures that are immune to attacks</a:t>
            </a:r>
            <a:endParaRPr/>
          </a:p>
        </p:txBody>
      </p:sp>
      <p:sp>
        <p:nvSpPr>
          <p:cNvPr id="9134" name="Google Shape;9134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9" name="Shape 9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0" name="Google Shape;9140;p6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security</a:t>
            </a:r>
            <a:endParaRPr sz="4400"/>
          </a:p>
        </p:txBody>
      </p:sp>
      <p:sp>
        <p:nvSpPr>
          <p:cNvPr id="9141" name="Google Shape;9141;p66"/>
          <p:cNvSpPr txBox="1"/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Internet not originally designed with (much) security in mind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original vision: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“a group of mutually trusting users attached to a transparent network” ☺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protocol designers playing “catch-up”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 considerations in all layers!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 now need to think about: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bad guys can attack computer networks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we can defend networks against attacks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design architectures that are immune to attacks</a:t>
            </a:r>
            <a:endParaRPr/>
          </a:p>
        </p:txBody>
      </p:sp>
      <p:sp>
        <p:nvSpPr>
          <p:cNvPr id="9142" name="Google Shape;9142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7" name="Shape 9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8" name="Google Shape;9148;p6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</a:t>
            </a:r>
            <a:r>
              <a:rPr lang="en-US"/>
              <a:t>g</a:t>
            </a:r>
            <a:r>
              <a:rPr lang="en-US" sz="4400"/>
              <a:t>uys: packet </a:t>
            </a:r>
            <a:r>
              <a:rPr lang="en-US"/>
              <a:t>i</a:t>
            </a:r>
            <a:r>
              <a:rPr lang="en-US" sz="4400"/>
              <a:t>nterception</a:t>
            </a:r>
            <a:endParaRPr sz="4400"/>
          </a:p>
        </p:txBody>
      </p:sp>
      <p:sp>
        <p:nvSpPr>
          <p:cNvPr id="9149" name="Google Shape;9149;p67"/>
          <p:cNvSpPr txBox="1"/>
          <p:nvPr/>
        </p:nvSpPr>
        <p:spPr>
          <a:xfrm>
            <a:off x="841312" y="1344535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packet “sniffing”: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 media (shared Ethernet, wireless)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promiscuous network interface reads/records all packets (e.g., including passwords!) passing by</a:t>
            </a:r>
            <a:endParaRPr/>
          </a:p>
        </p:txBody>
      </p:sp>
      <p:grpSp>
        <p:nvGrpSpPr>
          <p:cNvPr id="9150" name="Google Shape;9150;p67"/>
          <p:cNvGrpSpPr/>
          <p:nvPr/>
        </p:nvGrpSpPr>
        <p:grpSpPr>
          <a:xfrm flipH="1">
            <a:off x="5864103" y="3398264"/>
            <a:ext cx="735012" cy="681037"/>
            <a:chOff x="-44" y="1473"/>
            <a:chExt cx="981" cy="1105"/>
          </a:xfrm>
        </p:grpSpPr>
        <p:pic>
          <p:nvPicPr>
            <p:cNvPr descr="desktop_computer_stylized_medium" id="9151" name="Google Shape;9151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2" name="Google Shape;9152;p6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53" name="Google Shape;9153;p67"/>
          <p:cNvSpPr/>
          <p:nvPr/>
        </p:nvSpPr>
        <p:spPr>
          <a:xfrm>
            <a:off x="3359028" y="4133276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4" name="Google Shape;9154;p67"/>
          <p:cNvSpPr/>
          <p:nvPr/>
        </p:nvSpPr>
        <p:spPr>
          <a:xfrm>
            <a:off x="6191128" y="4003101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55" name="Google Shape;9155;p67"/>
          <p:cNvCxnSpPr/>
          <p:nvPr/>
        </p:nvCxnSpPr>
        <p:spPr>
          <a:xfrm rot="10800000">
            <a:off x="4533778" y="4525389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6" name="Google Shape;9156;p67"/>
          <p:cNvCxnSpPr/>
          <p:nvPr/>
        </p:nvCxnSpPr>
        <p:spPr>
          <a:xfrm rot="10800000">
            <a:off x="4552828" y="5236589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7" name="Google Shape;9157;p67"/>
          <p:cNvSpPr txBox="1"/>
          <p:nvPr/>
        </p:nvSpPr>
        <p:spPr>
          <a:xfrm>
            <a:off x="2816103" y="3422076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9158" name="Google Shape;9158;p67"/>
          <p:cNvSpPr txBox="1"/>
          <p:nvPr/>
        </p:nvSpPr>
        <p:spPr>
          <a:xfrm>
            <a:off x="8285040" y="4885751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159" name="Google Shape;9159;p67"/>
          <p:cNvSpPr txBox="1"/>
          <p:nvPr/>
        </p:nvSpPr>
        <p:spPr>
          <a:xfrm>
            <a:off x="6383215" y="3399851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grpSp>
        <p:nvGrpSpPr>
          <p:cNvPr id="9160" name="Google Shape;9160;p67"/>
          <p:cNvGrpSpPr/>
          <p:nvPr/>
        </p:nvGrpSpPr>
        <p:grpSpPr>
          <a:xfrm>
            <a:off x="5156078" y="4004689"/>
            <a:ext cx="2635250" cy="984250"/>
            <a:chOff x="5156078" y="4004689"/>
            <a:chExt cx="2635250" cy="984250"/>
          </a:xfrm>
        </p:grpSpPr>
        <p:grpSp>
          <p:nvGrpSpPr>
            <p:cNvPr id="9161" name="Google Shape;9161;p67"/>
            <p:cNvGrpSpPr/>
            <p:nvPr/>
          </p:nvGrpSpPr>
          <p:grpSpPr>
            <a:xfrm>
              <a:off x="5187828" y="4652389"/>
              <a:ext cx="2295525" cy="336550"/>
              <a:chOff x="2418" y="3342"/>
              <a:chExt cx="1446" cy="212"/>
            </a:xfrm>
          </p:grpSpPr>
          <p:sp>
            <p:nvSpPr>
              <p:cNvPr id="9162" name="Google Shape;9162;p67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163" name="Google Shape;9163;p67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4" name="Google Shape;9164;p67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5" name="Google Shape;9165;p67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66" name="Google Shape;9166;p67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src:B dest:A     payload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9167" name="Google Shape;9167;p67"/>
            <p:cNvSpPr/>
            <p:nvPr/>
          </p:nvSpPr>
          <p:spPr>
            <a:xfrm>
              <a:off x="5156078" y="4607939"/>
              <a:ext cx="2635250" cy="241300"/>
            </a:xfrm>
            <a:custGeom>
              <a:rect b="b" l="l" r="r" t="t"/>
              <a:pathLst>
                <a:path extrusionOk="0" h="152" w="1660">
                  <a:moveTo>
                    <a:pt x="1660" y="152"/>
                  </a:moveTo>
                  <a:lnTo>
                    <a:pt x="1660" y="0"/>
                  </a:lnTo>
                  <a:lnTo>
                    <a:pt x="0" y="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68" name="Google Shape;9168;p67"/>
            <p:cNvCxnSpPr/>
            <p:nvPr/>
          </p:nvCxnSpPr>
          <p:spPr>
            <a:xfrm rot="10800000">
              <a:off x="6299078" y="4004689"/>
              <a:ext cx="0" cy="603250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9169" name="Google Shape;9169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090" y="3466526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70" name="Google Shape;9170;p67"/>
          <p:cNvGrpSpPr/>
          <p:nvPr/>
        </p:nvGrpSpPr>
        <p:grpSpPr>
          <a:xfrm>
            <a:off x="3184403" y="3460176"/>
            <a:ext cx="365125" cy="712788"/>
            <a:chOff x="4140" y="429"/>
            <a:chExt cx="1425" cy="2396"/>
          </a:xfrm>
        </p:grpSpPr>
        <p:sp>
          <p:nvSpPr>
            <p:cNvPr id="9171" name="Google Shape;9171;p6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2" name="Google Shape;9172;p67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3" name="Google Shape;9173;p6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4" name="Google Shape;9174;p6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5" name="Google Shape;9175;p67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76" name="Google Shape;9176;p67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9177" name="Google Shape;9177;p67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8" name="Google Shape;9178;p67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79" name="Google Shape;9179;p67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80" name="Google Shape;9180;p67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9181" name="Google Shape;9181;p67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2" name="Google Shape;9182;p67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3" name="Google Shape;9183;p67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4" name="Google Shape;9184;p67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85" name="Google Shape;9185;p67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9186" name="Google Shape;9186;p67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7" name="Google Shape;9187;p67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8" name="Google Shape;9188;p6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89" name="Google Shape;9189;p67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9190" name="Google Shape;9190;p67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1" name="Google Shape;9191;p67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92" name="Google Shape;9192;p67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3" name="Google Shape;9193;p6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4" name="Google Shape;9194;p6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5" name="Google Shape;9195;p67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6" name="Google Shape;9196;p6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7" name="Google Shape;9197;p67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8" name="Google Shape;9198;p67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9" name="Google Shape;9199;p67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0" name="Google Shape;9200;p67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1" name="Google Shape;9201;p67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2" name="Google Shape;9202;p67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3" name="Google Shape;9203;p67"/>
          <p:cNvGrpSpPr/>
          <p:nvPr/>
        </p:nvGrpSpPr>
        <p:grpSpPr>
          <a:xfrm flipH="1">
            <a:off x="7677028" y="4777801"/>
            <a:ext cx="735012" cy="681038"/>
            <a:chOff x="-44" y="1473"/>
            <a:chExt cx="981" cy="1105"/>
          </a:xfrm>
        </p:grpSpPr>
        <p:pic>
          <p:nvPicPr>
            <p:cNvPr descr="desktop_computer_stylized_medium" id="9204" name="Google Shape;9204;p6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5" name="Google Shape;9205;p6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06" name="Google Shape;9206;p67"/>
          <p:cNvGrpSpPr/>
          <p:nvPr/>
        </p:nvGrpSpPr>
        <p:grpSpPr>
          <a:xfrm>
            <a:off x="1456133" y="5624388"/>
            <a:ext cx="10506683" cy="1029566"/>
            <a:chOff x="1456133" y="5624388"/>
            <a:chExt cx="10506683" cy="1029566"/>
          </a:xfrm>
        </p:grpSpPr>
        <p:sp>
          <p:nvSpPr>
            <p:cNvPr id="9207" name="Google Shape;9207;p67"/>
            <p:cNvSpPr/>
            <p:nvPr/>
          </p:nvSpPr>
          <p:spPr>
            <a:xfrm>
              <a:off x="1712057" y="5737966"/>
              <a:ext cx="10250759" cy="915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Wireshark software used for our end-of-chapter labs is a (free) packet-sniffer</a:t>
              </a:r>
              <a:endParaRPr/>
            </a:p>
            <a:p>
              <a:pPr indent="-285750" lvl="1" marL="742950" marR="0" rtl="0" algn="l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rgbClr val="ED7D31"/>
                </a:buClr>
                <a:buSzPts val="135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pic>
          <p:nvPicPr>
            <p:cNvPr descr="Image result for wireshark logo" id="9208" name="Google Shape;9208;p6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56133" y="5624388"/>
              <a:ext cx="667509" cy="6675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09" name="Google Shape;9209;p67"/>
          <p:cNvGrpSpPr/>
          <p:nvPr/>
        </p:nvGrpSpPr>
        <p:grpSpPr>
          <a:xfrm>
            <a:off x="4054353" y="4784334"/>
            <a:ext cx="958850" cy="476251"/>
            <a:chOff x="7493876" y="2774731"/>
            <a:chExt cx="1481958" cy="894622"/>
          </a:xfrm>
        </p:grpSpPr>
        <p:sp>
          <p:nvSpPr>
            <p:cNvPr id="9210" name="Google Shape;9210;p6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11" name="Google Shape;9211;p6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12" name="Google Shape;9212;p6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13" name="Google Shape;9213;p6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4" name="Google Shape;9214;p6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5" name="Google Shape;9215;p6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6" name="Google Shape;9216;p6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217" name="Google Shape;9217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2" name="Shape 9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Google Shape;9223;p6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 fake identity</a:t>
            </a:r>
            <a:endParaRPr sz="4400"/>
          </a:p>
        </p:txBody>
      </p:sp>
      <p:sp>
        <p:nvSpPr>
          <p:cNvPr id="9224" name="Google Shape;9224;p68"/>
          <p:cNvSpPr txBox="1"/>
          <p:nvPr/>
        </p:nvSpPr>
        <p:spPr>
          <a:xfrm>
            <a:off x="774909" y="1560282"/>
            <a:ext cx="10342830" cy="20844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spoofing: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injection of packet with false source address</a:t>
            </a:r>
            <a:endParaRPr/>
          </a:p>
        </p:txBody>
      </p:sp>
      <p:grpSp>
        <p:nvGrpSpPr>
          <p:cNvPr id="9225" name="Google Shape;9225;p68"/>
          <p:cNvGrpSpPr/>
          <p:nvPr/>
        </p:nvGrpSpPr>
        <p:grpSpPr>
          <a:xfrm flipH="1">
            <a:off x="5850455" y="3016127"/>
            <a:ext cx="735012" cy="681037"/>
            <a:chOff x="-44" y="1473"/>
            <a:chExt cx="981" cy="1105"/>
          </a:xfrm>
        </p:grpSpPr>
        <p:pic>
          <p:nvPicPr>
            <p:cNvPr descr="desktop_computer_stylized_medium" id="9226" name="Google Shape;9226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7" name="Google Shape;9227;p6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28" name="Google Shape;9228;p68"/>
          <p:cNvSpPr/>
          <p:nvPr/>
        </p:nvSpPr>
        <p:spPr>
          <a:xfrm>
            <a:off x="3345380" y="3751139"/>
            <a:ext cx="4587875" cy="728663"/>
          </a:xfrm>
          <a:custGeom>
            <a:rect b="b" l="l" r="r" t="t"/>
            <a:pathLst>
              <a:path extrusionOk="0" h="459" w="2620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9" name="Google Shape;9229;p68"/>
          <p:cNvSpPr/>
          <p:nvPr/>
        </p:nvSpPr>
        <p:spPr>
          <a:xfrm>
            <a:off x="6177480" y="3620964"/>
            <a:ext cx="4762" cy="522288"/>
          </a:xfrm>
          <a:custGeom>
            <a:rect b="b" l="l" r="r" t="t"/>
            <a:pathLst>
              <a:path extrusionOk="0" h="329" w="3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0" name="Google Shape;9230;p68"/>
          <p:cNvCxnSpPr/>
          <p:nvPr/>
        </p:nvCxnSpPr>
        <p:spPr>
          <a:xfrm rot="10800000">
            <a:off x="4520130" y="4143252"/>
            <a:ext cx="0" cy="3746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1" name="Google Shape;9231;p68"/>
          <p:cNvCxnSpPr/>
          <p:nvPr/>
        </p:nvCxnSpPr>
        <p:spPr>
          <a:xfrm rot="10800000">
            <a:off x="4539180" y="4854452"/>
            <a:ext cx="0" cy="24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32" name="Google Shape;9232;p68"/>
          <p:cNvSpPr txBox="1"/>
          <p:nvPr/>
        </p:nvSpPr>
        <p:spPr>
          <a:xfrm>
            <a:off x="2802455" y="3039939"/>
            <a:ext cx="387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9233" name="Google Shape;9233;p68"/>
          <p:cNvSpPr txBox="1"/>
          <p:nvPr/>
        </p:nvSpPr>
        <p:spPr>
          <a:xfrm>
            <a:off x="8271392" y="4503614"/>
            <a:ext cx="388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234" name="Google Shape;9234;p68"/>
          <p:cNvSpPr txBox="1"/>
          <p:nvPr/>
        </p:nvSpPr>
        <p:spPr>
          <a:xfrm>
            <a:off x="6369567" y="3017714"/>
            <a:ext cx="404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pic>
        <p:nvPicPr>
          <p:cNvPr id="9235" name="Google Shape;923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7442" y="3084389"/>
            <a:ext cx="471488" cy="4429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36" name="Google Shape;9236;p68"/>
          <p:cNvGrpSpPr/>
          <p:nvPr/>
        </p:nvGrpSpPr>
        <p:grpSpPr>
          <a:xfrm>
            <a:off x="3170755" y="3078039"/>
            <a:ext cx="365125" cy="712788"/>
            <a:chOff x="4140" y="429"/>
            <a:chExt cx="1425" cy="2396"/>
          </a:xfrm>
        </p:grpSpPr>
        <p:sp>
          <p:nvSpPr>
            <p:cNvPr id="9237" name="Google Shape;9237;p6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8" name="Google Shape;9238;p68"/>
            <p:cNvSpPr/>
            <p:nvPr/>
          </p:nvSpPr>
          <p:spPr>
            <a:xfrm>
              <a:off x="4208" y="429"/>
              <a:ext cx="1047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9" name="Google Shape;9239;p6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0" name="Google Shape;9240;p6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1" name="Google Shape;9241;p68"/>
            <p:cNvSpPr/>
            <p:nvPr/>
          </p:nvSpPr>
          <p:spPr>
            <a:xfrm>
              <a:off x="4214" y="690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2" name="Google Shape;9242;p68"/>
            <p:cNvGrpSpPr/>
            <p:nvPr/>
          </p:nvGrpSpPr>
          <p:grpSpPr>
            <a:xfrm>
              <a:off x="4747" y="669"/>
              <a:ext cx="583" cy="144"/>
              <a:chOff x="612" y="2569"/>
              <a:chExt cx="727" cy="138"/>
            </a:xfrm>
          </p:grpSpPr>
          <p:sp>
            <p:nvSpPr>
              <p:cNvPr id="9243" name="Google Shape;9243;p68"/>
              <p:cNvSpPr/>
              <p:nvPr/>
            </p:nvSpPr>
            <p:spPr>
              <a:xfrm>
                <a:off x="612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4" name="Google Shape;9244;p68"/>
              <p:cNvSpPr/>
              <p:nvPr/>
            </p:nvSpPr>
            <p:spPr>
              <a:xfrm>
                <a:off x="627" y="2584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45" name="Google Shape;9245;p68"/>
            <p:cNvSpPr/>
            <p:nvPr/>
          </p:nvSpPr>
          <p:spPr>
            <a:xfrm>
              <a:off x="4227" y="1021"/>
              <a:ext cx="595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46" name="Google Shape;9246;p68"/>
            <p:cNvGrpSpPr/>
            <p:nvPr/>
          </p:nvGrpSpPr>
          <p:grpSpPr>
            <a:xfrm>
              <a:off x="4747" y="995"/>
              <a:ext cx="583" cy="133"/>
              <a:chOff x="614" y="2569"/>
              <a:chExt cx="727" cy="138"/>
            </a:xfrm>
          </p:grpSpPr>
          <p:sp>
            <p:nvSpPr>
              <p:cNvPr id="9247" name="Google Shape;9247;p68"/>
              <p:cNvSpPr/>
              <p:nvPr/>
            </p:nvSpPr>
            <p:spPr>
              <a:xfrm>
                <a:off x="614" y="2569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8" name="Google Shape;9248;p68"/>
              <p:cNvSpPr/>
              <p:nvPr/>
            </p:nvSpPr>
            <p:spPr>
              <a:xfrm>
                <a:off x="630" y="2585"/>
                <a:ext cx="696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49" name="Google Shape;9249;p68"/>
            <p:cNvSpPr/>
            <p:nvPr/>
          </p:nvSpPr>
          <p:spPr>
            <a:xfrm>
              <a:off x="4214" y="1358"/>
              <a:ext cx="60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0" name="Google Shape;9250;p68"/>
            <p:cNvSpPr/>
            <p:nvPr/>
          </p:nvSpPr>
          <p:spPr>
            <a:xfrm>
              <a:off x="4227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51" name="Google Shape;9251;p68"/>
            <p:cNvGrpSpPr/>
            <p:nvPr/>
          </p:nvGrpSpPr>
          <p:grpSpPr>
            <a:xfrm>
              <a:off x="4735" y="1629"/>
              <a:ext cx="582" cy="150"/>
              <a:chOff x="614" y="2570"/>
              <a:chExt cx="725" cy="138"/>
            </a:xfrm>
          </p:grpSpPr>
          <p:sp>
            <p:nvSpPr>
              <p:cNvPr id="9252" name="Google Shape;9252;p68"/>
              <p:cNvSpPr/>
              <p:nvPr/>
            </p:nvSpPr>
            <p:spPr>
              <a:xfrm>
                <a:off x="614" y="2570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3" name="Google Shape;9253;p68"/>
              <p:cNvSpPr/>
              <p:nvPr/>
            </p:nvSpPr>
            <p:spPr>
              <a:xfrm>
                <a:off x="629" y="2585"/>
                <a:ext cx="695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4" name="Google Shape;9254;p6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55" name="Google Shape;9255;p68"/>
            <p:cNvGrpSpPr/>
            <p:nvPr/>
          </p:nvGrpSpPr>
          <p:grpSpPr>
            <a:xfrm>
              <a:off x="4741" y="1325"/>
              <a:ext cx="582" cy="139"/>
              <a:chOff x="616" y="2566"/>
              <a:chExt cx="725" cy="139"/>
            </a:xfrm>
          </p:grpSpPr>
          <p:sp>
            <p:nvSpPr>
              <p:cNvPr id="9256" name="Google Shape;9256;p68"/>
              <p:cNvSpPr/>
              <p:nvPr/>
            </p:nvSpPr>
            <p:spPr>
              <a:xfrm>
                <a:off x="616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7" name="Google Shape;9257;p68"/>
              <p:cNvSpPr/>
              <p:nvPr/>
            </p:nvSpPr>
            <p:spPr>
              <a:xfrm>
                <a:off x="632" y="2583"/>
                <a:ext cx="695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8" name="Google Shape;9258;p68"/>
            <p:cNvSpPr/>
            <p:nvPr/>
          </p:nvSpPr>
          <p:spPr>
            <a:xfrm>
              <a:off x="5249" y="429"/>
              <a:ext cx="68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9" name="Google Shape;9259;p6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0" name="Google Shape;9260;p6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1" name="Google Shape;9261;p68"/>
            <p:cNvSpPr/>
            <p:nvPr/>
          </p:nvSpPr>
          <p:spPr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2" name="Google Shape;9262;p6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3" name="Google Shape;9263;p68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4" name="Google Shape;9264;p68"/>
            <p:cNvSpPr/>
            <p:nvPr/>
          </p:nvSpPr>
          <p:spPr>
            <a:xfrm>
              <a:off x="4208" y="2713"/>
              <a:ext cx="1066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5" name="Google Shape;9265;p68"/>
            <p:cNvSpPr/>
            <p:nvPr/>
          </p:nvSpPr>
          <p:spPr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6" name="Google Shape;9266;p68"/>
            <p:cNvSpPr/>
            <p:nvPr/>
          </p:nvSpPr>
          <p:spPr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7" name="Google Shape;9267;p68"/>
            <p:cNvSpPr/>
            <p:nvPr/>
          </p:nvSpPr>
          <p:spPr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8" name="Google Shape;9268;p68"/>
            <p:cNvSpPr/>
            <p:nvPr/>
          </p:nvSpPr>
          <p:spPr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9" name="Google Shape;9269;p68"/>
          <p:cNvGrpSpPr/>
          <p:nvPr/>
        </p:nvGrpSpPr>
        <p:grpSpPr>
          <a:xfrm flipH="1">
            <a:off x="7663380" y="4395664"/>
            <a:ext cx="735012" cy="681038"/>
            <a:chOff x="-44" y="1473"/>
            <a:chExt cx="981" cy="1105"/>
          </a:xfrm>
        </p:grpSpPr>
        <p:pic>
          <p:nvPicPr>
            <p:cNvPr descr="desktop_computer_stylized_medium" id="9270" name="Google Shape;9270;p6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1" name="Google Shape;9271;p6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72" name="Google Shape;9272;p68"/>
          <p:cNvGrpSpPr/>
          <p:nvPr/>
        </p:nvGrpSpPr>
        <p:grpSpPr>
          <a:xfrm>
            <a:off x="4040705" y="4402197"/>
            <a:ext cx="958850" cy="476251"/>
            <a:chOff x="7493876" y="2774731"/>
            <a:chExt cx="1481958" cy="894622"/>
          </a:xfrm>
        </p:grpSpPr>
        <p:sp>
          <p:nvSpPr>
            <p:cNvPr id="9273" name="Google Shape;9273;p6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74" name="Google Shape;9274;p6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75" name="Google Shape;9275;p6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76" name="Google Shape;9276;p6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7" name="Google Shape;9277;p6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8" name="Google Shape;9278;p6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9" name="Google Shape;9279;p6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80" name="Google Shape;9280;p68"/>
          <p:cNvGrpSpPr/>
          <p:nvPr/>
        </p:nvGrpSpPr>
        <p:grpSpPr>
          <a:xfrm>
            <a:off x="3280164" y="3584927"/>
            <a:ext cx="2967038" cy="819150"/>
            <a:chOff x="3293812" y="3967064"/>
            <a:chExt cx="2967038" cy="819150"/>
          </a:xfrm>
        </p:grpSpPr>
        <p:sp>
          <p:nvSpPr>
            <p:cNvPr id="9281" name="Google Shape;9281;p68"/>
            <p:cNvSpPr/>
            <p:nvPr/>
          </p:nvSpPr>
          <p:spPr>
            <a:xfrm>
              <a:off x="3293812" y="3967064"/>
              <a:ext cx="2967038" cy="704850"/>
            </a:xfrm>
            <a:custGeom>
              <a:rect b="b" l="l" r="r" t="t"/>
              <a:pathLst>
                <a:path extrusionOk="0" h="444" w="1869">
                  <a:moveTo>
                    <a:pt x="1869" y="0"/>
                  </a:moveTo>
                  <a:lnTo>
                    <a:pt x="1869" y="444"/>
                  </a:lnTo>
                  <a:lnTo>
                    <a:pt x="0" y="444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82" name="Google Shape;9282;p68"/>
            <p:cNvGrpSpPr/>
            <p:nvPr/>
          </p:nvGrpSpPr>
          <p:grpSpPr>
            <a:xfrm>
              <a:off x="3760537" y="4449664"/>
              <a:ext cx="2295525" cy="336550"/>
              <a:chOff x="2418" y="3342"/>
              <a:chExt cx="1446" cy="212"/>
            </a:xfrm>
          </p:grpSpPr>
          <p:sp>
            <p:nvSpPr>
              <p:cNvPr id="9283" name="Google Shape;9283;p68"/>
              <p:cNvSpPr/>
              <p:nvPr/>
            </p:nvSpPr>
            <p:spPr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284" name="Google Shape;9284;p68"/>
              <p:cNvCxnSpPr/>
              <p:nvPr/>
            </p:nvCxnSpPr>
            <p:spPr>
              <a:xfrm>
                <a:off x="2784" y="3372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5" name="Google Shape;9285;p68"/>
              <p:cNvCxnSpPr/>
              <p:nvPr/>
            </p:nvCxnSpPr>
            <p:spPr>
              <a:xfrm>
                <a:off x="3186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6" name="Google Shape;9286;p68"/>
              <p:cNvCxnSpPr/>
              <p:nvPr/>
            </p:nvCxnSpPr>
            <p:spPr>
              <a:xfrm>
                <a:off x="3321" y="3375"/>
                <a:ext cx="0" cy="16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287" name="Google Shape;9287;p68"/>
              <p:cNvSpPr txBox="1"/>
              <p:nvPr/>
            </p:nvSpPr>
            <p:spPr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src:B</a:t>
                </a: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dest:A     payload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288" name="Google Shape;9288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3" name="Shape 9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4" name="Google Shape;9294;p6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Bad guys: denial of service</a:t>
            </a:r>
            <a:endParaRPr/>
          </a:p>
        </p:txBody>
      </p:sp>
      <p:grpSp>
        <p:nvGrpSpPr>
          <p:cNvPr id="9295" name="Google Shape;9295;p69"/>
          <p:cNvGrpSpPr/>
          <p:nvPr/>
        </p:nvGrpSpPr>
        <p:grpSpPr>
          <a:xfrm flipH="1">
            <a:off x="7546011" y="3759781"/>
            <a:ext cx="735012" cy="681037"/>
            <a:chOff x="-44" y="1473"/>
            <a:chExt cx="981" cy="1105"/>
          </a:xfrm>
        </p:grpSpPr>
        <p:pic>
          <p:nvPicPr>
            <p:cNvPr descr="desktop_computer_stylized_medium" id="9296" name="Google Shape;9296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7" name="Google Shape;9297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98" name="Google Shape;9298;p69"/>
          <p:cNvGrpSpPr/>
          <p:nvPr/>
        </p:nvGrpSpPr>
        <p:grpSpPr>
          <a:xfrm>
            <a:off x="8087348" y="4002668"/>
            <a:ext cx="831850" cy="1260475"/>
            <a:chOff x="5069" y="1396"/>
            <a:chExt cx="524" cy="794"/>
          </a:xfrm>
        </p:grpSpPr>
        <p:sp>
          <p:nvSpPr>
            <p:cNvPr id="9299" name="Google Shape;9299;p69"/>
            <p:cNvSpPr txBox="1"/>
            <p:nvPr/>
          </p:nvSpPr>
          <p:spPr>
            <a:xfrm>
              <a:off x="5069" y="1940"/>
              <a:ext cx="52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target</a:t>
              </a:r>
              <a:endParaRPr/>
            </a:p>
          </p:txBody>
        </p:sp>
        <p:grpSp>
          <p:nvGrpSpPr>
            <p:cNvPr id="9300" name="Google Shape;9300;p69"/>
            <p:cNvGrpSpPr/>
            <p:nvPr/>
          </p:nvGrpSpPr>
          <p:grpSpPr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9301" name="Google Shape;9301;p6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2" name="Google Shape;9302;p69"/>
              <p:cNvSpPr/>
              <p:nvPr/>
            </p:nvSpPr>
            <p:spPr>
              <a:xfrm>
                <a:off x="4206" y="429"/>
                <a:ext cx="1049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3" name="Google Shape;9303;p6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4" name="Google Shape;9304;p6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5" name="Google Shape;9305;p69"/>
              <p:cNvSpPr/>
              <p:nvPr/>
            </p:nvSpPr>
            <p:spPr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06" name="Google Shape;9306;p69"/>
              <p:cNvGrpSpPr/>
              <p:nvPr/>
            </p:nvGrpSpPr>
            <p:grpSpPr>
              <a:xfrm>
                <a:off x="4747" y="667"/>
                <a:ext cx="580" cy="146"/>
                <a:chOff x="612" y="2567"/>
                <a:chExt cx="724" cy="140"/>
              </a:xfrm>
            </p:grpSpPr>
            <p:sp>
              <p:nvSpPr>
                <p:cNvPr id="9307" name="Google Shape;9307;p69"/>
                <p:cNvSpPr/>
                <p:nvPr/>
              </p:nvSpPr>
              <p:spPr>
                <a:xfrm>
                  <a:off x="612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8" name="Google Shape;9308;p69"/>
                <p:cNvSpPr/>
                <p:nvPr/>
              </p:nvSpPr>
              <p:spPr>
                <a:xfrm>
                  <a:off x="626" y="2583"/>
                  <a:ext cx="689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09" name="Google Shape;9309;p69"/>
              <p:cNvSpPr/>
              <p:nvPr/>
            </p:nvSpPr>
            <p:spPr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10" name="Google Shape;9310;p69"/>
              <p:cNvGrpSpPr/>
              <p:nvPr/>
            </p:nvGrpSpPr>
            <p:grpSpPr>
              <a:xfrm>
                <a:off x="4748" y="992"/>
                <a:ext cx="580" cy="134"/>
                <a:chOff x="615" y="2566"/>
                <a:chExt cx="724" cy="139"/>
              </a:xfrm>
            </p:grpSpPr>
            <p:sp>
              <p:nvSpPr>
                <p:cNvPr id="9311" name="Google Shape;9311;p69"/>
                <p:cNvSpPr/>
                <p:nvPr/>
              </p:nvSpPr>
              <p:spPr>
                <a:xfrm>
                  <a:off x="615" y="2566"/>
                  <a:ext cx="724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2" name="Google Shape;9312;p69"/>
                <p:cNvSpPr/>
                <p:nvPr/>
              </p:nvSpPr>
              <p:spPr>
                <a:xfrm>
                  <a:off x="628" y="2584"/>
                  <a:ext cx="689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13" name="Google Shape;9313;p69"/>
              <p:cNvSpPr/>
              <p:nvPr/>
            </p:nvSpPr>
            <p:spPr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4" name="Google Shape;9314;p69"/>
              <p:cNvSpPr/>
              <p:nvPr/>
            </p:nvSpPr>
            <p:spPr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15" name="Google Shape;9315;p69"/>
              <p:cNvGrpSpPr/>
              <p:nvPr/>
            </p:nvGrpSpPr>
            <p:grpSpPr>
              <a:xfrm>
                <a:off x="4737" y="1627"/>
                <a:ext cx="580" cy="150"/>
                <a:chOff x="616" y="2568"/>
                <a:chExt cx="722" cy="138"/>
              </a:xfrm>
            </p:grpSpPr>
            <p:sp>
              <p:nvSpPr>
                <p:cNvPr id="9316" name="Google Shape;9316;p69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7" name="Google Shape;9317;p69"/>
                <p:cNvSpPr/>
                <p:nvPr/>
              </p:nvSpPr>
              <p:spPr>
                <a:xfrm>
                  <a:off x="630" y="2583"/>
                  <a:ext cx="688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18" name="Google Shape;9318;p6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319" name="Google Shape;9319;p69"/>
              <p:cNvGrpSpPr/>
              <p:nvPr/>
            </p:nvGrpSpPr>
            <p:grpSpPr>
              <a:xfrm>
                <a:off x="4737" y="1326"/>
                <a:ext cx="585" cy="138"/>
                <a:chOff x="611" y="2567"/>
                <a:chExt cx="729" cy="138"/>
              </a:xfrm>
            </p:grpSpPr>
            <p:sp>
              <p:nvSpPr>
                <p:cNvPr id="9320" name="Google Shape;9320;p69"/>
                <p:cNvSpPr/>
                <p:nvPr/>
              </p:nvSpPr>
              <p:spPr>
                <a:xfrm>
                  <a:off x="611" y="2567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1" name="Google Shape;9321;p69"/>
                <p:cNvSpPr/>
                <p:nvPr/>
              </p:nvSpPr>
              <p:spPr>
                <a:xfrm>
                  <a:off x="625" y="2584"/>
                  <a:ext cx="695" cy="10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22" name="Google Shape;9322;p69"/>
              <p:cNvSpPr/>
              <p:nvPr/>
            </p:nvSpPr>
            <p:spPr>
              <a:xfrm>
                <a:off x="5250" y="429"/>
                <a:ext cx="66" cy="2287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3" name="Google Shape;9323;p6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4" name="Google Shape;9324;p6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5" name="Google Shape;9325;p69"/>
              <p:cNvSpPr/>
              <p:nvPr/>
            </p:nvSpPr>
            <p:spPr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6" name="Google Shape;9326;p6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7" name="Google Shape;9327;p69"/>
              <p:cNvSpPr/>
              <p:nvPr/>
            </p:nvSpPr>
            <p:spPr>
              <a:xfrm>
                <a:off x="4140" y="2679"/>
                <a:ext cx="1199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8" name="Google Shape;9328;p69"/>
              <p:cNvSpPr/>
              <p:nvPr/>
            </p:nvSpPr>
            <p:spPr>
              <a:xfrm>
                <a:off x="4206" y="2712"/>
                <a:ext cx="1072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9" name="Google Shape;9329;p69"/>
              <p:cNvSpPr/>
              <p:nvPr/>
            </p:nvSpPr>
            <p:spPr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0" name="Google Shape;9330;p69"/>
              <p:cNvSpPr/>
              <p:nvPr/>
            </p:nvSpPr>
            <p:spPr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1" name="Google Shape;9331;p69"/>
              <p:cNvSpPr/>
              <p:nvPr/>
            </p:nvSpPr>
            <p:spPr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2" name="Google Shape;9332;p69"/>
              <p:cNvSpPr/>
              <p:nvPr/>
            </p:nvSpPr>
            <p:spPr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33" name="Google Shape;9333;p69"/>
          <p:cNvSpPr txBox="1"/>
          <p:nvPr/>
        </p:nvSpPr>
        <p:spPr>
          <a:xfrm>
            <a:off x="727345" y="1393213"/>
            <a:ext cx="9863871" cy="1524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 (DoS):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attackers make resources (server, bandwidth) unavailable to legitimate traffic by overwhelming resource with bogus traffic</a:t>
            </a:r>
            <a:endParaRPr/>
          </a:p>
        </p:txBody>
      </p:sp>
      <p:sp>
        <p:nvSpPr>
          <p:cNvPr id="9334" name="Google Shape;9334;p69"/>
          <p:cNvSpPr/>
          <p:nvPr/>
        </p:nvSpPr>
        <p:spPr>
          <a:xfrm>
            <a:off x="1761658" y="3116853"/>
            <a:ext cx="411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select target</a:t>
            </a:r>
            <a:endParaRPr/>
          </a:p>
        </p:txBody>
      </p:sp>
      <p:sp>
        <p:nvSpPr>
          <p:cNvPr id="9335" name="Google Shape;9335;p69"/>
          <p:cNvSpPr/>
          <p:nvPr/>
        </p:nvSpPr>
        <p:spPr>
          <a:xfrm>
            <a:off x="1788645" y="3635965"/>
            <a:ext cx="3795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break into hosts around the network (see botnet)</a:t>
            </a:r>
            <a:endParaRPr/>
          </a:p>
          <a:p>
            <a:pPr indent="-30607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6" name="Google Shape;9336;p69"/>
          <p:cNvSpPr/>
          <p:nvPr/>
        </p:nvSpPr>
        <p:spPr>
          <a:xfrm>
            <a:off x="1728360" y="4894191"/>
            <a:ext cx="4114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380"/>
              <a:buFont typeface="Arial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send packets to target from compromised hosts</a:t>
            </a:r>
            <a:endParaRPr/>
          </a:p>
        </p:txBody>
      </p:sp>
      <p:grpSp>
        <p:nvGrpSpPr>
          <p:cNvPr id="9337" name="Google Shape;9337;p69"/>
          <p:cNvGrpSpPr/>
          <p:nvPr/>
        </p:nvGrpSpPr>
        <p:grpSpPr>
          <a:xfrm>
            <a:off x="6876086" y="3297818"/>
            <a:ext cx="2720975" cy="2674938"/>
            <a:chOff x="-262" y="2555"/>
            <a:chExt cx="1714" cy="1685"/>
          </a:xfrm>
        </p:grpSpPr>
        <p:cxnSp>
          <p:nvCxnSpPr>
            <p:cNvPr id="9338" name="Google Shape;9338;p69"/>
            <p:cNvCxnSpPr/>
            <p:nvPr/>
          </p:nvCxnSpPr>
          <p:spPr>
            <a:xfrm flipH="1" rot="10800000">
              <a:off x="160" y="3261"/>
              <a:ext cx="436" cy="16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39" name="Google Shape;9339;p69"/>
            <p:cNvCxnSpPr/>
            <p:nvPr/>
          </p:nvCxnSpPr>
          <p:spPr>
            <a:xfrm flipH="1" rot="10800000">
              <a:off x="413" y="3470"/>
              <a:ext cx="226" cy="32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0" name="Google Shape;9340;p69"/>
            <p:cNvCxnSpPr/>
            <p:nvPr/>
          </p:nvCxnSpPr>
          <p:spPr>
            <a:xfrm rot="10800000">
              <a:off x="857" y="3410"/>
              <a:ext cx="595" cy="456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1" name="Google Shape;9341;p69"/>
            <p:cNvCxnSpPr/>
            <p:nvPr/>
          </p:nvCxnSpPr>
          <p:spPr>
            <a:xfrm>
              <a:off x="735" y="2555"/>
              <a:ext cx="16" cy="46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2" name="Google Shape;9342;p69"/>
            <p:cNvCxnSpPr/>
            <p:nvPr/>
          </p:nvCxnSpPr>
          <p:spPr>
            <a:xfrm flipH="1">
              <a:off x="829" y="3011"/>
              <a:ext cx="473" cy="18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3" name="Google Shape;9343;p69"/>
            <p:cNvCxnSpPr/>
            <p:nvPr/>
          </p:nvCxnSpPr>
          <p:spPr>
            <a:xfrm>
              <a:off x="-262" y="3083"/>
              <a:ext cx="879" cy="111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4" name="Google Shape;9344;p69"/>
            <p:cNvCxnSpPr/>
            <p:nvPr/>
          </p:nvCxnSpPr>
          <p:spPr>
            <a:xfrm flipH="1" rot="10800000">
              <a:off x="-201" y="3362"/>
              <a:ext cx="800" cy="649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5" name="Google Shape;9345;p69"/>
            <p:cNvCxnSpPr/>
            <p:nvPr/>
          </p:nvCxnSpPr>
          <p:spPr>
            <a:xfrm flipH="1">
              <a:off x="852" y="2623"/>
              <a:ext cx="352" cy="39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6" name="Google Shape;9346;p69"/>
            <p:cNvCxnSpPr/>
            <p:nvPr/>
          </p:nvCxnSpPr>
          <p:spPr>
            <a:xfrm flipH="1" rot="10800000">
              <a:off x="494" y="3582"/>
              <a:ext cx="198" cy="6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47" name="Google Shape;9347;p69"/>
            <p:cNvCxnSpPr/>
            <p:nvPr/>
          </p:nvCxnSpPr>
          <p:spPr>
            <a:xfrm>
              <a:off x="162" y="2738"/>
              <a:ext cx="416" cy="258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348" name="Google Shape;9348;p69"/>
          <p:cNvGrpSpPr/>
          <p:nvPr/>
        </p:nvGrpSpPr>
        <p:grpSpPr>
          <a:xfrm flipH="1">
            <a:off x="9041436" y="2937456"/>
            <a:ext cx="735012" cy="681037"/>
            <a:chOff x="-44" y="1473"/>
            <a:chExt cx="981" cy="1105"/>
          </a:xfrm>
        </p:grpSpPr>
        <p:pic>
          <p:nvPicPr>
            <p:cNvPr descr="desktop_computer_stylized_medium" id="9349" name="Google Shape;934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0" name="Google Shape;9350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1" name="Google Shape;9351;p69"/>
          <p:cNvGrpSpPr/>
          <p:nvPr/>
        </p:nvGrpSpPr>
        <p:grpSpPr>
          <a:xfrm flipH="1">
            <a:off x="9328773" y="3774068"/>
            <a:ext cx="735013" cy="681038"/>
            <a:chOff x="-44" y="1473"/>
            <a:chExt cx="981" cy="1105"/>
          </a:xfrm>
        </p:grpSpPr>
        <p:pic>
          <p:nvPicPr>
            <p:cNvPr descr="desktop_computer_stylized_medium" id="9352" name="Google Shape;9352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3" name="Google Shape;9353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4" name="Google Shape;9354;p69"/>
          <p:cNvGrpSpPr/>
          <p:nvPr/>
        </p:nvGrpSpPr>
        <p:grpSpPr>
          <a:xfrm flipH="1">
            <a:off x="9387511" y="44757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55" name="Google Shape;9355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6" name="Google Shape;9356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57" name="Google Shape;9357;p69"/>
          <p:cNvGrpSpPr/>
          <p:nvPr/>
        </p:nvGrpSpPr>
        <p:grpSpPr>
          <a:xfrm flipH="1">
            <a:off x="9424023" y="5256793"/>
            <a:ext cx="735013" cy="681038"/>
            <a:chOff x="-44" y="1473"/>
            <a:chExt cx="981" cy="1105"/>
          </a:xfrm>
        </p:grpSpPr>
        <p:pic>
          <p:nvPicPr>
            <p:cNvPr descr="desktop_computer_stylized_medium" id="9358" name="Google Shape;9358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9" name="Google Shape;9359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0" name="Google Shape;9360;p69"/>
          <p:cNvGrpSpPr/>
          <p:nvPr/>
        </p:nvGrpSpPr>
        <p:grpSpPr>
          <a:xfrm flipH="1">
            <a:off x="8079411" y="30660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61" name="Google Shape;9361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2" name="Google Shape;9362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3" name="Google Shape;9363;p69"/>
          <p:cNvGrpSpPr/>
          <p:nvPr/>
        </p:nvGrpSpPr>
        <p:grpSpPr>
          <a:xfrm flipH="1">
            <a:off x="7074523" y="3127956"/>
            <a:ext cx="735013" cy="681037"/>
            <a:chOff x="-44" y="1473"/>
            <a:chExt cx="981" cy="1105"/>
          </a:xfrm>
        </p:grpSpPr>
        <p:pic>
          <p:nvPicPr>
            <p:cNvPr descr="desktop_computer_stylized_medium" id="9364" name="Google Shape;9364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5" name="Google Shape;9365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6" name="Google Shape;9366;p69"/>
          <p:cNvGrpSpPr/>
          <p:nvPr/>
        </p:nvGrpSpPr>
        <p:grpSpPr>
          <a:xfrm flipH="1">
            <a:off x="6358561" y="3832806"/>
            <a:ext cx="735012" cy="681037"/>
            <a:chOff x="-44" y="1473"/>
            <a:chExt cx="981" cy="1105"/>
          </a:xfrm>
        </p:grpSpPr>
        <p:pic>
          <p:nvPicPr>
            <p:cNvPr descr="desktop_computer_stylized_medium" id="9367" name="Google Shape;9367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8" name="Google Shape;9368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9" name="Google Shape;9369;p69"/>
          <p:cNvGrpSpPr/>
          <p:nvPr/>
        </p:nvGrpSpPr>
        <p:grpSpPr>
          <a:xfrm flipH="1">
            <a:off x="6990386" y="4567818"/>
            <a:ext cx="735012" cy="681038"/>
            <a:chOff x="-44" y="1473"/>
            <a:chExt cx="981" cy="1105"/>
          </a:xfrm>
        </p:grpSpPr>
        <p:pic>
          <p:nvPicPr>
            <p:cNvPr descr="desktop_computer_stylized_medium" id="9370" name="Google Shape;9370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1" name="Google Shape;9371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2" name="Google Shape;9372;p69"/>
          <p:cNvGrpSpPr/>
          <p:nvPr/>
        </p:nvGrpSpPr>
        <p:grpSpPr>
          <a:xfrm flipH="1">
            <a:off x="7520611" y="5177418"/>
            <a:ext cx="735012" cy="681038"/>
            <a:chOff x="-44" y="1473"/>
            <a:chExt cx="981" cy="1105"/>
          </a:xfrm>
        </p:grpSpPr>
        <p:pic>
          <p:nvPicPr>
            <p:cNvPr descr="desktop_computer_stylized_medium" id="9373" name="Google Shape;9373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4" name="Google Shape;9374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5" name="Google Shape;9375;p69"/>
          <p:cNvGrpSpPr/>
          <p:nvPr/>
        </p:nvGrpSpPr>
        <p:grpSpPr>
          <a:xfrm flipH="1">
            <a:off x="6598273" y="5467931"/>
            <a:ext cx="735013" cy="681037"/>
            <a:chOff x="-44" y="1473"/>
            <a:chExt cx="981" cy="1105"/>
          </a:xfrm>
        </p:grpSpPr>
        <p:pic>
          <p:nvPicPr>
            <p:cNvPr descr="desktop_computer_stylized_medium" id="9376" name="Google Shape;9376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7" name="Google Shape;9377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8" name="Google Shape;9378;p69"/>
          <p:cNvGrpSpPr/>
          <p:nvPr/>
        </p:nvGrpSpPr>
        <p:grpSpPr>
          <a:xfrm flipH="1">
            <a:off x="7790486" y="5974343"/>
            <a:ext cx="735012" cy="681038"/>
            <a:chOff x="-44" y="1473"/>
            <a:chExt cx="981" cy="1105"/>
          </a:xfrm>
        </p:grpSpPr>
        <p:pic>
          <p:nvPicPr>
            <p:cNvPr descr="desktop_computer_stylized_medium" id="9379" name="Google Shape;9379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0" name="Google Shape;9380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1" name="Google Shape;9381;p69"/>
          <p:cNvGrpSpPr/>
          <p:nvPr/>
        </p:nvGrpSpPr>
        <p:grpSpPr>
          <a:xfrm flipH="1">
            <a:off x="8535023" y="5585406"/>
            <a:ext cx="735013" cy="681037"/>
            <a:chOff x="-44" y="1473"/>
            <a:chExt cx="981" cy="1105"/>
          </a:xfrm>
        </p:grpSpPr>
        <p:pic>
          <p:nvPicPr>
            <p:cNvPr descr="desktop_computer_stylized_medium" id="9382" name="Google Shape;9382;p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3" name="Google Shape;9383;p6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4" name="Google Shape;9384;p69"/>
          <p:cNvGrpSpPr/>
          <p:nvPr/>
        </p:nvGrpSpPr>
        <p:grpSpPr>
          <a:xfrm>
            <a:off x="6383961" y="3005718"/>
            <a:ext cx="3525837" cy="3408363"/>
            <a:chOff x="2920" y="1824"/>
            <a:chExt cx="2221" cy="2147"/>
          </a:xfrm>
        </p:grpSpPr>
        <p:pic>
          <p:nvPicPr>
            <p:cNvPr id="9385" name="Google Shape;938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6" name="Google Shape;9386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7" name="Google Shape;938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8" name="Google Shape;9388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89" name="Google Shape;9389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0" name="Google Shape;9390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1" name="Google Shape;9391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2" name="Google Shape;9392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3" name="Google Shape;9393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4" name="Google Shape;9394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95" name="Google Shape;9395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0" name="Shape 9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1" name="Google Shape;9401;p7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Lines of defense:</a:t>
            </a:r>
            <a:endParaRPr/>
          </a:p>
        </p:txBody>
      </p:sp>
      <p:sp>
        <p:nvSpPr>
          <p:cNvPr id="9402" name="Google Shape;9402;p70"/>
          <p:cNvSpPr txBox="1"/>
          <p:nvPr/>
        </p:nvSpPr>
        <p:spPr>
          <a:xfrm>
            <a:off x="841312" y="1344535"/>
            <a:ext cx="10342830" cy="4892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proving you are who you say you are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cellular networks provides hardware identity via SIM card; no such hardware assist in traditional Internet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encryption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 checks: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signatures prevent/detect tampering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restrictions: 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password-protected VPNs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firewalls: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specialized “middleboxes” in access and core networks: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off-by-default: filter incoming packets to restrict senders, receivers, applications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detecting/reacting to DOS attacks</a:t>
            </a:r>
            <a:endParaRPr/>
          </a:p>
          <a:p>
            <a:pPr indent="-67309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3" name="Google Shape;9403;p70"/>
          <p:cNvSpPr/>
          <p:nvPr/>
        </p:nvSpPr>
        <p:spPr>
          <a:xfrm>
            <a:off x="1080914" y="6172356"/>
            <a:ext cx="10250759" cy="685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 lots more on security (throughout, Chapter 8)</a:t>
            </a:r>
            <a:endParaRPr/>
          </a:p>
        </p:txBody>
      </p:sp>
      <p:sp>
        <p:nvSpPr>
          <p:cNvPr id="9404" name="Google Shape;940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9" name="Shape 9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0" name="Google Shape;9410;p7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9411" name="Google Shape;9411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12" name="Google Shape;9412;p71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9413" name="Google Shape;941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8" name="Shape 9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9" name="Google Shape;9419;p72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Protocol </a:t>
            </a:r>
            <a:r>
              <a:rPr lang="en-US"/>
              <a:t>“l</a:t>
            </a:r>
            <a:r>
              <a:rPr lang="en-US" sz="4400"/>
              <a:t>ayers</a:t>
            </a:r>
            <a:r>
              <a:rPr lang="en-US"/>
              <a:t>”</a:t>
            </a:r>
            <a:r>
              <a:rPr lang="en-US" sz="4400"/>
              <a:t> and reference </a:t>
            </a:r>
            <a:r>
              <a:rPr lang="en-US"/>
              <a:t>m</a:t>
            </a:r>
            <a:r>
              <a:rPr lang="en-US" sz="4400"/>
              <a:t>odels</a:t>
            </a:r>
            <a:endParaRPr sz="4400"/>
          </a:p>
        </p:txBody>
      </p:sp>
      <p:sp>
        <p:nvSpPr>
          <p:cNvPr id="9420" name="Google Shape;9420;p72"/>
          <p:cNvSpPr txBox="1"/>
          <p:nvPr/>
        </p:nvSpPr>
        <p:spPr>
          <a:xfrm>
            <a:off x="800566" y="1575775"/>
            <a:ext cx="5615905" cy="5049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Networks are complex,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lang="en-US" sz="36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with many “pieces”: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links of various media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hardware, software</a:t>
            </a:r>
            <a:endParaRPr/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1" name="Google Shape;9421;p72"/>
          <p:cNvSpPr txBox="1"/>
          <p:nvPr/>
        </p:nvSpPr>
        <p:spPr>
          <a:xfrm>
            <a:off x="6584274" y="1539452"/>
            <a:ext cx="4531739" cy="434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7625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b="0" i="0" lang="en-US" sz="24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there any hope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organizing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structure of network?</a:t>
            </a:r>
            <a:endParaRPr/>
          </a:p>
          <a:p>
            <a:pPr indent="-223837" lvl="0" marL="5222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our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networks?</a:t>
            </a:r>
            <a:endParaRPr/>
          </a:p>
        </p:txBody>
      </p:sp>
      <p:sp>
        <p:nvSpPr>
          <p:cNvPr id="9422" name="Google Shape;9422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7" name="Shape 9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8" name="Google Shape;9428;p7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9429" name="Google Shape;9429;p73"/>
          <p:cNvSpPr txBox="1"/>
          <p:nvPr/>
        </p:nvSpPr>
        <p:spPr>
          <a:xfrm>
            <a:off x="2345096" y="6081243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series of steps, involving many services</a:t>
            </a:r>
            <a:endParaRPr/>
          </a:p>
        </p:txBody>
      </p:sp>
      <p:sp>
        <p:nvSpPr>
          <p:cNvPr id="9430" name="Google Shape;9430;p73"/>
          <p:cNvSpPr txBox="1"/>
          <p:nvPr/>
        </p:nvSpPr>
        <p:spPr>
          <a:xfrm>
            <a:off x="1110119" y="1935719"/>
            <a:ext cx="3719769" cy="2847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1" name="Google Shape;9431;p73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9432" name="Google Shape;9432;p73"/>
          <p:cNvSpPr txBox="1"/>
          <p:nvPr/>
        </p:nvSpPr>
        <p:spPr>
          <a:xfrm>
            <a:off x="4389746" y="4831320"/>
            <a:ext cx="357079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sp>
        <p:nvSpPr>
          <p:cNvPr id="9433" name="Google Shape;9433;p73"/>
          <p:cNvSpPr/>
          <p:nvPr/>
        </p:nvSpPr>
        <p:spPr>
          <a:xfrm>
            <a:off x="879891" y="2080182"/>
            <a:ext cx="7827767" cy="3289301"/>
          </a:xfrm>
          <a:custGeom>
            <a:rect b="b" l="l" r="r" t="t"/>
            <a:pathLst>
              <a:path extrusionOk="0" h="10000" w="8459">
                <a:moveTo>
                  <a:pt x="0" y="0"/>
                </a:moveTo>
                <a:cubicBezTo>
                  <a:pt x="3" y="2793"/>
                  <a:pt x="7" y="5585"/>
                  <a:pt x="10" y="8378"/>
                </a:cubicBezTo>
                <a:lnTo>
                  <a:pt x="1961" y="9961"/>
                </a:lnTo>
                <a:lnTo>
                  <a:pt x="8459" y="10000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9434" name="Google Shape;9434;p73"/>
          <p:cNvSpPr/>
          <p:nvPr/>
        </p:nvSpPr>
        <p:spPr>
          <a:xfrm flipH="1">
            <a:off x="8627458" y="2106453"/>
            <a:ext cx="1822537" cy="3263030"/>
          </a:xfrm>
          <a:custGeom>
            <a:rect b="b" l="l" r="r" t="t"/>
            <a:pathLst>
              <a:path extrusionOk="0" h="3263030" w="1822537">
                <a:moveTo>
                  <a:pt x="1822537" y="3263030"/>
                </a:moveTo>
                <a:lnTo>
                  <a:pt x="6263" y="2743200"/>
                </a:lnTo>
                <a:cubicBezTo>
                  <a:pt x="4175" y="1828800"/>
                  <a:pt x="2088" y="914400"/>
                  <a:pt x="0" y="0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</a:t>
            </a:r>
            <a:endParaRPr/>
          </a:p>
        </p:txBody>
      </p:sp>
      <p:sp>
        <p:nvSpPr>
          <p:cNvPr id="9435" name="Google Shape;9435;p73"/>
          <p:cNvSpPr txBox="1"/>
          <p:nvPr/>
        </p:nvSpPr>
        <p:spPr>
          <a:xfrm>
            <a:off x="1882900" y="5634038"/>
            <a:ext cx="9529651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would you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define/discuss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airline travel?</a:t>
            </a:r>
            <a:endParaRPr/>
          </a:p>
        </p:txBody>
      </p:sp>
      <p:cxnSp>
        <p:nvCxnSpPr>
          <p:cNvPr id="9436" name="Google Shape;9436;p73"/>
          <p:cNvCxnSpPr/>
          <p:nvPr/>
        </p:nvCxnSpPr>
        <p:spPr>
          <a:xfrm>
            <a:off x="1564598" y="1798817"/>
            <a:ext cx="7600013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37" name="Google Shape;9437;p73"/>
          <p:cNvSpPr txBox="1"/>
          <p:nvPr/>
        </p:nvSpPr>
        <p:spPr>
          <a:xfrm>
            <a:off x="2473378" y="1558977"/>
            <a:ext cx="5581913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transfer of person plus baggage</a:t>
            </a:r>
            <a:endParaRPr/>
          </a:p>
        </p:txBody>
      </p:sp>
      <p:grpSp>
        <p:nvGrpSpPr>
          <p:cNvPr id="9438" name="Google Shape;9438;p73"/>
          <p:cNvGrpSpPr/>
          <p:nvPr/>
        </p:nvGrpSpPr>
        <p:grpSpPr>
          <a:xfrm>
            <a:off x="4267725" y="1021517"/>
            <a:ext cx="1528763" cy="620713"/>
            <a:chOff x="-1042195" y="4302698"/>
            <a:chExt cx="1528763" cy="620713"/>
          </a:xfrm>
        </p:grpSpPr>
        <p:pic>
          <p:nvPicPr>
            <p:cNvPr descr="yylgaifm[1]" id="9439" name="Google Shape;9439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1042195" y="4463036"/>
              <a:ext cx="1528763" cy="4603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440" name="Google Shape;9440;p73"/>
            <p:cNvCxnSpPr/>
            <p:nvPr/>
          </p:nvCxnSpPr>
          <p:spPr>
            <a:xfrm>
              <a:off x="-561182" y="43026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1" name="Google Shape;9441;p73"/>
            <p:cNvCxnSpPr/>
            <p:nvPr/>
          </p:nvCxnSpPr>
          <p:spPr>
            <a:xfrm>
              <a:off x="-408782" y="44550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2" name="Google Shape;9442;p73"/>
            <p:cNvCxnSpPr/>
            <p:nvPr/>
          </p:nvCxnSpPr>
          <p:spPr>
            <a:xfrm>
              <a:off x="-256382" y="4607498"/>
              <a:ext cx="45085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43" name="Google Shape;9443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8" name="Shape 9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49" name="Google Shape;9449;p74"/>
          <p:cNvGrpSpPr/>
          <p:nvPr/>
        </p:nvGrpSpPr>
        <p:grpSpPr>
          <a:xfrm>
            <a:off x="464981" y="2052861"/>
            <a:ext cx="10432006" cy="2708042"/>
            <a:chOff x="464981" y="1753061"/>
            <a:chExt cx="10432006" cy="2708042"/>
          </a:xfrm>
        </p:grpSpPr>
        <p:sp>
          <p:nvSpPr>
            <p:cNvPr id="9450" name="Google Shape;9450;p74"/>
            <p:cNvSpPr/>
            <p:nvPr/>
          </p:nvSpPr>
          <p:spPr>
            <a:xfrm>
              <a:off x="464981" y="4061418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1" name="Google Shape;9451;p74"/>
            <p:cNvSpPr/>
            <p:nvPr/>
          </p:nvSpPr>
          <p:spPr>
            <a:xfrm>
              <a:off x="475506" y="3495132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2" name="Google Shape;9452;p74"/>
            <p:cNvSpPr/>
            <p:nvPr/>
          </p:nvSpPr>
          <p:spPr>
            <a:xfrm>
              <a:off x="470508" y="294543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3" name="Google Shape;9453;p74"/>
            <p:cNvSpPr/>
            <p:nvPr/>
          </p:nvSpPr>
          <p:spPr>
            <a:xfrm>
              <a:off x="471525" y="2357714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4" name="Google Shape;9454;p74"/>
            <p:cNvSpPr/>
            <p:nvPr/>
          </p:nvSpPr>
          <p:spPr>
            <a:xfrm>
              <a:off x="464982" y="1753061"/>
              <a:ext cx="10421481" cy="39968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55" name="Google Shape;9455;p74"/>
          <p:cNvGrpSpPr/>
          <p:nvPr/>
        </p:nvGrpSpPr>
        <p:grpSpPr>
          <a:xfrm>
            <a:off x="7572969" y="1945699"/>
            <a:ext cx="2929467" cy="2895601"/>
            <a:chOff x="1574800" y="1788319"/>
            <a:chExt cx="2929467" cy="2895601"/>
          </a:xfrm>
        </p:grpSpPr>
        <p:sp>
          <p:nvSpPr>
            <p:cNvPr id="9456" name="Google Shape;9456;p74"/>
            <p:cNvSpPr/>
            <p:nvPr/>
          </p:nvSpPr>
          <p:spPr>
            <a:xfrm>
              <a:off x="1591733" y="1788319"/>
              <a:ext cx="2794000" cy="289560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57" name="Google Shape;9457;p74"/>
            <p:cNvCxnSpPr/>
            <p:nvPr/>
          </p:nvCxnSpPr>
          <p:spPr>
            <a:xfrm>
              <a:off x="1574800" y="2421466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8" name="Google Shape;9458;p74"/>
            <p:cNvCxnSpPr/>
            <p:nvPr/>
          </p:nvCxnSpPr>
          <p:spPr>
            <a:xfrm>
              <a:off x="1574800" y="3009694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59" name="Google Shape;9459;p74"/>
            <p:cNvCxnSpPr/>
            <p:nvPr/>
          </p:nvCxnSpPr>
          <p:spPr>
            <a:xfrm>
              <a:off x="1574800" y="3581400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60" name="Google Shape;9460;p74"/>
            <p:cNvCxnSpPr/>
            <p:nvPr/>
          </p:nvCxnSpPr>
          <p:spPr>
            <a:xfrm>
              <a:off x="1574800" y="4115129"/>
              <a:ext cx="2929467" cy="0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461" name="Google Shape;9461;p74"/>
          <p:cNvSpPr/>
          <p:nvPr/>
        </p:nvSpPr>
        <p:spPr>
          <a:xfrm>
            <a:off x="965209" y="1935719"/>
            <a:ext cx="2794000" cy="28956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2" name="Google Shape;9462;p7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Example: organization of air </a:t>
            </a:r>
            <a:r>
              <a:rPr lang="en-US"/>
              <a:t>t</a:t>
            </a:r>
            <a:r>
              <a:rPr lang="en-US" sz="4400"/>
              <a:t>ravel</a:t>
            </a:r>
            <a:endParaRPr/>
          </a:p>
        </p:txBody>
      </p:sp>
      <p:sp>
        <p:nvSpPr>
          <p:cNvPr id="9463" name="Google Shape;9463;p74"/>
          <p:cNvSpPr txBox="1"/>
          <p:nvPr/>
        </p:nvSpPr>
        <p:spPr>
          <a:xfrm>
            <a:off x="1110119" y="1935719"/>
            <a:ext cx="2616935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(purchase)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(check)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(load)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takeoff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4" name="Google Shape;9464;p74"/>
          <p:cNvSpPr txBox="1"/>
          <p:nvPr/>
        </p:nvSpPr>
        <p:spPr>
          <a:xfrm>
            <a:off x="7623765" y="1942018"/>
            <a:ext cx="2625654" cy="284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(complain)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baggage (claim)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gates (unload)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runway landing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cxnSp>
        <p:nvCxnSpPr>
          <p:cNvPr id="9465" name="Google Shape;9465;p74"/>
          <p:cNvCxnSpPr/>
          <p:nvPr/>
        </p:nvCxnSpPr>
        <p:spPr>
          <a:xfrm>
            <a:off x="948276" y="2568866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6" name="Google Shape;9466;p74"/>
          <p:cNvCxnSpPr/>
          <p:nvPr/>
        </p:nvCxnSpPr>
        <p:spPr>
          <a:xfrm>
            <a:off x="948276" y="3157094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7" name="Google Shape;9467;p74"/>
          <p:cNvCxnSpPr/>
          <p:nvPr/>
        </p:nvCxnSpPr>
        <p:spPr>
          <a:xfrm>
            <a:off x="948276" y="3728800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68" name="Google Shape;9468;p74"/>
          <p:cNvCxnSpPr/>
          <p:nvPr/>
        </p:nvCxnSpPr>
        <p:spPr>
          <a:xfrm>
            <a:off x="948276" y="4262529"/>
            <a:ext cx="2929467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69" name="Google Shape;9469;p74"/>
          <p:cNvSpPr/>
          <p:nvPr/>
        </p:nvSpPr>
        <p:spPr>
          <a:xfrm>
            <a:off x="4260623" y="4272051"/>
            <a:ext cx="2794000" cy="5687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0" name="Google Shape;9470;p74"/>
          <p:cNvSpPr txBox="1"/>
          <p:nvPr/>
        </p:nvSpPr>
        <p:spPr>
          <a:xfrm>
            <a:off x="4453486" y="4300858"/>
            <a:ext cx="25112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airplane routing</a:t>
            </a:r>
            <a:endParaRPr/>
          </a:p>
        </p:txBody>
      </p:sp>
      <p:grpSp>
        <p:nvGrpSpPr>
          <p:cNvPr id="9471" name="Google Shape;9471;p74"/>
          <p:cNvGrpSpPr/>
          <p:nvPr/>
        </p:nvGrpSpPr>
        <p:grpSpPr>
          <a:xfrm>
            <a:off x="3948545" y="1999560"/>
            <a:ext cx="3522823" cy="2811596"/>
            <a:chOff x="3948545" y="1699760"/>
            <a:chExt cx="3522823" cy="2811596"/>
          </a:xfrm>
        </p:grpSpPr>
        <p:sp>
          <p:nvSpPr>
            <p:cNvPr id="9472" name="Google Shape;9472;p74"/>
            <p:cNvSpPr txBox="1"/>
            <p:nvPr/>
          </p:nvSpPr>
          <p:spPr>
            <a:xfrm>
              <a:off x="4400060" y="1699760"/>
              <a:ext cx="250741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ticketing service</a:t>
              </a:r>
              <a:endParaRPr/>
            </a:p>
          </p:txBody>
        </p:sp>
        <p:sp>
          <p:nvSpPr>
            <p:cNvPr id="9473" name="Google Shape;9473;p74"/>
            <p:cNvSpPr txBox="1"/>
            <p:nvPr/>
          </p:nvSpPr>
          <p:spPr>
            <a:xfrm>
              <a:off x="4384331" y="2292643"/>
              <a:ext cx="254210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baggage service</a:t>
              </a:r>
              <a:endParaRPr/>
            </a:p>
          </p:txBody>
        </p:sp>
        <p:sp>
          <p:nvSpPr>
            <p:cNvPr id="9474" name="Google Shape;9474;p74"/>
            <p:cNvSpPr txBox="1"/>
            <p:nvPr/>
          </p:nvSpPr>
          <p:spPr>
            <a:xfrm>
              <a:off x="4686266" y="2872078"/>
              <a:ext cx="192110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gate service</a:t>
              </a:r>
              <a:endParaRPr/>
            </a:p>
          </p:txBody>
        </p:sp>
        <p:sp>
          <p:nvSpPr>
            <p:cNvPr id="9475" name="Google Shape;9475;p74"/>
            <p:cNvSpPr txBox="1"/>
            <p:nvPr/>
          </p:nvSpPr>
          <p:spPr>
            <a:xfrm>
              <a:off x="4485939" y="3451513"/>
              <a:ext cx="235423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runway service</a:t>
              </a:r>
              <a:endParaRPr/>
            </a:p>
          </p:txBody>
        </p:sp>
        <p:grpSp>
          <p:nvGrpSpPr>
            <p:cNvPr id="9476" name="Google Shape;9476;p74"/>
            <p:cNvGrpSpPr/>
            <p:nvPr/>
          </p:nvGrpSpPr>
          <p:grpSpPr>
            <a:xfrm>
              <a:off x="3948545" y="3988136"/>
              <a:ext cx="3522823" cy="523220"/>
              <a:chOff x="3976681" y="3974068"/>
              <a:chExt cx="3522823" cy="523220"/>
            </a:xfrm>
          </p:grpSpPr>
          <p:sp>
            <p:nvSpPr>
              <p:cNvPr id="9477" name="Google Shape;9477;p74"/>
              <p:cNvSpPr/>
              <p:nvPr/>
            </p:nvSpPr>
            <p:spPr>
              <a:xfrm>
                <a:off x="3976681" y="4046279"/>
                <a:ext cx="3522823" cy="402622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8" name="Google Shape;9478;p74"/>
              <p:cNvSpPr txBox="1"/>
              <p:nvPr/>
            </p:nvSpPr>
            <p:spPr>
              <a:xfrm>
                <a:off x="4506558" y="3974068"/>
                <a:ext cx="232730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routing service</a:t>
                </a:r>
                <a:endParaRPr/>
              </a:p>
            </p:txBody>
          </p:sp>
        </p:grpSp>
      </p:grpSp>
      <p:sp>
        <p:nvSpPr>
          <p:cNvPr id="9479" name="Google Shape;9479;p74"/>
          <p:cNvSpPr txBox="1"/>
          <p:nvPr/>
        </p:nvSpPr>
        <p:spPr>
          <a:xfrm>
            <a:off x="2393447" y="5094287"/>
            <a:ext cx="7613650" cy="176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layers: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layer implements a service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via its own internal-layer actions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relying on services provided by layer below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0" name="Google Shape;9480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5" name="Shape 9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6" name="Google Shape;9486;p7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Why layering?</a:t>
            </a:r>
            <a:endParaRPr sz="4400"/>
          </a:p>
        </p:txBody>
      </p:sp>
      <p:sp>
        <p:nvSpPr>
          <p:cNvPr id="9487" name="Google Shape;9487;p75"/>
          <p:cNvSpPr txBox="1"/>
          <p:nvPr/>
        </p:nvSpPr>
        <p:spPr>
          <a:xfrm>
            <a:off x="780297" y="1203575"/>
            <a:ext cx="10162523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 to designing/discussing complex systems:</a:t>
            </a:r>
            <a:endParaRPr/>
          </a:p>
        </p:txBody>
      </p:sp>
      <p:sp>
        <p:nvSpPr>
          <p:cNvPr id="9488" name="Google Shape;9488;p75"/>
          <p:cNvSpPr txBox="1"/>
          <p:nvPr/>
        </p:nvSpPr>
        <p:spPr>
          <a:xfrm>
            <a:off x="722834" y="1935296"/>
            <a:ext cx="7431816" cy="4345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5730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explicit structure allows identification, relationship of system’s pieces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layered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discussion</a:t>
            </a:r>
            <a:endParaRPr/>
          </a:p>
          <a:p>
            <a:pPr indent="-355600" lvl="0" marL="5730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modularization eases maintenance, updating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in layer's service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transparent to rest of system</a:t>
            </a:r>
            <a:endParaRPr/>
          </a:p>
          <a:p>
            <a:pPr indent="-355600" lvl="1" marL="9826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change in gate procedure doesn’t affect rest of system</a:t>
            </a:r>
            <a:endParaRPr/>
          </a:p>
        </p:txBody>
      </p:sp>
      <p:sp>
        <p:nvSpPr>
          <p:cNvPr id="9489" name="Google Shape;9489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4" name="Shape 9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5" name="Google Shape;9495;p7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Layered Internet protocol </a:t>
            </a:r>
            <a:r>
              <a:rPr lang="en-US"/>
              <a:t>s</a:t>
            </a:r>
            <a:r>
              <a:rPr lang="en-US" sz="4400"/>
              <a:t>tack</a:t>
            </a:r>
            <a:endParaRPr sz="4400"/>
          </a:p>
        </p:txBody>
      </p:sp>
      <p:sp>
        <p:nvSpPr>
          <p:cNvPr id="9496" name="Google Shape;9496;p76"/>
          <p:cNvSpPr txBox="1"/>
          <p:nvPr/>
        </p:nvSpPr>
        <p:spPr>
          <a:xfrm>
            <a:off x="979383" y="1472008"/>
            <a:ext cx="7368749" cy="492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application: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supporting network applications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HTTP, IMAP, SMTP, DNS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transport: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process-process data transfer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TCP, UDP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of datagrams from source to destination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IP, routing protocols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transfer between neighboring  network elements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Ethernet, 802.11 (WiFi), PPP</a:t>
            </a:r>
            <a:endParaRPr/>
          </a:p>
          <a:p>
            <a:pPr indent="-287338" lvl="0" marL="287338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physical: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bits “on the wire”</a:t>
            </a:r>
            <a:endParaRPr/>
          </a:p>
        </p:txBody>
      </p:sp>
      <p:sp>
        <p:nvSpPr>
          <p:cNvPr id="9497" name="Google Shape;9497;p76"/>
          <p:cNvSpPr/>
          <p:nvPr/>
        </p:nvSpPr>
        <p:spPr>
          <a:xfrm>
            <a:off x="8913284" y="1902006"/>
            <a:ext cx="1892300" cy="3530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304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3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8" name="Google Shape;9498;p76"/>
          <p:cNvSpPr txBox="1"/>
          <p:nvPr/>
        </p:nvSpPr>
        <p:spPr>
          <a:xfrm>
            <a:off x="9503820" y="4217549"/>
            <a:ext cx="70083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</p:txBody>
      </p:sp>
      <p:cxnSp>
        <p:nvCxnSpPr>
          <p:cNvPr id="9499" name="Google Shape;9499;p76"/>
          <p:cNvCxnSpPr/>
          <p:nvPr/>
        </p:nvCxnSpPr>
        <p:spPr>
          <a:xfrm>
            <a:off x="8906934" y="263769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0" name="Google Shape;9500;p76"/>
          <p:cNvCxnSpPr/>
          <p:nvPr/>
        </p:nvCxnSpPr>
        <p:spPr>
          <a:xfrm>
            <a:off x="8906934" y="33425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1" name="Google Shape;9501;p76"/>
          <p:cNvCxnSpPr/>
          <p:nvPr/>
        </p:nvCxnSpPr>
        <p:spPr>
          <a:xfrm>
            <a:off x="8906934" y="40537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2" name="Google Shape;9502;p76"/>
          <p:cNvCxnSpPr/>
          <p:nvPr/>
        </p:nvCxnSpPr>
        <p:spPr>
          <a:xfrm>
            <a:off x="8906934" y="4764948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3" name="Google Shape;9503;p76"/>
          <p:cNvSpPr txBox="1"/>
          <p:nvPr/>
        </p:nvSpPr>
        <p:spPr>
          <a:xfrm>
            <a:off x="8942478" y="2070093"/>
            <a:ext cx="1795813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</p:txBody>
      </p:sp>
      <p:sp>
        <p:nvSpPr>
          <p:cNvPr id="9504" name="Google Shape;9504;p76"/>
          <p:cNvSpPr txBox="1"/>
          <p:nvPr/>
        </p:nvSpPr>
        <p:spPr>
          <a:xfrm>
            <a:off x="9139934" y="3510968"/>
            <a:ext cx="1400896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9505" name="Google Shape;9505;p76"/>
          <p:cNvSpPr txBox="1"/>
          <p:nvPr/>
        </p:nvSpPr>
        <p:spPr>
          <a:xfrm>
            <a:off x="9024889" y="2776676"/>
            <a:ext cx="1547860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</p:txBody>
      </p:sp>
      <p:sp>
        <p:nvSpPr>
          <p:cNvPr id="9506" name="Google Shape;9506;p76"/>
          <p:cNvSpPr txBox="1"/>
          <p:nvPr/>
        </p:nvSpPr>
        <p:spPr>
          <a:xfrm>
            <a:off x="9197943" y="4884466"/>
            <a:ext cx="1340302" cy="456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8571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grpSp>
        <p:nvGrpSpPr>
          <p:cNvPr id="9507" name="Google Shape;9507;p76"/>
          <p:cNvGrpSpPr/>
          <p:nvPr/>
        </p:nvGrpSpPr>
        <p:grpSpPr>
          <a:xfrm>
            <a:off x="8931728" y="1894114"/>
            <a:ext cx="1877786" cy="734786"/>
            <a:chOff x="8980714" y="751114"/>
            <a:chExt cx="1877786" cy="734786"/>
          </a:xfrm>
        </p:grpSpPr>
        <p:sp>
          <p:nvSpPr>
            <p:cNvPr id="9508" name="Google Shape;9508;p76"/>
            <p:cNvSpPr/>
            <p:nvPr/>
          </p:nvSpPr>
          <p:spPr>
            <a:xfrm>
              <a:off x="8980714" y="751114"/>
              <a:ext cx="1877786" cy="73478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9" name="Google Shape;9509;p76"/>
            <p:cNvSpPr txBox="1"/>
            <p:nvPr/>
          </p:nvSpPr>
          <p:spPr>
            <a:xfrm>
              <a:off x="9029564" y="899878"/>
              <a:ext cx="179581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</p:grpSp>
      <p:grpSp>
        <p:nvGrpSpPr>
          <p:cNvPr id="9510" name="Google Shape;9510;p76"/>
          <p:cNvGrpSpPr/>
          <p:nvPr/>
        </p:nvGrpSpPr>
        <p:grpSpPr>
          <a:xfrm>
            <a:off x="8933979" y="2649498"/>
            <a:ext cx="1861418" cy="688224"/>
            <a:chOff x="8993850" y="766270"/>
            <a:chExt cx="1861418" cy="688224"/>
          </a:xfrm>
        </p:grpSpPr>
        <p:sp>
          <p:nvSpPr>
            <p:cNvPr id="9511" name="Google Shape;9511;p76"/>
            <p:cNvSpPr/>
            <p:nvPr/>
          </p:nvSpPr>
          <p:spPr>
            <a:xfrm>
              <a:off x="8993850" y="766270"/>
              <a:ext cx="1861418" cy="688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2" name="Google Shape;9512;p76"/>
            <p:cNvSpPr txBox="1"/>
            <p:nvPr/>
          </p:nvSpPr>
          <p:spPr>
            <a:xfrm>
              <a:off x="9153542" y="899878"/>
              <a:ext cx="1547860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</p:grpSp>
      <p:grpSp>
        <p:nvGrpSpPr>
          <p:cNvPr id="9513" name="Google Shape;9513;p76"/>
          <p:cNvGrpSpPr/>
          <p:nvPr/>
        </p:nvGrpSpPr>
        <p:grpSpPr>
          <a:xfrm>
            <a:off x="8931286" y="3357646"/>
            <a:ext cx="1861418" cy="677992"/>
            <a:chOff x="8993850" y="766270"/>
            <a:chExt cx="1861418" cy="677992"/>
          </a:xfrm>
        </p:grpSpPr>
        <p:sp>
          <p:nvSpPr>
            <p:cNvPr id="9514" name="Google Shape;9514;p76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5" name="Google Shape;9515;p76"/>
            <p:cNvSpPr txBox="1"/>
            <p:nvPr/>
          </p:nvSpPr>
          <p:spPr>
            <a:xfrm>
              <a:off x="9227024" y="899878"/>
              <a:ext cx="1400896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</p:grpSp>
      <p:grpSp>
        <p:nvGrpSpPr>
          <p:cNvPr id="9516" name="Google Shape;9516;p76"/>
          <p:cNvGrpSpPr/>
          <p:nvPr/>
        </p:nvGrpSpPr>
        <p:grpSpPr>
          <a:xfrm>
            <a:off x="8931824" y="4072257"/>
            <a:ext cx="1861418" cy="677992"/>
            <a:chOff x="8993850" y="766270"/>
            <a:chExt cx="1861418" cy="677992"/>
          </a:xfrm>
        </p:grpSpPr>
        <p:sp>
          <p:nvSpPr>
            <p:cNvPr id="9517" name="Google Shape;9517;p76"/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8" name="Google Shape;9518;p76"/>
            <p:cNvSpPr txBox="1"/>
            <p:nvPr/>
          </p:nvSpPr>
          <p:spPr>
            <a:xfrm>
              <a:off x="9577056" y="899878"/>
              <a:ext cx="700834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</p:grpSp>
      <p:grpSp>
        <p:nvGrpSpPr>
          <p:cNvPr id="9519" name="Google Shape;9519;p76"/>
          <p:cNvGrpSpPr/>
          <p:nvPr/>
        </p:nvGrpSpPr>
        <p:grpSpPr>
          <a:xfrm>
            <a:off x="8925900" y="4785252"/>
            <a:ext cx="1861418" cy="639758"/>
            <a:chOff x="8993850" y="784041"/>
            <a:chExt cx="1861418" cy="639758"/>
          </a:xfrm>
        </p:grpSpPr>
        <p:sp>
          <p:nvSpPr>
            <p:cNvPr id="9520" name="Google Shape;9520;p76"/>
            <p:cNvSpPr/>
            <p:nvPr/>
          </p:nvSpPr>
          <p:spPr>
            <a:xfrm>
              <a:off x="8993850" y="784041"/>
              <a:ext cx="1861418" cy="6397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1" name="Google Shape;9521;p76"/>
            <p:cNvSpPr txBox="1"/>
            <p:nvPr/>
          </p:nvSpPr>
          <p:spPr>
            <a:xfrm>
              <a:off x="9257324" y="899878"/>
              <a:ext cx="1340303" cy="456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857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</p:grpSp>
      <p:sp>
        <p:nvSpPr>
          <p:cNvPr id="9522" name="Google Shape;9522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7" name="Shape 9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8" name="Google Shape;9528;p77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9" name="Google Shape;9529;p7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530" name="Google Shape;9530;p77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531" name="Google Shape;9531;p77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32" name="Google Shape;9532;p77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533" name="Google Shape;9533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4" name="Google Shape;9534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35" name="Google Shape;9535;p77"/>
          <p:cNvSpPr txBox="1"/>
          <p:nvPr/>
        </p:nvSpPr>
        <p:spPr>
          <a:xfrm>
            <a:off x="3462727" y="339479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application-layer message, M, with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a transport-layer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segment</a:t>
            </a:r>
            <a:endParaRPr baseline="-25000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transport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36" name="Google Shape;9536;p77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537" name="Google Shape;9537;p7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8" name="Google Shape;9538;p7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39" name="Google Shape;9539;p7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0" name="Google Shape;9540;p7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1" name="Google Shape;9541;p7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2" name="Google Shape;9542;p7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43" name="Google Shape;9543;p77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544" name="Google Shape;9544;p7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5" name="Google Shape;9545;p77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6" name="Google Shape;9546;p7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7" name="Google Shape;9547;p7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8" name="Google Shape;9548;p77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49" name="Google Shape;9549;p77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550" name="Google Shape;9550;p77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1" name="Google Shape;9551;p77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2" name="Google Shape;9552;p77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3" name="Google Shape;9553;p77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554" name="Google Shape;9554;p77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5" name="Google Shape;9555;p77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56" name="Google Shape;9556;p77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7" name="Google Shape;9557;p77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8" name="Google Shape;9558;p77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559" name="Google Shape;9559;p77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0" name="Google Shape;9560;p77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61" name="Google Shape;9561;p7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62" name="Google Shape;9562;p77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563" name="Google Shape;9563;p77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4" name="Google Shape;9564;p77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65" name="Google Shape;9565;p77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6" name="Google Shape;9566;p7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7" name="Google Shape;9567;p7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8" name="Google Shape;9568;p77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9" name="Google Shape;9569;p7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0" name="Google Shape;9570;p77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1" name="Google Shape;9571;p77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2" name="Google Shape;9572;p77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3" name="Google Shape;9573;p77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4" name="Google Shape;9574;p77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77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76" name="Google Shape;9576;p77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77" name="Google Shape;9577;p77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578" name="Google Shape;9578;p77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9" name="Google Shape;9579;p77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80" name="Google Shape;9580;p77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1" name="Google Shape;9581;p77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2" name="Google Shape;9582;p77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83" name="Google Shape;9583;p77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584" name="Google Shape;9584;p77"/>
          <p:cNvGrpSpPr/>
          <p:nvPr/>
        </p:nvGrpSpPr>
        <p:grpSpPr>
          <a:xfrm>
            <a:off x="3211642" y="2368401"/>
            <a:ext cx="5768716" cy="914472"/>
            <a:chOff x="3211642" y="2368401"/>
            <a:chExt cx="5768716" cy="914472"/>
          </a:xfrm>
        </p:grpSpPr>
        <p:cxnSp>
          <p:nvCxnSpPr>
            <p:cNvPr id="9585" name="Google Shape;9585;p77"/>
            <p:cNvCxnSpPr/>
            <p:nvPr/>
          </p:nvCxnSpPr>
          <p:spPr>
            <a:xfrm>
              <a:off x="3211642" y="2610788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586" name="Google Shape;9586;p77"/>
            <p:cNvSpPr txBox="1"/>
            <p:nvPr/>
          </p:nvSpPr>
          <p:spPr>
            <a:xfrm>
              <a:off x="3359490" y="2717590"/>
              <a:ext cx="5620868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M (e.g., reliably)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services of network layer</a:t>
              </a:r>
              <a:endParaRPr/>
            </a:p>
          </p:txBody>
        </p:sp>
        <p:sp>
          <p:nvSpPr>
            <p:cNvPr id="9587" name="Google Shape;9587;p77"/>
            <p:cNvSpPr/>
            <p:nvPr/>
          </p:nvSpPr>
          <p:spPr>
            <a:xfrm>
              <a:off x="5584583" y="2368401"/>
              <a:ext cx="971760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88" name="Google Shape;9588;p77"/>
            <p:cNvGrpSpPr/>
            <p:nvPr/>
          </p:nvGrpSpPr>
          <p:grpSpPr>
            <a:xfrm>
              <a:off x="5690803" y="2434313"/>
              <a:ext cx="908050" cy="301625"/>
              <a:chOff x="1848" y="2046"/>
              <a:chExt cx="572" cy="190"/>
            </a:xfrm>
          </p:grpSpPr>
          <p:grpSp>
            <p:nvGrpSpPr>
              <p:cNvPr id="9589" name="Google Shape;9589;p77"/>
              <p:cNvGrpSpPr/>
              <p:nvPr/>
            </p:nvGrpSpPr>
            <p:grpSpPr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9590" name="Google Shape;9590;p77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1" name="Google Shape;9591;p77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/>
                </a:p>
              </p:txBody>
            </p:sp>
          </p:grpSp>
          <p:grpSp>
            <p:nvGrpSpPr>
              <p:cNvPr id="9592" name="Google Shape;9592;p77"/>
              <p:cNvGrpSpPr/>
              <p:nvPr/>
            </p:nvGrpSpPr>
            <p:grpSpPr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9593" name="Google Shape;9593;p77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4" name="Google Shape;9594;p77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</p:grpSp>
      <p:sp>
        <p:nvSpPr>
          <p:cNvPr id="9595" name="Google Shape;9595;p77"/>
          <p:cNvSpPr txBox="1"/>
          <p:nvPr/>
        </p:nvSpPr>
        <p:spPr>
          <a:xfrm>
            <a:off x="3375461" y="1789390"/>
            <a:ext cx="5618811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exchanges </a:t>
            </a: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implement some application service using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transport layer</a:t>
            </a:r>
            <a:endParaRPr/>
          </a:p>
        </p:txBody>
      </p:sp>
      <p:grpSp>
        <p:nvGrpSpPr>
          <p:cNvPr id="9596" name="Google Shape;9596;p77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597" name="Google Shape;9597;p77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598" name="Google Shape;9598;p77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99" name="Google Shape;9599;p77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600" name="Google Shape;9600;p77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77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602" name="Google Shape;9602;p77"/>
          <p:cNvSpPr txBox="1"/>
          <p:nvPr/>
        </p:nvSpPr>
        <p:spPr>
          <a:xfrm>
            <a:off x="6982691" y="-781396"/>
            <a:ext cx="45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3" name="Google Shape;9603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8" name="Shape 9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9" name="Google Shape;9609;p78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0" name="Google Shape;9610;p7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611" name="Google Shape;9611;p78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612" name="Google Shape;9612;p78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3" name="Google Shape;9613;p78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614" name="Google Shape;9614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15" name="Google Shape;9615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616" name="Google Shape;9616;p78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617" name="Google Shape;9617;p78"/>
          <p:cNvSpPr txBox="1"/>
          <p:nvPr/>
        </p:nvSpPr>
        <p:spPr>
          <a:xfrm>
            <a:off x="3359490" y="2717590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M (e.g., reliably)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services of network layer</a:t>
            </a:r>
            <a:endParaRPr/>
          </a:p>
        </p:txBody>
      </p:sp>
      <p:sp>
        <p:nvSpPr>
          <p:cNvPr id="9618" name="Google Shape;9618;p78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19" name="Google Shape;9619;p78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620" name="Google Shape;9620;p78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621" name="Google Shape;9621;p78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2" name="Google Shape;9622;p78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623" name="Google Shape;9623;p78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624" name="Google Shape;9624;p78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5" name="Google Shape;9625;p7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626" name="Google Shape;9626;p78"/>
          <p:cNvSpPr txBox="1"/>
          <p:nvPr/>
        </p:nvSpPr>
        <p:spPr>
          <a:xfrm>
            <a:off x="3462727" y="4339175"/>
            <a:ext cx="5831174" cy="208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transport-layer segment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network layer-layer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network-layer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datagram </a:t>
            </a:r>
            <a:endParaRPr/>
          </a:p>
          <a:p>
            <a:pPr indent="-231775" lvl="1" marL="5746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by network layer protocol to implement its service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27" name="Google Shape;9627;p78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628" name="Google Shape;9628;p7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9" name="Google Shape;9629;p7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30" name="Google Shape;9630;p7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1" name="Google Shape;9631;p7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2" name="Google Shape;9632;p7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33" name="Google Shape;9633;p7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34" name="Google Shape;9634;p78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635" name="Google Shape;9635;p7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6" name="Google Shape;9636;p7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7" name="Google Shape;9637;p7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8" name="Google Shape;9638;p7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9" name="Google Shape;9639;p7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0" name="Google Shape;9640;p7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641" name="Google Shape;9641;p7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2" name="Google Shape;9642;p7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3" name="Google Shape;9643;p7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4" name="Google Shape;9644;p7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645" name="Google Shape;9645;p7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6" name="Google Shape;9646;p7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47" name="Google Shape;9647;p7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8" name="Google Shape;9648;p7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9" name="Google Shape;9649;p7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650" name="Google Shape;9650;p7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1" name="Google Shape;9651;p7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2" name="Google Shape;9652;p7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3" name="Google Shape;9653;p7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654" name="Google Shape;9654;p7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5" name="Google Shape;9655;p7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56" name="Google Shape;9656;p7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7" name="Google Shape;9657;p7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8" name="Google Shape;9658;p7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9" name="Google Shape;9659;p7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0" name="Google Shape;9660;p7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1" name="Google Shape;9661;p7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7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7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4" name="Google Shape;9664;p7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5" name="Google Shape;9665;p7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6" name="Google Shape;9666;p7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67" name="Google Shape;9667;p78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68" name="Google Shape;9668;p78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669" name="Google Shape;9669;p78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670" name="Google Shape;9670;p78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71" name="Google Shape;9671;p78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672" name="Google Shape;9672;p78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3" name="Google Shape;9673;p78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674" name="Google Shape;9674;p78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675" name="Google Shape;9675;p78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6" name="Google Shape;9676;p78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677" name="Google Shape;9677;p78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78" name="Google Shape;9678;p78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79" name="Google Shape;9679;p78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80" name="Google Shape;9680;p78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681" name="Google Shape;9681;p78"/>
          <p:cNvGrpSpPr/>
          <p:nvPr/>
        </p:nvGrpSpPr>
        <p:grpSpPr>
          <a:xfrm>
            <a:off x="3211642" y="3319499"/>
            <a:ext cx="5882482" cy="895263"/>
            <a:chOff x="3211642" y="3319499"/>
            <a:chExt cx="5882482" cy="895263"/>
          </a:xfrm>
        </p:grpSpPr>
        <p:cxnSp>
          <p:nvCxnSpPr>
            <p:cNvPr id="9682" name="Google Shape;9682;p78"/>
            <p:cNvCxnSpPr/>
            <p:nvPr/>
          </p:nvCxnSpPr>
          <p:spPr>
            <a:xfrm>
              <a:off x="3211642" y="3542677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683" name="Google Shape;9683;p78"/>
            <p:cNvSpPr/>
            <p:nvPr/>
          </p:nvSpPr>
          <p:spPr>
            <a:xfrm>
              <a:off x="5356172" y="3319499"/>
              <a:ext cx="1210365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84" name="Google Shape;9684;p78"/>
            <p:cNvGrpSpPr/>
            <p:nvPr/>
          </p:nvGrpSpPr>
          <p:grpSpPr>
            <a:xfrm>
              <a:off x="5418625" y="3360607"/>
              <a:ext cx="1058375" cy="307296"/>
              <a:chOff x="5509436" y="3287899"/>
              <a:chExt cx="1058375" cy="307296"/>
            </a:xfrm>
          </p:grpSpPr>
          <p:grpSp>
            <p:nvGrpSpPr>
              <p:cNvPr id="9685" name="Google Shape;9685;p78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9686" name="Google Shape;9686;p78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7" name="Google Shape;9687;p78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688" name="Google Shape;9688;p78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689" name="Google Shape;9689;p78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690" name="Google Shape;9690;p78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91" name="Google Shape;9691;p78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692" name="Google Shape;9692;p78"/>
            <p:cNvSpPr txBox="1"/>
            <p:nvPr/>
          </p:nvSpPr>
          <p:spPr>
            <a:xfrm>
              <a:off x="3359490" y="3649479"/>
              <a:ext cx="5734634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Network-layer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protocol transfers transport-layer segment [H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| M] from one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host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another, using link layer services</a:t>
              </a:r>
              <a:endParaRPr/>
            </a:p>
          </p:txBody>
        </p:sp>
      </p:grpSp>
      <p:sp>
        <p:nvSpPr>
          <p:cNvPr id="9693" name="Google Shape;9693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8" name="Shape 9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9" name="Google Shape;9699;p79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0" name="Google Shape;9700;p79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701" name="Google Shape;9701;p79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702" name="Google Shape;9702;p79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03" name="Google Shape;9703;p79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704" name="Google Shape;9704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5" name="Google Shape;9705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706" name="Google Shape;9706;p79"/>
          <p:cNvCxnSpPr/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07" name="Google Shape;9707;p79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08" name="Google Shape;9708;p79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709" name="Google Shape;9709;p79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710" name="Google Shape;9710;p79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1" name="Google Shape;9711;p79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712" name="Google Shape;9712;p79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713" name="Google Shape;9713;p79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4" name="Google Shape;9714;p7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715" name="Google Shape;9715;p79"/>
          <p:cNvSpPr txBox="1"/>
          <p:nvPr/>
        </p:nvSpPr>
        <p:spPr>
          <a:xfrm>
            <a:off x="3371603" y="5096823"/>
            <a:ext cx="583117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protocol </a:t>
            </a:r>
            <a:r>
              <a:rPr lang="en-US" sz="2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encapsulates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network datagram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link-layer header H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create a link-layer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frame </a:t>
            </a:r>
            <a:endParaRPr/>
          </a:p>
        </p:txBody>
      </p:sp>
      <p:grpSp>
        <p:nvGrpSpPr>
          <p:cNvPr id="9716" name="Google Shape;9716;p79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717" name="Google Shape;9717;p7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8" name="Google Shape;9718;p7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19" name="Google Shape;9719;p7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0" name="Google Shape;9720;p7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1" name="Google Shape;9721;p7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22" name="Google Shape;9722;p7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723" name="Google Shape;9723;p79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724" name="Google Shape;9724;p7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5" name="Google Shape;9725;p79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6" name="Google Shape;9726;p7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7" name="Google Shape;9727;p7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8" name="Google Shape;9728;p79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29" name="Google Shape;9729;p79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730" name="Google Shape;9730;p79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1" name="Google Shape;9731;p79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2" name="Google Shape;9732;p79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3" name="Google Shape;9733;p79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734" name="Google Shape;9734;p79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5" name="Google Shape;9735;p79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6" name="Google Shape;9736;p79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7" name="Google Shape;9737;p79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8" name="Google Shape;9738;p79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739" name="Google Shape;9739;p79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0" name="Google Shape;9740;p79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41" name="Google Shape;9741;p7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42" name="Google Shape;9742;p79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743" name="Google Shape;9743;p79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4" name="Google Shape;9744;p79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45" name="Google Shape;9745;p79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6" name="Google Shape;9746;p7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7" name="Google Shape;9747;p7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8" name="Google Shape;9748;p79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7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0" name="Google Shape;9750;p79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1" name="Google Shape;9751;p79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2" name="Google Shape;9752;p79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3" name="Google Shape;9753;p79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4" name="Google Shape;9754;p79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5" name="Google Shape;9755;p79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56" name="Google Shape;9756;p79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57" name="Google Shape;9757;p79"/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9758" name="Google Shape;9758;p79"/>
            <p:cNvCxnSpPr/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759" name="Google Shape;9759;p79"/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60" name="Google Shape;9760;p79"/>
            <p:cNvGrpSpPr/>
            <p:nvPr/>
          </p:nvGrpSpPr>
          <p:grpSpPr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761" name="Google Shape;9761;p79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2" name="Google Shape;9762;p79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763" name="Google Shape;9763;p79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764" name="Google Shape;9764;p79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5" name="Google Shape;9765;p79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66" name="Google Shape;9766;p79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7" name="Google Shape;9767;p79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8" name="Google Shape;9768;p79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9" name="Google Shape;9769;p79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770" name="Google Shape;9770;p79"/>
          <p:cNvCxnSpPr/>
          <p:nvPr/>
        </p:nvCxnSpPr>
        <p:spPr>
          <a:xfrm>
            <a:off x="3211642" y="3542677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71" name="Google Shape;9771;p79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72" name="Google Shape;9772;p79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9773" name="Google Shape;9773;p7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774" name="Google Shape;9774;p7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5" name="Google Shape;9775;p7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776" name="Google Shape;9776;p7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777" name="Google Shape;9777;p7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778" name="Google Shape;9778;p7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9" name="Google Shape;9779;p7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780" name="Google Shape;9780;p79"/>
          <p:cNvSpPr txBox="1"/>
          <p:nvPr/>
        </p:nvSpPr>
        <p:spPr>
          <a:xfrm>
            <a:off x="3374573" y="4483522"/>
            <a:ext cx="5620868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datagram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|M] from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neighboring host, using network-layer services</a:t>
            </a:r>
            <a:endParaRPr/>
          </a:p>
        </p:txBody>
      </p:sp>
      <p:grpSp>
        <p:nvGrpSpPr>
          <p:cNvPr id="9781" name="Google Shape;9781;p79"/>
          <p:cNvGrpSpPr/>
          <p:nvPr/>
        </p:nvGrpSpPr>
        <p:grpSpPr>
          <a:xfrm>
            <a:off x="3226725" y="4169060"/>
            <a:ext cx="5651292" cy="374226"/>
            <a:chOff x="3226725" y="4169060"/>
            <a:chExt cx="5651292" cy="374226"/>
          </a:xfrm>
        </p:grpSpPr>
        <p:cxnSp>
          <p:nvCxnSpPr>
            <p:cNvPr id="9782" name="Google Shape;9782;p79"/>
            <p:cNvCxnSpPr/>
            <p:nvPr/>
          </p:nvCxnSpPr>
          <p:spPr>
            <a:xfrm>
              <a:off x="3226725" y="4376720"/>
              <a:ext cx="5651292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9783" name="Google Shape;9783;p79"/>
            <p:cNvGrpSpPr/>
            <p:nvPr/>
          </p:nvGrpSpPr>
          <p:grpSpPr>
            <a:xfrm>
              <a:off x="5062983" y="4169060"/>
              <a:ext cx="1518637" cy="374226"/>
              <a:chOff x="5062983" y="4252185"/>
              <a:chExt cx="1518637" cy="374226"/>
            </a:xfrm>
          </p:grpSpPr>
          <p:sp>
            <p:nvSpPr>
              <p:cNvPr id="9784" name="Google Shape;9784;p79"/>
              <p:cNvSpPr/>
              <p:nvPr/>
            </p:nvSpPr>
            <p:spPr>
              <a:xfrm>
                <a:off x="5062983" y="4252185"/>
                <a:ext cx="1518637" cy="37422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85" name="Google Shape;9785;p79"/>
              <p:cNvGrpSpPr/>
              <p:nvPr/>
            </p:nvGrpSpPr>
            <p:grpSpPr>
              <a:xfrm>
                <a:off x="5144294" y="4283446"/>
                <a:ext cx="1347789" cy="301625"/>
                <a:chOff x="286" y="1531"/>
                <a:chExt cx="849" cy="190"/>
              </a:xfrm>
            </p:grpSpPr>
            <p:sp>
              <p:nvSpPr>
                <p:cNvPr id="9786" name="Google Shape;9786;p79"/>
                <p:cNvSpPr/>
                <p:nvPr/>
              </p:nvSpPr>
              <p:spPr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87" name="Google Shape;9787;p79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788" name="Google Shape;9788;p79"/>
              <p:cNvSpPr/>
              <p:nvPr/>
            </p:nvSpPr>
            <p:spPr>
              <a:xfrm>
                <a:off x="5696012" y="4295113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789" name="Google Shape;9789;p79"/>
              <p:cNvSpPr/>
              <p:nvPr/>
            </p:nvSpPr>
            <p:spPr>
              <a:xfrm>
                <a:off x="5433708" y="4277775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790" name="Google Shape;9790;p79"/>
              <p:cNvCxnSpPr/>
              <p:nvPr/>
            </p:nvCxnSpPr>
            <p:spPr>
              <a:xfrm>
                <a:off x="6001149" y="431202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91" name="Google Shape;9791;p79"/>
              <p:cNvCxnSpPr/>
              <p:nvPr/>
            </p:nvCxnSpPr>
            <p:spPr>
              <a:xfrm>
                <a:off x="5720650" y="4310309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792" name="Google Shape;9792;p79"/>
              <p:cNvSpPr/>
              <p:nvPr/>
            </p:nvSpPr>
            <p:spPr>
              <a:xfrm>
                <a:off x="5149178" y="4281528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9793" name="Google Shape;9793;p79"/>
              <p:cNvCxnSpPr/>
              <p:nvPr/>
            </p:nvCxnSpPr>
            <p:spPr>
              <a:xfrm>
                <a:off x="5418102" y="4309558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9794" name="Google Shape;9794;p79"/>
          <p:cNvCxnSpPr/>
          <p:nvPr/>
        </p:nvCxnSpPr>
        <p:spPr>
          <a:xfrm>
            <a:off x="3594027" y="-1079199"/>
            <a:ext cx="565129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795" name="Google Shape;9795;p79"/>
          <p:cNvSpPr/>
          <p:nvPr/>
        </p:nvSpPr>
        <p:spPr>
          <a:xfrm>
            <a:off x="5738557" y="-1302377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96" name="Google Shape;9796;p79"/>
          <p:cNvGrpSpPr/>
          <p:nvPr/>
        </p:nvGrpSpPr>
        <p:grpSpPr>
          <a:xfrm>
            <a:off x="5801010" y="-1261269"/>
            <a:ext cx="1058375" cy="307296"/>
            <a:chOff x="5509436" y="3287899"/>
            <a:chExt cx="1058375" cy="307296"/>
          </a:xfrm>
        </p:grpSpPr>
        <p:grpSp>
          <p:nvGrpSpPr>
            <p:cNvPr id="9797" name="Google Shape;9797;p79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798" name="Google Shape;9798;p79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9" name="Google Shape;9799;p79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800" name="Google Shape;9800;p79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801" name="Google Shape;9801;p79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802" name="Google Shape;9802;p79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03" name="Google Shape;9803;p79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804" name="Google Shape;9804;p79"/>
          <p:cNvSpPr txBox="1"/>
          <p:nvPr/>
        </p:nvSpPr>
        <p:spPr>
          <a:xfrm>
            <a:off x="3359490" y="3649479"/>
            <a:ext cx="573463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Network-layer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transfers transport-layer segment [H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M] from one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another, using link layer services</a:t>
            </a:r>
            <a:endParaRPr/>
          </a:p>
        </p:txBody>
      </p:sp>
      <p:sp>
        <p:nvSpPr>
          <p:cNvPr id="9805" name="Google Shape;9805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0" name="Shape 9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1" name="Google Shape;9811;p80"/>
          <p:cNvSpPr/>
          <p:nvPr/>
        </p:nvSpPr>
        <p:spPr>
          <a:xfrm>
            <a:off x="3548141" y="1573968"/>
            <a:ext cx="4992" cy="3104606"/>
          </a:xfrm>
          <a:custGeom>
            <a:rect b="b" l="l" r="r" t="t"/>
            <a:pathLst>
              <a:path extrusionOk="0" h="8411" w="52">
                <a:moveTo>
                  <a:pt x="0" y="0"/>
                </a:moveTo>
                <a:cubicBezTo>
                  <a:pt x="17" y="2804"/>
                  <a:pt x="35" y="5607"/>
                  <a:pt x="52" y="8411"/>
                </a:cubicBez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9812" name="Google Shape;9812;p80"/>
          <p:cNvSpPr/>
          <p:nvPr/>
        </p:nvSpPr>
        <p:spPr>
          <a:xfrm flipH="1" rot="10800000">
            <a:off x="10916607" y="1577038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3" name="Google Shape;9813;p8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Services, Layering and Encapsulation</a:t>
            </a:r>
            <a:endParaRPr sz="4400"/>
          </a:p>
        </p:txBody>
      </p:sp>
      <p:sp>
        <p:nvSpPr>
          <p:cNvPr id="9814" name="Google Shape;9814;p80"/>
          <p:cNvSpPr txBox="1"/>
          <p:nvPr/>
        </p:nvSpPr>
        <p:spPr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815" name="Google Shape;9815;p80"/>
          <p:cNvSpPr/>
          <p:nvPr/>
        </p:nvSpPr>
        <p:spPr>
          <a:xfrm rot="10800000">
            <a:off x="975630" y="1559549"/>
            <a:ext cx="450309" cy="4061761"/>
          </a:xfrm>
          <a:custGeom>
            <a:rect b="b" l="l" r="r" t="t"/>
            <a:pathLst>
              <a:path extrusionOk="0" h="21660" w="12496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16" name="Google Shape;9816;p80"/>
          <p:cNvGrpSpPr/>
          <p:nvPr/>
        </p:nvGrpSpPr>
        <p:grpSpPr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descr="desktop_computer_stylized_medium" id="9817" name="Google Shape;9817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8" name="Google Shape;9818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19" name="Google Shape;9819;p80"/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9820" name="Google Shape;9820;p80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1" name="Google Shape;9821;p80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22" name="Google Shape;9822;p80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3" name="Google Shape;9823;p80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4" name="Google Shape;9824;p80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5" name="Google Shape;9825;p80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26" name="Google Shape;9826;p80"/>
          <p:cNvGrpSpPr/>
          <p:nvPr/>
        </p:nvGrpSpPr>
        <p:grpSpPr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9827" name="Google Shape;9827;p8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8" name="Google Shape;9828;p8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9" name="Google Shape;9829;p8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0" name="Google Shape;9830;p8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1" name="Google Shape;9831;p8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2" name="Google Shape;9832;p8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833" name="Google Shape;9833;p8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4" name="Google Shape;9834;p8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5" name="Google Shape;9835;p8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6" name="Google Shape;9836;p8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837" name="Google Shape;9837;p8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8" name="Google Shape;9838;p8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9" name="Google Shape;9839;p8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0" name="Google Shape;9840;p8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41" name="Google Shape;9841;p8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842" name="Google Shape;9842;p8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3" name="Google Shape;9843;p8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4" name="Google Shape;9844;p8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45" name="Google Shape;9845;p8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846" name="Google Shape;9846;p8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7" name="Google Shape;9847;p8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8" name="Google Shape;9848;p8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9" name="Google Shape;9849;p8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0" name="Google Shape;9850;p8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1" name="Google Shape;9851;p8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2" name="Google Shape;9852;p8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3" name="Google Shape;9853;p8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4" name="Google Shape;9854;p8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5" name="Google Shape;9855;p8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6" name="Google Shape;9856;p8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7" name="Google Shape;9857;p8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8" name="Google Shape;9858;p8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59" name="Google Shape;9859;p80"/>
          <p:cNvSpPr txBox="1"/>
          <p:nvPr/>
        </p:nvSpPr>
        <p:spPr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i="1"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1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60" name="Google Shape;9860;p80"/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9861" name="Google Shape;9861;p80"/>
            <p:cNvSpPr/>
            <p:nvPr/>
          </p:nvSpPr>
          <p:spPr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76200" sx="101000" rotWithShape="0" algn="bl" dir="18900000" dist="38100" sy="1010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2" name="Google Shape;9862;p80"/>
            <p:cNvSpPr txBox="1"/>
            <p:nvPr/>
          </p:nvSpPr>
          <p:spPr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2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63" name="Google Shape;9863;p80"/>
            <p:cNvCxnSpPr/>
            <p:nvPr/>
          </p:nvCxnSpPr>
          <p:spPr>
            <a:xfrm>
              <a:off x="1534432" y="2675745"/>
              <a:ext cx="164348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4" name="Google Shape;9864;p80"/>
            <p:cNvCxnSpPr/>
            <p:nvPr/>
          </p:nvCxnSpPr>
          <p:spPr>
            <a:xfrm>
              <a:off x="1506952" y="3472722"/>
              <a:ext cx="165597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5" name="Google Shape;9865;p80"/>
            <p:cNvCxnSpPr/>
            <p:nvPr/>
          </p:nvCxnSpPr>
          <p:spPr>
            <a:xfrm>
              <a:off x="1509450" y="4209737"/>
              <a:ext cx="166846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66" name="Google Shape;9866;p80"/>
            <p:cNvCxnSpPr/>
            <p:nvPr/>
          </p:nvCxnSpPr>
          <p:spPr>
            <a:xfrm>
              <a:off x="1511947" y="4991726"/>
              <a:ext cx="165097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867" name="Google Shape;9867;p80"/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68" name="Google Shape;9868;p80"/>
          <p:cNvGrpSpPr/>
          <p:nvPr/>
        </p:nvGrpSpPr>
        <p:grpSpPr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9869" name="Google Shape;9869;p80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9870" name="Google Shape;9870;p80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1" name="Google Shape;9871;p80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9872" name="Google Shape;9872;p80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9873" name="Google Shape;9873;p80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4" name="Google Shape;9874;p80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9875" name="Google Shape;9875;p80"/>
          <p:cNvGrpSpPr/>
          <p:nvPr/>
        </p:nvGrpSpPr>
        <p:grpSpPr>
          <a:xfrm>
            <a:off x="5937404" y="1548324"/>
            <a:ext cx="679450" cy="301625"/>
            <a:chOff x="780" y="1553"/>
            <a:chExt cx="428" cy="190"/>
          </a:xfrm>
        </p:grpSpPr>
        <p:sp>
          <p:nvSpPr>
            <p:cNvPr id="9876" name="Google Shape;9876;p80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7" name="Google Shape;9877;p80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sp>
        <p:nvSpPr>
          <p:cNvPr id="9878" name="Google Shape;9878;p80"/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79" name="Google Shape;9879;p80"/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9880" name="Google Shape;9880;p80"/>
            <p:cNvGrpSpPr/>
            <p:nvPr/>
          </p:nvGrpSpPr>
          <p:grpSpPr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9881" name="Google Shape;9881;p80"/>
              <p:cNvSpPr/>
              <p:nvPr/>
            </p:nvSpPr>
            <p:spPr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2" name="Google Shape;9882;p80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883" name="Google Shape;9883;p80"/>
            <p:cNvSpPr/>
            <p:nvPr/>
          </p:nvSpPr>
          <p:spPr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884" name="Google Shape;9884;p80"/>
            <p:cNvSpPr/>
            <p:nvPr/>
          </p:nvSpPr>
          <p:spPr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885" name="Google Shape;9885;p80"/>
            <p:cNvCxnSpPr/>
            <p:nvPr/>
          </p:nvCxnSpPr>
          <p:spPr>
            <a:xfrm>
              <a:off x="6076877" y="3322145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86" name="Google Shape;9886;p80"/>
            <p:cNvCxnSpPr/>
            <p:nvPr/>
          </p:nvCxnSpPr>
          <p:spPr>
            <a:xfrm>
              <a:off x="5796378" y="3320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87" name="Google Shape;9887;p80"/>
          <p:cNvGrpSpPr/>
          <p:nvPr/>
        </p:nvGrpSpPr>
        <p:grpSpPr>
          <a:xfrm>
            <a:off x="7629993" y="1484027"/>
            <a:ext cx="1535906" cy="3792511"/>
            <a:chOff x="7629993" y="1484027"/>
            <a:chExt cx="1535906" cy="3792511"/>
          </a:xfrm>
        </p:grpSpPr>
        <p:sp>
          <p:nvSpPr>
            <p:cNvPr id="9888" name="Google Shape;9888;p80"/>
            <p:cNvSpPr/>
            <p:nvPr/>
          </p:nvSpPr>
          <p:spPr>
            <a:xfrm flipH="1">
              <a:off x="7629993" y="1484027"/>
              <a:ext cx="1201062" cy="3792511"/>
            </a:xfrm>
            <a:custGeom>
              <a:rect b="b" l="l" r="r" t="t"/>
              <a:pathLst>
                <a:path extrusionOk="0" h="3263030" w="1822537">
                  <a:moveTo>
                    <a:pt x="1822537" y="3263030"/>
                  </a:moveTo>
                  <a:lnTo>
                    <a:pt x="6263" y="2743200"/>
                  </a:lnTo>
                  <a:cubicBezTo>
                    <a:pt x="4175" y="1828800"/>
                    <a:pt x="2088" y="914400"/>
                    <a:pt x="0" y="0"/>
                  </a:cubicBezTo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</a:t>
              </a:r>
              <a:endParaRPr/>
            </a:p>
          </p:txBody>
        </p:sp>
        <p:grpSp>
          <p:nvGrpSpPr>
            <p:cNvPr id="9889" name="Google Shape;9889;p80"/>
            <p:cNvGrpSpPr/>
            <p:nvPr/>
          </p:nvGrpSpPr>
          <p:grpSpPr>
            <a:xfrm>
              <a:off x="7693325" y="4097936"/>
              <a:ext cx="1470663" cy="389744"/>
              <a:chOff x="6216702" y="5375649"/>
              <a:chExt cx="1470663" cy="389744"/>
            </a:xfrm>
          </p:grpSpPr>
          <p:sp>
            <p:nvSpPr>
              <p:cNvPr id="9890" name="Google Shape;9890;p80"/>
              <p:cNvSpPr/>
              <p:nvPr/>
            </p:nvSpPr>
            <p:spPr>
              <a:xfrm>
                <a:off x="6477000" y="5375649"/>
                <a:ext cx="1210365" cy="389744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91" name="Google Shape;9891;p80"/>
              <p:cNvGrpSpPr/>
              <p:nvPr/>
            </p:nvGrpSpPr>
            <p:grpSpPr>
              <a:xfrm>
                <a:off x="6216702" y="5392448"/>
                <a:ext cx="1381126" cy="301625"/>
                <a:chOff x="265" y="1531"/>
                <a:chExt cx="870" cy="190"/>
              </a:xfrm>
            </p:grpSpPr>
            <p:sp>
              <p:nvSpPr>
                <p:cNvPr id="9892" name="Google Shape;9892;p80"/>
                <p:cNvSpPr/>
                <p:nvPr/>
              </p:nvSpPr>
              <p:spPr>
                <a:xfrm>
                  <a:off x="265" y="1549"/>
                  <a:ext cx="870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93" name="Google Shape;9893;p80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894" name="Google Shape;9894;p80"/>
              <p:cNvSpPr/>
              <p:nvPr/>
            </p:nvSpPr>
            <p:spPr>
              <a:xfrm>
                <a:off x="6801757" y="5404115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895" name="Google Shape;9895;p80"/>
              <p:cNvSpPr/>
              <p:nvPr/>
            </p:nvSpPr>
            <p:spPr>
              <a:xfrm>
                <a:off x="6539453" y="5386777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896" name="Google Shape;9896;p80"/>
              <p:cNvCxnSpPr/>
              <p:nvPr/>
            </p:nvCxnSpPr>
            <p:spPr>
              <a:xfrm>
                <a:off x="7106894" y="542102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97" name="Google Shape;9897;p80"/>
              <p:cNvCxnSpPr/>
              <p:nvPr/>
            </p:nvCxnSpPr>
            <p:spPr>
              <a:xfrm>
                <a:off x="6826395" y="5419311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898" name="Google Shape;9898;p80"/>
              <p:cNvSpPr/>
              <p:nvPr/>
            </p:nvSpPr>
            <p:spPr>
              <a:xfrm>
                <a:off x="6236418" y="5394426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</a:t>
                </a:r>
                <a:endParaRPr/>
              </a:p>
            </p:txBody>
          </p:sp>
          <p:cxnSp>
            <p:nvCxnSpPr>
              <p:cNvPr id="9899" name="Google Shape;9899;p80"/>
              <p:cNvCxnSpPr/>
              <p:nvPr/>
            </p:nvCxnSpPr>
            <p:spPr>
              <a:xfrm>
                <a:off x="6505708" y="5419900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00" name="Google Shape;9900;p80"/>
            <p:cNvGrpSpPr/>
            <p:nvPr/>
          </p:nvGrpSpPr>
          <p:grpSpPr>
            <a:xfrm>
              <a:off x="8014421" y="3363106"/>
              <a:ext cx="1058375" cy="307296"/>
              <a:chOff x="5509436" y="3287899"/>
              <a:chExt cx="1058375" cy="307296"/>
            </a:xfrm>
          </p:grpSpPr>
          <p:grpSp>
            <p:nvGrpSpPr>
              <p:cNvPr id="9901" name="Google Shape;9901;p80"/>
              <p:cNvGrpSpPr/>
              <p:nvPr/>
            </p:nvGrpSpPr>
            <p:grpSpPr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9902" name="Google Shape;9902;p80"/>
                <p:cNvSpPr/>
                <p:nvPr/>
              </p:nvSpPr>
              <p:spPr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3" name="Google Shape;9903;p80"/>
                <p:cNvSpPr/>
                <p:nvPr/>
              </p:nvSpPr>
              <p:spPr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  <p:sp>
            <p:nvSpPr>
              <p:cNvPr id="9904" name="Google Shape;9904;p80"/>
              <p:cNvSpPr/>
              <p:nvPr/>
            </p:nvSpPr>
            <p:spPr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  <p:sp>
            <p:nvSpPr>
              <p:cNvPr id="9905" name="Google Shape;9905;p80"/>
              <p:cNvSpPr/>
              <p:nvPr/>
            </p:nvSpPr>
            <p:spPr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/>
              </a:p>
            </p:txBody>
          </p:sp>
          <p:cxnSp>
            <p:nvCxnSpPr>
              <p:cNvPr id="9906" name="Google Shape;9906;p80"/>
              <p:cNvCxnSpPr/>
              <p:nvPr/>
            </p:nvCxnSpPr>
            <p:spPr>
              <a:xfrm>
                <a:off x="6076877" y="3322145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07" name="Google Shape;9907;p80"/>
              <p:cNvCxnSpPr/>
              <p:nvPr/>
            </p:nvCxnSpPr>
            <p:spPr>
              <a:xfrm>
                <a:off x="5796378" y="3320433"/>
                <a:ext cx="0" cy="257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08" name="Google Shape;9908;p80"/>
            <p:cNvGrpSpPr/>
            <p:nvPr/>
          </p:nvGrpSpPr>
          <p:grpSpPr>
            <a:xfrm>
              <a:off x="8257849" y="2658970"/>
              <a:ext cx="908050" cy="301625"/>
              <a:chOff x="6877524" y="6049441"/>
              <a:chExt cx="908050" cy="301625"/>
            </a:xfrm>
          </p:grpSpPr>
          <p:grpSp>
            <p:nvGrpSpPr>
              <p:cNvPr id="9909" name="Google Shape;9909;p80"/>
              <p:cNvGrpSpPr/>
              <p:nvPr/>
            </p:nvGrpSpPr>
            <p:grpSpPr>
              <a:xfrm>
                <a:off x="6877524" y="6051029"/>
                <a:ext cx="296863" cy="292100"/>
                <a:chOff x="1959" y="2058"/>
                <a:chExt cx="187" cy="184"/>
              </a:xfrm>
            </p:grpSpPr>
            <p:sp>
              <p:nvSpPr>
                <p:cNvPr id="9910" name="Google Shape;9910;p80"/>
                <p:cNvSpPr/>
                <p:nvPr/>
              </p:nvSpPr>
              <p:spPr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1" name="Google Shape;9911;p80"/>
                <p:cNvSpPr/>
                <p:nvPr/>
              </p:nvSpPr>
              <p:spPr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/>
                </a:p>
              </p:txBody>
            </p:sp>
          </p:grpSp>
          <p:grpSp>
            <p:nvGrpSpPr>
              <p:cNvPr id="9912" name="Google Shape;9912;p80"/>
              <p:cNvGrpSpPr/>
              <p:nvPr/>
            </p:nvGrpSpPr>
            <p:grpSpPr>
              <a:xfrm>
                <a:off x="7106124" y="6049441"/>
                <a:ext cx="679450" cy="301625"/>
                <a:chOff x="780" y="1553"/>
                <a:chExt cx="428" cy="190"/>
              </a:xfrm>
            </p:grpSpPr>
            <p:sp>
              <p:nvSpPr>
                <p:cNvPr id="9913" name="Google Shape;9913;p80"/>
                <p:cNvSpPr/>
                <p:nvPr/>
              </p:nvSpPr>
              <p:spPr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Noto Sans Symbols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4" name="Google Shape;9914;p80"/>
                <p:cNvSpPr/>
                <p:nvPr/>
              </p:nvSpPr>
              <p:spPr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Noto Sans Symbols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</a:t>
                  </a:r>
                  <a:endParaRPr/>
                </a:p>
              </p:txBody>
            </p:sp>
          </p:grpSp>
        </p:grpSp>
        <p:grpSp>
          <p:nvGrpSpPr>
            <p:cNvPr id="9915" name="Google Shape;9915;p80"/>
            <p:cNvGrpSpPr/>
            <p:nvPr/>
          </p:nvGrpSpPr>
          <p:grpSpPr>
            <a:xfrm>
              <a:off x="8465451" y="1880020"/>
              <a:ext cx="679450" cy="301625"/>
              <a:chOff x="780" y="1553"/>
              <a:chExt cx="428" cy="190"/>
            </a:xfrm>
          </p:grpSpPr>
          <p:sp>
            <p:nvSpPr>
              <p:cNvPr id="9916" name="Google Shape;9916;p80"/>
              <p:cNvSpPr/>
              <p:nvPr/>
            </p:nvSpPr>
            <p:spPr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7" name="Google Shape;9917;p80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sp>
        <p:nvSpPr>
          <p:cNvPr id="9918" name="Google Shape;9918;p80"/>
          <p:cNvSpPr/>
          <p:nvPr/>
        </p:nvSpPr>
        <p:spPr>
          <a:xfrm>
            <a:off x="3570599" y="4675377"/>
            <a:ext cx="4136844" cy="601045"/>
          </a:xfrm>
          <a:custGeom>
            <a:rect b="b" l="l" r="r" t="t"/>
            <a:pathLst>
              <a:path extrusionOk="0" h="1622" w="9988">
                <a:moveTo>
                  <a:pt x="0" y="0"/>
                </a:moveTo>
                <a:lnTo>
                  <a:pt x="2306" y="1583"/>
                </a:lnTo>
                <a:lnTo>
                  <a:pt x="9988" y="1622"/>
                </a:lnTo>
              </a:path>
            </a:pathLst>
          </a:custGeom>
          <a:noFill/>
          <a:ln cap="flat" cmpd="sng" w="444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grpSp>
        <p:nvGrpSpPr>
          <p:cNvPr id="9919" name="Google Shape;9919;p80"/>
          <p:cNvGrpSpPr/>
          <p:nvPr/>
        </p:nvGrpSpPr>
        <p:grpSpPr>
          <a:xfrm>
            <a:off x="3186222" y="2137612"/>
            <a:ext cx="1079388" cy="1910319"/>
            <a:chOff x="3186222" y="2137612"/>
            <a:chExt cx="1079388" cy="1910319"/>
          </a:xfrm>
        </p:grpSpPr>
        <p:sp>
          <p:nvSpPr>
            <p:cNvPr id="9920" name="Google Shape;9920;p80"/>
            <p:cNvSpPr txBox="1"/>
            <p:nvPr/>
          </p:nvSpPr>
          <p:spPr>
            <a:xfrm>
              <a:off x="3186222" y="2137612"/>
              <a:ext cx="9970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</p:txBody>
        </p:sp>
        <p:sp>
          <p:nvSpPr>
            <p:cNvPr id="9921" name="Google Shape;9921;p80"/>
            <p:cNvSpPr txBox="1"/>
            <p:nvPr/>
          </p:nvSpPr>
          <p:spPr>
            <a:xfrm>
              <a:off x="3192100" y="2928436"/>
              <a:ext cx="99527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segment</a:t>
              </a:r>
              <a:endParaRPr/>
            </a:p>
          </p:txBody>
        </p:sp>
        <p:sp>
          <p:nvSpPr>
            <p:cNvPr id="9922" name="Google Shape;9922;p80"/>
            <p:cNvSpPr txBox="1"/>
            <p:nvPr/>
          </p:nvSpPr>
          <p:spPr>
            <a:xfrm>
              <a:off x="3186532" y="3678599"/>
              <a:ext cx="10790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9923" name="Google Shape;9923;p80"/>
          <p:cNvSpPr txBox="1"/>
          <p:nvPr/>
        </p:nvSpPr>
        <p:spPr>
          <a:xfrm>
            <a:off x="3188967" y="4455188"/>
            <a:ext cx="740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/>
          </a:p>
        </p:txBody>
      </p:sp>
      <p:grpSp>
        <p:nvGrpSpPr>
          <p:cNvPr id="9924" name="Google Shape;9924;p80"/>
          <p:cNvGrpSpPr/>
          <p:nvPr/>
        </p:nvGrpSpPr>
        <p:grpSpPr>
          <a:xfrm>
            <a:off x="5144294" y="4194650"/>
            <a:ext cx="1347789" cy="307296"/>
            <a:chOff x="5144294" y="4194650"/>
            <a:chExt cx="1347789" cy="307296"/>
          </a:xfrm>
        </p:grpSpPr>
        <p:grpSp>
          <p:nvGrpSpPr>
            <p:cNvPr id="9925" name="Google Shape;9925;p80"/>
            <p:cNvGrpSpPr/>
            <p:nvPr/>
          </p:nvGrpSpPr>
          <p:grpSpPr>
            <a:xfrm>
              <a:off x="5144294" y="4200321"/>
              <a:ext cx="1347789" cy="301625"/>
              <a:chOff x="286" y="1531"/>
              <a:chExt cx="849" cy="190"/>
            </a:xfrm>
          </p:grpSpPr>
          <p:sp>
            <p:nvSpPr>
              <p:cNvPr id="9926" name="Google Shape;9926;p80"/>
              <p:cNvSpPr/>
              <p:nvPr/>
            </p:nvSpPr>
            <p:spPr>
              <a:xfrm>
                <a:off x="286" y="1549"/>
                <a:ext cx="849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7" name="Google Shape;9927;p80"/>
              <p:cNvSpPr/>
              <p:nvPr/>
            </p:nvSpPr>
            <p:spPr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  <p:sp>
          <p:nvSpPr>
            <p:cNvPr id="9928" name="Google Shape;9928;p80"/>
            <p:cNvSpPr/>
            <p:nvPr/>
          </p:nvSpPr>
          <p:spPr>
            <a:xfrm>
              <a:off x="5696012" y="4211988"/>
              <a:ext cx="296863" cy="261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29" name="Google Shape;9929;p80"/>
            <p:cNvSpPr/>
            <p:nvPr/>
          </p:nvSpPr>
          <p:spPr>
            <a:xfrm>
              <a:off x="5433708" y="4194650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cxnSp>
          <p:nvCxnSpPr>
            <p:cNvPr id="9930" name="Google Shape;9930;p80"/>
            <p:cNvCxnSpPr/>
            <p:nvPr/>
          </p:nvCxnSpPr>
          <p:spPr>
            <a:xfrm>
              <a:off x="6001149" y="4228896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931" name="Google Shape;9931;p80"/>
            <p:cNvCxnSpPr/>
            <p:nvPr/>
          </p:nvCxnSpPr>
          <p:spPr>
            <a:xfrm>
              <a:off x="5720650" y="4227184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932" name="Google Shape;9932;p80"/>
            <p:cNvSpPr/>
            <p:nvPr/>
          </p:nvSpPr>
          <p:spPr>
            <a:xfrm>
              <a:off x="5149178" y="4198403"/>
              <a:ext cx="296863" cy="29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cxnSp>
          <p:nvCxnSpPr>
            <p:cNvPr id="9933" name="Google Shape;9933;p80"/>
            <p:cNvCxnSpPr/>
            <p:nvPr/>
          </p:nvCxnSpPr>
          <p:spPr>
            <a:xfrm>
              <a:off x="5418102" y="4226433"/>
              <a:ext cx="0" cy="257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934" name="Google Shape;9934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9" name="Shape 9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0" name="Google Shape;9940;p81"/>
          <p:cNvSpPr/>
          <p:nvPr/>
        </p:nvSpPr>
        <p:spPr>
          <a:xfrm>
            <a:off x="8197855" y="4478480"/>
            <a:ext cx="454072" cy="992421"/>
          </a:xfrm>
          <a:custGeom>
            <a:rect b="b" l="l" r="r" t="t"/>
            <a:pathLst>
              <a:path extrusionOk="0" h="9750" w="9587">
                <a:moveTo>
                  <a:pt x="9553" y="7744"/>
                </a:moveTo>
                <a:lnTo>
                  <a:pt x="302" y="0"/>
                </a:lnTo>
                <a:cubicBezTo>
                  <a:pt x="201" y="3191"/>
                  <a:pt x="101" y="6382"/>
                  <a:pt x="0" y="9573"/>
                </a:cubicBezTo>
                <a:lnTo>
                  <a:pt x="9464" y="9750"/>
                </a:lnTo>
                <a:cubicBezTo>
                  <a:pt x="9314" y="8998"/>
                  <a:pt x="9702" y="8496"/>
                  <a:pt x="9553" y="7744"/>
                </a:cubicBez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41" name="Google Shape;9941;p81"/>
          <p:cNvGrpSpPr/>
          <p:nvPr/>
        </p:nvGrpSpPr>
        <p:grpSpPr>
          <a:xfrm>
            <a:off x="8637066" y="5115960"/>
            <a:ext cx="958850" cy="476251"/>
            <a:chOff x="7493876" y="2774731"/>
            <a:chExt cx="1481958" cy="894622"/>
          </a:xfrm>
        </p:grpSpPr>
        <p:sp>
          <p:nvSpPr>
            <p:cNvPr id="9942" name="Google Shape;9942;p8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943" name="Google Shape;9943;p8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944" name="Google Shape;9944;p8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45" name="Google Shape;9945;p8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6" name="Google Shape;9946;p8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7" name="Google Shape;9947;p8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8" name="Google Shape;9948;p8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49" name="Google Shape;9949;p81"/>
          <p:cNvSpPr/>
          <p:nvPr/>
        </p:nvSpPr>
        <p:spPr>
          <a:xfrm>
            <a:off x="6916745" y="4489446"/>
            <a:ext cx="1273175" cy="94615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27000" sx="103000" rotWithShape="0" algn="bl" dir="18900000" dist="38100" sy="10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0" name="Google Shape;9950;p81"/>
          <p:cNvSpPr txBox="1"/>
          <p:nvPr/>
        </p:nvSpPr>
        <p:spPr>
          <a:xfrm>
            <a:off x="6873882" y="4456108"/>
            <a:ext cx="1317625" cy="99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9951" name="Google Shape;9951;p81"/>
          <p:cNvSpPr/>
          <p:nvPr/>
        </p:nvSpPr>
        <p:spPr>
          <a:xfrm>
            <a:off x="2886137" y="4865756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2" name="Google Shape;9952;p81"/>
          <p:cNvSpPr txBox="1"/>
          <p:nvPr/>
        </p:nvSpPr>
        <p:spPr>
          <a:xfrm>
            <a:off x="2832765" y="4821907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9953" name="Google Shape;9953;p81"/>
          <p:cNvCxnSpPr/>
          <p:nvPr/>
        </p:nvCxnSpPr>
        <p:spPr>
          <a:xfrm>
            <a:off x="2886136" y="518325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4" name="Google Shape;9954;p81"/>
          <p:cNvCxnSpPr/>
          <p:nvPr/>
        </p:nvCxnSpPr>
        <p:spPr>
          <a:xfrm>
            <a:off x="2894074" y="550393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5" name="Google Shape;9955;p81"/>
          <p:cNvCxnSpPr/>
          <p:nvPr/>
        </p:nvCxnSpPr>
        <p:spPr>
          <a:xfrm>
            <a:off x="2898836" y="578491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6" name="Google Shape;9956;p81"/>
          <p:cNvCxnSpPr/>
          <p:nvPr/>
        </p:nvCxnSpPr>
        <p:spPr>
          <a:xfrm>
            <a:off x="2898836" y="606114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57" name="Google Shape;9957;p81"/>
          <p:cNvSpPr/>
          <p:nvPr/>
        </p:nvSpPr>
        <p:spPr>
          <a:xfrm>
            <a:off x="3816357" y="985833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76200" sx="101000" rotWithShape="0" algn="bl" dir="18900000" dist="38100" sy="101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8" name="Google Shape;9958;p81"/>
          <p:cNvSpPr txBox="1"/>
          <p:nvPr/>
        </p:nvSpPr>
        <p:spPr>
          <a:xfrm>
            <a:off x="3762985" y="94198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9959" name="Google Shape;9959;p81"/>
          <p:cNvSpPr/>
          <p:nvPr/>
        </p:nvSpPr>
        <p:spPr>
          <a:xfrm>
            <a:off x="8317497" y="2564096"/>
            <a:ext cx="638175" cy="781777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60" name="Google Shape;9960;p81"/>
          <p:cNvGrpSpPr/>
          <p:nvPr/>
        </p:nvGrpSpPr>
        <p:grpSpPr>
          <a:xfrm>
            <a:off x="8737109" y="2942202"/>
            <a:ext cx="959348" cy="478062"/>
            <a:chOff x="3668110" y="2448910"/>
            <a:chExt cx="3794234" cy="2165130"/>
          </a:xfrm>
        </p:grpSpPr>
        <p:sp>
          <p:nvSpPr>
            <p:cNvPr id="9961" name="Google Shape;9961;p8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2" name="Google Shape;9962;p8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63" name="Google Shape;9963;p8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964" name="Google Shape;9964;p8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5" name="Google Shape;9965;p8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6" name="Google Shape;9966;p8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7" name="Google Shape;9967;p8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968" name="Google Shape;9968;p81"/>
          <p:cNvSpPr txBox="1"/>
          <p:nvPr>
            <p:ph type="title"/>
          </p:nvPr>
        </p:nvSpPr>
        <p:spPr>
          <a:xfrm>
            <a:off x="6978813" y="264748"/>
            <a:ext cx="4683534" cy="168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Encapsulation: an end-end view</a:t>
            </a:r>
            <a:endParaRPr sz="4400"/>
          </a:p>
        </p:txBody>
      </p:sp>
      <p:sp>
        <p:nvSpPr>
          <p:cNvPr id="9969" name="Google Shape;9969;p81"/>
          <p:cNvSpPr/>
          <p:nvPr/>
        </p:nvSpPr>
        <p:spPr>
          <a:xfrm>
            <a:off x="5037145" y="1701796"/>
            <a:ext cx="4048125" cy="3833813"/>
          </a:xfrm>
          <a:custGeom>
            <a:rect b="b" l="l" r="r" t="t"/>
            <a:pathLst>
              <a:path extrusionOk="0" h="2415" w="2550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0" name="Google Shape;9970;p81"/>
          <p:cNvSpPr txBox="1"/>
          <p:nvPr/>
        </p:nvSpPr>
        <p:spPr>
          <a:xfrm>
            <a:off x="3935420" y="477833"/>
            <a:ext cx="110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9971" name="Google Shape;9971;p81"/>
          <p:cNvSpPr/>
          <p:nvPr/>
        </p:nvSpPr>
        <p:spPr>
          <a:xfrm>
            <a:off x="5087944" y="959945"/>
            <a:ext cx="360362" cy="1596219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2" name="Google Shape;9972;p81"/>
          <p:cNvCxnSpPr/>
          <p:nvPr/>
        </p:nvCxnSpPr>
        <p:spPr>
          <a:xfrm>
            <a:off x="3816356" y="130333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3" name="Google Shape;9973;p81"/>
          <p:cNvCxnSpPr/>
          <p:nvPr/>
        </p:nvCxnSpPr>
        <p:spPr>
          <a:xfrm>
            <a:off x="3824294" y="162400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4" name="Google Shape;9974;p81"/>
          <p:cNvCxnSpPr/>
          <p:nvPr/>
        </p:nvCxnSpPr>
        <p:spPr>
          <a:xfrm>
            <a:off x="3829056" y="190499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5" name="Google Shape;9975;p81"/>
          <p:cNvCxnSpPr/>
          <p:nvPr/>
        </p:nvCxnSpPr>
        <p:spPr>
          <a:xfrm>
            <a:off x="3829056" y="21812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76" name="Google Shape;9976;p81"/>
          <p:cNvGrpSpPr/>
          <p:nvPr/>
        </p:nvGrpSpPr>
        <p:grpSpPr>
          <a:xfrm>
            <a:off x="2438406" y="1622421"/>
            <a:ext cx="1208088" cy="303213"/>
            <a:chOff x="501" y="1990"/>
            <a:chExt cx="761" cy="191"/>
          </a:xfrm>
        </p:grpSpPr>
        <p:sp>
          <p:nvSpPr>
            <p:cNvPr id="9977" name="Google Shape;9977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8" name="Google Shape;9978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79" name="Google Shape;9979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9980" name="Google Shape;9980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9981" name="Google Shape;9981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2" name="Google Shape;9982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983" name="Google Shape;9983;p81"/>
          <p:cNvSpPr txBox="1"/>
          <p:nvPr/>
        </p:nvSpPr>
        <p:spPr>
          <a:xfrm>
            <a:off x="1614494" y="1250945"/>
            <a:ext cx="9636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segment</a:t>
            </a:r>
            <a:endParaRPr/>
          </a:p>
        </p:txBody>
      </p:sp>
      <p:grpSp>
        <p:nvGrpSpPr>
          <p:cNvPr id="9984" name="Google Shape;9984;p81"/>
          <p:cNvGrpSpPr/>
          <p:nvPr/>
        </p:nvGrpSpPr>
        <p:grpSpPr>
          <a:xfrm>
            <a:off x="2755907" y="1290633"/>
            <a:ext cx="301625" cy="292100"/>
            <a:chOff x="1962" y="2058"/>
            <a:chExt cx="190" cy="184"/>
          </a:xfrm>
        </p:grpSpPr>
        <p:sp>
          <p:nvSpPr>
            <p:cNvPr id="9985" name="Google Shape;9985;p81"/>
            <p:cNvSpPr/>
            <p:nvPr/>
          </p:nvSpPr>
          <p:spPr>
            <a:xfrm>
              <a:off x="1962" y="2075"/>
              <a:ext cx="177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6" name="Google Shape;9986;p81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</p:grpSp>
      <p:sp>
        <p:nvSpPr>
          <p:cNvPr id="9987" name="Google Shape;9987;p81"/>
          <p:cNvSpPr txBox="1"/>
          <p:nvPr/>
        </p:nvSpPr>
        <p:spPr>
          <a:xfrm>
            <a:off x="1414470" y="1590670"/>
            <a:ext cx="10429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datagram</a:t>
            </a:r>
            <a:endParaRPr/>
          </a:p>
        </p:txBody>
      </p:sp>
      <p:sp>
        <p:nvSpPr>
          <p:cNvPr id="9988" name="Google Shape;9988;p81"/>
          <p:cNvSpPr txBox="1"/>
          <p:nvPr/>
        </p:nvSpPr>
        <p:spPr>
          <a:xfrm>
            <a:off x="2767020" y="4411659"/>
            <a:ext cx="1412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0" i="1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/>
          </a:p>
        </p:txBody>
      </p:sp>
      <p:grpSp>
        <p:nvGrpSpPr>
          <p:cNvPr id="9989" name="Google Shape;9989;p81"/>
          <p:cNvGrpSpPr/>
          <p:nvPr/>
        </p:nvGrpSpPr>
        <p:grpSpPr>
          <a:xfrm>
            <a:off x="1371606" y="5781671"/>
            <a:ext cx="1479550" cy="303213"/>
            <a:chOff x="332" y="2224"/>
            <a:chExt cx="932" cy="191"/>
          </a:xfrm>
        </p:grpSpPr>
        <p:sp>
          <p:nvSpPr>
            <p:cNvPr id="9990" name="Google Shape;9990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1" name="Google Shape;9991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9992" name="Google Shape;9992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9993" name="Google Shape;9993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9994" name="Google Shape;9994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9995" name="Google Shape;9995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6" name="Google Shape;9996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7" name="Google Shape;9997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998" name="Google Shape;9998;p81"/>
          <p:cNvGrpSpPr/>
          <p:nvPr/>
        </p:nvGrpSpPr>
        <p:grpSpPr>
          <a:xfrm>
            <a:off x="1639895" y="5483221"/>
            <a:ext cx="1208087" cy="303213"/>
            <a:chOff x="501" y="1990"/>
            <a:chExt cx="761" cy="191"/>
          </a:xfrm>
        </p:grpSpPr>
        <p:sp>
          <p:nvSpPr>
            <p:cNvPr id="9999" name="Google Shape;9999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0" name="Google Shape;10000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01" name="Google Shape;10001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02" name="Google Shape;10002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03" name="Google Shape;10003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4" name="Google Shape;10004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05" name="Google Shape;10005;p81"/>
          <p:cNvGrpSpPr/>
          <p:nvPr/>
        </p:nvGrpSpPr>
        <p:grpSpPr>
          <a:xfrm>
            <a:off x="1943106" y="5175246"/>
            <a:ext cx="890588" cy="303213"/>
            <a:chOff x="645" y="1734"/>
            <a:chExt cx="561" cy="191"/>
          </a:xfrm>
        </p:grpSpPr>
        <p:sp>
          <p:nvSpPr>
            <p:cNvPr id="10006" name="Google Shape;10006;p81"/>
            <p:cNvSpPr/>
            <p:nvPr/>
          </p:nvSpPr>
          <p:spPr>
            <a:xfrm>
              <a:off x="645" y="1751"/>
              <a:ext cx="4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7" name="Google Shape;10007;p81"/>
            <p:cNvSpPr/>
            <p:nvPr/>
          </p:nvSpPr>
          <p:spPr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08" name="Google Shape;10008;p81"/>
            <p:cNvSpPr/>
            <p:nvPr/>
          </p:nvSpPr>
          <p:spPr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09" name="Google Shape;10009;p81"/>
            <p:cNvCxnSpPr/>
            <p:nvPr/>
          </p:nvCxnSpPr>
          <p:spPr>
            <a:xfrm>
              <a:off x="824" y="175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10" name="Google Shape;10010;p81"/>
          <p:cNvGrpSpPr/>
          <p:nvPr/>
        </p:nvGrpSpPr>
        <p:grpSpPr>
          <a:xfrm>
            <a:off x="2149481" y="4864096"/>
            <a:ext cx="679450" cy="301625"/>
            <a:chOff x="780" y="1553"/>
            <a:chExt cx="428" cy="190"/>
          </a:xfrm>
        </p:grpSpPr>
        <p:sp>
          <p:nvSpPr>
            <p:cNvPr id="10011" name="Google Shape;10011;p81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2" name="Google Shape;10012;p81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cxnSp>
        <p:nvCxnSpPr>
          <p:cNvPr id="10013" name="Google Shape;10013;p81"/>
          <p:cNvCxnSpPr/>
          <p:nvPr/>
        </p:nvCxnSpPr>
        <p:spPr>
          <a:xfrm>
            <a:off x="6916745" y="480694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4" name="Google Shape;10014;p81"/>
          <p:cNvCxnSpPr/>
          <p:nvPr/>
        </p:nvCxnSpPr>
        <p:spPr>
          <a:xfrm>
            <a:off x="6924682" y="512762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5" name="Google Shape;10015;p81"/>
          <p:cNvSpPr/>
          <p:nvPr/>
        </p:nvSpPr>
        <p:spPr>
          <a:xfrm>
            <a:off x="7083433" y="2597147"/>
            <a:ext cx="1273175" cy="65563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sx="102000" rotWithShape="0" algn="bl" dir="18900000" dist="38100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16" name="Google Shape;10016;p81"/>
          <p:cNvCxnSpPr/>
          <p:nvPr/>
        </p:nvCxnSpPr>
        <p:spPr>
          <a:xfrm>
            <a:off x="7083433" y="291464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7" name="Google Shape;10017;p81"/>
          <p:cNvSpPr/>
          <p:nvPr/>
        </p:nvSpPr>
        <p:spPr>
          <a:xfrm>
            <a:off x="3048006" y="787395"/>
            <a:ext cx="5264150" cy="5494338"/>
          </a:xfrm>
          <a:custGeom>
            <a:rect b="b" l="l" r="r" t="t"/>
            <a:pathLst>
              <a:path extrusionOk="0" h="3461" w="3316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18" name="Google Shape;10018;p81"/>
          <p:cNvGrpSpPr/>
          <p:nvPr/>
        </p:nvGrpSpPr>
        <p:grpSpPr>
          <a:xfrm>
            <a:off x="5457831" y="4800596"/>
            <a:ext cx="1479550" cy="303213"/>
            <a:chOff x="332" y="2224"/>
            <a:chExt cx="932" cy="191"/>
          </a:xfrm>
        </p:grpSpPr>
        <p:sp>
          <p:nvSpPr>
            <p:cNvPr id="10019" name="Google Shape;10019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0" name="Google Shape;10020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21" name="Google Shape;10021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22" name="Google Shape;10022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0023" name="Google Shape;10023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24" name="Google Shape;10024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5" name="Google Shape;10025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6" name="Google Shape;10026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27" name="Google Shape;10027;p81"/>
          <p:cNvGrpSpPr/>
          <p:nvPr/>
        </p:nvGrpSpPr>
        <p:grpSpPr>
          <a:xfrm>
            <a:off x="5716595" y="4494208"/>
            <a:ext cx="1208087" cy="303212"/>
            <a:chOff x="501" y="1990"/>
            <a:chExt cx="761" cy="191"/>
          </a:xfrm>
        </p:grpSpPr>
        <p:sp>
          <p:nvSpPr>
            <p:cNvPr id="10028" name="Google Shape;10028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9" name="Google Shape;10029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30" name="Google Shape;10030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31" name="Google Shape;10031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32" name="Google Shape;10032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3" name="Google Shape;10033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34" name="Google Shape;10034;p81"/>
          <p:cNvGrpSpPr/>
          <p:nvPr/>
        </p:nvGrpSpPr>
        <p:grpSpPr>
          <a:xfrm>
            <a:off x="8488370" y="4860921"/>
            <a:ext cx="1208087" cy="303213"/>
            <a:chOff x="501" y="1990"/>
            <a:chExt cx="761" cy="191"/>
          </a:xfrm>
        </p:grpSpPr>
        <p:sp>
          <p:nvSpPr>
            <p:cNvPr id="10035" name="Google Shape;10035;p81"/>
            <p:cNvSpPr/>
            <p:nvPr/>
          </p:nvSpPr>
          <p:spPr>
            <a:xfrm>
              <a:off x="501" y="2007"/>
              <a:ext cx="68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6" name="Google Shape;10036;p81"/>
            <p:cNvSpPr/>
            <p:nvPr/>
          </p:nvSpPr>
          <p:spPr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37" name="Google Shape;10037;p81"/>
            <p:cNvSpPr/>
            <p:nvPr/>
          </p:nvSpPr>
          <p:spPr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38" name="Google Shape;10038;p81"/>
            <p:cNvSpPr/>
            <p:nvPr/>
          </p:nvSpPr>
          <p:spPr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39" name="Google Shape;10039;p81"/>
            <p:cNvCxnSpPr/>
            <p:nvPr/>
          </p:nvCxnSpPr>
          <p:spPr>
            <a:xfrm>
              <a:off x="688" y="2013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0" name="Google Shape;10040;p81"/>
            <p:cNvCxnSpPr/>
            <p:nvPr/>
          </p:nvCxnSpPr>
          <p:spPr>
            <a:xfrm>
              <a:off x="880" y="2010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041" name="Google Shape;10041;p81"/>
          <p:cNvGrpSpPr/>
          <p:nvPr/>
        </p:nvGrpSpPr>
        <p:grpSpPr>
          <a:xfrm>
            <a:off x="2157419" y="1919283"/>
            <a:ext cx="1479550" cy="303212"/>
            <a:chOff x="332" y="2224"/>
            <a:chExt cx="932" cy="191"/>
          </a:xfrm>
        </p:grpSpPr>
        <p:sp>
          <p:nvSpPr>
            <p:cNvPr id="10042" name="Google Shape;10042;p81"/>
            <p:cNvSpPr/>
            <p:nvPr/>
          </p:nvSpPr>
          <p:spPr>
            <a:xfrm>
              <a:off x="345" y="2241"/>
              <a:ext cx="840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3" name="Google Shape;10043;p81"/>
            <p:cNvSpPr/>
            <p:nvPr/>
          </p:nvSpPr>
          <p:spPr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0044" name="Google Shape;10044;p81"/>
            <p:cNvSpPr/>
            <p:nvPr/>
          </p:nvSpPr>
          <p:spPr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  <p:sp>
          <p:nvSpPr>
            <p:cNvPr id="10045" name="Google Shape;10045;p81"/>
            <p:cNvSpPr/>
            <p:nvPr/>
          </p:nvSpPr>
          <p:spPr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/>
            </a:p>
          </p:txBody>
        </p:sp>
        <p:sp>
          <p:nvSpPr>
            <p:cNvPr id="10046" name="Google Shape;10046;p81"/>
            <p:cNvSpPr/>
            <p:nvPr/>
          </p:nvSpPr>
          <p:spPr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  <p:cxnSp>
          <p:nvCxnSpPr>
            <p:cNvPr id="10047" name="Google Shape;10047;p81"/>
            <p:cNvCxnSpPr/>
            <p:nvPr/>
          </p:nvCxnSpPr>
          <p:spPr>
            <a:xfrm>
              <a:off x="510" y="2241"/>
              <a:ext cx="0" cy="1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8" name="Google Shape;10048;p81"/>
            <p:cNvCxnSpPr/>
            <p:nvPr/>
          </p:nvCxnSpPr>
          <p:spPr>
            <a:xfrm>
              <a:off x="690" y="2247"/>
              <a:ext cx="0" cy="15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9" name="Google Shape;10049;p81"/>
            <p:cNvCxnSpPr/>
            <p:nvPr/>
          </p:nvCxnSpPr>
          <p:spPr>
            <a:xfrm>
              <a:off x="882" y="2244"/>
              <a:ext cx="0" cy="1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050" name="Google Shape;10050;p81"/>
          <p:cNvSpPr txBox="1"/>
          <p:nvPr/>
        </p:nvSpPr>
        <p:spPr>
          <a:xfrm>
            <a:off x="9140831" y="5665783"/>
            <a:ext cx="8414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1" name="Google Shape;10051;p81"/>
          <p:cNvSpPr txBox="1"/>
          <p:nvPr/>
        </p:nvSpPr>
        <p:spPr>
          <a:xfrm>
            <a:off x="9155119" y="3386662"/>
            <a:ext cx="8692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2" name="Google Shape;10052;p81"/>
          <p:cNvSpPr txBox="1"/>
          <p:nvPr/>
        </p:nvSpPr>
        <p:spPr>
          <a:xfrm>
            <a:off x="1922469" y="946145"/>
            <a:ext cx="10080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grpSp>
        <p:nvGrpSpPr>
          <p:cNvPr id="10053" name="Google Shape;10053;p81"/>
          <p:cNvGrpSpPr/>
          <p:nvPr/>
        </p:nvGrpSpPr>
        <p:grpSpPr>
          <a:xfrm>
            <a:off x="2982919" y="973134"/>
            <a:ext cx="679450" cy="301625"/>
            <a:chOff x="780" y="1553"/>
            <a:chExt cx="428" cy="190"/>
          </a:xfrm>
        </p:grpSpPr>
        <p:sp>
          <p:nvSpPr>
            <p:cNvPr id="10054" name="Google Shape;10054;p81"/>
            <p:cNvSpPr/>
            <p:nvPr/>
          </p:nvSpPr>
          <p:spPr>
            <a:xfrm>
              <a:off x="817" y="1569"/>
              <a:ext cx="312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5" name="Google Shape;10055;p81"/>
            <p:cNvSpPr/>
            <p:nvPr/>
          </p:nvSpPr>
          <p:spPr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/>
            </a:p>
          </p:txBody>
        </p:sp>
      </p:grpSp>
      <p:grpSp>
        <p:nvGrpSpPr>
          <p:cNvPr id="10056" name="Google Shape;10056;p81"/>
          <p:cNvGrpSpPr/>
          <p:nvPr/>
        </p:nvGrpSpPr>
        <p:grpSpPr>
          <a:xfrm>
            <a:off x="2746384" y="1290634"/>
            <a:ext cx="908050" cy="301625"/>
            <a:chOff x="1848" y="2046"/>
            <a:chExt cx="572" cy="190"/>
          </a:xfrm>
        </p:grpSpPr>
        <p:grpSp>
          <p:nvGrpSpPr>
            <p:cNvPr id="10057" name="Google Shape;10057;p81"/>
            <p:cNvGrpSpPr/>
            <p:nvPr/>
          </p:nvGrpSpPr>
          <p:grpSpPr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10058" name="Google Shape;10058;p81"/>
              <p:cNvSpPr/>
              <p:nvPr/>
            </p:nvSpPr>
            <p:spPr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9" name="Google Shape;10059;p81"/>
              <p:cNvSpPr/>
              <p:nvPr/>
            </p:nvSpPr>
            <p:spPr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endParaRPr/>
              </a:p>
            </p:txBody>
          </p:sp>
        </p:grpSp>
        <p:grpSp>
          <p:nvGrpSpPr>
            <p:cNvPr id="10060" name="Google Shape;10060;p81"/>
            <p:cNvGrpSpPr/>
            <p:nvPr/>
          </p:nvGrpSpPr>
          <p:grpSpPr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0061" name="Google Shape;10061;p81"/>
              <p:cNvSpPr/>
              <p:nvPr/>
            </p:nvSpPr>
            <p:spPr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2" name="Google Shape;10062;p81"/>
              <p:cNvSpPr/>
              <p:nvPr/>
            </p:nvSpPr>
            <p:spPr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</a:t>
                </a:r>
                <a:endParaRPr/>
              </a:p>
            </p:txBody>
          </p:sp>
        </p:grpSp>
      </p:grpSp>
      <p:grpSp>
        <p:nvGrpSpPr>
          <p:cNvPr id="10063" name="Google Shape;10063;p81"/>
          <p:cNvGrpSpPr/>
          <p:nvPr/>
        </p:nvGrpSpPr>
        <p:grpSpPr>
          <a:xfrm>
            <a:off x="2438407" y="1622425"/>
            <a:ext cx="323850" cy="295274"/>
            <a:chOff x="1948" y="2058"/>
            <a:chExt cx="204" cy="184"/>
          </a:xfrm>
        </p:grpSpPr>
        <p:sp>
          <p:nvSpPr>
            <p:cNvPr id="10064" name="Google Shape;10064;p81"/>
            <p:cNvSpPr/>
            <p:nvPr/>
          </p:nvSpPr>
          <p:spPr>
            <a:xfrm>
              <a:off x="1948" y="2075"/>
              <a:ext cx="191" cy="16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5" name="Google Shape;10065;p81"/>
            <p:cNvSpPr/>
            <p:nvPr/>
          </p:nvSpPr>
          <p:spPr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</p:txBody>
        </p:sp>
      </p:grpSp>
      <p:sp>
        <p:nvSpPr>
          <p:cNvPr id="10066" name="Google Shape;10066;p81"/>
          <p:cNvSpPr txBox="1"/>
          <p:nvPr/>
        </p:nvSpPr>
        <p:spPr>
          <a:xfrm>
            <a:off x="1376369" y="1897058"/>
            <a:ext cx="7048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grpSp>
        <p:nvGrpSpPr>
          <p:cNvPr id="10067" name="Google Shape;10067;p81"/>
          <p:cNvGrpSpPr/>
          <p:nvPr/>
        </p:nvGrpSpPr>
        <p:grpSpPr>
          <a:xfrm flipH="1">
            <a:off x="5359407" y="1341434"/>
            <a:ext cx="803275" cy="771525"/>
            <a:chOff x="-44" y="1473"/>
            <a:chExt cx="981" cy="1105"/>
          </a:xfrm>
        </p:grpSpPr>
        <p:pic>
          <p:nvPicPr>
            <p:cNvPr descr="desktop_computer_stylized_medium" id="10068" name="Google Shape;10068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9" name="Google Shape;10069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70" name="Google Shape;10070;p81"/>
          <p:cNvSpPr/>
          <p:nvPr/>
        </p:nvSpPr>
        <p:spPr>
          <a:xfrm>
            <a:off x="4178506" y="4871041"/>
            <a:ext cx="360362" cy="1522901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3C6CDF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1" name="Google Shape;10071;p81"/>
          <p:cNvGrpSpPr/>
          <p:nvPr/>
        </p:nvGrpSpPr>
        <p:grpSpPr>
          <a:xfrm flipH="1">
            <a:off x="4397382" y="5224459"/>
            <a:ext cx="803275" cy="771525"/>
            <a:chOff x="-44" y="1473"/>
            <a:chExt cx="981" cy="1105"/>
          </a:xfrm>
        </p:grpSpPr>
        <p:pic>
          <p:nvPicPr>
            <p:cNvPr descr="desktop_computer_stylized_medium" id="10072" name="Google Shape;10072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3" name="Google Shape;10073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74" name="Google Shape;10074;p81"/>
          <p:cNvSpPr txBox="1"/>
          <p:nvPr/>
        </p:nvSpPr>
        <p:spPr>
          <a:xfrm>
            <a:off x="7030180" y="2584590"/>
            <a:ext cx="1317625" cy="695325"/>
          </a:xfrm>
          <a:prstGeom prst="rect">
            <a:avLst/>
          </a:prstGeom>
          <a:noFill/>
          <a:ln>
            <a:noFill/>
          </a:ln>
          <a:effectLst>
            <a:outerShdw blurRad="114300" sx="123000" rotWithShape="0" algn="bl" dir="18900000" dist="38100" sy="1230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sp>
        <p:nvSpPr>
          <p:cNvPr id="10075" name="Google Shape;10075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0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0" name="Shape 10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1" name="Google Shape;10081;p8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1: roadmap</a:t>
            </a:r>
            <a:endParaRPr/>
          </a:p>
        </p:txBody>
      </p:sp>
      <p:sp>
        <p:nvSpPr>
          <p:cNvPr id="10082" name="Google Shape;10082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83" name="Google Shape;10083;p82"/>
          <p:cNvSpPr txBox="1"/>
          <p:nvPr>
            <p:ph idx="2" type="body"/>
          </p:nvPr>
        </p:nvSpPr>
        <p:spPr>
          <a:xfrm>
            <a:off x="798690" y="1414011"/>
            <a:ext cx="6618109" cy="502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the Internet?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i="1"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 protocol?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edge: hosts, access network, physical media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D8D8D8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core: packet/circuit switching, internet structure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ct val="100000"/>
              <a:buChar char="▪"/>
            </a:pPr>
            <a:r>
              <a:rPr lang="en-US" sz="3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Protocol layers, service models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ct val="1000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History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pic>
        <p:nvPicPr>
          <p:cNvPr descr="Kurose&amp;Ross 8th ed cover picture" id="10084" name="Google Shape;1008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329" y="1293471"/>
            <a:ext cx="36576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9" name="Shape 10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panet2" id="10090" name="Google Shape;10090;p83"/>
          <p:cNvPicPr preferRelativeResize="0"/>
          <p:nvPr/>
        </p:nvPicPr>
        <p:blipFill rotWithShape="1">
          <a:blip r:embed="rId3">
            <a:alphaModFix/>
          </a:blip>
          <a:srcRect b="8457" l="0" r="0" t="0"/>
          <a:stretch/>
        </p:blipFill>
        <p:spPr>
          <a:xfrm>
            <a:off x="9282054" y="4269293"/>
            <a:ext cx="2443026" cy="2370206"/>
          </a:xfrm>
          <a:prstGeom prst="rect">
            <a:avLst/>
          </a:prstGeom>
          <a:noFill/>
          <a:ln>
            <a:noFill/>
          </a:ln>
        </p:spPr>
      </p:pic>
      <p:sp>
        <p:nvSpPr>
          <p:cNvPr id="10091" name="Google Shape;10091;p83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092" name="Google Shape;10092;p83"/>
          <p:cNvSpPr txBox="1"/>
          <p:nvPr/>
        </p:nvSpPr>
        <p:spPr>
          <a:xfrm>
            <a:off x="7747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1961: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Kleinrock - queueing theory shows effectiveness of packet-switching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Baran - packet-switching in military nets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1967: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conceived by Advanced Research Projects Agency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1969: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first ARPAnet node operational</a:t>
            </a:r>
            <a:endParaRPr/>
          </a:p>
        </p:txBody>
      </p:sp>
      <p:sp>
        <p:nvSpPr>
          <p:cNvPr id="10093" name="Google Shape;10093;p83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public demo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NCP (Network Control Protocol) first host-host protocol 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e-mail program</a:t>
            </a:r>
            <a:endParaRPr/>
          </a:p>
          <a:p>
            <a:pPr indent="-236537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has 15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4" name="Google Shape;10094;p83"/>
          <p:cNvSpPr/>
          <p:nvPr/>
        </p:nvSpPr>
        <p:spPr>
          <a:xfrm>
            <a:off x="799867" y="1211969"/>
            <a:ext cx="75684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1961-1972: Early packet-switching principles</a:t>
            </a:r>
            <a:endParaRPr b="0" i="0" sz="3200" u="sng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9" name="Shape 10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0" name="Google Shape;10100;p84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01" name="Google Shape;10101;p84"/>
          <p:cNvSpPr txBox="1"/>
          <p:nvPr/>
        </p:nvSpPr>
        <p:spPr>
          <a:xfrm>
            <a:off x="660400" y="2095499"/>
            <a:ext cx="52832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1970: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ALOHAnet satellite network in Hawaii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1974: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Cerf and Kahn - architecture for interconnecting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1976: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Ethernet at Xerox PARC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late70’s: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proprietary architectures: DECnet, SNA, XNA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1979: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ARPAnet has 200 nodes</a:t>
            </a:r>
            <a:endParaRPr/>
          </a:p>
        </p:txBody>
      </p:sp>
      <p:sp>
        <p:nvSpPr>
          <p:cNvPr id="10102" name="Google Shape;10102;p84"/>
          <p:cNvSpPr/>
          <p:nvPr/>
        </p:nvSpPr>
        <p:spPr>
          <a:xfrm>
            <a:off x="790785" y="1202606"/>
            <a:ext cx="100649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1972-1980: Internetworking, new and proprietary networks</a:t>
            </a:r>
            <a:endParaRPr/>
          </a:p>
        </p:txBody>
      </p:sp>
      <p:grpSp>
        <p:nvGrpSpPr>
          <p:cNvPr id="10103" name="Google Shape;10103;p84"/>
          <p:cNvGrpSpPr/>
          <p:nvPr/>
        </p:nvGrpSpPr>
        <p:grpSpPr>
          <a:xfrm>
            <a:off x="6851353" y="2147296"/>
            <a:ext cx="4978399" cy="4075895"/>
            <a:chOff x="6851353" y="2147296"/>
            <a:chExt cx="4978399" cy="4075895"/>
          </a:xfrm>
        </p:grpSpPr>
        <p:sp>
          <p:nvSpPr>
            <p:cNvPr id="10104" name="Google Shape;10104;p84"/>
            <p:cNvSpPr txBox="1"/>
            <p:nvPr/>
          </p:nvSpPr>
          <p:spPr>
            <a:xfrm>
              <a:off x="6879929" y="2320332"/>
              <a:ext cx="4735804" cy="3902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12700" lvl="0" marL="1174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Cerf and Kahn’s internetworking principles: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minimalism, autonomy - no internal changes required to interconnect networks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best-effort service model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stateless routing</a:t>
              </a:r>
              <a:endParaRPr/>
            </a:p>
            <a:p>
              <a:pPr indent="-288925" lvl="1" marL="4730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 control</a:t>
              </a:r>
              <a:endParaRPr/>
            </a:p>
            <a:p>
              <a:pPr indent="0" lvl="0" marL="11747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define today’s Internet architecture</a:t>
              </a:r>
              <a:endParaRPr b="0" i="0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5" name="Google Shape;10105;p84"/>
            <p:cNvSpPr/>
            <p:nvPr/>
          </p:nvSpPr>
          <p:spPr>
            <a:xfrm>
              <a:off x="6851353" y="2147296"/>
              <a:ext cx="4978399" cy="4050304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06" name="Google Shape;10106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1" name="Shape 10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2" name="Google Shape;10112;p85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13" name="Google Shape;10113;p85"/>
          <p:cNvSpPr txBox="1"/>
          <p:nvPr/>
        </p:nvSpPr>
        <p:spPr>
          <a:xfrm>
            <a:off x="762000" y="2095499"/>
            <a:ext cx="4978400" cy="43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deployment of TCP/IP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1982: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smtp e-mail protocol defined 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1983: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DNS defined for name-to-IP-address translation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1985: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ftp protocol defined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1988: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congestion control</a:t>
            </a:r>
            <a:endParaRPr/>
          </a:p>
        </p:txBody>
      </p:sp>
      <p:sp>
        <p:nvSpPr>
          <p:cNvPr id="10114" name="Google Shape;10114;p85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national networks: CSnet, BITnet, NSFnet, Minitel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100,000 hosts connected to confederation of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5" name="Google Shape;10115;p85"/>
          <p:cNvSpPr/>
          <p:nvPr/>
        </p:nvSpPr>
        <p:spPr>
          <a:xfrm>
            <a:off x="762000" y="1212520"/>
            <a:ext cx="913346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1980-1990: new protocols, a proliferation of networks</a:t>
            </a:r>
            <a:endParaRPr/>
          </a:p>
        </p:txBody>
      </p:sp>
      <p:pic>
        <p:nvPicPr>
          <p:cNvPr id="10116" name="Google Shape;1011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5398" y="3880533"/>
            <a:ext cx="3906331" cy="28750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7" name="Google Shape;10117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2" name="Shape 10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3" name="Google Shape;10123;p86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24" name="Google Shape;10124;p86"/>
          <p:cNvSpPr txBox="1"/>
          <p:nvPr/>
        </p:nvSpPr>
        <p:spPr>
          <a:xfrm>
            <a:off x="787167" y="2079634"/>
            <a:ext cx="5578281" cy="471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ARPAnet decommissioned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1991: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NSF lifts restrictions on commercial use of NSFnet (decommissioned, 1995)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early 1990s: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hypertext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[Bush 1945, Nelson 1960’s]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HTML, HTTP: Berners-Lee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1994: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Mosaic, later Netscape</a:t>
            </a:r>
            <a:endParaRPr/>
          </a:p>
          <a:p>
            <a:pPr indent="-225425" lvl="1" marL="569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late 1990s: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commercialization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Web</a:t>
            </a:r>
            <a:endParaRPr/>
          </a:p>
        </p:txBody>
      </p:sp>
      <p:sp>
        <p:nvSpPr>
          <p:cNvPr id="10125" name="Google Shape;10125;p86"/>
          <p:cNvSpPr txBox="1"/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late 1990s – 2000s: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killer apps: instant messaging, P2P file sharing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security to forefront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est. 50 million host, 100 million+ users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backbone links running at Gbps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6" name="Google Shape;10126;p86"/>
          <p:cNvSpPr/>
          <p:nvPr/>
        </p:nvSpPr>
        <p:spPr>
          <a:xfrm>
            <a:off x="740579" y="1215136"/>
            <a:ext cx="100589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1990, 2000s: commercialization, the Web, new applications</a:t>
            </a:r>
            <a:endParaRPr/>
          </a:p>
        </p:txBody>
      </p:sp>
      <p:sp>
        <p:nvSpPr>
          <p:cNvPr id="10127" name="Google Shape;10127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2" name="Shape 10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3" name="Google Shape;10133;p87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history</a:t>
            </a:r>
            <a:endParaRPr sz="4400"/>
          </a:p>
        </p:txBody>
      </p:sp>
      <p:sp>
        <p:nvSpPr>
          <p:cNvPr id="10134" name="Google Shape;10134;p87"/>
          <p:cNvSpPr txBox="1"/>
          <p:nvPr/>
        </p:nvSpPr>
        <p:spPr>
          <a:xfrm>
            <a:off x="763532" y="1770592"/>
            <a:ext cx="11142134" cy="4734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1" marL="5191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aggressive deployment of broadband home access (10-100’s Mbps)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2008: software-defined networking (SDN)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increasing ubiquity of high-speed wireless access: 4G/5G, WiFi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providers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(Google, FB, Microsoft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create their own networks</a:t>
            </a:r>
            <a:endParaRPr/>
          </a:p>
          <a:p>
            <a:pPr indent="-234950" lvl="2" marL="812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bypass commercial Internet to connect “close” to end user, providing “instantaneous” access to social media, search, video content, …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enterprises run their services in “cloud”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(e.g., Amazon Web Services, Microsoft Azure)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rise of smartphones: more mobile than fixed devices on Internet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3429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~18B devices attached to Internet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(2017)</a:t>
            </a:r>
            <a:endParaRPr/>
          </a:p>
          <a:p>
            <a:pPr indent="-165100" lvl="0" marL="4730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5" name="Google Shape;10135;p87"/>
          <p:cNvSpPr/>
          <p:nvPr/>
        </p:nvSpPr>
        <p:spPr>
          <a:xfrm>
            <a:off x="800333" y="1211969"/>
            <a:ext cx="69460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2005-present: scale, SDN, mobility, cloud</a:t>
            </a:r>
            <a:endParaRPr/>
          </a:p>
        </p:txBody>
      </p:sp>
      <p:sp>
        <p:nvSpPr>
          <p:cNvPr id="10136" name="Google Shape;10136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1" name="Shape 10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2" name="Google Shape;10142;p88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Chapter 1: summary</a:t>
            </a:r>
            <a:endParaRPr sz="4400"/>
          </a:p>
        </p:txBody>
      </p:sp>
      <p:sp>
        <p:nvSpPr>
          <p:cNvPr id="10143" name="Google Shape;10143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44" name="Google Shape;10144;p88"/>
          <p:cNvSpPr txBox="1"/>
          <p:nvPr/>
        </p:nvSpPr>
        <p:spPr>
          <a:xfrm>
            <a:off x="677332" y="1325518"/>
            <a:ext cx="6189609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We’ve covered a “ton” of material!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overview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a protocol?</a:t>
            </a:r>
            <a:endParaRPr/>
          </a:p>
          <a:p>
            <a:pPr indent="-3556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edge, access network, core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packet-switching versus circuit-switching</a:t>
            </a:r>
            <a:endParaRPr/>
          </a:p>
          <a:p>
            <a:pPr indent="-225425" lvl="1" marL="6826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structure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performance: loss, delay, throughput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layering, service models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  <a:p>
            <a:pPr indent="-406400" lvl="0" marL="4730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5" name="Google Shape;10145;p88"/>
          <p:cNvSpPr txBox="1"/>
          <p:nvPr/>
        </p:nvSpPr>
        <p:spPr>
          <a:xfrm>
            <a:off x="7616592" y="2335167"/>
            <a:ext cx="3724275" cy="3625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You now have: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context, overview, vocabulary,  “feel” of networking</a:t>
            </a:r>
            <a:endParaRPr/>
          </a:p>
          <a:p>
            <a:pPr indent="-355600" lvl="0" marL="473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depth, detail,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fun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follow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0" name="Shape 10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1" name="Google Shape;10151;p89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1 slides</a:t>
            </a:r>
            <a:endParaRPr sz="4400"/>
          </a:p>
        </p:txBody>
      </p:sp>
      <p:sp>
        <p:nvSpPr>
          <p:cNvPr id="10152" name="Google Shape;10152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7" name="Shape 10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" name="Google Shape;10158;p90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ISO/OSI reference </a:t>
            </a:r>
            <a:r>
              <a:rPr lang="en-US"/>
              <a:t>m</a:t>
            </a:r>
            <a:r>
              <a:rPr lang="en-US" sz="4400"/>
              <a:t>odel</a:t>
            </a:r>
            <a:endParaRPr sz="4400"/>
          </a:p>
        </p:txBody>
      </p:sp>
      <p:sp>
        <p:nvSpPr>
          <p:cNvPr id="10159" name="Google Shape;10159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60" name="Google Shape;10160;p90"/>
          <p:cNvSpPr txBox="1"/>
          <p:nvPr/>
        </p:nvSpPr>
        <p:spPr>
          <a:xfrm>
            <a:off x="665343" y="1341922"/>
            <a:ext cx="6765452" cy="5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layers not found in  Internet protocol stack!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presentation: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applications to interpret meaning of data, e.g., encryption, compression, machine-specific conventions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session: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synchronization, checkpointing, recovery of data exchange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stack “missing” these layers!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services,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needed,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must be implemented in application</a:t>
            </a:r>
            <a:endParaRPr/>
          </a:p>
          <a:p>
            <a:pPr indent="-225425" lvl="1" marL="6826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needed?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1" name="Google Shape;10161;p90"/>
          <p:cNvSpPr/>
          <p:nvPr/>
        </p:nvSpPr>
        <p:spPr>
          <a:xfrm>
            <a:off x="8622241" y="1413668"/>
            <a:ext cx="1892300" cy="35306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2" name="Google Shape;10162;p90"/>
          <p:cNvSpPr/>
          <p:nvPr/>
        </p:nvSpPr>
        <p:spPr>
          <a:xfrm>
            <a:off x="8507941" y="1550193"/>
            <a:ext cx="1892300" cy="3586163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3" name="Google Shape;10163;p90"/>
          <p:cNvSpPr txBox="1"/>
          <p:nvPr/>
        </p:nvSpPr>
        <p:spPr>
          <a:xfrm>
            <a:off x="8465079" y="1721643"/>
            <a:ext cx="1982787" cy="34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/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</p:txBody>
      </p:sp>
      <p:cxnSp>
        <p:nvCxnSpPr>
          <p:cNvPr id="10164" name="Google Shape;10164;p90"/>
          <p:cNvCxnSpPr/>
          <p:nvPr/>
        </p:nvCxnSpPr>
        <p:spPr>
          <a:xfrm>
            <a:off x="8487304" y="2142331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5" name="Google Shape;10165;p90"/>
          <p:cNvCxnSpPr/>
          <p:nvPr/>
        </p:nvCxnSpPr>
        <p:spPr>
          <a:xfrm>
            <a:off x="8501591" y="311864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6" name="Google Shape;10166;p90"/>
          <p:cNvCxnSpPr/>
          <p:nvPr/>
        </p:nvCxnSpPr>
        <p:spPr>
          <a:xfrm>
            <a:off x="8501591" y="36583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7" name="Google Shape;10167;p90"/>
          <p:cNvCxnSpPr/>
          <p:nvPr/>
        </p:nvCxnSpPr>
        <p:spPr>
          <a:xfrm>
            <a:off x="8503179" y="46743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8" name="Google Shape;10168;p90"/>
          <p:cNvCxnSpPr/>
          <p:nvPr/>
        </p:nvCxnSpPr>
        <p:spPr>
          <a:xfrm>
            <a:off x="8487304" y="419179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9" name="Google Shape;10169;p90"/>
          <p:cNvCxnSpPr/>
          <p:nvPr/>
        </p:nvCxnSpPr>
        <p:spPr>
          <a:xfrm>
            <a:off x="8485716" y="2661443"/>
            <a:ext cx="188595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70" name="Google Shape;10170;p90"/>
          <p:cNvSpPr txBox="1"/>
          <p:nvPr/>
        </p:nvSpPr>
        <p:spPr>
          <a:xfrm>
            <a:off x="8246534" y="5352939"/>
            <a:ext cx="24664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seven layer OSI/ISO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model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5" name="Shape 10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6" name="Google Shape;10176;p91"/>
          <p:cNvSpPr txBox="1"/>
          <p:nvPr>
            <p:ph type="title"/>
          </p:nvPr>
        </p:nvSpPr>
        <p:spPr>
          <a:xfrm>
            <a:off x="825267" y="29194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Wireshark</a:t>
            </a:r>
            <a:endParaRPr sz="4400"/>
          </a:p>
        </p:txBody>
      </p:sp>
      <p:sp>
        <p:nvSpPr>
          <p:cNvPr id="10177" name="Google Shape;10177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178" name="Google Shape;10178;p91"/>
          <p:cNvGrpSpPr/>
          <p:nvPr/>
        </p:nvGrpSpPr>
        <p:grpSpPr>
          <a:xfrm>
            <a:off x="3064933" y="1186569"/>
            <a:ext cx="5643563" cy="4216400"/>
            <a:chOff x="824874" y="353539"/>
            <a:chExt cx="5643193" cy="4216279"/>
          </a:xfrm>
        </p:grpSpPr>
        <p:sp>
          <p:nvSpPr>
            <p:cNvPr id="10179" name="Google Shape;10179;p91"/>
            <p:cNvSpPr/>
            <p:nvPr/>
          </p:nvSpPr>
          <p:spPr>
            <a:xfrm>
              <a:off x="824874" y="366239"/>
              <a:ext cx="431772" cy="4203579"/>
            </a:xfrm>
            <a:custGeom>
              <a:rect b="b" l="l" r="r" t="t"/>
              <a:pathLst>
                <a:path extrusionOk="0" h="4203185" w="432078">
                  <a:moveTo>
                    <a:pt x="0" y="4203185"/>
                  </a:moveTo>
                  <a:lnTo>
                    <a:pt x="418984" y="3430637"/>
                  </a:lnTo>
                  <a:cubicBezTo>
                    <a:pt x="423349" y="2287091"/>
                    <a:pt x="427713" y="1143546"/>
                    <a:pt x="432078" y="0"/>
                  </a:cubicBezTo>
                  <a:lnTo>
                    <a:pt x="13093" y="4203185"/>
                  </a:lnTo>
                  <a:lnTo>
                    <a:pt x="0" y="4203185"/>
                  </a:lnTo>
                  <a:close/>
                </a:path>
              </a:pathLst>
            </a:custGeom>
            <a:gradFill>
              <a:gsLst>
                <a:gs pos="0">
                  <a:srgbClr val="BBD6EE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0" name="Google Shape;10180;p91"/>
            <p:cNvSpPr/>
            <p:nvPr/>
          </p:nvSpPr>
          <p:spPr>
            <a:xfrm>
              <a:off x="1243947" y="353539"/>
              <a:ext cx="5224120" cy="3430489"/>
            </a:xfrm>
            <a:prstGeom prst="rect">
              <a:avLst/>
            </a:prstGeom>
            <a:solidFill>
              <a:srgbClr val="BBD6E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segment.png" id="10181" name="Google Shape;10181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0146" y="5561719"/>
            <a:ext cx="3959225" cy="100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0182" name="Google Shape;10182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9596" y="4609219"/>
            <a:ext cx="1389062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3" name="Google Shape;10183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2909358" y="4955294"/>
            <a:ext cx="123190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4" name="Google Shape;10184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6008" y="4958469"/>
            <a:ext cx="1231900" cy="123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thernet.png" id="10185" name="Google Shape;10185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9602258" y="4977519"/>
            <a:ext cx="1231900" cy="1231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86" name="Google Shape;10186;p91"/>
          <p:cNvGrpSpPr/>
          <p:nvPr/>
        </p:nvGrpSpPr>
        <p:grpSpPr>
          <a:xfrm>
            <a:off x="6351058" y="1550106"/>
            <a:ext cx="2327275" cy="3171825"/>
            <a:chOff x="4556452" y="1162095"/>
            <a:chExt cx="2326213" cy="3172030"/>
          </a:xfrm>
        </p:grpSpPr>
        <p:cxnSp>
          <p:nvCxnSpPr>
            <p:cNvPr id="10187" name="Google Shape;10187;p91"/>
            <p:cNvCxnSpPr/>
            <p:nvPr/>
          </p:nvCxnSpPr>
          <p:spPr>
            <a:xfrm>
              <a:off x="5630098" y="2252175"/>
              <a:ext cx="0" cy="2081950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10188" name="Google Shape;10188;p91"/>
            <p:cNvGrpSpPr/>
            <p:nvPr/>
          </p:nvGrpSpPr>
          <p:grpSpPr>
            <a:xfrm>
              <a:off x="4635010" y="2856756"/>
              <a:ext cx="2190234" cy="1214863"/>
              <a:chOff x="3862510" y="4375664"/>
              <a:chExt cx="2190234" cy="1214863"/>
            </a:xfrm>
          </p:grpSpPr>
          <p:sp>
            <p:nvSpPr>
              <p:cNvPr id="10189" name="Google Shape;10189;p91"/>
              <p:cNvSpPr/>
              <p:nvPr/>
            </p:nvSpPr>
            <p:spPr>
              <a:xfrm>
                <a:off x="3871225" y="4425779"/>
                <a:ext cx="2164362" cy="1152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9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0" name="Google Shape;10190;p91"/>
              <p:cNvSpPr txBox="1"/>
              <p:nvPr/>
            </p:nvSpPr>
            <p:spPr>
              <a:xfrm>
                <a:off x="3908617" y="4375664"/>
                <a:ext cx="2012565" cy="1214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Transport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(TCP/UDP)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(IP)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(Ethernet)</a:t>
                </a:r>
                <a:endParaRPr/>
              </a:p>
              <a:p>
                <a:pPr indent="0" lvl="0" marL="0" marR="0" rtl="0" algn="ctr">
                  <a:lnSpc>
                    <a:spcPct val="137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Physical</a:t>
                </a:r>
                <a:endParaRPr/>
              </a:p>
            </p:txBody>
          </p:sp>
          <p:cxnSp>
            <p:nvCxnSpPr>
              <p:cNvPr id="10191" name="Google Shape;10191;p91"/>
              <p:cNvCxnSpPr/>
              <p:nvPr/>
            </p:nvCxnSpPr>
            <p:spPr>
              <a:xfrm>
                <a:off x="3862510" y="474004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2" name="Google Shape;10192;p91"/>
              <p:cNvCxnSpPr/>
              <p:nvPr/>
            </p:nvCxnSpPr>
            <p:spPr>
              <a:xfrm>
                <a:off x="3870887" y="502338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3" name="Google Shape;10193;p91"/>
              <p:cNvCxnSpPr/>
              <p:nvPr/>
            </p:nvCxnSpPr>
            <p:spPr>
              <a:xfrm>
                <a:off x="3879264" y="5306720"/>
                <a:ext cx="217348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0194" name="Google Shape;10194;p91"/>
            <p:cNvGrpSpPr/>
            <p:nvPr/>
          </p:nvGrpSpPr>
          <p:grpSpPr>
            <a:xfrm>
              <a:off x="4811526" y="1162095"/>
              <a:ext cx="1529986" cy="1020829"/>
              <a:chOff x="4130677" y="5836665"/>
              <a:chExt cx="1529986" cy="1020829"/>
            </a:xfrm>
          </p:grpSpPr>
          <p:sp>
            <p:nvSpPr>
              <p:cNvPr id="10195" name="Google Shape;10195;p91"/>
              <p:cNvSpPr/>
              <p:nvPr/>
            </p:nvSpPr>
            <p:spPr>
              <a:xfrm>
                <a:off x="4191372" y="5836665"/>
                <a:ext cx="1464594" cy="1020829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9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6" name="Google Shape;10196;p91"/>
              <p:cNvSpPr txBox="1"/>
              <p:nvPr/>
            </p:nvSpPr>
            <p:spPr>
              <a:xfrm>
                <a:off x="4130677" y="5913072"/>
                <a:ext cx="1529986" cy="8925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application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(www browser,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email client</a:t>
                </a:r>
                <a:r>
                  <a:rPr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endParaRPr/>
              </a:p>
            </p:txBody>
          </p:sp>
        </p:grpSp>
        <p:cxnSp>
          <p:nvCxnSpPr>
            <p:cNvPr id="10197" name="Google Shape;10197;p91"/>
            <p:cNvCxnSpPr/>
            <p:nvPr/>
          </p:nvCxnSpPr>
          <p:spPr>
            <a:xfrm flipH="1" rot="10800000">
              <a:off x="4556452" y="2631900"/>
              <a:ext cx="2108014" cy="130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0198" name="Google Shape;10198;p91"/>
            <p:cNvSpPr txBox="1"/>
            <p:nvPr/>
          </p:nvSpPr>
          <p:spPr>
            <a:xfrm>
              <a:off x="5839591" y="2252173"/>
              <a:ext cx="104307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/>
            </a:p>
          </p:txBody>
        </p:sp>
        <p:sp>
          <p:nvSpPr>
            <p:cNvPr id="10199" name="Google Shape;10199;p91"/>
            <p:cNvSpPr txBox="1"/>
            <p:nvPr/>
          </p:nvSpPr>
          <p:spPr>
            <a:xfrm>
              <a:off x="6105684" y="2627171"/>
              <a:ext cx="44406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OS</a:t>
              </a:r>
              <a:endParaRPr/>
            </a:p>
          </p:txBody>
        </p:sp>
      </p:grpSp>
      <p:grpSp>
        <p:nvGrpSpPr>
          <p:cNvPr id="10200" name="Google Shape;10200;p91"/>
          <p:cNvGrpSpPr/>
          <p:nvPr/>
        </p:nvGrpSpPr>
        <p:grpSpPr>
          <a:xfrm>
            <a:off x="3571346" y="1265944"/>
            <a:ext cx="2925231" cy="3168113"/>
            <a:chOff x="1775964" y="877299"/>
            <a:chExt cx="2925206" cy="3168757"/>
          </a:xfrm>
        </p:grpSpPr>
        <p:grpSp>
          <p:nvGrpSpPr>
            <p:cNvPr id="10201" name="Google Shape;10201;p91"/>
            <p:cNvGrpSpPr/>
            <p:nvPr/>
          </p:nvGrpSpPr>
          <p:grpSpPr>
            <a:xfrm>
              <a:off x="1846152" y="877299"/>
              <a:ext cx="1597376" cy="3168757"/>
              <a:chOff x="1636659" y="183316"/>
              <a:chExt cx="1597376" cy="3168757"/>
            </a:xfrm>
          </p:grpSpPr>
          <p:grpSp>
            <p:nvGrpSpPr>
              <p:cNvPr id="10202" name="Google Shape;10202;p91"/>
              <p:cNvGrpSpPr/>
              <p:nvPr/>
            </p:nvGrpSpPr>
            <p:grpSpPr>
              <a:xfrm>
                <a:off x="1780781" y="2206785"/>
                <a:ext cx="1295389" cy="1041028"/>
                <a:chOff x="3116291" y="4275642"/>
                <a:chExt cx="1295389" cy="1041028"/>
              </a:xfrm>
            </p:grpSpPr>
            <p:sp>
              <p:nvSpPr>
                <p:cNvPr id="10203" name="Google Shape;10203;p91"/>
                <p:cNvSpPr/>
                <p:nvPr/>
              </p:nvSpPr>
              <p:spPr>
                <a:xfrm>
                  <a:off x="3116291" y="4298876"/>
                  <a:ext cx="1295389" cy="1017794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rgbClr val="00009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90">
                      <a:alpha val="42745"/>
                    </a:srgbClr>
                  </a:outerShdw>
                </a:effectLst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4" name="Google Shape;10204;p91"/>
                <p:cNvSpPr txBox="1"/>
                <p:nvPr/>
              </p:nvSpPr>
              <p:spPr>
                <a:xfrm>
                  <a:off x="3151788" y="4275642"/>
                  <a:ext cx="1197377" cy="1015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packet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capture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(pcap)</a:t>
                  </a:r>
                  <a:endParaRPr/>
                </a:p>
              </p:txBody>
            </p:sp>
          </p:grpSp>
          <p:grpSp>
            <p:nvGrpSpPr>
              <p:cNvPr id="10205" name="Google Shape;10205;p91"/>
              <p:cNvGrpSpPr/>
              <p:nvPr/>
            </p:nvGrpSpPr>
            <p:grpSpPr>
              <a:xfrm>
                <a:off x="1769669" y="863478"/>
                <a:ext cx="1300151" cy="707886"/>
                <a:chOff x="861399" y="5161570"/>
                <a:chExt cx="1300151" cy="707886"/>
              </a:xfrm>
            </p:grpSpPr>
            <p:sp>
              <p:nvSpPr>
                <p:cNvPr id="10206" name="Google Shape;10206;p91"/>
                <p:cNvSpPr/>
                <p:nvPr/>
              </p:nvSpPr>
              <p:spPr>
                <a:xfrm>
                  <a:off x="861399" y="5200691"/>
                  <a:ext cx="1300151" cy="668474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rgbClr val="00009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000090">
                      <a:alpha val="42745"/>
                    </a:srgbClr>
                  </a:outerShdw>
                </a:effectLst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7" name="Google Shape;10207;p91"/>
                <p:cNvSpPr txBox="1"/>
                <p:nvPr/>
              </p:nvSpPr>
              <p:spPr>
                <a:xfrm>
                  <a:off x="937846" y="5161570"/>
                  <a:ext cx="1159292" cy="7078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packet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analyzer</a:t>
                  </a:r>
                  <a:endParaRPr/>
                </a:p>
              </p:txBody>
            </p:sp>
          </p:grpSp>
          <p:sp>
            <p:nvSpPr>
              <p:cNvPr id="10208" name="Google Shape;10208;p91"/>
              <p:cNvSpPr/>
              <p:nvPr/>
            </p:nvSpPr>
            <p:spPr>
              <a:xfrm>
                <a:off x="1636659" y="183316"/>
                <a:ext cx="1597376" cy="3168757"/>
              </a:xfrm>
              <a:prstGeom prst="rect">
                <a:avLst/>
              </a:prstGeom>
              <a:noFill/>
              <a:ln cap="flat" cmpd="sng" w="22225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209" name="Google Shape;10209;p9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859241" y="230951"/>
                <a:ext cx="1089265" cy="368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0210" name="Google Shape;10210;p91"/>
            <p:cNvCxnSpPr/>
            <p:nvPr/>
          </p:nvCxnSpPr>
          <p:spPr>
            <a:xfrm>
              <a:off x="2640118" y="2330738"/>
              <a:ext cx="0" cy="558315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0211" name="Google Shape;10211;p91"/>
            <p:cNvCxnSpPr/>
            <p:nvPr/>
          </p:nvCxnSpPr>
          <p:spPr>
            <a:xfrm>
              <a:off x="3116195" y="3653236"/>
              <a:ext cx="1427164" cy="0"/>
            </a:xfrm>
            <a:prstGeom prst="straightConnector1">
              <a:avLst/>
            </a:prstGeom>
            <a:noFill/>
            <a:ln cap="flat" cmpd="sng" w="25400">
              <a:solidFill>
                <a:srgbClr val="00009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0212" name="Google Shape;10212;p91"/>
            <p:cNvSpPr txBox="1"/>
            <p:nvPr/>
          </p:nvSpPr>
          <p:spPr>
            <a:xfrm>
              <a:off x="3404194" y="3242589"/>
              <a:ext cx="1296976" cy="646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copy of all Ethernet frames sent/received</a:t>
              </a:r>
              <a:endParaRPr/>
            </a:p>
          </p:txBody>
        </p:sp>
        <p:cxnSp>
          <p:nvCxnSpPr>
            <p:cNvPr id="10213" name="Google Shape;10213;p91"/>
            <p:cNvCxnSpPr/>
            <p:nvPr/>
          </p:nvCxnSpPr>
          <p:spPr>
            <a:xfrm flipH="1" rot="10800000">
              <a:off x="1775964" y="2640266"/>
              <a:ext cx="2108014" cy="130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14" name="Google Shape;10214;p91"/>
          <p:cNvGrpSpPr/>
          <p:nvPr/>
        </p:nvGrpSpPr>
        <p:grpSpPr>
          <a:xfrm>
            <a:off x="1570775" y="4459441"/>
            <a:ext cx="1562100" cy="1511300"/>
            <a:chOff x="-44" y="1473"/>
            <a:chExt cx="981" cy="1105"/>
          </a:xfrm>
        </p:grpSpPr>
        <p:pic>
          <p:nvPicPr>
            <p:cNvPr descr="desktop_computer_stylized_medium" id="10215" name="Google Shape;10215;p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6" name="Google Shape;10216;p9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