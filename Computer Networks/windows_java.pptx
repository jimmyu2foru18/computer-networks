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oracle.com/javase/10/install/installation-jdk-and-jre-microsoft-windows-platform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Windows &amp; Java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Navigating around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Open a command 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Navigating to a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cd &lt;folder name&gt;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Hint: you can press &lt;tab&gt; for to autocomplete the path (you may need to press it multiple times)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Compiling and Running Java program from Command line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compile a class from the command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Type: javac &lt;filename&gt;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example javac EchoServer.java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You need to have JDK installed to do that, follow these steps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https://docs.oracle.com/javase/10/install/installation-jdk-and-jre-microsoft-windows-platforms.htm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run the java program from the command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Type: java &lt;class name&gt; &lt;args&gt;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For example: java EchoServer 1000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This would run the class, with arguments of 1000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