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96">
          <p15:clr>
            <a:srgbClr val="A4A3A4"/>
          </p15:clr>
        </p15:guide>
        <p15:guide id="2" orient="horz" pos="7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6"/>
        <p:guide pos="7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0000A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Arial"/>
              <a:buNone/>
            </a:pPr>
            <a:r>
              <a:rPr lang="en-US"/>
              <a:t>Distance vector: link cost changes</a:t>
            </a:r>
            <a:endParaRPr/>
          </a:p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488515" y="4245258"/>
            <a:ext cx="1841326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“good news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travels fast”</a:t>
            </a:r>
            <a:endParaRPr b="0" i="0" sz="16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2337453" y="3722449"/>
            <a:ext cx="9111337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detects link-cost change, updates its DV, informs its neighbors.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2350153" y="4231521"/>
            <a:ext cx="871033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9575" lvl="0" marL="409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receives update from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updates its table, computes new least cost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sends its neighbors its DV.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2322274" y="5064204"/>
            <a:ext cx="845011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9575" lvl="0" marL="409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receives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’s update, updates its distance table. 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y’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least costs do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change, so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does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send a message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link cost changes: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 detects local link cost change 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updates routing info, recalculates local DV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DV changes, notify neighbors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40" name="Google Shape;40;p6"/>
          <p:cNvGrpSpPr/>
          <p:nvPr/>
        </p:nvGrpSpPr>
        <p:grpSpPr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41" name="Google Shape;41;p6"/>
            <p:cNvSpPr/>
            <p:nvPr/>
          </p:nvSpPr>
          <p:spPr>
            <a:xfrm>
              <a:off x="3625" y="114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>
              <a:off x="3984" y="1404"/>
              <a:ext cx="222" cy="180"/>
            </a:xfrm>
            <a:custGeom>
              <a:rect b="b" l="l" r="r" t="t"/>
              <a:pathLst>
                <a:path extrusionOk="0" h="180" w="222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" name="Google Shape;44;p6"/>
            <p:cNvCxnSpPr/>
            <p:nvPr/>
          </p:nvCxnSpPr>
          <p:spPr>
            <a:xfrm>
              <a:off x="3724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" name="Google Shape;45;p6"/>
            <p:cNvCxnSpPr/>
            <p:nvPr/>
          </p:nvCxnSpPr>
          <p:spPr>
            <a:xfrm>
              <a:off x="4037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" name="Google Shape;46;p6"/>
            <p:cNvSpPr/>
            <p:nvPr/>
          </p:nvSpPr>
          <p:spPr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4389" y="1404"/>
              <a:ext cx="216" cy="189"/>
            </a:xfrm>
            <a:custGeom>
              <a:rect b="b" l="l" r="r" t="t"/>
              <a:pathLst>
                <a:path extrusionOk="0" h="189" w="216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4041" y="1668"/>
              <a:ext cx="540" cy="3"/>
            </a:xfrm>
            <a:custGeom>
              <a:rect b="b" l="l" r="r" t="t"/>
              <a:pathLst>
                <a:path extrusionOk="0" h="3" w="540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" name="Google Shape;50;p6"/>
            <p:cNvGrpSpPr/>
            <p:nvPr/>
          </p:nvGrpSpPr>
          <p:grpSpPr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51" name="Google Shape;51;p6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6"/>
              <p:cNvSpPr txBox="1"/>
              <p:nvPr/>
            </p:nvSpPr>
            <p:spPr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omic Sans M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3" name="Google Shape;53;p6"/>
            <p:cNvGrpSpPr/>
            <p:nvPr/>
          </p:nvGrpSpPr>
          <p:grpSpPr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54" name="Google Shape;54;p6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5" name="Google Shape;55;p6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" name="Google Shape;56;p6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7" name="Google Shape;57;p6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" name="Google Shape;58;p6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9" name="Google Shape;59;p6"/>
              <p:cNvGrpSpPr/>
              <p:nvPr/>
            </p:nvGrpSpPr>
            <p:grpSpPr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60" name="Google Shape;60;p6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" name="Google Shape;61;p6"/>
                <p:cNvSpPr txBox="1"/>
                <p:nvPr/>
              </p:nvSpPr>
              <p:spPr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z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62" name="Google Shape;62;p6"/>
            <p:cNvSpPr txBox="1"/>
            <p:nvPr/>
          </p:nvSpPr>
          <p:spPr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63;p6"/>
            <p:cNvSpPr txBox="1"/>
            <p:nvPr/>
          </p:nvSpPr>
          <p:spPr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64;p6"/>
            <p:cNvSpPr txBox="1"/>
            <p:nvPr/>
          </p:nvSpPr>
          <p:spPr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50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65" name="Google Shape;65;p6"/>
            <p:cNvGrpSpPr/>
            <p:nvPr/>
          </p:nvGrpSpPr>
          <p:grpSpPr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66" name="Google Shape;66;p6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7" name="Google Shape;67;p6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" name="Google Shape;68;p6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" name="Google Shape;69;p6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" name="Google Shape;70;p6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1" name="Google Shape;71;p6"/>
              <p:cNvGrpSpPr/>
              <p:nvPr/>
            </p:nvGrpSpPr>
            <p:grpSpPr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72" name="Google Shape;72;p6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" name="Google Shape;73;p6"/>
                <p:cNvSpPr txBox="1"/>
                <p:nvPr/>
              </p:nvSpPr>
              <p:spPr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y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74" name="Google Shape;74;p6"/>
            <p:cNvSpPr txBox="1"/>
            <p:nvPr/>
          </p:nvSpPr>
          <p:spPr>
            <a:xfrm>
              <a:off x="3837" y="1076"/>
              <a:ext cx="18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5" name="Google Shape;75;p6"/>
            <p:cNvCxnSpPr/>
            <p:nvPr/>
          </p:nvCxnSpPr>
          <p:spPr>
            <a:xfrm rot="10800000">
              <a:off x="3948" y="1272"/>
              <a:ext cx="132" cy="228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Arial"/>
              <a:buNone/>
            </a:pPr>
            <a:r>
              <a:rPr lang="en-US"/>
              <a:t>Distance vector: link cost changes</a:t>
            </a:r>
            <a:endParaRPr/>
          </a:p>
        </p:txBody>
      </p:sp>
      <p:sp>
        <p:nvSpPr>
          <p:cNvPr id="81" name="Google Shape;81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link cost changes: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 detects local link cost change 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“bad news travels slow”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count-to-infinity problem:</a:t>
            </a:r>
            <a:endParaRPr/>
          </a:p>
        </p:txBody>
      </p:sp>
      <p:grpSp>
        <p:nvGrpSpPr>
          <p:cNvPr id="83" name="Google Shape;83;p7"/>
          <p:cNvGrpSpPr/>
          <p:nvPr/>
        </p:nvGrpSpPr>
        <p:grpSpPr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84" name="Google Shape;84;p7"/>
            <p:cNvSpPr/>
            <p:nvPr/>
          </p:nvSpPr>
          <p:spPr>
            <a:xfrm>
              <a:off x="3625" y="114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3984" y="1404"/>
              <a:ext cx="222" cy="180"/>
            </a:xfrm>
            <a:custGeom>
              <a:rect b="b" l="l" r="r" t="t"/>
              <a:pathLst>
                <a:path extrusionOk="0" h="180" w="222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7" name="Google Shape;87;p7"/>
            <p:cNvCxnSpPr/>
            <p:nvPr/>
          </p:nvCxnSpPr>
          <p:spPr>
            <a:xfrm>
              <a:off x="3724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" name="Google Shape;88;p7"/>
            <p:cNvCxnSpPr/>
            <p:nvPr/>
          </p:nvCxnSpPr>
          <p:spPr>
            <a:xfrm>
              <a:off x="4037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" name="Google Shape;89;p7"/>
            <p:cNvSpPr/>
            <p:nvPr/>
          </p:nvSpPr>
          <p:spPr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4389" y="1404"/>
              <a:ext cx="216" cy="189"/>
            </a:xfrm>
            <a:custGeom>
              <a:rect b="b" l="l" r="r" t="t"/>
              <a:pathLst>
                <a:path extrusionOk="0" h="189" w="216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4041" y="1668"/>
              <a:ext cx="540" cy="3"/>
            </a:xfrm>
            <a:custGeom>
              <a:rect b="b" l="l" r="r" t="t"/>
              <a:pathLst>
                <a:path extrusionOk="0" h="3" w="540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" name="Google Shape;93;p7"/>
            <p:cNvGrpSpPr/>
            <p:nvPr/>
          </p:nvGrpSpPr>
          <p:grpSpPr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94" name="Google Shape;94;p7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7"/>
              <p:cNvSpPr txBox="1"/>
              <p:nvPr/>
            </p:nvSpPr>
            <p:spPr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omic Sans M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6" name="Google Shape;96;p7"/>
            <p:cNvGrpSpPr/>
            <p:nvPr/>
          </p:nvGrpSpPr>
          <p:grpSpPr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97" name="Google Shape;97;p7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8" name="Google Shape;98;p7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" name="Google Shape;99;p7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" name="Google Shape;100;p7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" name="Google Shape;101;p7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2" name="Google Shape;102;p7"/>
              <p:cNvGrpSpPr/>
              <p:nvPr/>
            </p:nvGrpSpPr>
            <p:grpSpPr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103" name="Google Shape;103;p7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" name="Google Shape;104;p7"/>
                <p:cNvSpPr txBox="1"/>
                <p:nvPr/>
              </p:nvSpPr>
              <p:spPr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z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105" name="Google Shape;105;p7"/>
            <p:cNvSpPr txBox="1"/>
            <p:nvPr/>
          </p:nvSpPr>
          <p:spPr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" name="Google Shape;106;p7"/>
            <p:cNvSpPr txBox="1"/>
            <p:nvPr/>
          </p:nvSpPr>
          <p:spPr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" name="Google Shape;107;p7"/>
            <p:cNvSpPr txBox="1"/>
            <p:nvPr/>
          </p:nvSpPr>
          <p:spPr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50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08" name="Google Shape;108;p7"/>
            <p:cNvGrpSpPr/>
            <p:nvPr/>
          </p:nvGrpSpPr>
          <p:grpSpPr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109" name="Google Shape;109;p7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0" name="Google Shape;110;p7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" name="Google Shape;111;p7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2" name="Google Shape;112;p7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" name="Google Shape;113;p7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4" name="Google Shape;114;p7"/>
              <p:cNvGrpSpPr/>
              <p:nvPr/>
            </p:nvGrpSpPr>
            <p:grpSpPr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115" name="Google Shape;115;p7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" name="Google Shape;116;p7"/>
                <p:cNvSpPr txBox="1"/>
                <p:nvPr/>
              </p:nvSpPr>
              <p:spPr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y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117" name="Google Shape;117;p7"/>
            <p:cNvSpPr txBox="1"/>
            <p:nvPr/>
          </p:nvSpPr>
          <p:spPr>
            <a:xfrm>
              <a:off x="3781" y="1076"/>
              <a:ext cx="294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60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8" name="Google Shape;118;p7"/>
            <p:cNvCxnSpPr/>
            <p:nvPr/>
          </p:nvCxnSpPr>
          <p:spPr>
            <a:xfrm rot="10800000">
              <a:off x="3948" y="1272"/>
              <a:ext cx="132" cy="228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9" name="Google Shape;119;p7"/>
          <p:cNvSpPr/>
          <p:nvPr/>
        </p:nvSpPr>
        <p:spPr>
          <a:xfrm>
            <a:off x="1041747" y="2917913"/>
            <a:ext cx="10519776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sees direct link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new cost 60, but z has said it has a path at cost of 5. So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computes “my new cost to x will be 6, via z); notifies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new cost of 6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x.</a:t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1043836" y="3596406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learns that path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via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new cost 6, so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computes “my new cost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will be 7 via y), notifies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new cost of 7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x.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1045923" y="4274900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learns that path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via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new cost 7, so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computes “my new cost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will be 8 via y), notifies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new cost of 8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x.</a:t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1020871" y="4963831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learns that path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via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new cost 8, so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computes “my new cost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will be 9 via y), notifies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new cost of 9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x.</a:t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1365337" y="5473616"/>
            <a:ext cx="4331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847596" y="6018756"/>
            <a:ext cx="9931052" cy="445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 text for solutions.  </a:t>
            </a:r>
            <a:r>
              <a:rPr i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Distributed algorithms are tricky!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type="title"/>
          </p:nvPr>
        </p:nvSpPr>
        <p:spPr>
          <a:xfrm>
            <a:off x="822274" y="10311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Arial"/>
              <a:buNone/>
            </a:pPr>
            <a:r>
              <a:rPr lang="en-US"/>
              <a:t>Count to Infinity</a:t>
            </a:r>
            <a:endParaRPr/>
          </a:p>
        </p:txBody>
      </p:sp>
      <p:sp>
        <p:nvSpPr>
          <p:cNvPr id="130" name="Google Shape;130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1" name="Google Shape;131;p8"/>
          <p:cNvGrpSpPr/>
          <p:nvPr/>
        </p:nvGrpSpPr>
        <p:grpSpPr>
          <a:xfrm>
            <a:off x="707034" y="1054473"/>
            <a:ext cx="4207007" cy="2680206"/>
            <a:chOff x="1592980" y="1758589"/>
            <a:chExt cx="4207007" cy="2680206"/>
          </a:xfrm>
        </p:grpSpPr>
        <p:grpSp>
          <p:nvGrpSpPr>
            <p:cNvPr id="132" name="Google Shape;132;p8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133" name="Google Shape;133;p8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8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6" name="Google Shape;136;p8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8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8" name="Google Shape;138;p8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8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2" name="Google Shape;142;p8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143" name="Google Shape;143;p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" name="Google Shape;144;p8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45" name="Google Shape;145;p8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146" name="Google Shape;146;p8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47" name="Google Shape;147;p8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8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49" name="Google Shape;149;p8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0" name="Google Shape;150;p8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51" name="Google Shape;151;p8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152" name="Google Shape;152;p8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" name="Google Shape;153;p8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154" name="Google Shape;154;p8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5" name="Google Shape;155;p8"/>
              <p:cNvSpPr txBox="1"/>
              <p:nvPr/>
            </p:nvSpPr>
            <p:spPr>
              <a:xfrm>
                <a:off x="3930" y="1325"/>
                <a:ext cx="20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4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6" name="Google Shape;156;p8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57" name="Google Shape;157;p8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158" name="Google Shape;158;p8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59" name="Google Shape;159;p8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8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61" name="Google Shape;161;p8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2" name="Google Shape;162;p8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63" name="Google Shape;163;p8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164" name="Google Shape;164;p8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5" name="Google Shape;165;p8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166" name="Google Shape;166;p8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167" name="Google Shape;167;p8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D(X)</a:t>
                </a:r>
                <a:endParaRPr/>
              </a:p>
            </p:txBody>
          </p:sp>
          <p:sp>
            <p:nvSpPr>
              <p:cNvPr id="168" name="Google Shape;168;p8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" name="Google Shape;169;p8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170" name="Google Shape;170;p8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D(z)</a:t>
                </a:r>
                <a:endParaRPr/>
              </a:p>
            </p:txBody>
          </p:sp>
          <p:sp>
            <p:nvSpPr>
              <p:cNvPr id="171" name="Google Shape;171;p8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2" name="Google Shape;172;p8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173" name="Google Shape;173;p8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D(y)</a:t>
                </a:r>
                <a:endParaRPr/>
              </a:p>
            </p:txBody>
          </p:sp>
          <p:sp>
            <p:nvSpPr>
              <p:cNvPr id="174" name="Google Shape;174;p8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(x) = 4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5" name="Google Shape;175;p8"/>
          <p:cNvGrpSpPr/>
          <p:nvPr/>
        </p:nvGrpSpPr>
        <p:grpSpPr>
          <a:xfrm>
            <a:off x="425719" y="4032670"/>
            <a:ext cx="4207007" cy="2680206"/>
            <a:chOff x="1592980" y="1758589"/>
            <a:chExt cx="4207007" cy="2680206"/>
          </a:xfrm>
        </p:grpSpPr>
        <p:grpSp>
          <p:nvGrpSpPr>
            <p:cNvPr id="176" name="Google Shape;176;p8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177" name="Google Shape;177;p8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8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8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0" name="Google Shape;180;p8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p8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8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8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6" name="Google Shape;186;p8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187" name="Google Shape;187;p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" name="Google Shape;188;p8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89" name="Google Shape;189;p8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190" name="Google Shape;190;p8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91" name="Google Shape;191;p8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2" name="Google Shape;192;p8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3" name="Google Shape;193;p8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94" name="Google Shape;194;p8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5" name="Google Shape;195;p8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196" name="Google Shape;196;p8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7" name="Google Shape;197;p8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198" name="Google Shape;198;p8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p8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p8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01" name="Google Shape;201;p8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202" name="Google Shape;202;p8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03" name="Google Shape;203;p8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4" name="Google Shape;204;p8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5" name="Google Shape;205;p8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06" name="Google Shape;206;p8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7" name="Google Shape;207;p8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208" name="Google Shape;208;p8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" name="Google Shape;209;p8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210" name="Google Shape;210;p8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211" name="Google Shape;211;p8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D(X)</a:t>
                </a:r>
                <a:endParaRPr/>
              </a:p>
            </p:txBody>
          </p:sp>
          <p:sp>
            <p:nvSpPr>
              <p:cNvPr id="212" name="Google Shape;212;p8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3" name="Google Shape;213;p8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214" name="Google Shape;214;p8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D(z)</a:t>
                </a:r>
                <a:endParaRPr/>
              </a:p>
            </p:txBody>
          </p:sp>
          <p:sp>
            <p:nvSpPr>
              <p:cNvPr id="215" name="Google Shape;215;p8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216;p8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217" name="Google Shape;217;p8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D(y)</a:t>
                </a:r>
                <a:endParaRPr/>
              </a:p>
            </p:txBody>
          </p:sp>
          <p:sp>
            <p:nvSpPr>
              <p:cNvPr id="218" name="Google Shape;218;p8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(x)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9" name="Google Shape;219;p8"/>
          <p:cNvGrpSpPr/>
          <p:nvPr/>
        </p:nvGrpSpPr>
        <p:grpSpPr>
          <a:xfrm>
            <a:off x="6384209" y="929060"/>
            <a:ext cx="4207007" cy="2680206"/>
            <a:chOff x="1592980" y="1758589"/>
            <a:chExt cx="4207007" cy="2680206"/>
          </a:xfrm>
        </p:grpSpPr>
        <p:grpSp>
          <p:nvGrpSpPr>
            <p:cNvPr id="220" name="Google Shape;220;p8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221" name="Google Shape;221;p8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8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8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4" name="Google Shape;224;p8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" name="Google Shape;225;p8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6" name="Google Shape;226;p8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7" name="Google Shape;227;p8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8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8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30" name="Google Shape;230;p8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231" name="Google Shape;231;p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" name="Google Shape;232;p8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33" name="Google Shape;233;p8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234" name="Google Shape;234;p8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5" name="Google Shape;235;p8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6" name="Google Shape;236;p8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7" name="Google Shape;237;p8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38" name="Google Shape;238;p8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9" name="Google Shape;239;p8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240" name="Google Shape;240;p8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" name="Google Shape;241;p8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242" name="Google Shape;242;p8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3" name="Google Shape;243;p8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4" name="Google Shape;244;p8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45" name="Google Shape;245;p8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246" name="Google Shape;246;p8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7" name="Google Shape;247;p8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8" name="Google Shape;248;p8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9" name="Google Shape;249;p8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50" name="Google Shape;250;p8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1" name="Google Shape;251;p8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252" name="Google Shape;252;p8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3" name="Google Shape;253;p8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254" name="Google Shape;254;p8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255" name="Google Shape;255;p8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D(X)</a:t>
                </a:r>
                <a:endParaRPr/>
              </a:p>
            </p:txBody>
          </p:sp>
          <p:sp>
            <p:nvSpPr>
              <p:cNvPr id="256" name="Google Shape;256;p8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7" name="Google Shape;257;p8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258" name="Google Shape;258;p8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D(z)</a:t>
                </a:r>
                <a:endParaRPr/>
              </a:p>
            </p:txBody>
          </p:sp>
          <p:sp>
            <p:nvSpPr>
              <p:cNvPr id="259" name="Google Shape;259;p8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0" name="Google Shape;260;p8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261" name="Google Shape;261;p8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D(y)</a:t>
                </a:r>
                <a:endParaRPr/>
              </a:p>
            </p:txBody>
          </p:sp>
          <p:sp>
            <p:nvSpPr>
              <p:cNvPr id="262" name="Google Shape;262;p8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(x) =??</a:t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3" name="Google Shape;263;p8"/>
          <p:cNvSpPr txBox="1"/>
          <p:nvPr/>
        </p:nvSpPr>
        <p:spPr>
          <a:xfrm>
            <a:off x="8913263" y="822279"/>
            <a:ext cx="30495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(x)=min{C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yx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+Dx(X),C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yz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+D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(Z)}</a:t>
            </a:r>
            <a:endParaRPr/>
          </a:p>
        </p:txBody>
      </p:sp>
      <p:sp>
        <p:nvSpPr>
          <p:cNvPr id="264" name="Google Shape;264;p8"/>
          <p:cNvSpPr txBox="1"/>
          <p:nvPr/>
        </p:nvSpPr>
        <p:spPr>
          <a:xfrm>
            <a:off x="8954111" y="1193393"/>
            <a:ext cx="23615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(x)=min{60+0,1+5}=6</a:t>
            </a:r>
            <a:endParaRPr/>
          </a:p>
        </p:txBody>
      </p:sp>
      <p:grpSp>
        <p:nvGrpSpPr>
          <p:cNvPr id="265" name="Google Shape;265;p8"/>
          <p:cNvGrpSpPr/>
          <p:nvPr/>
        </p:nvGrpSpPr>
        <p:grpSpPr>
          <a:xfrm>
            <a:off x="6169569" y="4078623"/>
            <a:ext cx="4207007" cy="2680206"/>
            <a:chOff x="1592980" y="1758589"/>
            <a:chExt cx="4207007" cy="2680206"/>
          </a:xfrm>
        </p:grpSpPr>
        <p:grpSp>
          <p:nvGrpSpPr>
            <p:cNvPr id="266" name="Google Shape;266;p8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267" name="Google Shape;267;p8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8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8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0" name="Google Shape;270;p8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" name="Google Shape;271;p8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2" name="Google Shape;272;p8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3" name="Google Shape;273;p8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8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8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76" name="Google Shape;276;p8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277" name="Google Shape;277;p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" name="Google Shape;278;p8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79" name="Google Shape;279;p8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280" name="Google Shape;280;p8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1" name="Google Shape;281;p8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2" name="Google Shape;282;p8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3" name="Google Shape;283;p8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84" name="Google Shape;284;p8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85" name="Google Shape;285;p8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286" name="Google Shape;286;p8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" name="Google Shape;287;p8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288" name="Google Shape;288;p8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9" name="Google Shape;289;p8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0" name="Google Shape;290;p8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91" name="Google Shape;291;p8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292" name="Google Shape;292;p8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3" name="Google Shape;293;p8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4" name="Google Shape;294;p8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5" name="Google Shape;295;p8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96" name="Google Shape;296;p8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97" name="Google Shape;297;p8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298" name="Google Shape;298;p8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9" name="Google Shape;299;p8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300" name="Google Shape;300;p8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301" name="Google Shape;301;p8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D(X)</a:t>
                </a:r>
                <a:endParaRPr/>
              </a:p>
            </p:txBody>
          </p:sp>
          <p:sp>
            <p:nvSpPr>
              <p:cNvPr id="302" name="Google Shape;302;p8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3" name="Google Shape;303;p8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304" name="Google Shape;304;p8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D(z)</a:t>
                </a:r>
                <a:endParaRPr/>
              </a:p>
            </p:txBody>
          </p:sp>
          <p:sp>
            <p:nvSpPr>
              <p:cNvPr id="305" name="Google Shape;305;p8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6" name="Google Shape;306;p8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307" name="Google Shape;307;p8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D(y)</a:t>
                </a:r>
                <a:endParaRPr/>
              </a:p>
            </p:txBody>
          </p:sp>
          <p:sp>
            <p:nvSpPr>
              <p:cNvPr id="308" name="Google Shape;308;p8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(x) = 6</a:t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"/>
          <p:cNvSpPr txBox="1"/>
          <p:nvPr>
            <p:ph type="title"/>
          </p:nvPr>
        </p:nvSpPr>
        <p:spPr>
          <a:xfrm>
            <a:off x="822274" y="10311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Arial"/>
              <a:buNone/>
            </a:pPr>
            <a:r>
              <a:rPr lang="en-US"/>
              <a:t>Count to Infinity (2)</a:t>
            </a:r>
            <a:endParaRPr/>
          </a:p>
        </p:txBody>
      </p:sp>
      <p:sp>
        <p:nvSpPr>
          <p:cNvPr id="314" name="Google Shape;314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15" name="Google Shape;315;p9"/>
          <p:cNvGrpSpPr/>
          <p:nvPr/>
        </p:nvGrpSpPr>
        <p:grpSpPr>
          <a:xfrm>
            <a:off x="707034" y="1054473"/>
            <a:ext cx="4207007" cy="2680206"/>
            <a:chOff x="1592980" y="1758589"/>
            <a:chExt cx="4207007" cy="2680206"/>
          </a:xfrm>
        </p:grpSpPr>
        <p:grpSp>
          <p:nvGrpSpPr>
            <p:cNvPr id="316" name="Google Shape;316;p9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317" name="Google Shape;317;p9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9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9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0" name="Google Shape;320;p9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" name="Google Shape;321;p9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2" name="Google Shape;322;p9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3" name="Google Shape;323;p9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9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9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26" name="Google Shape;326;p9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327" name="Google Shape;327;p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" name="Google Shape;328;p9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329" name="Google Shape;329;p9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330" name="Google Shape;330;p9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1" name="Google Shape;331;p9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2" name="Google Shape;332;p9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3" name="Google Shape;333;p9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34" name="Google Shape;334;p9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5" name="Google Shape;335;p9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336" name="Google Shape;336;p9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7" name="Google Shape;337;p9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338" name="Google Shape;338;p9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9" name="Google Shape;339;p9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0" name="Google Shape;340;p9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341" name="Google Shape;341;p9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342" name="Google Shape;342;p9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3" name="Google Shape;343;p9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" name="Google Shape;344;p9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5" name="Google Shape;345;p9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46" name="Google Shape;346;p9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7" name="Google Shape;347;p9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348" name="Google Shape;348;p9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" name="Google Shape;349;p9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350" name="Google Shape;350;p9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351" name="Google Shape;351;p9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D(X)</a:t>
                </a:r>
                <a:endParaRPr/>
              </a:p>
            </p:txBody>
          </p:sp>
          <p:sp>
            <p:nvSpPr>
              <p:cNvPr id="352" name="Google Shape;352;p9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3" name="Google Shape;353;p9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354" name="Google Shape;354;p9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D(z)</a:t>
                </a:r>
                <a:endParaRPr/>
              </a:p>
            </p:txBody>
          </p:sp>
          <p:sp>
            <p:nvSpPr>
              <p:cNvPr id="355" name="Google Shape;355;p9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6" name="Google Shape;356;p9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357" name="Google Shape;357;p9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D(y)</a:t>
                </a:r>
                <a:endParaRPr/>
              </a:p>
            </p:txBody>
          </p:sp>
          <p:sp>
            <p:nvSpPr>
              <p:cNvPr id="358" name="Google Shape;358;p9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(x) = 6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9" name="Google Shape;359;p9"/>
          <p:cNvGrpSpPr/>
          <p:nvPr/>
        </p:nvGrpSpPr>
        <p:grpSpPr>
          <a:xfrm>
            <a:off x="425719" y="4032670"/>
            <a:ext cx="4207007" cy="2680206"/>
            <a:chOff x="1592980" y="1758589"/>
            <a:chExt cx="4207007" cy="2680206"/>
          </a:xfrm>
        </p:grpSpPr>
        <p:grpSp>
          <p:nvGrpSpPr>
            <p:cNvPr id="360" name="Google Shape;360;p9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361" name="Google Shape;361;p9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4" name="Google Shape;364;p9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" name="Google Shape;365;p9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6" name="Google Shape;366;p9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7" name="Google Shape;367;p9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9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70" name="Google Shape;370;p9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371" name="Google Shape;371;p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" name="Google Shape;372;p9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373" name="Google Shape;373;p9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374" name="Google Shape;374;p9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5" name="Google Shape;375;p9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6" name="Google Shape;376;p9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7" name="Google Shape;377;p9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78" name="Google Shape;378;p9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9" name="Google Shape;379;p9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380" name="Google Shape;380;p9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" name="Google Shape;381;p9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382" name="Google Shape;382;p9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3" name="Google Shape;383;p9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4" name="Google Shape;384;p9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385" name="Google Shape;385;p9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386" name="Google Shape;386;p9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7" name="Google Shape;387;p9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8" name="Google Shape;388;p9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9" name="Google Shape;389;p9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90" name="Google Shape;390;p9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91" name="Google Shape;391;p9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392" name="Google Shape;392;p9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3" name="Google Shape;393;p9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394" name="Google Shape;394;p9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395" name="Google Shape;395;p9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D(X)</a:t>
                </a:r>
                <a:endParaRPr/>
              </a:p>
            </p:txBody>
          </p:sp>
          <p:sp>
            <p:nvSpPr>
              <p:cNvPr id="396" name="Google Shape;396;p9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(y)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7" name="Google Shape;397;p9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398" name="Google Shape;398;p9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D(z)</a:t>
                </a:r>
                <a:endParaRPr/>
              </a:p>
            </p:txBody>
          </p:sp>
          <p:sp>
            <p:nvSpPr>
              <p:cNvPr id="399" name="Google Shape;399;p9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(x)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" name="Google Shape;400;p9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01" name="Google Shape;401;p9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D(y)</a:t>
                </a:r>
                <a:endParaRPr/>
              </a:p>
            </p:txBody>
          </p:sp>
          <p:sp>
            <p:nvSpPr>
              <p:cNvPr id="402" name="Google Shape;402;p9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(x) = 6</a:t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03" name="Google Shape;403;p9"/>
          <p:cNvGrpSpPr/>
          <p:nvPr/>
        </p:nvGrpSpPr>
        <p:grpSpPr>
          <a:xfrm>
            <a:off x="6169569" y="4078623"/>
            <a:ext cx="4207007" cy="2680206"/>
            <a:chOff x="1592980" y="1758589"/>
            <a:chExt cx="4207007" cy="2680206"/>
          </a:xfrm>
        </p:grpSpPr>
        <p:grpSp>
          <p:nvGrpSpPr>
            <p:cNvPr id="404" name="Google Shape;404;p9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05" name="Google Shape;405;p9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08" name="Google Shape;408;p9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" name="Google Shape;409;p9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0" name="Google Shape;410;p9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14" name="Google Shape;414;p9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15" name="Google Shape;415;p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6" name="Google Shape;416;p9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17" name="Google Shape;417;p9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18" name="Google Shape;418;p9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9" name="Google Shape;419;p9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" name="Google Shape;420;p9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1" name="Google Shape;421;p9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22" name="Google Shape;422;p9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23" name="Google Shape;423;p9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24" name="Google Shape;424;p9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5" name="Google Shape;425;p9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26" name="Google Shape;426;p9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7" name="Google Shape;427;p9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8" name="Google Shape;428;p9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29" name="Google Shape;429;p9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30" name="Google Shape;430;p9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1" name="Google Shape;431;p9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2" name="Google Shape;432;p9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3" name="Google Shape;433;p9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34" name="Google Shape;434;p9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35" name="Google Shape;435;p9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36" name="Google Shape;436;p9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7" name="Google Shape;437;p9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38" name="Google Shape;438;p9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39" name="Google Shape;439;p9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D(X)</a:t>
                </a:r>
                <a:endParaRPr/>
              </a:p>
            </p:txBody>
          </p:sp>
          <p:sp>
            <p:nvSpPr>
              <p:cNvPr id="440" name="Google Shape;440;p9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(y) = 7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9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42" name="Google Shape;442;p9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D(z)</a:t>
                </a:r>
                <a:endParaRPr/>
              </a:p>
            </p:txBody>
          </p:sp>
          <p:sp>
            <p:nvSpPr>
              <p:cNvPr id="443" name="Google Shape;443;p9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(x) = 7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4" name="Google Shape;444;p9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45" name="Google Shape;445;p9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D(y)</a:t>
                </a:r>
                <a:endParaRPr/>
              </a:p>
            </p:txBody>
          </p:sp>
          <p:sp>
            <p:nvSpPr>
              <p:cNvPr id="446" name="Google Shape;446;p9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(x)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/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47" name="Google Shape;447;p9"/>
          <p:cNvSpPr/>
          <p:nvPr/>
        </p:nvSpPr>
        <p:spPr>
          <a:xfrm>
            <a:off x="4124514" y="4938256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D(y)</a:t>
            </a:r>
            <a:endParaRPr/>
          </a:p>
        </p:txBody>
      </p:sp>
      <p:sp>
        <p:nvSpPr>
          <p:cNvPr id="448" name="Google Shape;448;p9"/>
          <p:cNvSpPr txBox="1"/>
          <p:nvPr/>
        </p:nvSpPr>
        <p:spPr>
          <a:xfrm>
            <a:off x="4147534" y="5336428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(x) = 6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(z) = 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9"/>
          <p:cNvSpPr/>
          <p:nvPr/>
        </p:nvSpPr>
        <p:spPr>
          <a:xfrm>
            <a:off x="1626547" y="5954882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D(y)</a:t>
            </a:r>
            <a:endParaRPr/>
          </a:p>
        </p:txBody>
      </p:sp>
      <p:sp>
        <p:nvSpPr>
          <p:cNvPr id="450" name="Google Shape;450;p9"/>
          <p:cNvSpPr txBox="1"/>
          <p:nvPr/>
        </p:nvSpPr>
        <p:spPr>
          <a:xfrm>
            <a:off x="1649567" y="6353054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(x) = 6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(z) = 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9"/>
          <p:cNvSpPr/>
          <p:nvPr/>
        </p:nvSpPr>
        <p:spPr>
          <a:xfrm>
            <a:off x="5594227" y="3823449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D(X)</a:t>
            </a:r>
            <a:endParaRPr/>
          </a:p>
        </p:txBody>
      </p:sp>
      <p:sp>
        <p:nvSpPr>
          <p:cNvPr id="452" name="Google Shape;452;p9"/>
          <p:cNvSpPr txBox="1"/>
          <p:nvPr/>
        </p:nvSpPr>
        <p:spPr>
          <a:xfrm>
            <a:off x="5617247" y="4221621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(y) = 7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(z) = 5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9"/>
          <p:cNvSpPr/>
          <p:nvPr/>
        </p:nvSpPr>
        <p:spPr>
          <a:xfrm>
            <a:off x="8661017" y="4058400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D(z)</a:t>
            </a:r>
            <a:endParaRPr/>
          </a:p>
        </p:txBody>
      </p:sp>
      <p:sp>
        <p:nvSpPr>
          <p:cNvPr id="454" name="Google Shape;454;p9"/>
          <p:cNvSpPr txBox="1"/>
          <p:nvPr/>
        </p:nvSpPr>
        <p:spPr>
          <a:xfrm>
            <a:off x="8684037" y="4456572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(x) = 7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(y) = 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