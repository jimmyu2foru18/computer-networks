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Encryption Modes</a:t>
            </a: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916939" y="1795779"/>
            <a:ext cx="9804400" cy="370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-228600" lvl="0" marL="241300" marR="508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Encryption mode or mode of operation refers to the many ways to make the input of an encryption algorithm different.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Examples include: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Electronic Codebook (ECB)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Block Chaining (CBC)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Propagating CBC (PCBC)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Feedback (CFB)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Output Feedback (OFB)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Counter (CTR)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Electronic Codebook (ECB) Mode</a:t>
            </a:r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779" y="1572788"/>
            <a:ext cx="6707138" cy="462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Block Chaining (CBC) Mode</a:t>
            </a:r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55" y="1318503"/>
            <a:ext cx="7248731" cy="530689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/>
        </p:nvSpPr>
        <p:spPr>
          <a:xfrm>
            <a:off x="8104527" y="2531364"/>
            <a:ext cx="3689985" cy="2395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 main  purpose  of 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IV 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is  to ensure   that   even   if   two plaintexts  are  identical,  their ciphertexts  are  still  different, because  different  IVs  will  be used.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Encryption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cannot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Feedback (CFB) Mode</a:t>
            </a: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7009626" y="1808988"/>
            <a:ext cx="4211320" cy="264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-228600" lvl="0" marL="241300" marR="106679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block cipher is turned into a stream cipher.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just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Ideal for encrypting real-time data.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610235" rtl="0" algn="just">
              <a:lnSpc>
                <a:spcPct val="109000"/>
              </a:lnSpc>
              <a:spcBef>
                <a:spcPts val="95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Padding not required for the last block.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just">
              <a:lnSpc>
                <a:spcPct val="91500"/>
              </a:lnSpc>
              <a:spcBef>
                <a:spcPts val="8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using the CFB mode can be parallelized, while encryption can only be conducted sequentially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426" y="1504874"/>
            <a:ext cx="6505949" cy="49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Feedback (OFB) Mode</a:t>
            </a:r>
            <a:endParaRPr/>
          </a:p>
        </p:txBody>
      </p:sp>
      <p:sp>
        <p:nvSpPr>
          <p:cNvPr id="70" name="Google Shape;70;p11"/>
          <p:cNvSpPr txBox="1"/>
          <p:nvPr/>
        </p:nvSpPr>
        <p:spPr>
          <a:xfrm>
            <a:off x="7946804" y="1772411"/>
            <a:ext cx="3889375" cy="23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Similar to CFB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Used as stream cipher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Does not need padding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can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Encryption in the OFB mode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326632"/>
            <a:ext cx="7029864" cy="5349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Counter (CTR) Mode</a:t>
            </a:r>
            <a:endParaRPr/>
          </a:p>
        </p:txBody>
      </p:sp>
      <p:sp>
        <p:nvSpPr>
          <p:cNvPr id="77" name="Google Shape;77;p12"/>
          <p:cNvSpPr txBox="1"/>
          <p:nvPr/>
        </p:nvSpPr>
        <p:spPr>
          <a:xfrm>
            <a:off x="7155399" y="1437132"/>
            <a:ext cx="4674870" cy="386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-228600" lvl="0" marL="241300" marR="13716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It basically uses a counter to generate the key streams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02235" rtl="0" algn="l">
              <a:lnSpc>
                <a:spcPct val="89000"/>
              </a:lnSpc>
              <a:spcBef>
                <a:spcPts val="10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key stream can be reused, hence the counter value for each block is prepended with a randomly generated value called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nonce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82245" rtl="0" algn="l">
              <a:lnSpc>
                <a:spcPct val="110500"/>
              </a:lnSpc>
              <a:spcBef>
                <a:spcPts val="102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This nonce serves the same role as the IV does to the other encryption modes.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412750" rtl="0" algn="l">
              <a:lnSpc>
                <a:spcPct val="109000"/>
              </a:lnSpc>
              <a:spcBef>
                <a:spcPts val="9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both encryption and decryption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944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key stream in the CTR mode can be calculated in parallel during the encryption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405" y="1482289"/>
            <a:ext cx="5793833" cy="487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